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ac8a88a8549e8" /><Relationship Type="http://schemas.openxmlformats.org/officeDocument/2006/relationships/extended-properties" Target="/docProps/app.xml" Id="Rdcbe0816d4154770" /><Relationship Type="http://schemas.openxmlformats.org/officeDocument/2006/relationships/officeDocument" Target="/ppt/presentation.xml" Id="Ref22fdfc00f2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c019752ad4319"/>
  </p:sldMasterIdLst>
  <p:notesMasterIdLst>
    <p:notesMasterId xmlns:r="http://schemas.openxmlformats.org/officeDocument/2006/relationships" r:id="Ra9f8a3a826304331"/>
  </p:notesMasterIdLst>
  <p:sldIdLst>
    <p:sldId xmlns:r="http://schemas.openxmlformats.org/officeDocument/2006/relationships" id="256" r:id="R93f05cc9e20148d1"/>
  </p:sldIdLst>
  <p:sldSz cx="13001625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1880b66a14f39" /><Relationship Type="http://schemas.openxmlformats.org/officeDocument/2006/relationships/slideMaster" Target="/ppt/slideMasters/slideMaster1.xml" Id="R8b4c019752ad4319" /><Relationship Type="http://schemas.openxmlformats.org/officeDocument/2006/relationships/notesMaster" Target="/ppt/notesMasters/notesMaster1.xml" Id="Ra9f8a3a826304331" /><Relationship Type="http://schemas.openxmlformats.org/officeDocument/2006/relationships/presProps" Target="/ppt/presProps.xml" Id="Redff83e413ee4df6" /><Relationship Type="http://schemas.openxmlformats.org/officeDocument/2006/relationships/tableStyles" Target="/ppt/tableStyles.xml" Id="R68ad33d394354071" /><Relationship Type="http://schemas.openxmlformats.org/officeDocument/2006/relationships/slide" Target="/ppt/slides/slide1.xml" Id="R93f05cc9e201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67068cbc1a4e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afaa04cf844d3" /><Relationship Type="http://schemas.openxmlformats.org/officeDocument/2006/relationships/notesMaster" Target="/ppt/notesMasters/notesMaster1.xml" Id="R1cb9819ffd8d47c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素材ID：SEC-072</ns1:t>
            </ns1:r>
          </ns1:p>
          <ns1:p>
            <ns1:r>
              <ns1:t>论文：WhisperFuzz: White-Box Fuzzing for Detecting and Locating Timing Vulnerabilities in Processors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类型：系统架构</ns1:t>
            </ns1:r>
          </ns1:p>
          <ns1:p>
            <ns1:r>
              <ns1:t>借鉴点：三块彩色区域围绕中央DUT连接，保留指令变异、仿真、时序检测和微事件图定位的具体数据实例。</ns1:t>
            </ns1:r>
          </ns1:p>
          <ns1:p>
            <ns1:r>
              <ns1:t>论文URL：https://www.usenix.org/system/files/usenixsecurity24-borkar.pdf</ns1:t>
            </ns1:r>
          </ns1:p>
          <ns1:p>
            <ns1:r>
              <ns1:t>官方获奖URL：https://www.usenix.org/conference/usenixsecurity24/presentation/borkar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17dee2bfb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8904db786a4eac" /><Relationship Type="http://schemas.openxmlformats.org/officeDocument/2006/relationships/slideLayout" Target="/ppt/slideLayouts/slideLayout1.xml" Id="R5a14c8d7d4ab41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4c8d7d4ab41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aab31d7394dd9" /><Relationship Type="http://schemas.openxmlformats.org/officeDocument/2006/relationships/image" Target="/ppt/media/image.png" Id="R05494608cd94448d" /><Relationship Type="http://schemas.openxmlformats.org/officeDocument/2006/relationships/image" Target="/ppt/media/image2.png" Id="R264d944e95d94295" /><Relationship Type="http://schemas.openxmlformats.org/officeDocument/2006/relationships/image" Target="/ppt/media/image3.png" Id="R49c7ffd76fdd4d3a" /><Relationship Type="http://schemas.openxmlformats.org/officeDocument/2006/relationships/image" Target="/ppt/media/image4.png" Id="R3df6bc390c2c4fe3" /><Relationship Type="http://schemas.openxmlformats.org/officeDocument/2006/relationships/image" Target="/ppt/media/image5.png" Id="Ra5937f1991fc42ef" /><Relationship Type="http://schemas.openxmlformats.org/officeDocument/2006/relationships/image" Target="/ppt/media/image6.png" Id="R511cbcabf6764b3e" /><Relationship Type="http://schemas.openxmlformats.org/officeDocument/2006/relationships/image" Target="/ppt/media/image7.png" Id="R6100dc8f66b44e45" /><Relationship Type="http://schemas.openxmlformats.org/officeDocument/2006/relationships/image" Target="/ppt/media/image8.png" Id="Ree942c78f3a748f6" /><Relationship Type="http://schemas.openxmlformats.org/officeDocument/2006/relationships/image" Target="/ppt/media/image9.png" Id="R1eb05adf59ff4288" /><Relationship Type="http://schemas.openxmlformats.org/officeDocument/2006/relationships/image" Target="/ppt/media/image10.png" Id="Rcf0301a80f1c4b97" /><Relationship Type="http://schemas.openxmlformats.org/officeDocument/2006/relationships/image" Target="/ppt/media/image11.png" Id="R18f64686a6484271" /><Relationship Type="http://schemas.openxmlformats.org/officeDocument/2006/relationships/image" Target="/ppt/media/image12.png" Id="R53cea03cd0fc4a1a" /><Relationship Type="http://schemas.openxmlformats.org/officeDocument/2006/relationships/image" Target="/ppt/media/image13.png" Id="Ra5b07c5a3e24488a" /><Relationship Type="http://schemas.openxmlformats.org/officeDocument/2006/relationships/image" Target="/ppt/media/image14.png" Id="Rc4a08a47f93d4d4a" /><Relationship Type="http://schemas.openxmlformats.org/officeDocument/2006/relationships/image" Target="/ppt/media/image15.png" Id="Rf247f2b174d94881" /><Relationship Type="http://schemas.openxmlformats.org/officeDocument/2006/relationships/image" Target="/ppt/media/image16.png" Id="R9e7c327b4d114fd8" /><Relationship Type="http://schemas.openxmlformats.org/officeDocument/2006/relationships/image" Target="/ppt/media/image17.png" Id="R81ab35a342f9470c" /><Relationship Type="http://schemas.openxmlformats.org/officeDocument/2006/relationships/image" Target="/ppt/media/image18.png" Id="R97bf35a1b9c0488f" /><Relationship Type="http://schemas.openxmlformats.org/officeDocument/2006/relationships/image" Target="/ppt/media/image19.png" Id="R26451fcfd0134a6f" /><Relationship Type="http://schemas.openxmlformats.org/officeDocument/2006/relationships/image" Target="/ppt/media/image20.png" Id="Rdbf8e77a29904cf6" /><Relationship Type="http://schemas.openxmlformats.org/officeDocument/2006/relationships/image" Target="/ppt/media/image21.png" Id="R8bfd8077d74a4b9f" /><Relationship Type="http://schemas.openxmlformats.org/officeDocument/2006/relationships/image" Target="/ppt/media/image22.png" Id="R45855fc67a7f48e6" /><Relationship Type="http://schemas.openxmlformats.org/officeDocument/2006/relationships/image" Target="/ppt/media/image23.png" Id="R88c5e67ad46b45a2" /><Relationship Type="http://schemas.openxmlformats.org/officeDocument/2006/relationships/notesSlide" Target="/ppt/notesSlides/notesSlide1.xml" Id="R24d60ec3fc6943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6E9BD-6FE7-4661-A7A0-84A9305E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8" y="72216"/>
            <a:ext cx="6489866" cy="3908577"/>
          </a:xfrm>
          <a:custGeom xmlns:a="http://schemas.openxmlformats.org/drawingml/2006/main">
            <a:pathLst>
              <a:path w="6489866" h="3908577">
                <a:moveTo>
                  <a:pt x="78172" y="0"/>
                </a:moveTo>
                <a:lnTo>
                  <a:pt x="6411694" y="0"/>
                </a:lnTo>
                <a:cubicBezTo>
                  <a:pt x="6422060" y="0"/>
                  <a:pt x="6432032" y="1983"/>
                  <a:pt x="6441608" y="5950"/>
                </a:cubicBezTo>
                <a:cubicBezTo>
                  <a:pt x="6451186" y="9917"/>
                  <a:pt x="6459639" y="15566"/>
                  <a:pt x="6466969" y="22896"/>
                </a:cubicBezTo>
                <a:cubicBezTo>
                  <a:pt x="6474299" y="30226"/>
                  <a:pt x="6479947" y="38679"/>
                  <a:pt x="6483914" y="48257"/>
                </a:cubicBezTo>
                <a:cubicBezTo>
                  <a:pt x="6487881" y="57834"/>
                  <a:pt x="6489865" y="67805"/>
                  <a:pt x="6489866" y="78172"/>
                </a:cubicBezTo>
                <a:lnTo>
                  <a:pt x="6489866" y="3830405"/>
                </a:lnTo>
                <a:cubicBezTo>
                  <a:pt x="6489865" y="3840771"/>
                  <a:pt x="6487881" y="3850742"/>
                  <a:pt x="6483914" y="3860319"/>
                </a:cubicBezTo>
                <a:cubicBezTo>
                  <a:pt x="6479947" y="3869896"/>
                  <a:pt x="6474299" y="3878350"/>
                  <a:pt x="6466969" y="3885680"/>
                </a:cubicBezTo>
                <a:cubicBezTo>
                  <a:pt x="6459639" y="3893010"/>
                  <a:pt x="6451186" y="3898658"/>
                  <a:pt x="6441609" y="3902625"/>
                </a:cubicBezTo>
                <a:cubicBezTo>
                  <a:pt x="6432032" y="3906593"/>
                  <a:pt x="6422060" y="3908576"/>
                  <a:pt x="6411694" y="3908577"/>
                </a:cubicBezTo>
                <a:lnTo>
                  <a:pt x="78172" y="3908577"/>
                </a:lnTo>
                <a:cubicBezTo>
                  <a:pt x="67805" y="3908576"/>
                  <a:pt x="57834" y="3906593"/>
                  <a:pt x="48257" y="3902625"/>
                </a:cubicBezTo>
                <a:cubicBezTo>
                  <a:pt x="38679" y="3898658"/>
                  <a:pt x="30226" y="3893010"/>
                  <a:pt x="22896" y="3885680"/>
                </a:cubicBezTo>
                <a:cubicBezTo>
                  <a:pt x="15566" y="3878350"/>
                  <a:pt x="9917" y="3869896"/>
                  <a:pt x="5950" y="3860319"/>
                </a:cubicBezTo>
                <a:cubicBezTo>
                  <a:pt x="1983" y="3850742"/>
                  <a:pt x="0" y="3840771"/>
                  <a:pt x="0" y="3830405"/>
                </a:cubicBezTo>
                <a:lnTo>
                  <a:pt x="0" y="78172"/>
                </a:lnTo>
                <a:cubicBezTo>
                  <a:pt x="0" y="67805"/>
                  <a:pt x="1983" y="57834"/>
                  <a:pt x="5950" y="48257"/>
                </a:cubicBezTo>
                <a:cubicBezTo>
                  <a:pt x="9917" y="38679"/>
                  <a:pt x="15566" y="30226"/>
                  <a:pt x="22896" y="22896"/>
                </a:cubicBezTo>
                <a:cubicBezTo>
                  <a:pt x="30226" y="15566"/>
                  <a:pt x="38679" y="9917"/>
                  <a:pt x="48257" y="5950"/>
                </a:cubicBezTo>
                <a:cubicBezTo>
                  <a:pt x="57834" y="1983"/>
                  <a:pt x="67805" y="0"/>
                  <a:pt x="78172" y="0"/>
                </a:cubicBezTo>
                <a:close/>
              </a:path>
            </a:pathLst>
          </a:custGeom>
          <a:solidFill xmlns:a="http://schemas.openxmlformats.org/drawingml/2006/main">
            <a:srgbClr val="FFF2CC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2A692-4C9F-41F8-BF42-FCB28E73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98" y="65213"/>
            <a:ext cx="6376477" cy="3908577"/>
          </a:xfrm>
          <a:custGeom xmlns:a="http://schemas.openxmlformats.org/drawingml/2006/main">
            <a:pathLst>
              <a:path w="6376477" h="3908577">
                <a:moveTo>
                  <a:pt x="75588" y="41"/>
                </a:moveTo>
                <a:lnTo>
                  <a:pt x="74302" y="93"/>
                </a:lnTo>
                <a:lnTo>
                  <a:pt x="73021" y="165"/>
                </a:lnTo>
                <a:lnTo>
                  <a:pt x="71744" y="258"/>
                </a:lnTo>
                <a:lnTo>
                  <a:pt x="70470" y="372"/>
                </a:lnTo>
                <a:lnTo>
                  <a:pt x="69201" y="506"/>
                </a:lnTo>
                <a:lnTo>
                  <a:pt x="67936" y="661"/>
                </a:lnTo>
                <a:lnTo>
                  <a:pt x="66675" y="837"/>
                </a:lnTo>
                <a:lnTo>
                  <a:pt x="65419" y="1033"/>
                </a:lnTo>
                <a:lnTo>
                  <a:pt x="64166" y="1250"/>
                </a:lnTo>
                <a:lnTo>
                  <a:pt x="62917" y="1488"/>
                </a:lnTo>
                <a:lnTo>
                  <a:pt x="61673" y="1746"/>
                </a:lnTo>
                <a:lnTo>
                  <a:pt x="60433" y="2025"/>
                </a:lnTo>
                <a:lnTo>
                  <a:pt x="59196" y="2324"/>
                </a:lnTo>
                <a:lnTo>
                  <a:pt x="57964" y="2645"/>
                </a:lnTo>
                <a:lnTo>
                  <a:pt x="56736" y="2986"/>
                </a:lnTo>
                <a:lnTo>
                  <a:pt x="55512" y="3347"/>
                </a:lnTo>
                <a:lnTo>
                  <a:pt x="54292" y="3729"/>
                </a:lnTo>
                <a:lnTo>
                  <a:pt x="53077" y="4132"/>
                </a:lnTo>
                <a:lnTo>
                  <a:pt x="51865" y="4556"/>
                </a:lnTo>
                <a:lnTo>
                  <a:pt x="50658" y="5000"/>
                </a:lnTo>
                <a:lnTo>
                  <a:pt x="49454" y="5465"/>
                </a:lnTo>
                <a:lnTo>
                  <a:pt x="48255" y="5950"/>
                </a:lnTo>
                <a:lnTo>
                  <a:pt x="47064" y="6455"/>
                </a:lnTo>
                <a:lnTo>
                  <a:pt x="45884" y="6977"/>
                </a:lnTo>
                <a:lnTo>
                  <a:pt x="44716" y="7517"/>
                </a:lnTo>
                <a:lnTo>
                  <a:pt x="43560" y="8074"/>
                </a:lnTo>
                <a:lnTo>
                  <a:pt x="42416" y="8649"/>
                </a:lnTo>
                <a:lnTo>
                  <a:pt x="41283" y="9241"/>
                </a:lnTo>
                <a:lnTo>
                  <a:pt x="40162" y="9851"/>
                </a:lnTo>
                <a:lnTo>
                  <a:pt x="39053" y="10478"/>
                </a:lnTo>
                <a:lnTo>
                  <a:pt x="37955" y="11123"/>
                </a:lnTo>
                <a:lnTo>
                  <a:pt x="36869" y="11785"/>
                </a:lnTo>
                <a:lnTo>
                  <a:pt x="35795" y="12465"/>
                </a:lnTo>
                <a:lnTo>
                  <a:pt x="34732" y="13162"/>
                </a:lnTo>
                <a:lnTo>
                  <a:pt x="33682" y="13877"/>
                </a:lnTo>
                <a:lnTo>
                  <a:pt x="32643" y="14609"/>
                </a:lnTo>
                <a:lnTo>
                  <a:pt x="31615" y="15359"/>
                </a:lnTo>
                <a:lnTo>
                  <a:pt x="30599" y="16126"/>
                </a:lnTo>
                <a:lnTo>
                  <a:pt x="29596" y="16911"/>
                </a:lnTo>
                <a:lnTo>
                  <a:pt x="28603" y="17714"/>
                </a:lnTo>
                <a:lnTo>
                  <a:pt x="27623" y="18534"/>
                </a:lnTo>
                <a:lnTo>
                  <a:pt x="26654" y="19371"/>
                </a:lnTo>
                <a:lnTo>
                  <a:pt x="25697" y="20226"/>
                </a:lnTo>
                <a:lnTo>
                  <a:pt x="24751" y="21098"/>
                </a:lnTo>
                <a:lnTo>
                  <a:pt x="23818" y="21988"/>
                </a:lnTo>
                <a:lnTo>
                  <a:pt x="22896" y="22896"/>
                </a:lnTo>
                <a:lnTo>
                  <a:pt x="21988" y="23818"/>
                </a:lnTo>
                <a:lnTo>
                  <a:pt x="21098" y="24752"/>
                </a:lnTo>
                <a:lnTo>
                  <a:pt x="20226" y="25697"/>
                </a:lnTo>
                <a:lnTo>
                  <a:pt x="19371" y="26655"/>
                </a:lnTo>
                <a:lnTo>
                  <a:pt x="18533" y="27623"/>
                </a:lnTo>
                <a:lnTo>
                  <a:pt x="17713" y="28604"/>
                </a:lnTo>
                <a:lnTo>
                  <a:pt x="16911" y="29596"/>
                </a:lnTo>
                <a:lnTo>
                  <a:pt x="16126" y="30600"/>
                </a:lnTo>
                <a:lnTo>
                  <a:pt x="15358" y="31616"/>
                </a:lnTo>
                <a:lnTo>
                  <a:pt x="14609" y="32644"/>
                </a:lnTo>
                <a:lnTo>
                  <a:pt x="13876" y="33683"/>
                </a:lnTo>
                <a:lnTo>
                  <a:pt x="13161" y="34734"/>
                </a:lnTo>
                <a:lnTo>
                  <a:pt x="12464" y="35796"/>
                </a:lnTo>
                <a:lnTo>
                  <a:pt x="11784" y="36870"/>
                </a:lnTo>
                <a:lnTo>
                  <a:pt x="11122" y="37956"/>
                </a:lnTo>
                <a:lnTo>
                  <a:pt x="10477" y="39054"/>
                </a:lnTo>
                <a:lnTo>
                  <a:pt x="9850" y="40163"/>
                </a:lnTo>
                <a:lnTo>
                  <a:pt x="9240" y="41284"/>
                </a:lnTo>
                <a:lnTo>
                  <a:pt x="8648" y="42417"/>
                </a:lnTo>
                <a:lnTo>
                  <a:pt x="8073" y="43562"/>
                </a:lnTo>
                <a:lnTo>
                  <a:pt x="7516" y="44718"/>
                </a:lnTo>
                <a:lnTo>
                  <a:pt x="6977" y="45886"/>
                </a:lnTo>
                <a:lnTo>
                  <a:pt x="6454" y="47065"/>
                </a:lnTo>
                <a:lnTo>
                  <a:pt x="5950" y="48257"/>
                </a:lnTo>
                <a:lnTo>
                  <a:pt x="5464" y="49456"/>
                </a:lnTo>
                <a:lnTo>
                  <a:pt x="5000" y="50659"/>
                </a:lnTo>
                <a:lnTo>
                  <a:pt x="4555" y="51866"/>
                </a:lnTo>
                <a:lnTo>
                  <a:pt x="4132" y="53078"/>
                </a:lnTo>
                <a:lnTo>
                  <a:pt x="3729" y="54294"/>
                </a:lnTo>
                <a:lnTo>
                  <a:pt x="3347" y="55513"/>
                </a:lnTo>
                <a:lnTo>
                  <a:pt x="2985" y="56737"/>
                </a:lnTo>
                <a:lnTo>
                  <a:pt x="2644" y="57965"/>
                </a:lnTo>
                <a:lnTo>
                  <a:pt x="2324" y="59197"/>
                </a:lnTo>
                <a:lnTo>
                  <a:pt x="2024" y="60433"/>
                </a:lnTo>
                <a:lnTo>
                  <a:pt x="1746" y="61674"/>
                </a:lnTo>
                <a:lnTo>
                  <a:pt x="1487" y="62918"/>
                </a:lnTo>
                <a:lnTo>
                  <a:pt x="1250" y="64167"/>
                </a:lnTo>
                <a:lnTo>
                  <a:pt x="1033" y="65419"/>
                </a:lnTo>
                <a:lnTo>
                  <a:pt x="837" y="66676"/>
                </a:lnTo>
                <a:lnTo>
                  <a:pt x="661" y="67937"/>
                </a:lnTo>
                <a:lnTo>
                  <a:pt x="506" y="69202"/>
                </a:lnTo>
                <a:lnTo>
                  <a:pt x="372" y="70471"/>
                </a:lnTo>
                <a:lnTo>
                  <a:pt x="258" y="71744"/>
                </a:lnTo>
                <a:lnTo>
                  <a:pt x="165" y="73021"/>
                </a:lnTo>
                <a:lnTo>
                  <a:pt x="93" y="74303"/>
                </a:lnTo>
                <a:lnTo>
                  <a:pt x="41" y="75588"/>
                </a:lnTo>
                <a:lnTo>
                  <a:pt x="10" y="76878"/>
                </a:lnTo>
                <a:lnTo>
                  <a:pt x="0" y="78172"/>
                </a:lnTo>
                <a:lnTo>
                  <a:pt x="0" y="3830405"/>
                </a:lnTo>
                <a:lnTo>
                  <a:pt x="10" y="3831699"/>
                </a:lnTo>
                <a:lnTo>
                  <a:pt x="41" y="3832988"/>
                </a:lnTo>
                <a:lnTo>
                  <a:pt x="93" y="3834274"/>
                </a:lnTo>
                <a:lnTo>
                  <a:pt x="165" y="3835555"/>
                </a:lnTo>
                <a:lnTo>
                  <a:pt x="258" y="3836832"/>
                </a:lnTo>
                <a:lnTo>
                  <a:pt x="372" y="3838105"/>
                </a:lnTo>
                <a:lnTo>
                  <a:pt x="506" y="3839374"/>
                </a:lnTo>
                <a:lnTo>
                  <a:pt x="661" y="3840639"/>
                </a:lnTo>
                <a:lnTo>
                  <a:pt x="837" y="3841900"/>
                </a:lnTo>
                <a:lnTo>
                  <a:pt x="1033" y="3843157"/>
                </a:lnTo>
                <a:lnTo>
                  <a:pt x="1250" y="3844410"/>
                </a:lnTo>
                <a:lnTo>
                  <a:pt x="1487" y="3845658"/>
                </a:lnTo>
                <a:lnTo>
                  <a:pt x="1746" y="3846902"/>
                </a:lnTo>
                <a:lnTo>
                  <a:pt x="2024" y="3848143"/>
                </a:lnTo>
                <a:lnTo>
                  <a:pt x="2324" y="3849379"/>
                </a:lnTo>
                <a:lnTo>
                  <a:pt x="2644" y="3850611"/>
                </a:lnTo>
                <a:lnTo>
                  <a:pt x="2985" y="3851839"/>
                </a:lnTo>
                <a:lnTo>
                  <a:pt x="3347" y="3853063"/>
                </a:lnTo>
                <a:lnTo>
                  <a:pt x="3729" y="3854282"/>
                </a:lnTo>
                <a:lnTo>
                  <a:pt x="4132" y="3855498"/>
                </a:lnTo>
                <a:lnTo>
                  <a:pt x="4555" y="3856710"/>
                </a:lnTo>
                <a:lnTo>
                  <a:pt x="5000" y="3857917"/>
                </a:lnTo>
                <a:lnTo>
                  <a:pt x="5464" y="3859120"/>
                </a:lnTo>
                <a:lnTo>
                  <a:pt x="5950" y="3860319"/>
                </a:lnTo>
                <a:lnTo>
                  <a:pt x="6454" y="3861511"/>
                </a:lnTo>
                <a:lnTo>
                  <a:pt x="6977" y="3862690"/>
                </a:lnTo>
                <a:lnTo>
                  <a:pt x="7516" y="3863858"/>
                </a:lnTo>
                <a:lnTo>
                  <a:pt x="8073" y="3865014"/>
                </a:lnTo>
                <a:lnTo>
                  <a:pt x="8648" y="3866159"/>
                </a:lnTo>
                <a:lnTo>
                  <a:pt x="9240" y="3867292"/>
                </a:lnTo>
                <a:lnTo>
                  <a:pt x="9850" y="3868413"/>
                </a:lnTo>
                <a:lnTo>
                  <a:pt x="10477" y="3869522"/>
                </a:lnTo>
                <a:lnTo>
                  <a:pt x="11122" y="3870620"/>
                </a:lnTo>
                <a:lnTo>
                  <a:pt x="11784" y="3871706"/>
                </a:lnTo>
                <a:lnTo>
                  <a:pt x="12464" y="3872780"/>
                </a:lnTo>
                <a:lnTo>
                  <a:pt x="13161" y="3873843"/>
                </a:lnTo>
                <a:lnTo>
                  <a:pt x="13876" y="3874894"/>
                </a:lnTo>
                <a:lnTo>
                  <a:pt x="14609" y="3875933"/>
                </a:lnTo>
                <a:lnTo>
                  <a:pt x="15358" y="3876960"/>
                </a:lnTo>
                <a:lnTo>
                  <a:pt x="16126" y="3877976"/>
                </a:lnTo>
                <a:lnTo>
                  <a:pt x="16911" y="3878980"/>
                </a:lnTo>
                <a:lnTo>
                  <a:pt x="17713" y="3879972"/>
                </a:lnTo>
                <a:lnTo>
                  <a:pt x="18533" y="3880953"/>
                </a:lnTo>
                <a:lnTo>
                  <a:pt x="19371" y="3881922"/>
                </a:lnTo>
                <a:lnTo>
                  <a:pt x="20226" y="3882879"/>
                </a:lnTo>
                <a:lnTo>
                  <a:pt x="21098" y="3883825"/>
                </a:lnTo>
                <a:lnTo>
                  <a:pt x="21988" y="3884758"/>
                </a:lnTo>
                <a:lnTo>
                  <a:pt x="22896" y="3885680"/>
                </a:lnTo>
                <a:lnTo>
                  <a:pt x="23818" y="3886588"/>
                </a:lnTo>
                <a:lnTo>
                  <a:pt x="24751" y="3887478"/>
                </a:lnTo>
                <a:lnTo>
                  <a:pt x="25697" y="3888350"/>
                </a:lnTo>
                <a:lnTo>
                  <a:pt x="26654" y="3889205"/>
                </a:lnTo>
                <a:lnTo>
                  <a:pt x="27623" y="3890043"/>
                </a:lnTo>
                <a:lnTo>
                  <a:pt x="28603" y="3890863"/>
                </a:lnTo>
                <a:lnTo>
                  <a:pt x="29596" y="3891665"/>
                </a:lnTo>
                <a:lnTo>
                  <a:pt x="30600" y="3892450"/>
                </a:lnTo>
                <a:lnTo>
                  <a:pt x="31615" y="3893217"/>
                </a:lnTo>
                <a:lnTo>
                  <a:pt x="32643" y="3893967"/>
                </a:lnTo>
                <a:lnTo>
                  <a:pt x="33682" y="3894699"/>
                </a:lnTo>
                <a:lnTo>
                  <a:pt x="34733" y="3895414"/>
                </a:lnTo>
                <a:lnTo>
                  <a:pt x="35795" y="3896112"/>
                </a:lnTo>
                <a:lnTo>
                  <a:pt x="36869" y="3896791"/>
                </a:lnTo>
                <a:lnTo>
                  <a:pt x="37955" y="3897454"/>
                </a:lnTo>
                <a:lnTo>
                  <a:pt x="39053" y="3898098"/>
                </a:lnTo>
                <a:lnTo>
                  <a:pt x="40162" y="3898726"/>
                </a:lnTo>
                <a:lnTo>
                  <a:pt x="41283" y="3899335"/>
                </a:lnTo>
                <a:lnTo>
                  <a:pt x="42416" y="3899927"/>
                </a:lnTo>
                <a:lnTo>
                  <a:pt x="43561" y="3900502"/>
                </a:lnTo>
                <a:lnTo>
                  <a:pt x="44717" y="3901059"/>
                </a:lnTo>
                <a:lnTo>
                  <a:pt x="45885" y="3901599"/>
                </a:lnTo>
                <a:lnTo>
                  <a:pt x="47064" y="3902121"/>
                </a:lnTo>
                <a:lnTo>
                  <a:pt x="48256" y="3902626"/>
                </a:lnTo>
                <a:lnTo>
                  <a:pt x="49455" y="3903111"/>
                </a:lnTo>
                <a:lnTo>
                  <a:pt x="50658" y="3903576"/>
                </a:lnTo>
                <a:lnTo>
                  <a:pt x="51866" y="3904020"/>
                </a:lnTo>
                <a:lnTo>
                  <a:pt x="53077" y="3904444"/>
                </a:lnTo>
                <a:lnTo>
                  <a:pt x="54293" y="3904847"/>
                </a:lnTo>
                <a:lnTo>
                  <a:pt x="55512" y="3905229"/>
                </a:lnTo>
                <a:lnTo>
                  <a:pt x="56736" y="3905591"/>
                </a:lnTo>
                <a:lnTo>
                  <a:pt x="57964" y="3905932"/>
                </a:lnTo>
                <a:lnTo>
                  <a:pt x="59196" y="3906252"/>
                </a:lnTo>
                <a:lnTo>
                  <a:pt x="60433" y="3906551"/>
                </a:lnTo>
                <a:lnTo>
                  <a:pt x="61673" y="3906830"/>
                </a:lnTo>
                <a:lnTo>
                  <a:pt x="62917" y="3907089"/>
                </a:lnTo>
                <a:lnTo>
                  <a:pt x="64166" y="3907326"/>
                </a:lnTo>
                <a:lnTo>
                  <a:pt x="65419" y="3907543"/>
                </a:lnTo>
                <a:lnTo>
                  <a:pt x="66675" y="3907740"/>
                </a:lnTo>
                <a:lnTo>
                  <a:pt x="67936" y="3907915"/>
                </a:lnTo>
                <a:lnTo>
                  <a:pt x="69201" y="3908070"/>
                </a:lnTo>
                <a:lnTo>
                  <a:pt x="70470" y="3908204"/>
                </a:lnTo>
                <a:lnTo>
                  <a:pt x="71744" y="3908318"/>
                </a:lnTo>
                <a:lnTo>
                  <a:pt x="73021" y="3908411"/>
                </a:lnTo>
                <a:lnTo>
                  <a:pt x="74302" y="3908483"/>
                </a:lnTo>
                <a:lnTo>
                  <a:pt x="75588" y="3908535"/>
                </a:lnTo>
                <a:lnTo>
                  <a:pt x="76878" y="3908566"/>
                </a:lnTo>
                <a:lnTo>
                  <a:pt x="78172" y="3908577"/>
                </a:lnTo>
                <a:lnTo>
                  <a:pt x="6354694" y="3908577"/>
                </a:lnTo>
                <a:lnTo>
                  <a:pt x="6355988" y="3908566"/>
                </a:lnTo>
                <a:lnTo>
                  <a:pt x="6357277" y="3908535"/>
                </a:lnTo>
                <a:lnTo>
                  <a:pt x="6358562" y="3908483"/>
                </a:lnTo>
                <a:lnTo>
                  <a:pt x="6359844" y="3908411"/>
                </a:lnTo>
                <a:lnTo>
                  <a:pt x="6361121" y="3908318"/>
                </a:lnTo>
                <a:lnTo>
                  <a:pt x="6362394" y="3908204"/>
                </a:lnTo>
                <a:lnTo>
                  <a:pt x="6363663" y="3908070"/>
                </a:lnTo>
                <a:lnTo>
                  <a:pt x="6364928" y="3907915"/>
                </a:lnTo>
                <a:lnTo>
                  <a:pt x="6366189" y="3907740"/>
                </a:lnTo>
                <a:lnTo>
                  <a:pt x="6367445" y="3907543"/>
                </a:lnTo>
                <a:lnTo>
                  <a:pt x="6368698" y="3907326"/>
                </a:lnTo>
                <a:lnTo>
                  <a:pt x="6369947" y="3907089"/>
                </a:lnTo>
                <a:lnTo>
                  <a:pt x="6371191" y="3906830"/>
                </a:lnTo>
                <a:lnTo>
                  <a:pt x="6372431" y="3906551"/>
                </a:lnTo>
                <a:lnTo>
                  <a:pt x="6373667" y="3906252"/>
                </a:lnTo>
                <a:lnTo>
                  <a:pt x="6374899" y="3905932"/>
                </a:lnTo>
                <a:lnTo>
                  <a:pt x="6376127" y="3905591"/>
                </a:lnTo>
                <a:lnTo>
                  <a:pt x="6376477" y="3905487"/>
                </a:lnTo>
                <a:lnTo>
                  <a:pt x="6376477" y="3089"/>
                </a:lnTo>
                <a:lnTo>
                  <a:pt x="6376127" y="2986"/>
                </a:lnTo>
                <a:lnTo>
                  <a:pt x="6374899" y="2645"/>
                </a:lnTo>
                <a:lnTo>
                  <a:pt x="6373667" y="2324"/>
                </a:lnTo>
                <a:lnTo>
                  <a:pt x="6372431" y="2025"/>
                </a:lnTo>
                <a:lnTo>
                  <a:pt x="6371191" y="1746"/>
                </a:lnTo>
                <a:lnTo>
                  <a:pt x="6369947" y="1488"/>
                </a:lnTo>
                <a:lnTo>
                  <a:pt x="6368698" y="1250"/>
                </a:lnTo>
                <a:lnTo>
                  <a:pt x="6367445" y="1033"/>
                </a:lnTo>
                <a:lnTo>
                  <a:pt x="6366189" y="837"/>
                </a:lnTo>
                <a:lnTo>
                  <a:pt x="6364928" y="661"/>
                </a:lnTo>
                <a:lnTo>
                  <a:pt x="6363663" y="506"/>
                </a:lnTo>
                <a:lnTo>
                  <a:pt x="6362394" y="372"/>
                </a:lnTo>
                <a:lnTo>
                  <a:pt x="6361121" y="258"/>
                </a:lnTo>
                <a:lnTo>
                  <a:pt x="6359844" y="165"/>
                </a:lnTo>
                <a:lnTo>
                  <a:pt x="6358562" y="93"/>
                </a:lnTo>
                <a:lnTo>
                  <a:pt x="6357277" y="41"/>
                </a:lnTo>
                <a:lnTo>
                  <a:pt x="6355988" y="10"/>
                </a:lnTo>
                <a:lnTo>
                  <a:pt x="6354694" y="0"/>
                </a:lnTo>
                <a:lnTo>
                  <a:pt x="78172" y="0"/>
                </a:lnTo>
                <a:lnTo>
                  <a:pt x="76878" y="10"/>
                </a:lnTo>
                <a:lnTo>
                  <a:pt x="75588" y="41"/>
                </a:lnTo>
                <a:close/>
              </a:path>
            </a:pathLst>
          </a:custGeom>
          <a:solidFill xmlns:a="http://schemas.openxmlformats.org/drawingml/2006/main">
            <a:srgbClr val="D5E8D4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80AAC-FF38-4209-9265-E5626AD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1" y="4033884"/>
            <a:ext cx="12908034" cy="2487483"/>
          </a:xfrm>
          <a:custGeom xmlns:a="http://schemas.openxmlformats.org/drawingml/2006/main">
            <a:pathLst>
              <a:path w="12908034" h="2487483">
                <a:moveTo>
                  <a:pt x="48030" y="26"/>
                </a:moveTo>
                <a:lnTo>
                  <a:pt x="47213" y="59"/>
                </a:lnTo>
                <a:lnTo>
                  <a:pt x="46399" y="105"/>
                </a:lnTo>
                <a:lnTo>
                  <a:pt x="45587" y="164"/>
                </a:lnTo>
                <a:lnTo>
                  <a:pt x="44778" y="236"/>
                </a:lnTo>
                <a:lnTo>
                  <a:pt x="43972" y="322"/>
                </a:lnTo>
                <a:lnTo>
                  <a:pt x="43168" y="420"/>
                </a:lnTo>
                <a:lnTo>
                  <a:pt x="42367" y="532"/>
                </a:lnTo>
                <a:lnTo>
                  <a:pt x="41568" y="656"/>
                </a:lnTo>
                <a:lnTo>
                  <a:pt x="40773" y="794"/>
                </a:lnTo>
                <a:lnTo>
                  <a:pt x="39979" y="945"/>
                </a:lnTo>
                <a:lnTo>
                  <a:pt x="39189" y="1109"/>
                </a:lnTo>
                <a:lnTo>
                  <a:pt x="38400" y="1286"/>
                </a:lnTo>
                <a:lnTo>
                  <a:pt x="37615" y="1477"/>
                </a:lnTo>
                <a:lnTo>
                  <a:pt x="36832" y="1680"/>
                </a:lnTo>
                <a:lnTo>
                  <a:pt x="36052" y="1897"/>
                </a:lnTo>
                <a:lnTo>
                  <a:pt x="35274" y="2127"/>
                </a:lnTo>
                <a:lnTo>
                  <a:pt x="34499" y="2370"/>
                </a:lnTo>
                <a:lnTo>
                  <a:pt x="33727" y="2625"/>
                </a:lnTo>
                <a:lnTo>
                  <a:pt x="32957" y="2895"/>
                </a:lnTo>
                <a:lnTo>
                  <a:pt x="32190" y="3177"/>
                </a:lnTo>
                <a:lnTo>
                  <a:pt x="31425" y="3472"/>
                </a:lnTo>
                <a:lnTo>
                  <a:pt x="30663" y="3781"/>
                </a:lnTo>
                <a:lnTo>
                  <a:pt x="29906" y="4101"/>
                </a:lnTo>
                <a:lnTo>
                  <a:pt x="29157" y="4433"/>
                </a:lnTo>
                <a:lnTo>
                  <a:pt x="28414" y="4776"/>
                </a:lnTo>
                <a:lnTo>
                  <a:pt x="27680" y="5130"/>
                </a:lnTo>
                <a:lnTo>
                  <a:pt x="26953" y="5495"/>
                </a:lnTo>
                <a:lnTo>
                  <a:pt x="26233" y="5872"/>
                </a:lnTo>
                <a:lnTo>
                  <a:pt x="25520" y="6259"/>
                </a:lnTo>
                <a:lnTo>
                  <a:pt x="24816" y="6658"/>
                </a:lnTo>
                <a:lnTo>
                  <a:pt x="24118" y="7067"/>
                </a:lnTo>
                <a:lnTo>
                  <a:pt x="23428" y="7488"/>
                </a:lnTo>
                <a:lnTo>
                  <a:pt x="22745" y="7920"/>
                </a:lnTo>
                <a:lnTo>
                  <a:pt x="22070" y="8363"/>
                </a:lnTo>
                <a:lnTo>
                  <a:pt x="21403" y="8817"/>
                </a:lnTo>
                <a:lnTo>
                  <a:pt x="20742" y="9283"/>
                </a:lnTo>
                <a:lnTo>
                  <a:pt x="20089" y="9759"/>
                </a:lnTo>
                <a:lnTo>
                  <a:pt x="19444" y="10247"/>
                </a:lnTo>
                <a:lnTo>
                  <a:pt x="18806" y="10746"/>
                </a:lnTo>
                <a:lnTo>
                  <a:pt x="18176" y="11255"/>
                </a:lnTo>
                <a:lnTo>
                  <a:pt x="17552" y="11776"/>
                </a:lnTo>
                <a:lnTo>
                  <a:pt x="16937" y="12309"/>
                </a:lnTo>
                <a:lnTo>
                  <a:pt x="16329" y="12852"/>
                </a:lnTo>
                <a:lnTo>
                  <a:pt x="15728" y="13406"/>
                </a:lnTo>
                <a:lnTo>
                  <a:pt x="15134" y="13972"/>
                </a:lnTo>
                <a:lnTo>
                  <a:pt x="14548" y="14548"/>
                </a:lnTo>
                <a:lnTo>
                  <a:pt x="13972" y="15134"/>
                </a:lnTo>
                <a:lnTo>
                  <a:pt x="13406" y="15728"/>
                </a:lnTo>
                <a:lnTo>
                  <a:pt x="12852" y="16328"/>
                </a:lnTo>
                <a:lnTo>
                  <a:pt x="12309" y="16937"/>
                </a:lnTo>
                <a:lnTo>
                  <a:pt x="11777" y="17552"/>
                </a:lnTo>
                <a:lnTo>
                  <a:pt x="11256" y="18175"/>
                </a:lnTo>
                <a:lnTo>
                  <a:pt x="10746" y="18806"/>
                </a:lnTo>
                <a:lnTo>
                  <a:pt x="10247" y="19444"/>
                </a:lnTo>
                <a:lnTo>
                  <a:pt x="9759" y="20089"/>
                </a:lnTo>
                <a:lnTo>
                  <a:pt x="9283" y="20742"/>
                </a:lnTo>
                <a:lnTo>
                  <a:pt x="8818" y="21402"/>
                </a:lnTo>
                <a:lnTo>
                  <a:pt x="8363" y="22070"/>
                </a:lnTo>
                <a:lnTo>
                  <a:pt x="7920" y="22745"/>
                </a:lnTo>
                <a:lnTo>
                  <a:pt x="7488" y="23428"/>
                </a:lnTo>
                <a:lnTo>
                  <a:pt x="7068" y="24118"/>
                </a:lnTo>
                <a:lnTo>
                  <a:pt x="6658" y="24815"/>
                </a:lnTo>
                <a:lnTo>
                  <a:pt x="6259" y="25520"/>
                </a:lnTo>
                <a:lnTo>
                  <a:pt x="5872" y="26233"/>
                </a:lnTo>
                <a:lnTo>
                  <a:pt x="5496" y="26952"/>
                </a:lnTo>
                <a:lnTo>
                  <a:pt x="5130" y="27680"/>
                </a:lnTo>
                <a:lnTo>
                  <a:pt x="4776" y="28414"/>
                </a:lnTo>
                <a:lnTo>
                  <a:pt x="4433" y="29156"/>
                </a:lnTo>
                <a:lnTo>
                  <a:pt x="4102" y="29906"/>
                </a:lnTo>
                <a:lnTo>
                  <a:pt x="3781" y="30663"/>
                </a:lnTo>
                <a:lnTo>
                  <a:pt x="3472" y="31425"/>
                </a:lnTo>
                <a:lnTo>
                  <a:pt x="3177" y="32189"/>
                </a:lnTo>
                <a:lnTo>
                  <a:pt x="2895" y="32957"/>
                </a:lnTo>
                <a:lnTo>
                  <a:pt x="2626" y="33726"/>
                </a:lnTo>
                <a:lnTo>
                  <a:pt x="2370" y="34499"/>
                </a:lnTo>
                <a:lnTo>
                  <a:pt x="2127" y="35274"/>
                </a:lnTo>
                <a:lnTo>
                  <a:pt x="1897" y="36052"/>
                </a:lnTo>
                <a:lnTo>
                  <a:pt x="1680" y="36832"/>
                </a:lnTo>
                <a:lnTo>
                  <a:pt x="1477" y="37615"/>
                </a:lnTo>
                <a:lnTo>
                  <a:pt x="1287" y="38400"/>
                </a:lnTo>
                <a:lnTo>
                  <a:pt x="1109" y="39188"/>
                </a:lnTo>
                <a:lnTo>
                  <a:pt x="945" y="39979"/>
                </a:lnTo>
                <a:lnTo>
                  <a:pt x="794" y="40772"/>
                </a:lnTo>
                <a:lnTo>
                  <a:pt x="656" y="41568"/>
                </a:lnTo>
                <a:lnTo>
                  <a:pt x="532" y="42367"/>
                </a:lnTo>
                <a:lnTo>
                  <a:pt x="420" y="43168"/>
                </a:lnTo>
                <a:lnTo>
                  <a:pt x="322" y="43972"/>
                </a:lnTo>
                <a:lnTo>
                  <a:pt x="236" y="44778"/>
                </a:lnTo>
                <a:lnTo>
                  <a:pt x="164" y="45587"/>
                </a:lnTo>
                <a:lnTo>
                  <a:pt x="105" y="46399"/>
                </a:lnTo>
                <a:lnTo>
                  <a:pt x="59" y="47213"/>
                </a:lnTo>
                <a:lnTo>
                  <a:pt x="26" y="48030"/>
                </a:lnTo>
                <a:lnTo>
                  <a:pt x="7" y="48849"/>
                </a:lnTo>
                <a:lnTo>
                  <a:pt x="0" y="49671"/>
                </a:lnTo>
                <a:lnTo>
                  <a:pt x="0" y="2437812"/>
                </a:lnTo>
                <a:lnTo>
                  <a:pt x="7" y="2438634"/>
                </a:lnTo>
                <a:lnTo>
                  <a:pt x="26" y="2439453"/>
                </a:lnTo>
                <a:lnTo>
                  <a:pt x="59" y="2440270"/>
                </a:lnTo>
                <a:lnTo>
                  <a:pt x="105" y="2441084"/>
                </a:lnTo>
                <a:lnTo>
                  <a:pt x="164" y="2441896"/>
                </a:lnTo>
                <a:lnTo>
                  <a:pt x="236" y="2442705"/>
                </a:lnTo>
                <a:lnTo>
                  <a:pt x="322" y="2443511"/>
                </a:lnTo>
                <a:lnTo>
                  <a:pt x="420" y="2444315"/>
                </a:lnTo>
                <a:lnTo>
                  <a:pt x="532" y="2445116"/>
                </a:lnTo>
                <a:lnTo>
                  <a:pt x="656" y="2445914"/>
                </a:lnTo>
                <a:lnTo>
                  <a:pt x="794" y="2446710"/>
                </a:lnTo>
                <a:lnTo>
                  <a:pt x="945" y="2447503"/>
                </a:lnTo>
                <a:lnTo>
                  <a:pt x="1109" y="2448294"/>
                </a:lnTo>
                <a:lnTo>
                  <a:pt x="1287" y="2449082"/>
                </a:lnTo>
                <a:lnTo>
                  <a:pt x="1477" y="2449868"/>
                </a:lnTo>
                <a:lnTo>
                  <a:pt x="1680" y="2450650"/>
                </a:lnTo>
                <a:lnTo>
                  <a:pt x="1897" y="2451431"/>
                </a:lnTo>
                <a:lnTo>
                  <a:pt x="2127" y="2452208"/>
                </a:lnTo>
                <a:lnTo>
                  <a:pt x="2370" y="2452983"/>
                </a:lnTo>
                <a:lnTo>
                  <a:pt x="2626" y="2453756"/>
                </a:lnTo>
                <a:lnTo>
                  <a:pt x="2895" y="2454526"/>
                </a:lnTo>
                <a:lnTo>
                  <a:pt x="3177" y="2455293"/>
                </a:lnTo>
                <a:lnTo>
                  <a:pt x="3472" y="2456057"/>
                </a:lnTo>
                <a:lnTo>
                  <a:pt x="3781" y="2456819"/>
                </a:lnTo>
                <a:lnTo>
                  <a:pt x="4102" y="2457576"/>
                </a:lnTo>
                <a:lnTo>
                  <a:pt x="4433" y="2458326"/>
                </a:lnTo>
                <a:lnTo>
                  <a:pt x="4776" y="2459068"/>
                </a:lnTo>
                <a:lnTo>
                  <a:pt x="5130" y="2459802"/>
                </a:lnTo>
                <a:lnTo>
                  <a:pt x="5496" y="2460530"/>
                </a:lnTo>
                <a:lnTo>
                  <a:pt x="5872" y="2461249"/>
                </a:lnTo>
                <a:lnTo>
                  <a:pt x="6259" y="2461962"/>
                </a:lnTo>
                <a:lnTo>
                  <a:pt x="6658" y="2462667"/>
                </a:lnTo>
                <a:lnTo>
                  <a:pt x="7068" y="2463364"/>
                </a:lnTo>
                <a:lnTo>
                  <a:pt x="7488" y="2464054"/>
                </a:lnTo>
                <a:lnTo>
                  <a:pt x="7920" y="2464737"/>
                </a:lnTo>
                <a:lnTo>
                  <a:pt x="8363" y="2465412"/>
                </a:lnTo>
                <a:lnTo>
                  <a:pt x="8818" y="2466080"/>
                </a:lnTo>
                <a:lnTo>
                  <a:pt x="9283" y="2466740"/>
                </a:lnTo>
                <a:lnTo>
                  <a:pt x="9759" y="2467393"/>
                </a:lnTo>
                <a:lnTo>
                  <a:pt x="10247" y="2468038"/>
                </a:lnTo>
                <a:lnTo>
                  <a:pt x="10746" y="2468676"/>
                </a:lnTo>
                <a:lnTo>
                  <a:pt x="11256" y="2469307"/>
                </a:lnTo>
                <a:lnTo>
                  <a:pt x="11777" y="2469930"/>
                </a:lnTo>
                <a:lnTo>
                  <a:pt x="12309" y="2470546"/>
                </a:lnTo>
                <a:lnTo>
                  <a:pt x="12852" y="2471154"/>
                </a:lnTo>
                <a:lnTo>
                  <a:pt x="13406" y="2471755"/>
                </a:lnTo>
                <a:lnTo>
                  <a:pt x="13972" y="2472348"/>
                </a:lnTo>
                <a:lnTo>
                  <a:pt x="14548" y="2472935"/>
                </a:lnTo>
                <a:lnTo>
                  <a:pt x="15134" y="2473511"/>
                </a:lnTo>
                <a:lnTo>
                  <a:pt x="15728" y="2474076"/>
                </a:lnTo>
                <a:lnTo>
                  <a:pt x="16329" y="2474631"/>
                </a:lnTo>
                <a:lnTo>
                  <a:pt x="16937" y="2475174"/>
                </a:lnTo>
                <a:lnTo>
                  <a:pt x="17552" y="2475706"/>
                </a:lnTo>
                <a:lnTo>
                  <a:pt x="18176" y="2476227"/>
                </a:lnTo>
                <a:lnTo>
                  <a:pt x="18806" y="2476737"/>
                </a:lnTo>
                <a:lnTo>
                  <a:pt x="19444" y="2477235"/>
                </a:lnTo>
                <a:lnTo>
                  <a:pt x="20089" y="2477723"/>
                </a:lnTo>
                <a:lnTo>
                  <a:pt x="20742" y="2478199"/>
                </a:lnTo>
                <a:lnTo>
                  <a:pt x="21403" y="2478665"/>
                </a:lnTo>
                <a:lnTo>
                  <a:pt x="22070" y="2479119"/>
                </a:lnTo>
                <a:lnTo>
                  <a:pt x="22745" y="2479562"/>
                </a:lnTo>
                <a:lnTo>
                  <a:pt x="23428" y="2479994"/>
                </a:lnTo>
                <a:lnTo>
                  <a:pt x="24118" y="2480415"/>
                </a:lnTo>
                <a:lnTo>
                  <a:pt x="24816" y="2480824"/>
                </a:lnTo>
                <a:lnTo>
                  <a:pt x="25520" y="2481223"/>
                </a:lnTo>
                <a:lnTo>
                  <a:pt x="26233" y="2481610"/>
                </a:lnTo>
                <a:lnTo>
                  <a:pt x="26953" y="2481986"/>
                </a:lnTo>
                <a:lnTo>
                  <a:pt x="27680" y="2482352"/>
                </a:lnTo>
                <a:lnTo>
                  <a:pt x="28414" y="2482706"/>
                </a:lnTo>
                <a:lnTo>
                  <a:pt x="29157" y="2483049"/>
                </a:lnTo>
                <a:lnTo>
                  <a:pt x="29906" y="2483380"/>
                </a:lnTo>
                <a:lnTo>
                  <a:pt x="30663" y="2483701"/>
                </a:lnTo>
                <a:lnTo>
                  <a:pt x="31425" y="2484010"/>
                </a:lnTo>
                <a:lnTo>
                  <a:pt x="32190" y="2484305"/>
                </a:lnTo>
                <a:lnTo>
                  <a:pt x="32957" y="2484587"/>
                </a:lnTo>
                <a:lnTo>
                  <a:pt x="33727" y="2484856"/>
                </a:lnTo>
                <a:lnTo>
                  <a:pt x="34499" y="2485113"/>
                </a:lnTo>
                <a:lnTo>
                  <a:pt x="35274" y="2485355"/>
                </a:lnTo>
                <a:lnTo>
                  <a:pt x="36052" y="2485585"/>
                </a:lnTo>
                <a:lnTo>
                  <a:pt x="36832" y="2485802"/>
                </a:lnTo>
                <a:lnTo>
                  <a:pt x="37615" y="2486005"/>
                </a:lnTo>
                <a:lnTo>
                  <a:pt x="38400" y="2486196"/>
                </a:lnTo>
                <a:lnTo>
                  <a:pt x="39189" y="2486373"/>
                </a:lnTo>
                <a:lnTo>
                  <a:pt x="39979" y="2486537"/>
                </a:lnTo>
                <a:lnTo>
                  <a:pt x="40773" y="2486688"/>
                </a:lnTo>
                <a:lnTo>
                  <a:pt x="41568" y="2486826"/>
                </a:lnTo>
                <a:lnTo>
                  <a:pt x="42367" y="2486951"/>
                </a:lnTo>
                <a:lnTo>
                  <a:pt x="43168" y="2487063"/>
                </a:lnTo>
                <a:lnTo>
                  <a:pt x="43972" y="2487161"/>
                </a:lnTo>
                <a:lnTo>
                  <a:pt x="44778" y="2487247"/>
                </a:lnTo>
                <a:lnTo>
                  <a:pt x="45587" y="2487319"/>
                </a:lnTo>
                <a:lnTo>
                  <a:pt x="46399" y="2487378"/>
                </a:lnTo>
                <a:lnTo>
                  <a:pt x="47213" y="2487424"/>
                </a:lnTo>
                <a:lnTo>
                  <a:pt x="48030" y="2487457"/>
                </a:lnTo>
                <a:lnTo>
                  <a:pt x="48849" y="2487477"/>
                </a:lnTo>
                <a:lnTo>
                  <a:pt x="49671" y="2487483"/>
                </a:lnTo>
                <a:lnTo>
                  <a:pt x="12908034" y="2487483"/>
                </a:lnTo>
                <a:lnTo>
                  <a:pt x="12908034" y="0"/>
                </a:lnTo>
                <a:lnTo>
                  <a:pt x="49671" y="0"/>
                </a:lnTo>
                <a:lnTo>
                  <a:pt x="48849" y="7"/>
                </a:lnTo>
                <a:lnTo>
                  <a:pt x="48030" y="26"/>
                </a:lnTo>
                <a:close/>
              </a:path>
            </a:pathLst>
          </a:custGeom>
          <a:solidFill xmlns:a="http://schemas.openxmlformats.org/drawingml/2006/main">
            <a:srgbClr val="F8CECC">
              <a:alpha val="6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0B042-0F12-424B-A056-43899EEA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86" y="446787"/>
            <a:ext cx="386949" cy="244286"/>
          </a:xfrm>
          <a:custGeom xmlns:a="http://schemas.openxmlformats.org/drawingml/2006/main">
            <a:pathLst>
              <a:path w="386949" h="244286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6DDC4-9FD2-4F02-A691-0AD7B0D2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86" y="446787"/>
            <a:ext cx="386949" cy="244286"/>
          </a:xfrm>
          <a:custGeom xmlns:a="http://schemas.openxmlformats.org/drawingml/2006/main">
            <a:pathLst>
              <a:path w="386949" h="244286" fill="none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5E13B-24D2-4859-9FF6-570892BC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57" y="446787"/>
            <a:ext cx="75077" cy="35666"/>
          </a:xfrm>
          <a:custGeom xmlns:a="http://schemas.openxmlformats.org/drawingml/2006/main">
            <a:pathLst>
              <a:path w="75077" h="35666" fill="none">
                <a:moveTo>
                  <a:pt x="19706" y="0"/>
                </a:moveTo>
                <a:cubicBezTo>
                  <a:pt x="24266" y="8143"/>
                  <a:pt x="16937" y="16611"/>
                  <a:pt x="0" y="22474"/>
                </a:cubicBezTo>
                <a:lnTo>
                  <a:pt x="75077" y="3566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7" name="Text ----">
            <a:extLst xmlns:a="http://schemas.openxmlformats.org/drawingml/2006/main">
              <a:ext uri="{FF2B5EF4-FFF2-40B4-BE49-F238E27FC236}">
                <a16:creationId xmlns:a16="http://schemas.microsoft.com/office/drawing/2014/main" id="{923775BD-515C-4B94-9808-840A004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828" y="504928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----">
            <a:extLst xmlns:a="http://schemas.openxmlformats.org/drawingml/2006/main">
              <a:ext uri="{FF2B5EF4-FFF2-40B4-BE49-F238E27FC236}">
                <a16:creationId xmlns:a16="http://schemas.microsoft.com/office/drawing/2014/main" id="{64F7DE58-BD9D-4C92-99AD-9FF3385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828" y="537499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----">
            <a:extLst xmlns:a="http://schemas.openxmlformats.org/drawingml/2006/main">
              <a:ext uri="{FF2B5EF4-FFF2-40B4-BE49-F238E27FC236}">
                <a16:creationId xmlns:a16="http://schemas.microsoft.com/office/drawing/2014/main" id="{68C278BF-EEA7-4ACD-A806-F1E56244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828" y="586356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CC90F-AACE-476D-9522-EAB9FA52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479359"/>
            <a:ext cx="386949" cy="244286"/>
          </a:xfrm>
          <a:custGeom xmlns:a="http://schemas.openxmlformats.org/drawingml/2006/main">
            <a:pathLst>
              <a:path w="386949" h="244286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52804-E5DD-4743-BA6A-64B98FD7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479359"/>
            <a:ext cx="386949" cy="244286"/>
          </a:xfrm>
          <a:custGeom xmlns:a="http://schemas.openxmlformats.org/drawingml/2006/main">
            <a:pathLst>
              <a:path w="386949" h="244286" fill="none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034CE-C8D3-4CE5-9D5A-B31061C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629" y="479359"/>
            <a:ext cx="75077" cy="35666"/>
          </a:xfrm>
          <a:custGeom xmlns:a="http://schemas.openxmlformats.org/drawingml/2006/main">
            <a:pathLst>
              <a:path w="75077" h="35666" fill="none">
                <a:moveTo>
                  <a:pt x="19706" y="0"/>
                </a:moveTo>
                <a:cubicBezTo>
                  <a:pt x="24266" y="8143"/>
                  <a:pt x="16937" y="16611"/>
                  <a:pt x="0" y="22474"/>
                </a:cubicBezTo>
                <a:lnTo>
                  <a:pt x="75077" y="3566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3" name="Text ----">
            <a:extLst xmlns:a="http://schemas.openxmlformats.org/drawingml/2006/main">
              <a:ext uri="{FF2B5EF4-FFF2-40B4-BE49-F238E27FC236}">
                <a16:creationId xmlns:a16="http://schemas.microsoft.com/office/drawing/2014/main" id="{86CFD78A-15A0-4AC1-9EA3-D5D3F99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400" y="537499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----">
            <a:extLst xmlns:a="http://schemas.openxmlformats.org/drawingml/2006/main">
              <a:ext uri="{FF2B5EF4-FFF2-40B4-BE49-F238E27FC236}">
                <a16:creationId xmlns:a16="http://schemas.microsoft.com/office/drawing/2014/main" id="{BADCF8E6-B5A4-43D4-860D-39E3023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400" y="570070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----">
            <a:extLst xmlns:a="http://schemas.openxmlformats.org/drawingml/2006/main">
              <a:ext uri="{FF2B5EF4-FFF2-40B4-BE49-F238E27FC236}">
                <a16:creationId xmlns:a16="http://schemas.microsoft.com/office/drawing/2014/main" id="{0B2DB34A-6B62-48DD-8FC4-9AF112D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400" y="618928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1" y="0"/>
                </a:lnTo>
                <a:close/>
                <a:moveTo>
                  <a:pt x="210863" y="0"/>
                </a:moveTo>
                <a:lnTo>
                  <a:pt x="210863" y="7634"/>
                </a:lnTo>
                <a:lnTo>
                  <a:pt x="156344" y="7634"/>
                </a:lnTo>
                <a:lnTo>
                  <a:pt x="156344" y="0"/>
                </a:lnTo>
                <a:lnTo>
                  <a:pt x="210863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E1127-C765-4F4F-B65D-376CE45B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897" y="3217317"/>
            <a:ext cx="57163" cy="91200"/>
          </a:xfrm>
          <a:custGeom xmlns:a="http://schemas.openxmlformats.org/drawingml/2006/main">
            <a:pathLst>
              <a:path w="57163" h="91200" fill="none">
                <a:moveTo>
                  <a:pt x="0" y="91200"/>
                </a:moveTo>
                <a:lnTo>
                  <a:pt x="57163" y="90386"/>
                </a:lnTo>
                <a:lnTo>
                  <a:pt x="571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5000D-C7E7-468A-9A13-6B9710F7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52" y="3103317"/>
            <a:ext cx="76054" cy="114000"/>
          </a:xfrm>
          <a:custGeom xmlns:a="http://schemas.openxmlformats.org/drawingml/2006/main">
            <a:pathLst>
              <a:path w="76054" h="114000">
                <a:moveTo>
                  <a:pt x="37946" y="0"/>
                </a:moveTo>
                <a:lnTo>
                  <a:pt x="76054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89AD2-FF9B-4646-A32C-379C086A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52" y="3103317"/>
            <a:ext cx="76054" cy="114000"/>
          </a:xfrm>
          <a:custGeom xmlns:a="http://schemas.openxmlformats.org/drawingml/2006/main">
            <a:pathLst>
              <a:path w="76054" h="114000" fill="none">
                <a:moveTo>
                  <a:pt x="37946" y="0"/>
                </a:moveTo>
                <a:lnTo>
                  <a:pt x="76054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7830C-204C-425E-9875-91C4FFA6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31" y="3654589"/>
            <a:ext cx="537266" cy="1628736"/>
          </a:xfrm>
          <a:custGeom xmlns:a="http://schemas.openxmlformats.org/drawingml/2006/main">
            <a:pathLst>
              <a:path w="537266" h="1628736" fill="none">
                <a:moveTo>
                  <a:pt x="537266" y="489"/>
                </a:moveTo>
                <a:lnTo>
                  <a:pt x="0" y="0"/>
                </a:lnTo>
                <a:lnTo>
                  <a:pt x="0" y="1628574"/>
                </a:lnTo>
                <a:lnTo>
                  <a:pt x="87454" y="162873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FC837-51C6-4E5B-9D9C-27DF03CE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85" y="5245379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271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83DCD-E511-41A8-9C77-F13D3E4A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85" y="5245379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271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2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C89C4-D61E-4935-AFCD-D994EE96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25" y="3308517"/>
            <a:ext cx="2117146" cy="346560"/>
          </a:xfrm>
          <a:custGeom xmlns:a="http://schemas.openxmlformats.org/drawingml/2006/main">
            <a:pathLst>
              <a:path w="2117146" h="346560" fill="none">
                <a:moveTo>
                  <a:pt x="0" y="0"/>
                </a:moveTo>
                <a:lnTo>
                  <a:pt x="2117146" y="0"/>
                </a:lnTo>
                <a:lnTo>
                  <a:pt x="2117146" y="346560"/>
                </a:lnTo>
                <a:lnTo>
                  <a:pt x="0" y="3465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3" name="Text FEEDBACKENGINE">
            <a:extLst xmlns:a="http://schemas.openxmlformats.org/drawingml/2006/main">
              <a:ext uri="{FF2B5EF4-FFF2-40B4-BE49-F238E27FC236}">
                <a16:creationId xmlns:a16="http://schemas.microsoft.com/office/drawing/2014/main" id="{29005E5C-F9DF-4809-B3B4-BD8E98A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33" y="3423509"/>
            <a:ext cx="1740079" cy="121761"/>
          </a:xfrm>
          <a:custGeom xmlns:a="http://schemas.openxmlformats.org/drawingml/2006/main">
            <a:pathLst>
              <a:path w="1740079" h="121761">
                <a:moveTo>
                  <a:pt x="35689" y="70423"/>
                </a:moveTo>
                <a:lnTo>
                  <a:pt x="35689" y="99050"/>
                </a:lnTo>
                <a:lnTo>
                  <a:pt x="55728" y="99050"/>
                </a:lnTo>
                <a:cubicBezTo>
                  <a:pt x="60435" y="99050"/>
                  <a:pt x="63791" y="99957"/>
                  <a:pt x="65795" y="101770"/>
                </a:cubicBezTo>
                <a:cubicBezTo>
                  <a:pt x="67799" y="103583"/>
                  <a:pt x="68801" y="105953"/>
                  <a:pt x="68801" y="108879"/>
                </a:cubicBezTo>
                <a:cubicBezTo>
                  <a:pt x="68801" y="111805"/>
                  <a:pt x="67799" y="114175"/>
                  <a:pt x="65795" y="115988"/>
                </a:cubicBezTo>
                <a:cubicBezTo>
                  <a:pt x="63791" y="117801"/>
                  <a:pt x="60435" y="118708"/>
                  <a:pt x="55728" y="118708"/>
                </a:cubicBezTo>
                <a:lnTo>
                  <a:pt x="13073" y="118708"/>
                </a:lnTo>
                <a:cubicBezTo>
                  <a:pt x="8366" y="118708"/>
                  <a:pt x="5010" y="117785"/>
                  <a:pt x="3006" y="115940"/>
                </a:cubicBezTo>
                <a:cubicBezTo>
                  <a:pt x="1002" y="114096"/>
                  <a:pt x="0" y="111710"/>
                  <a:pt x="0" y="108784"/>
                </a:cubicBezTo>
                <a:cubicBezTo>
                  <a:pt x="0" y="105857"/>
                  <a:pt x="1018" y="103503"/>
                  <a:pt x="3054" y="101722"/>
                </a:cubicBezTo>
                <a:cubicBezTo>
                  <a:pt x="5089" y="99941"/>
                  <a:pt x="8429" y="99050"/>
                  <a:pt x="13073" y="99050"/>
                </a:cubicBezTo>
                <a:lnTo>
                  <a:pt x="16127" y="99050"/>
                </a:lnTo>
                <a:lnTo>
                  <a:pt x="16127" y="22520"/>
                </a:lnTo>
                <a:lnTo>
                  <a:pt x="13073" y="22520"/>
                </a:lnTo>
                <a:cubicBezTo>
                  <a:pt x="8366" y="22520"/>
                  <a:pt x="5010" y="21614"/>
                  <a:pt x="3006" y="19801"/>
                </a:cubicBezTo>
                <a:cubicBezTo>
                  <a:pt x="1002" y="17987"/>
                  <a:pt x="0" y="15618"/>
                  <a:pt x="0" y="12691"/>
                </a:cubicBezTo>
                <a:cubicBezTo>
                  <a:pt x="0" y="9765"/>
                  <a:pt x="1002" y="7395"/>
                  <a:pt x="3006" y="5582"/>
                </a:cubicBezTo>
                <a:cubicBezTo>
                  <a:pt x="5010" y="3769"/>
                  <a:pt x="8366" y="2863"/>
                  <a:pt x="13073" y="2863"/>
                </a:cubicBezTo>
                <a:lnTo>
                  <a:pt x="105158" y="2958"/>
                </a:lnTo>
                <a:lnTo>
                  <a:pt x="105158" y="32826"/>
                </a:lnTo>
                <a:cubicBezTo>
                  <a:pt x="105158" y="37724"/>
                  <a:pt x="104251" y="41176"/>
                  <a:pt x="102438" y="43179"/>
                </a:cubicBezTo>
                <a:cubicBezTo>
                  <a:pt x="100625" y="45183"/>
                  <a:pt x="98255" y="46185"/>
                  <a:pt x="95329" y="46185"/>
                </a:cubicBezTo>
                <a:cubicBezTo>
                  <a:pt x="92466" y="46185"/>
                  <a:pt x="90128" y="45183"/>
                  <a:pt x="88315" y="43179"/>
                </a:cubicBezTo>
                <a:cubicBezTo>
                  <a:pt x="86502" y="41176"/>
                  <a:pt x="85596" y="37724"/>
                  <a:pt x="85596" y="32826"/>
                </a:cubicBezTo>
                <a:lnTo>
                  <a:pt x="85596" y="22520"/>
                </a:lnTo>
                <a:lnTo>
                  <a:pt x="35689" y="22520"/>
                </a:lnTo>
                <a:lnTo>
                  <a:pt x="35689" y="50766"/>
                </a:lnTo>
                <a:lnTo>
                  <a:pt x="52865" y="50766"/>
                </a:lnTo>
                <a:cubicBezTo>
                  <a:pt x="52865" y="45867"/>
                  <a:pt x="53342" y="42778"/>
                  <a:pt x="54296" y="41498"/>
                </a:cubicBezTo>
                <a:cubicBezTo>
                  <a:pt x="56268" y="38770"/>
                  <a:pt x="59068" y="37406"/>
                  <a:pt x="62694" y="37406"/>
                </a:cubicBezTo>
                <a:cubicBezTo>
                  <a:pt x="65556" y="37406"/>
                  <a:pt x="67894" y="38408"/>
                  <a:pt x="69707" y="40412"/>
                </a:cubicBezTo>
                <a:cubicBezTo>
                  <a:pt x="71520" y="42416"/>
                  <a:pt x="72427" y="45867"/>
                  <a:pt x="72427" y="50766"/>
                </a:cubicBezTo>
                <a:lnTo>
                  <a:pt x="72427" y="70423"/>
                </a:lnTo>
                <a:cubicBezTo>
                  <a:pt x="72427" y="75322"/>
                  <a:pt x="71520" y="78773"/>
                  <a:pt x="69707" y="80777"/>
                </a:cubicBezTo>
                <a:cubicBezTo>
                  <a:pt x="67894" y="82781"/>
                  <a:pt x="65525" y="83782"/>
                  <a:pt x="62598" y="83782"/>
                </a:cubicBezTo>
                <a:cubicBezTo>
                  <a:pt x="59036" y="83782"/>
                  <a:pt x="56268" y="82419"/>
                  <a:pt x="54296" y="79691"/>
                </a:cubicBezTo>
                <a:cubicBezTo>
                  <a:pt x="53342" y="78411"/>
                  <a:pt x="52865" y="75322"/>
                  <a:pt x="52865" y="70423"/>
                </a:cubicBezTo>
                <a:lnTo>
                  <a:pt x="35689" y="70423"/>
                </a:lnTo>
                <a:close/>
                <a:moveTo>
                  <a:pt x="146266" y="70423"/>
                </a:moveTo>
                <a:lnTo>
                  <a:pt x="146266" y="99050"/>
                </a:lnTo>
                <a:lnTo>
                  <a:pt x="196173" y="99050"/>
                </a:lnTo>
                <a:lnTo>
                  <a:pt x="196173" y="88363"/>
                </a:lnTo>
                <a:cubicBezTo>
                  <a:pt x="196173" y="83464"/>
                  <a:pt x="197080" y="80013"/>
                  <a:pt x="198893" y="78009"/>
                </a:cubicBezTo>
                <a:cubicBezTo>
                  <a:pt x="200706" y="76005"/>
                  <a:pt x="203075" y="75003"/>
                  <a:pt x="206002" y="75003"/>
                </a:cubicBezTo>
                <a:cubicBezTo>
                  <a:pt x="208864" y="75003"/>
                  <a:pt x="211202" y="76005"/>
                  <a:pt x="213015" y="78009"/>
                </a:cubicBezTo>
                <a:cubicBezTo>
                  <a:pt x="214828" y="80013"/>
                  <a:pt x="215735" y="83464"/>
                  <a:pt x="215735" y="88363"/>
                </a:cubicBezTo>
                <a:lnTo>
                  <a:pt x="215735" y="118708"/>
                </a:lnTo>
                <a:lnTo>
                  <a:pt x="123651" y="118708"/>
                </a:lnTo>
                <a:cubicBezTo>
                  <a:pt x="118943" y="118708"/>
                  <a:pt x="115587" y="117785"/>
                  <a:pt x="113583" y="115940"/>
                </a:cubicBezTo>
                <a:cubicBezTo>
                  <a:pt x="111579" y="114096"/>
                  <a:pt x="110578" y="111710"/>
                  <a:pt x="110578" y="108784"/>
                </a:cubicBezTo>
                <a:cubicBezTo>
                  <a:pt x="110578" y="105857"/>
                  <a:pt x="111595" y="103503"/>
                  <a:pt x="113631" y="101722"/>
                </a:cubicBezTo>
                <a:cubicBezTo>
                  <a:pt x="115667" y="99941"/>
                  <a:pt x="119007" y="99050"/>
                  <a:pt x="123651" y="99050"/>
                </a:cubicBezTo>
                <a:lnTo>
                  <a:pt x="126704" y="99050"/>
                </a:lnTo>
                <a:lnTo>
                  <a:pt x="126704" y="22520"/>
                </a:lnTo>
                <a:lnTo>
                  <a:pt x="123651" y="22520"/>
                </a:lnTo>
                <a:cubicBezTo>
                  <a:pt x="118943" y="22520"/>
                  <a:pt x="115587" y="21614"/>
                  <a:pt x="113583" y="19801"/>
                </a:cubicBezTo>
                <a:cubicBezTo>
                  <a:pt x="111579" y="17987"/>
                  <a:pt x="110578" y="15618"/>
                  <a:pt x="110578" y="12691"/>
                </a:cubicBezTo>
                <a:cubicBezTo>
                  <a:pt x="110578" y="9765"/>
                  <a:pt x="111579" y="7395"/>
                  <a:pt x="113583" y="5582"/>
                </a:cubicBezTo>
                <a:cubicBezTo>
                  <a:pt x="115587" y="3769"/>
                  <a:pt x="118943" y="2863"/>
                  <a:pt x="123651" y="2863"/>
                </a:cubicBezTo>
                <a:lnTo>
                  <a:pt x="211441" y="2958"/>
                </a:lnTo>
                <a:lnTo>
                  <a:pt x="211441" y="32826"/>
                </a:lnTo>
                <a:cubicBezTo>
                  <a:pt x="211441" y="37724"/>
                  <a:pt x="210550" y="41176"/>
                  <a:pt x="208769" y="43179"/>
                </a:cubicBezTo>
                <a:cubicBezTo>
                  <a:pt x="206988" y="45183"/>
                  <a:pt x="204634" y="46185"/>
                  <a:pt x="201708" y="46185"/>
                </a:cubicBezTo>
                <a:cubicBezTo>
                  <a:pt x="198781" y="46185"/>
                  <a:pt x="196412" y="45183"/>
                  <a:pt x="194599" y="43179"/>
                </a:cubicBezTo>
                <a:cubicBezTo>
                  <a:pt x="192785" y="41176"/>
                  <a:pt x="191879" y="37724"/>
                  <a:pt x="191879" y="32826"/>
                </a:cubicBezTo>
                <a:lnTo>
                  <a:pt x="191879" y="22520"/>
                </a:lnTo>
                <a:lnTo>
                  <a:pt x="146266" y="22520"/>
                </a:lnTo>
                <a:lnTo>
                  <a:pt x="146266" y="50766"/>
                </a:lnTo>
                <a:lnTo>
                  <a:pt x="163443" y="50766"/>
                </a:lnTo>
                <a:cubicBezTo>
                  <a:pt x="163443" y="45867"/>
                  <a:pt x="163920" y="42778"/>
                  <a:pt x="164874" y="41498"/>
                </a:cubicBezTo>
                <a:cubicBezTo>
                  <a:pt x="166846" y="38770"/>
                  <a:pt x="169645" y="37406"/>
                  <a:pt x="173271" y="37406"/>
                </a:cubicBezTo>
                <a:cubicBezTo>
                  <a:pt x="176134" y="37406"/>
                  <a:pt x="178472" y="38408"/>
                  <a:pt x="180285" y="40412"/>
                </a:cubicBezTo>
                <a:cubicBezTo>
                  <a:pt x="182098" y="42416"/>
                  <a:pt x="183004" y="45867"/>
                  <a:pt x="183004" y="50766"/>
                </a:cubicBezTo>
                <a:lnTo>
                  <a:pt x="183004" y="70423"/>
                </a:lnTo>
                <a:cubicBezTo>
                  <a:pt x="183004" y="75322"/>
                  <a:pt x="182496" y="78429"/>
                  <a:pt x="181478" y="79745"/>
                </a:cubicBezTo>
                <a:cubicBezTo>
                  <a:pt x="179442" y="82437"/>
                  <a:pt x="176706" y="83782"/>
                  <a:pt x="173271" y="83782"/>
                </a:cubicBezTo>
                <a:cubicBezTo>
                  <a:pt x="169645" y="83782"/>
                  <a:pt x="166846" y="82419"/>
                  <a:pt x="164874" y="79691"/>
                </a:cubicBezTo>
                <a:cubicBezTo>
                  <a:pt x="163920" y="78411"/>
                  <a:pt x="163443" y="75322"/>
                  <a:pt x="163443" y="70423"/>
                </a:cubicBezTo>
                <a:lnTo>
                  <a:pt x="146266" y="70423"/>
                </a:lnTo>
                <a:close/>
                <a:moveTo>
                  <a:pt x="263523" y="70423"/>
                </a:moveTo>
                <a:lnTo>
                  <a:pt x="263523" y="99050"/>
                </a:lnTo>
                <a:lnTo>
                  <a:pt x="313430" y="99050"/>
                </a:lnTo>
                <a:lnTo>
                  <a:pt x="313430" y="88363"/>
                </a:lnTo>
                <a:cubicBezTo>
                  <a:pt x="313430" y="83464"/>
                  <a:pt x="314337" y="80013"/>
                  <a:pt x="316150" y="78009"/>
                </a:cubicBezTo>
                <a:cubicBezTo>
                  <a:pt x="317963" y="76005"/>
                  <a:pt x="320333" y="75003"/>
                  <a:pt x="323259" y="75003"/>
                </a:cubicBezTo>
                <a:cubicBezTo>
                  <a:pt x="326122" y="75003"/>
                  <a:pt x="328460" y="76005"/>
                  <a:pt x="330273" y="78009"/>
                </a:cubicBezTo>
                <a:cubicBezTo>
                  <a:pt x="332086" y="80013"/>
                  <a:pt x="332992" y="83464"/>
                  <a:pt x="332992" y="88363"/>
                </a:cubicBezTo>
                <a:lnTo>
                  <a:pt x="332992" y="118708"/>
                </a:lnTo>
                <a:lnTo>
                  <a:pt x="240908" y="118708"/>
                </a:lnTo>
                <a:cubicBezTo>
                  <a:pt x="236200" y="118708"/>
                  <a:pt x="232845" y="117785"/>
                  <a:pt x="230841" y="115940"/>
                </a:cubicBezTo>
                <a:cubicBezTo>
                  <a:pt x="228837" y="114096"/>
                  <a:pt x="227835" y="111710"/>
                  <a:pt x="227835" y="108784"/>
                </a:cubicBezTo>
                <a:cubicBezTo>
                  <a:pt x="227835" y="105857"/>
                  <a:pt x="228853" y="103503"/>
                  <a:pt x="230888" y="101722"/>
                </a:cubicBezTo>
                <a:cubicBezTo>
                  <a:pt x="232924" y="99941"/>
                  <a:pt x="236264" y="99050"/>
                  <a:pt x="240908" y="99050"/>
                </a:cubicBezTo>
                <a:lnTo>
                  <a:pt x="243961" y="99050"/>
                </a:lnTo>
                <a:lnTo>
                  <a:pt x="243961" y="22520"/>
                </a:lnTo>
                <a:lnTo>
                  <a:pt x="240908" y="22520"/>
                </a:lnTo>
                <a:cubicBezTo>
                  <a:pt x="236200" y="22520"/>
                  <a:pt x="232845" y="21614"/>
                  <a:pt x="230841" y="19801"/>
                </a:cubicBezTo>
                <a:cubicBezTo>
                  <a:pt x="228837" y="17987"/>
                  <a:pt x="227835" y="15618"/>
                  <a:pt x="227835" y="12691"/>
                </a:cubicBezTo>
                <a:cubicBezTo>
                  <a:pt x="227835" y="9765"/>
                  <a:pt x="228837" y="7395"/>
                  <a:pt x="230841" y="5582"/>
                </a:cubicBezTo>
                <a:cubicBezTo>
                  <a:pt x="232845" y="3769"/>
                  <a:pt x="236200" y="2863"/>
                  <a:pt x="240908" y="2863"/>
                </a:cubicBezTo>
                <a:lnTo>
                  <a:pt x="328698" y="2958"/>
                </a:lnTo>
                <a:lnTo>
                  <a:pt x="328698" y="32826"/>
                </a:lnTo>
                <a:cubicBezTo>
                  <a:pt x="328698" y="37724"/>
                  <a:pt x="327808" y="41176"/>
                  <a:pt x="326026" y="43179"/>
                </a:cubicBezTo>
                <a:cubicBezTo>
                  <a:pt x="324245" y="45183"/>
                  <a:pt x="321891" y="46185"/>
                  <a:pt x="318965" y="46185"/>
                </a:cubicBezTo>
                <a:cubicBezTo>
                  <a:pt x="316039" y="46185"/>
                  <a:pt x="313669" y="45183"/>
                  <a:pt x="311856" y="43179"/>
                </a:cubicBezTo>
                <a:cubicBezTo>
                  <a:pt x="310043" y="41176"/>
                  <a:pt x="309136" y="37724"/>
                  <a:pt x="309136" y="32826"/>
                </a:cubicBezTo>
                <a:lnTo>
                  <a:pt x="309136" y="22520"/>
                </a:lnTo>
                <a:lnTo>
                  <a:pt x="263523" y="22520"/>
                </a:lnTo>
                <a:lnTo>
                  <a:pt x="263523" y="50766"/>
                </a:lnTo>
                <a:lnTo>
                  <a:pt x="280700" y="50766"/>
                </a:lnTo>
                <a:cubicBezTo>
                  <a:pt x="280700" y="45867"/>
                  <a:pt x="281177" y="42778"/>
                  <a:pt x="282131" y="41498"/>
                </a:cubicBezTo>
                <a:cubicBezTo>
                  <a:pt x="284103" y="38770"/>
                  <a:pt x="286902" y="37406"/>
                  <a:pt x="290528" y="37406"/>
                </a:cubicBezTo>
                <a:cubicBezTo>
                  <a:pt x="293391" y="37406"/>
                  <a:pt x="295729" y="38408"/>
                  <a:pt x="297542" y="40412"/>
                </a:cubicBezTo>
                <a:cubicBezTo>
                  <a:pt x="299355" y="42416"/>
                  <a:pt x="300262" y="45867"/>
                  <a:pt x="300262" y="50766"/>
                </a:cubicBezTo>
                <a:lnTo>
                  <a:pt x="300262" y="70423"/>
                </a:lnTo>
                <a:cubicBezTo>
                  <a:pt x="300262" y="75322"/>
                  <a:pt x="299753" y="78429"/>
                  <a:pt x="298735" y="79745"/>
                </a:cubicBezTo>
                <a:cubicBezTo>
                  <a:pt x="296699" y="82437"/>
                  <a:pt x="293964" y="83782"/>
                  <a:pt x="290528" y="83782"/>
                </a:cubicBezTo>
                <a:cubicBezTo>
                  <a:pt x="286902" y="83782"/>
                  <a:pt x="284103" y="82419"/>
                  <a:pt x="282131" y="79691"/>
                </a:cubicBezTo>
                <a:cubicBezTo>
                  <a:pt x="281177" y="78411"/>
                  <a:pt x="280700" y="75322"/>
                  <a:pt x="280700" y="70423"/>
                </a:cubicBezTo>
                <a:lnTo>
                  <a:pt x="263523" y="70423"/>
                </a:lnTo>
                <a:close/>
                <a:moveTo>
                  <a:pt x="357115" y="99050"/>
                </a:moveTo>
                <a:lnTo>
                  <a:pt x="357115" y="22520"/>
                </a:lnTo>
                <a:cubicBezTo>
                  <a:pt x="352980" y="22520"/>
                  <a:pt x="349927" y="21614"/>
                  <a:pt x="347955" y="19801"/>
                </a:cubicBezTo>
                <a:cubicBezTo>
                  <a:pt x="345983" y="17987"/>
                  <a:pt x="344997" y="15618"/>
                  <a:pt x="344997" y="12691"/>
                </a:cubicBezTo>
                <a:cubicBezTo>
                  <a:pt x="344997" y="9765"/>
                  <a:pt x="345999" y="7395"/>
                  <a:pt x="348002" y="5582"/>
                </a:cubicBezTo>
                <a:cubicBezTo>
                  <a:pt x="350006" y="3769"/>
                  <a:pt x="353362" y="2863"/>
                  <a:pt x="358070" y="2863"/>
                </a:cubicBezTo>
                <a:lnTo>
                  <a:pt x="399007" y="2958"/>
                </a:lnTo>
                <a:cubicBezTo>
                  <a:pt x="405368" y="2958"/>
                  <a:pt x="411587" y="4136"/>
                  <a:pt x="417662" y="6492"/>
                </a:cubicBezTo>
                <a:cubicBezTo>
                  <a:pt x="423737" y="8848"/>
                  <a:pt x="428620" y="11840"/>
                  <a:pt x="432310" y="15468"/>
                </a:cubicBezTo>
                <a:cubicBezTo>
                  <a:pt x="435109" y="18207"/>
                  <a:pt x="438019" y="21964"/>
                  <a:pt x="441041" y="26740"/>
                </a:cubicBezTo>
                <a:cubicBezTo>
                  <a:pt x="444063" y="31515"/>
                  <a:pt x="446337" y="36258"/>
                  <a:pt x="447864" y="40970"/>
                </a:cubicBezTo>
                <a:cubicBezTo>
                  <a:pt x="449391" y="45679"/>
                  <a:pt x="450154" y="51441"/>
                  <a:pt x="450154" y="58254"/>
                </a:cubicBezTo>
                <a:lnTo>
                  <a:pt x="450154" y="67614"/>
                </a:lnTo>
                <a:cubicBezTo>
                  <a:pt x="450154" y="75890"/>
                  <a:pt x="448755" y="83228"/>
                  <a:pt x="445955" y="89627"/>
                </a:cubicBezTo>
                <a:cubicBezTo>
                  <a:pt x="443156" y="96027"/>
                  <a:pt x="439482" y="101248"/>
                  <a:pt x="434934" y="105292"/>
                </a:cubicBezTo>
                <a:cubicBezTo>
                  <a:pt x="430385" y="109333"/>
                  <a:pt x="426107" y="112309"/>
                  <a:pt x="422099" y="114220"/>
                </a:cubicBezTo>
                <a:cubicBezTo>
                  <a:pt x="415738" y="117212"/>
                  <a:pt x="407499" y="118708"/>
                  <a:pt x="397384" y="118708"/>
                </a:cubicBezTo>
                <a:lnTo>
                  <a:pt x="358070" y="118708"/>
                </a:lnTo>
                <a:cubicBezTo>
                  <a:pt x="353362" y="118708"/>
                  <a:pt x="350006" y="117785"/>
                  <a:pt x="348002" y="115940"/>
                </a:cubicBezTo>
                <a:cubicBezTo>
                  <a:pt x="345999" y="114096"/>
                  <a:pt x="344997" y="111710"/>
                  <a:pt x="344997" y="108784"/>
                </a:cubicBezTo>
                <a:cubicBezTo>
                  <a:pt x="344997" y="105857"/>
                  <a:pt x="345999" y="103503"/>
                  <a:pt x="348002" y="101722"/>
                </a:cubicBezTo>
                <a:cubicBezTo>
                  <a:pt x="350006" y="99941"/>
                  <a:pt x="353044" y="99050"/>
                  <a:pt x="357115" y="99050"/>
                </a:cubicBezTo>
                <a:moveTo>
                  <a:pt x="376677" y="99050"/>
                </a:moveTo>
                <a:lnTo>
                  <a:pt x="397480" y="99050"/>
                </a:lnTo>
                <a:cubicBezTo>
                  <a:pt x="405241" y="99050"/>
                  <a:pt x="411094" y="97937"/>
                  <a:pt x="415038" y="95711"/>
                </a:cubicBezTo>
                <a:cubicBezTo>
                  <a:pt x="420191" y="92784"/>
                  <a:pt x="424071" y="89063"/>
                  <a:pt x="426680" y="84546"/>
                </a:cubicBezTo>
                <a:cubicBezTo>
                  <a:pt x="429288" y="80029"/>
                  <a:pt x="430592" y="74176"/>
                  <a:pt x="430592" y="66988"/>
                </a:cubicBezTo>
                <a:lnTo>
                  <a:pt x="430592" y="57732"/>
                </a:lnTo>
                <a:cubicBezTo>
                  <a:pt x="430592" y="51561"/>
                  <a:pt x="429415" y="46154"/>
                  <a:pt x="427061" y="41510"/>
                </a:cubicBezTo>
                <a:cubicBezTo>
                  <a:pt x="423372" y="34257"/>
                  <a:pt x="419221" y="29279"/>
                  <a:pt x="414609" y="26576"/>
                </a:cubicBezTo>
                <a:cubicBezTo>
                  <a:pt x="409996" y="23872"/>
                  <a:pt x="404223" y="22520"/>
                  <a:pt x="397289" y="22520"/>
                </a:cubicBezTo>
                <a:lnTo>
                  <a:pt x="376677" y="22520"/>
                </a:lnTo>
                <a:lnTo>
                  <a:pt x="376677" y="99050"/>
                </a:lnTo>
                <a:close/>
                <a:moveTo>
                  <a:pt x="478190" y="99050"/>
                </a:moveTo>
                <a:lnTo>
                  <a:pt x="478190" y="22520"/>
                </a:lnTo>
                <a:lnTo>
                  <a:pt x="475136" y="22520"/>
                </a:lnTo>
                <a:cubicBezTo>
                  <a:pt x="470428" y="22520"/>
                  <a:pt x="467073" y="21614"/>
                  <a:pt x="465069" y="19801"/>
                </a:cubicBezTo>
                <a:cubicBezTo>
                  <a:pt x="463065" y="17987"/>
                  <a:pt x="462063" y="15618"/>
                  <a:pt x="462063" y="12691"/>
                </a:cubicBezTo>
                <a:cubicBezTo>
                  <a:pt x="462063" y="9765"/>
                  <a:pt x="463065" y="7395"/>
                  <a:pt x="465069" y="5582"/>
                </a:cubicBezTo>
                <a:cubicBezTo>
                  <a:pt x="467073" y="3769"/>
                  <a:pt x="470428" y="2863"/>
                  <a:pt x="475136" y="2863"/>
                </a:cubicBezTo>
                <a:lnTo>
                  <a:pt x="524184" y="2863"/>
                </a:lnTo>
                <a:cubicBezTo>
                  <a:pt x="535889" y="2863"/>
                  <a:pt x="545305" y="6125"/>
                  <a:pt x="552430" y="12650"/>
                </a:cubicBezTo>
                <a:cubicBezTo>
                  <a:pt x="559555" y="19174"/>
                  <a:pt x="563117" y="26925"/>
                  <a:pt x="563117" y="35900"/>
                </a:cubicBezTo>
                <a:cubicBezTo>
                  <a:pt x="563117" y="40167"/>
                  <a:pt x="562290" y="44177"/>
                  <a:pt x="560636" y="47933"/>
                </a:cubicBezTo>
                <a:cubicBezTo>
                  <a:pt x="558982" y="51688"/>
                  <a:pt x="556469" y="55157"/>
                  <a:pt x="553098" y="58340"/>
                </a:cubicBezTo>
                <a:cubicBezTo>
                  <a:pt x="559268" y="62034"/>
                  <a:pt x="563896" y="66349"/>
                  <a:pt x="566982" y="71285"/>
                </a:cubicBezTo>
                <a:cubicBezTo>
                  <a:pt x="570067" y="76219"/>
                  <a:pt x="571610" y="81806"/>
                  <a:pt x="571610" y="88047"/>
                </a:cubicBezTo>
                <a:cubicBezTo>
                  <a:pt x="571610" y="93013"/>
                  <a:pt x="570497" y="97629"/>
                  <a:pt x="568270" y="101895"/>
                </a:cubicBezTo>
                <a:cubicBezTo>
                  <a:pt x="566616" y="105144"/>
                  <a:pt x="564580" y="107723"/>
                  <a:pt x="562163" y="109634"/>
                </a:cubicBezTo>
                <a:cubicBezTo>
                  <a:pt x="558919" y="112307"/>
                  <a:pt x="554943" y="114488"/>
                  <a:pt x="550235" y="116176"/>
                </a:cubicBezTo>
                <a:cubicBezTo>
                  <a:pt x="545527" y="117864"/>
                  <a:pt x="539643" y="118708"/>
                  <a:pt x="532581" y="118708"/>
                </a:cubicBezTo>
                <a:lnTo>
                  <a:pt x="475136" y="118708"/>
                </a:lnTo>
                <a:cubicBezTo>
                  <a:pt x="470428" y="118708"/>
                  <a:pt x="467073" y="117785"/>
                  <a:pt x="465069" y="115940"/>
                </a:cubicBezTo>
                <a:cubicBezTo>
                  <a:pt x="463065" y="114096"/>
                  <a:pt x="462063" y="111710"/>
                  <a:pt x="462063" y="108784"/>
                </a:cubicBezTo>
                <a:cubicBezTo>
                  <a:pt x="462063" y="105857"/>
                  <a:pt x="463081" y="103503"/>
                  <a:pt x="465117" y="101722"/>
                </a:cubicBezTo>
                <a:cubicBezTo>
                  <a:pt x="467152" y="99941"/>
                  <a:pt x="470492" y="99050"/>
                  <a:pt x="475136" y="99050"/>
                </a:cubicBezTo>
                <a:lnTo>
                  <a:pt x="478190" y="99050"/>
                </a:lnTo>
                <a:moveTo>
                  <a:pt x="497752" y="50957"/>
                </a:moveTo>
                <a:lnTo>
                  <a:pt x="519222" y="50957"/>
                </a:lnTo>
                <a:cubicBezTo>
                  <a:pt x="526920" y="50957"/>
                  <a:pt x="533313" y="49016"/>
                  <a:pt x="538402" y="45136"/>
                </a:cubicBezTo>
                <a:cubicBezTo>
                  <a:pt x="541838" y="42527"/>
                  <a:pt x="543555" y="39283"/>
                  <a:pt x="543555" y="35402"/>
                </a:cubicBezTo>
                <a:cubicBezTo>
                  <a:pt x="543555" y="31967"/>
                  <a:pt x="541933" y="28961"/>
                  <a:pt x="538689" y="26385"/>
                </a:cubicBezTo>
                <a:cubicBezTo>
                  <a:pt x="535444" y="23808"/>
                  <a:pt x="530291" y="22520"/>
                  <a:pt x="523230" y="22520"/>
                </a:cubicBezTo>
                <a:lnTo>
                  <a:pt x="497752" y="22520"/>
                </a:lnTo>
                <a:lnTo>
                  <a:pt x="497752" y="50957"/>
                </a:lnTo>
                <a:moveTo>
                  <a:pt x="497752" y="99050"/>
                </a:moveTo>
                <a:lnTo>
                  <a:pt x="531532" y="99050"/>
                </a:lnTo>
                <a:cubicBezTo>
                  <a:pt x="539484" y="99050"/>
                  <a:pt x="545082" y="97877"/>
                  <a:pt x="548326" y="95532"/>
                </a:cubicBezTo>
                <a:cubicBezTo>
                  <a:pt x="550807" y="93756"/>
                  <a:pt x="552048" y="91221"/>
                  <a:pt x="552048" y="87924"/>
                </a:cubicBezTo>
                <a:cubicBezTo>
                  <a:pt x="552048" y="83992"/>
                  <a:pt x="549599" y="80125"/>
                  <a:pt x="544700" y="76321"/>
                </a:cubicBezTo>
                <a:cubicBezTo>
                  <a:pt x="539802" y="72516"/>
                  <a:pt x="532772" y="70614"/>
                  <a:pt x="523612" y="70614"/>
                </a:cubicBezTo>
                <a:lnTo>
                  <a:pt x="497752" y="70614"/>
                </a:lnTo>
                <a:lnTo>
                  <a:pt x="497752" y="99050"/>
                </a:lnTo>
                <a:close/>
                <a:moveTo>
                  <a:pt x="659286" y="87218"/>
                </a:moveTo>
                <a:lnTo>
                  <a:pt x="611764" y="87218"/>
                </a:lnTo>
                <a:lnTo>
                  <a:pt x="606993" y="99050"/>
                </a:lnTo>
                <a:lnTo>
                  <a:pt x="611764" y="99050"/>
                </a:lnTo>
                <a:cubicBezTo>
                  <a:pt x="616472" y="99050"/>
                  <a:pt x="619828" y="99957"/>
                  <a:pt x="621832" y="101770"/>
                </a:cubicBezTo>
                <a:cubicBezTo>
                  <a:pt x="623836" y="103583"/>
                  <a:pt x="624838" y="105953"/>
                  <a:pt x="624838" y="108879"/>
                </a:cubicBezTo>
                <a:cubicBezTo>
                  <a:pt x="624838" y="111805"/>
                  <a:pt x="623836" y="114175"/>
                  <a:pt x="621832" y="115988"/>
                </a:cubicBezTo>
                <a:cubicBezTo>
                  <a:pt x="619828" y="117801"/>
                  <a:pt x="616472" y="118708"/>
                  <a:pt x="611764" y="118708"/>
                </a:cubicBezTo>
                <a:lnTo>
                  <a:pt x="585427" y="118708"/>
                </a:lnTo>
                <a:cubicBezTo>
                  <a:pt x="580720" y="118708"/>
                  <a:pt x="577364" y="117785"/>
                  <a:pt x="575360" y="115940"/>
                </a:cubicBezTo>
                <a:cubicBezTo>
                  <a:pt x="573356" y="114096"/>
                  <a:pt x="572354" y="111710"/>
                  <a:pt x="572354" y="108784"/>
                </a:cubicBezTo>
                <a:cubicBezTo>
                  <a:pt x="572354" y="105857"/>
                  <a:pt x="573404" y="103503"/>
                  <a:pt x="575503" y="101722"/>
                </a:cubicBezTo>
                <a:cubicBezTo>
                  <a:pt x="577603" y="99941"/>
                  <a:pt x="581070" y="99050"/>
                  <a:pt x="585904" y="99050"/>
                </a:cubicBezTo>
                <a:lnTo>
                  <a:pt x="616631" y="22520"/>
                </a:lnTo>
                <a:lnTo>
                  <a:pt x="603844" y="22520"/>
                </a:lnTo>
                <a:cubicBezTo>
                  <a:pt x="599137" y="22520"/>
                  <a:pt x="595781" y="21614"/>
                  <a:pt x="593777" y="19801"/>
                </a:cubicBezTo>
                <a:cubicBezTo>
                  <a:pt x="591773" y="17987"/>
                  <a:pt x="590771" y="15618"/>
                  <a:pt x="590771" y="12691"/>
                </a:cubicBezTo>
                <a:cubicBezTo>
                  <a:pt x="590771" y="9765"/>
                  <a:pt x="591773" y="7395"/>
                  <a:pt x="593777" y="5582"/>
                </a:cubicBezTo>
                <a:cubicBezTo>
                  <a:pt x="595781" y="3769"/>
                  <a:pt x="599137" y="2863"/>
                  <a:pt x="603844" y="2863"/>
                </a:cubicBezTo>
                <a:lnTo>
                  <a:pt x="646117" y="3054"/>
                </a:lnTo>
                <a:lnTo>
                  <a:pt x="685050" y="99050"/>
                </a:lnTo>
                <a:cubicBezTo>
                  <a:pt x="689631" y="99050"/>
                  <a:pt x="692652" y="99643"/>
                  <a:pt x="694116" y="100828"/>
                </a:cubicBezTo>
                <a:cubicBezTo>
                  <a:pt x="697042" y="103269"/>
                  <a:pt x="698505" y="105953"/>
                  <a:pt x="698505" y="108879"/>
                </a:cubicBezTo>
                <a:cubicBezTo>
                  <a:pt x="698505" y="111805"/>
                  <a:pt x="697519" y="114175"/>
                  <a:pt x="695547" y="115988"/>
                </a:cubicBezTo>
                <a:cubicBezTo>
                  <a:pt x="693575" y="117801"/>
                  <a:pt x="690235" y="118708"/>
                  <a:pt x="685527" y="118708"/>
                </a:cubicBezTo>
                <a:lnTo>
                  <a:pt x="659190" y="118708"/>
                </a:lnTo>
                <a:cubicBezTo>
                  <a:pt x="654483" y="118708"/>
                  <a:pt x="651127" y="117785"/>
                  <a:pt x="649123" y="115940"/>
                </a:cubicBezTo>
                <a:cubicBezTo>
                  <a:pt x="647119" y="114096"/>
                  <a:pt x="646117" y="111710"/>
                  <a:pt x="646117" y="108784"/>
                </a:cubicBezTo>
                <a:cubicBezTo>
                  <a:pt x="646117" y="105857"/>
                  <a:pt x="647119" y="103503"/>
                  <a:pt x="649123" y="101722"/>
                </a:cubicBezTo>
                <a:cubicBezTo>
                  <a:pt x="651127" y="99941"/>
                  <a:pt x="654483" y="99050"/>
                  <a:pt x="659190" y="99050"/>
                </a:cubicBezTo>
                <a:lnTo>
                  <a:pt x="663961" y="99050"/>
                </a:lnTo>
                <a:lnTo>
                  <a:pt x="659286" y="87218"/>
                </a:lnTo>
                <a:moveTo>
                  <a:pt x="651175" y="67560"/>
                </a:moveTo>
                <a:lnTo>
                  <a:pt x="635430" y="28818"/>
                </a:lnTo>
                <a:lnTo>
                  <a:pt x="619589" y="67560"/>
                </a:lnTo>
                <a:lnTo>
                  <a:pt x="651175" y="67560"/>
                </a:lnTo>
                <a:close/>
                <a:moveTo>
                  <a:pt x="783318" y="8016"/>
                </a:moveTo>
                <a:cubicBezTo>
                  <a:pt x="784527" y="6362"/>
                  <a:pt x="785847" y="5121"/>
                  <a:pt x="787278" y="4294"/>
                </a:cubicBezTo>
                <a:cubicBezTo>
                  <a:pt x="788710" y="3467"/>
                  <a:pt x="790252" y="3054"/>
                  <a:pt x="791906" y="3054"/>
                </a:cubicBezTo>
                <a:cubicBezTo>
                  <a:pt x="794769" y="3054"/>
                  <a:pt x="797107" y="4042"/>
                  <a:pt x="798920" y="6018"/>
                </a:cubicBezTo>
                <a:cubicBezTo>
                  <a:pt x="800733" y="7994"/>
                  <a:pt x="801640" y="11342"/>
                  <a:pt x="801640" y="16061"/>
                </a:cubicBezTo>
                <a:lnTo>
                  <a:pt x="801640" y="32701"/>
                </a:lnTo>
                <a:cubicBezTo>
                  <a:pt x="801640" y="37418"/>
                  <a:pt x="800733" y="40782"/>
                  <a:pt x="798920" y="42792"/>
                </a:cubicBezTo>
                <a:cubicBezTo>
                  <a:pt x="797107" y="44800"/>
                  <a:pt x="794769" y="45804"/>
                  <a:pt x="791906" y="45804"/>
                </a:cubicBezTo>
                <a:cubicBezTo>
                  <a:pt x="789298" y="45804"/>
                  <a:pt x="787199" y="45069"/>
                  <a:pt x="785608" y="43600"/>
                </a:cubicBezTo>
                <a:cubicBezTo>
                  <a:pt x="784018" y="42133"/>
                  <a:pt x="782841" y="39387"/>
                  <a:pt x="782078" y="35364"/>
                </a:cubicBezTo>
                <a:cubicBezTo>
                  <a:pt x="781632" y="32682"/>
                  <a:pt x="780742" y="30607"/>
                  <a:pt x="779406" y="29140"/>
                </a:cubicBezTo>
                <a:cubicBezTo>
                  <a:pt x="776798" y="26266"/>
                  <a:pt x="773155" y="23966"/>
                  <a:pt x="768480" y="22243"/>
                </a:cubicBezTo>
                <a:cubicBezTo>
                  <a:pt x="763804" y="20519"/>
                  <a:pt x="759112" y="19657"/>
                  <a:pt x="754405" y="19657"/>
                </a:cubicBezTo>
                <a:cubicBezTo>
                  <a:pt x="748552" y="19657"/>
                  <a:pt x="743176" y="20932"/>
                  <a:pt x="738278" y="23480"/>
                </a:cubicBezTo>
                <a:cubicBezTo>
                  <a:pt x="733379" y="26027"/>
                  <a:pt x="729054" y="30167"/>
                  <a:pt x="725300" y="35900"/>
                </a:cubicBezTo>
                <a:cubicBezTo>
                  <a:pt x="721547" y="41632"/>
                  <a:pt x="719670" y="48446"/>
                  <a:pt x="719670" y="56342"/>
                </a:cubicBezTo>
                <a:lnTo>
                  <a:pt x="719670" y="69048"/>
                </a:lnTo>
                <a:cubicBezTo>
                  <a:pt x="719670" y="78476"/>
                  <a:pt x="723090" y="86342"/>
                  <a:pt x="729928" y="92648"/>
                </a:cubicBezTo>
                <a:cubicBezTo>
                  <a:pt x="736767" y="98952"/>
                  <a:pt x="746262" y="102104"/>
                  <a:pt x="758412" y="102104"/>
                </a:cubicBezTo>
                <a:cubicBezTo>
                  <a:pt x="765665" y="102104"/>
                  <a:pt x="771804" y="101124"/>
                  <a:pt x="776829" y="99164"/>
                </a:cubicBezTo>
                <a:cubicBezTo>
                  <a:pt x="779756" y="98027"/>
                  <a:pt x="782873" y="95783"/>
                  <a:pt x="786181" y="92433"/>
                </a:cubicBezTo>
                <a:cubicBezTo>
                  <a:pt x="788217" y="90411"/>
                  <a:pt x="789807" y="89100"/>
                  <a:pt x="790952" y="88500"/>
                </a:cubicBezTo>
                <a:cubicBezTo>
                  <a:pt x="792097" y="87900"/>
                  <a:pt x="793401" y="87599"/>
                  <a:pt x="794864" y="87599"/>
                </a:cubicBezTo>
                <a:cubicBezTo>
                  <a:pt x="797473" y="87599"/>
                  <a:pt x="799763" y="88586"/>
                  <a:pt x="801735" y="90558"/>
                </a:cubicBezTo>
                <a:cubicBezTo>
                  <a:pt x="803707" y="92530"/>
                  <a:pt x="804693" y="94852"/>
                  <a:pt x="804693" y="97524"/>
                </a:cubicBezTo>
                <a:cubicBezTo>
                  <a:pt x="804693" y="100195"/>
                  <a:pt x="803357" y="103058"/>
                  <a:pt x="800685" y="106112"/>
                </a:cubicBezTo>
                <a:cubicBezTo>
                  <a:pt x="796805" y="110565"/>
                  <a:pt x="791811" y="114064"/>
                  <a:pt x="785704" y="116608"/>
                </a:cubicBezTo>
                <a:cubicBezTo>
                  <a:pt x="777497" y="120044"/>
                  <a:pt x="768432" y="121761"/>
                  <a:pt x="758508" y="121761"/>
                </a:cubicBezTo>
                <a:cubicBezTo>
                  <a:pt x="746930" y="121761"/>
                  <a:pt x="736497" y="119370"/>
                  <a:pt x="727209" y="114587"/>
                </a:cubicBezTo>
                <a:cubicBezTo>
                  <a:pt x="719702" y="110762"/>
                  <a:pt x="713309" y="104720"/>
                  <a:pt x="708028" y="96462"/>
                </a:cubicBezTo>
                <a:cubicBezTo>
                  <a:pt x="702748" y="88204"/>
                  <a:pt x="700108" y="79197"/>
                  <a:pt x="700108" y="69442"/>
                </a:cubicBezTo>
                <a:lnTo>
                  <a:pt x="700108" y="56145"/>
                </a:lnTo>
                <a:cubicBezTo>
                  <a:pt x="700108" y="45943"/>
                  <a:pt x="702478" y="36426"/>
                  <a:pt x="707217" y="27595"/>
                </a:cubicBezTo>
                <a:cubicBezTo>
                  <a:pt x="711957" y="18763"/>
                  <a:pt x="718525" y="11956"/>
                  <a:pt x="726922" y="7175"/>
                </a:cubicBezTo>
                <a:cubicBezTo>
                  <a:pt x="735320" y="2392"/>
                  <a:pt x="744226" y="0"/>
                  <a:pt x="753641" y="0"/>
                </a:cubicBezTo>
                <a:cubicBezTo>
                  <a:pt x="759303" y="0"/>
                  <a:pt x="764599" y="660"/>
                  <a:pt x="769529" y="1980"/>
                </a:cubicBezTo>
                <a:cubicBezTo>
                  <a:pt x="774460" y="3300"/>
                  <a:pt x="779056" y="5312"/>
                  <a:pt x="783318" y="8016"/>
                </a:cubicBezTo>
                <a:close/>
                <a:moveTo>
                  <a:pt x="849523" y="77359"/>
                </a:moveTo>
                <a:lnTo>
                  <a:pt x="849523" y="99050"/>
                </a:lnTo>
                <a:lnTo>
                  <a:pt x="856585" y="99050"/>
                </a:lnTo>
                <a:cubicBezTo>
                  <a:pt x="861292" y="99050"/>
                  <a:pt x="864648" y="99957"/>
                  <a:pt x="866652" y="101770"/>
                </a:cubicBezTo>
                <a:cubicBezTo>
                  <a:pt x="868656" y="103583"/>
                  <a:pt x="869658" y="105953"/>
                  <a:pt x="869658" y="108879"/>
                </a:cubicBezTo>
                <a:cubicBezTo>
                  <a:pt x="869658" y="111805"/>
                  <a:pt x="868656" y="114175"/>
                  <a:pt x="866652" y="115988"/>
                </a:cubicBezTo>
                <a:cubicBezTo>
                  <a:pt x="864648" y="117801"/>
                  <a:pt x="861292" y="118708"/>
                  <a:pt x="856585" y="118708"/>
                </a:cubicBezTo>
                <a:lnTo>
                  <a:pt x="826908" y="118708"/>
                </a:lnTo>
                <a:cubicBezTo>
                  <a:pt x="822200" y="118708"/>
                  <a:pt x="818844" y="117785"/>
                  <a:pt x="816841" y="115940"/>
                </a:cubicBezTo>
                <a:cubicBezTo>
                  <a:pt x="814837" y="114096"/>
                  <a:pt x="813835" y="111710"/>
                  <a:pt x="813835" y="108784"/>
                </a:cubicBezTo>
                <a:cubicBezTo>
                  <a:pt x="813835" y="105857"/>
                  <a:pt x="814853" y="103503"/>
                  <a:pt x="816888" y="101722"/>
                </a:cubicBezTo>
                <a:cubicBezTo>
                  <a:pt x="818924" y="99941"/>
                  <a:pt x="822264" y="99050"/>
                  <a:pt x="826908" y="99050"/>
                </a:cubicBezTo>
                <a:lnTo>
                  <a:pt x="829961" y="99050"/>
                </a:lnTo>
                <a:lnTo>
                  <a:pt x="829961" y="22520"/>
                </a:lnTo>
                <a:lnTo>
                  <a:pt x="826908" y="22520"/>
                </a:lnTo>
                <a:cubicBezTo>
                  <a:pt x="822200" y="22520"/>
                  <a:pt x="818844" y="21614"/>
                  <a:pt x="816841" y="19801"/>
                </a:cubicBezTo>
                <a:cubicBezTo>
                  <a:pt x="814837" y="17987"/>
                  <a:pt x="813835" y="15618"/>
                  <a:pt x="813835" y="12691"/>
                </a:cubicBezTo>
                <a:cubicBezTo>
                  <a:pt x="813835" y="9765"/>
                  <a:pt x="814837" y="7395"/>
                  <a:pt x="816841" y="5582"/>
                </a:cubicBezTo>
                <a:cubicBezTo>
                  <a:pt x="818844" y="3769"/>
                  <a:pt x="822200" y="2863"/>
                  <a:pt x="826908" y="2863"/>
                </a:cubicBezTo>
                <a:lnTo>
                  <a:pt x="856585" y="3054"/>
                </a:lnTo>
                <a:cubicBezTo>
                  <a:pt x="861292" y="3054"/>
                  <a:pt x="864648" y="3944"/>
                  <a:pt x="866652" y="5725"/>
                </a:cubicBezTo>
                <a:cubicBezTo>
                  <a:pt x="868656" y="7507"/>
                  <a:pt x="869658" y="9861"/>
                  <a:pt x="869658" y="12787"/>
                </a:cubicBezTo>
                <a:cubicBezTo>
                  <a:pt x="869658" y="15713"/>
                  <a:pt x="868656" y="18099"/>
                  <a:pt x="866652" y="19944"/>
                </a:cubicBezTo>
                <a:cubicBezTo>
                  <a:pt x="864648" y="21789"/>
                  <a:pt x="861292" y="22711"/>
                  <a:pt x="856585" y="22711"/>
                </a:cubicBezTo>
                <a:lnTo>
                  <a:pt x="849523" y="22711"/>
                </a:lnTo>
                <a:lnTo>
                  <a:pt x="849523" y="51529"/>
                </a:lnTo>
                <a:lnTo>
                  <a:pt x="884258" y="21757"/>
                </a:lnTo>
                <a:cubicBezTo>
                  <a:pt x="882222" y="21757"/>
                  <a:pt x="880823" y="21025"/>
                  <a:pt x="880059" y="19562"/>
                </a:cubicBezTo>
                <a:cubicBezTo>
                  <a:pt x="879296" y="18099"/>
                  <a:pt x="878914" y="15904"/>
                  <a:pt x="878914" y="12978"/>
                </a:cubicBezTo>
                <a:cubicBezTo>
                  <a:pt x="878914" y="10051"/>
                  <a:pt x="879916" y="7634"/>
                  <a:pt x="881920" y="5725"/>
                </a:cubicBezTo>
                <a:cubicBezTo>
                  <a:pt x="883924" y="3817"/>
                  <a:pt x="887280" y="2863"/>
                  <a:pt x="891987" y="2863"/>
                </a:cubicBezTo>
                <a:lnTo>
                  <a:pt x="911931" y="3054"/>
                </a:lnTo>
                <a:cubicBezTo>
                  <a:pt x="916638" y="3054"/>
                  <a:pt x="919994" y="3944"/>
                  <a:pt x="921998" y="5725"/>
                </a:cubicBezTo>
                <a:cubicBezTo>
                  <a:pt x="924002" y="7507"/>
                  <a:pt x="925004" y="9861"/>
                  <a:pt x="925004" y="12787"/>
                </a:cubicBezTo>
                <a:cubicBezTo>
                  <a:pt x="925004" y="15713"/>
                  <a:pt x="924002" y="18099"/>
                  <a:pt x="921998" y="19944"/>
                </a:cubicBezTo>
                <a:cubicBezTo>
                  <a:pt x="919994" y="21789"/>
                  <a:pt x="916861" y="22711"/>
                  <a:pt x="912599" y="22711"/>
                </a:cubicBezTo>
                <a:lnTo>
                  <a:pt x="877483" y="53193"/>
                </a:lnTo>
                <a:cubicBezTo>
                  <a:pt x="884035" y="56950"/>
                  <a:pt x="890190" y="62683"/>
                  <a:pt x="895947" y="70390"/>
                </a:cubicBezTo>
                <a:cubicBezTo>
                  <a:pt x="901705" y="78096"/>
                  <a:pt x="906810" y="87649"/>
                  <a:pt x="911263" y="99050"/>
                </a:cubicBezTo>
                <a:lnTo>
                  <a:pt x="916511" y="99050"/>
                </a:lnTo>
                <a:cubicBezTo>
                  <a:pt x="921155" y="99050"/>
                  <a:pt x="924479" y="99957"/>
                  <a:pt x="926483" y="101770"/>
                </a:cubicBezTo>
                <a:cubicBezTo>
                  <a:pt x="928487" y="103583"/>
                  <a:pt x="929489" y="105953"/>
                  <a:pt x="929489" y="108879"/>
                </a:cubicBezTo>
                <a:cubicBezTo>
                  <a:pt x="929489" y="111805"/>
                  <a:pt x="928503" y="114175"/>
                  <a:pt x="926531" y="115988"/>
                </a:cubicBezTo>
                <a:cubicBezTo>
                  <a:pt x="924559" y="117801"/>
                  <a:pt x="921219" y="118708"/>
                  <a:pt x="916511" y="118708"/>
                </a:cubicBezTo>
                <a:lnTo>
                  <a:pt x="898762" y="118708"/>
                </a:lnTo>
                <a:cubicBezTo>
                  <a:pt x="894691" y="108959"/>
                  <a:pt x="890238" y="99655"/>
                  <a:pt x="885403" y="90796"/>
                </a:cubicBezTo>
                <a:cubicBezTo>
                  <a:pt x="881459" y="83596"/>
                  <a:pt x="877721" y="78355"/>
                  <a:pt x="874191" y="75075"/>
                </a:cubicBezTo>
                <a:cubicBezTo>
                  <a:pt x="870660" y="71793"/>
                  <a:pt x="866445" y="69164"/>
                  <a:pt x="861547" y="67188"/>
                </a:cubicBezTo>
                <a:lnTo>
                  <a:pt x="849523" y="77359"/>
                </a:lnTo>
                <a:close/>
                <a:moveTo>
                  <a:pt x="1084324" y="70423"/>
                </a:moveTo>
                <a:lnTo>
                  <a:pt x="1084324" y="99050"/>
                </a:lnTo>
                <a:lnTo>
                  <a:pt x="1134231" y="99050"/>
                </a:lnTo>
                <a:lnTo>
                  <a:pt x="1134231" y="88363"/>
                </a:lnTo>
                <a:cubicBezTo>
                  <a:pt x="1134231" y="83464"/>
                  <a:pt x="1135137" y="80013"/>
                  <a:pt x="1136950" y="78009"/>
                </a:cubicBezTo>
                <a:cubicBezTo>
                  <a:pt x="1138764" y="76005"/>
                  <a:pt x="1141133" y="75003"/>
                  <a:pt x="1144060" y="75003"/>
                </a:cubicBezTo>
                <a:cubicBezTo>
                  <a:pt x="1146922" y="75003"/>
                  <a:pt x="1149260" y="76005"/>
                  <a:pt x="1151073" y="78009"/>
                </a:cubicBezTo>
                <a:cubicBezTo>
                  <a:pt x="1152886" y="80013"/>
                  <a:pt x="1153793" y="83464"/>
                  <a:pt x="1153793" y="88363"/>
                </a:cubicBezTo>
                <a:lnTo>
                  <a:pt x="1153793" y="118708"/>
                </a:lnTo>
                <a:lnTo>
                  <a:pt x="1061708" y="118708"/>
                </a:lnTo>
                <a:cubicBezTo>
                  <a:pt x="1057001" y="118708"/>
                  <a:pt x="1053645" y="117785"/>
                  <a:pt x="1051641" y="115940"/>
                </a:cubicBezTo>
                <a:cubicBezTo>
                  <a:pt x="1049637" y="114096"/>
                  <a:pt x="1048635" y="111710"/>
                  <a:pt x="1048635" y="108784"/>
                </a:cubicBezTo>
                <a:cubicBezTo>
                  <a:pt x="1048635" y="105857"/>
                  <a:pt x="1049653" y="103503"/>
                  <a:pt x="1051689" y="101722"/>
                </a:cubicBezTo>
                <a:cubicBezTo>
                  <a:pt x="1053725" y="99941"/>
                  <a:pt x="1057064" y="99050"/>
                  <a:pt x="1061708" y="99050"/>
                </a:cubicBezTo>
                <a:lnTo>
                  <a:pt x="1064762" y="99050"/>
                </a:lnTo>
                <a:lnTo>
                  <a:pt x="1064762" y="22520"/>
                </a:lnTo>
                <a:lnTo>
                  <a:pt x="1061708" y="22520"/>
                </a:lnTo>
                <a:cubicBezTo>
                  <a:pt x="1057001" y="22520"/>
                  <a:pt x="1053645" y="21614"/>
                  <a:pt x="1051641" y="19801"/>
                </a:cubicBezTo>
                <a:cubicBezTo>
                  <a:pt x="1049637" y="17987"/>
                  <a:pt x="1048635" y="15618"/>
                  <a:pt x="1048635" y="12691"/>
                </a:cubicBezTo>
                <a:cubicBezTo>
                  <a:pt x="1048635" y="9765"/>
                  <a:pt x="1049637" y="7395"/>
                  <a:pt x="1051641" y="5582"/>
                </a:cubicBezTo>
                <a:cubicBezTo>
                  <a:pt x="1053645" y="3769"/>
                  <a:pt x="1057001" y="2863"/>
                  <a:pt x="1061708" y="2863"/>
                </a:cubicBezTo>
                <a:lnTo>
                  <a:pt x="1149499" y="2958"/>
                </a:lnTo>
                <a:lnTo>
                  <a:pt x="1149499" y="32826"/>
                </a:lnTo>
                <a:cubicBezTo>
                  <a:pt x="1149499" y="37724"/>
                  <a:pt x="1148608" y="41176"/>
                  <a:pt x="1146827" y="43179"/>
                </a:cubicBezTo>
                <a:cubicBezTo>
                  <a:pt x="1145046" y="45183"/>
                  <a:pt x="1142692" y="46185"/>
                  <a:pt x="1139765" y="46185"/>
                </a:cubicBezTo>
                <a:cubicBezTo>
                  <a:pt x="1136839" y="46185"/>
                  <a:pt x="1134469" y="45183"/>
                  <a:pt x="1132656" y="43179"/>
                </a:cubicBezTo>
                <a:cubicBezTo>
                  <a:pt x="1130843" y="41176"/>
                  <a:pt x="1129937" y="37724"/>
                  <a:pt x="1129937" y="32826"/>
                </a:cubicBezTo>
                <a:lnTo>
                  <a:pt x="1129937" y="22520"/>
                </a:lnTo>
                <a:lnTo>
                  <a:pt x="1084324" y="22520"/>
                </a:lnTo>
                <a:lnTo>
                  <a:pt x="1084324" y="50766"/>
                </a:lnTo>
                <a:lnTo>
                  <a:pt x="1101500" y="50766"/>
                </a:lnTo>
                <a:cubicBezTo>
                  <a:pt x="1101500" y="45867"/>
                  <a:pt x="1101977" y="42778"/>
                  <a:pt x="1102932" y="41498"/>
                </a:cubicBezTo>
                <a:cubicBezTo>
                  <a:pt x="1104904" y="38770"/>
                  <a:pt x="1107703" y="37406"/>
                  <a:pt x="1111329" y="37406"/>
                </a:cubicBezTo>
                <a:cubicBezTo>
                  <a:pt x="1114192" y="37406"/>
                  <a:pt x="1116530" y="38408"/>
                  <a:pt x="1118343" y="40412"/>
                </a:cubicBezTo>
                <a:cubicBezTo>
                  <a:pt x="1120156" y="42416"/>
                  <a:pt x="1121062" y="45867"/>
                  <a:pt x="1121062" y="50766"/>
                </a:cubicBezTo>
                <a:lnTo>
                  <a:pt x="1121062" y="70423"/>
                </a:lnTo>
                <a:cubicBezTo>
                  <a:pt x="1121062" y="75322"/>
                  <a:pt x="1120553" y="78429"/>
                  <a:pt x="1119536" y="79745"/>
                </a:cubicBezTo>
                <a:cubicBezTo>
                  <a:pt x="1117500" y="82437"/>
                  <a:pt x="1114764" y="83782"/>
                  <a:pt x="1111329" y="83782"/>
                </a:cubicBezTo>
                <a:cubicBezTo>
                  <a:pt x="1107703" y="83782"/>
                  <a:pt x="1104904" y="82419"/>
                  <a:pt x="1102932" y="79691"/>
                </a:cubicBezTo>
                <a:cubicBezTo>
                  <a:pt x="1101977" y="78411"/>
                  <a:pt x="1101500" y="75322"/>
                  <a:pt x="1101500" y="70423"/>
                </a:cubicBezTo>
                <a:lnTo>
                  <a:pt x="1084324" y="70423"/>
                </a:lnTo>
                <a:close/>
                <a:moveTo>
                  <a:pt x="1197192" y="39983"/>
                </a:moveTo>
                <a:lnTo>
                  <a:pt x="1197192" y="99050"/>
                </a:lnTo>
                <a:lnTo>
                  <a:pt x="1204253" y="99050"/>
                </a:lnTo>
                <a:cubicBezTo>
                  <a:pt x="1208961" y="99050"/>
                  <a:pt x="1212316" y="99957"/>
                  <a:pt x="1214320" y="101770"/>
                </a:cubicBezTo>
                <a:cubicBezTo>
                  <a:pt x="1216324" y="103583"/>
                  <a:pt x="1217326" y="105953"/>
                  <a:pt x="1217326" y="108879"/>
                </a:cubicBezTo>
                <a:cubicBezTo>
                  <a:pt x="1217326" y="111805"/>
                  <a:pt x="1216324" y="114175"/>
                  <a:pt x="1214320" y="115988"/>
                </a:cubicBezTo>
                <a:cubicBezTo>
                  <a:pt x="1212316" y="117801"/>
                  <a:pt x="1208961" y="118708"/>
                  <a:pt x="1204253" y="118708"/>
                </a:cubicBezTo>
                <a:lnTo>
                  <a:pt x="1178584" y="118708"/>
                </a:lnTo>
                <a:cubicBezTo>
                  <a:pt x="1173876" y="118708"/>
                  <a:pt x="1170521" y="117785"/>
                  <a:pt x="1168517" y="115940"/>
                </a:cubicBezTo>
                <a:cubicBezTo>
                  <a:pt x="1166513" y="114096"/>
                  <a:pt x="1165511" y="111710"/>
                  <a:pt x="1165511" y="108784"/>
                </a:cubicBezTo>
                <a:cubicBezTo>
                  <a:pt x="1165511" y="105857"/>
                  <a:pt x="1166497" y="103503"/>
                  <a:pt x="1168469" y="101722"/>
                </a:cubicBezTo>
                <a:cubicBezTo>
                  <a:pt x="1170441" y="99941"/>
                  <a:pt x="1173495" y="99050"/>
                  <a:pt x="1177630" y="99050"/>
                </a:cubicBezTo>
                <a:lnTo>
                  <a:pt x="1177630" y="22520"/>
                </a:lnTo>
                <a:lnTo>
                  <a:pt x="1174576" y="22520"/>
                </a:lnTo>
                <a:cubicBezTo>
                  <a:pt x="1169869" y="22520"/>
                  <a:pt x="1166513" y="21614"/>
                  <a:pt x="1164509" y="19801"/>
                </a:cubicBezTo>
                <a:cubicBezTo>
                  <a:pt x="1162505" y="17987"/>
                  <a:pt x="1161503" y="15618"/>
                  <a:pt x="1161503" y="12691"/>
                </a:cubicBezTo>
                <a:cubicBezTo>
                  <a:pt x="1161503" y="9765"/>
                  <a:pt x="1162505" y="7395"/>
                  <a:pt x="1164509" y="5582"/>
                </a:cubicBezTo>
                <a:cubicBezTo>
                  <a:pt x="1166513" y="3769"/>
                  <a:pt x="1169869" y="2863"/>
                  <a:pt x="1174576" y="2863"/>
                </a:cubicBezTo>
                <a:lnTo>
                  <a:pt x="1197192" y="3054"/>
                </a:lnTo>
                <a:lnTo>
                  <a:pt x="1247194" y="81492"/>
                </a:lnTo>
                <a:lnTo>
                  <a:pt x="1247194" y="22520"/>
                </a:lnTo>
                <a:lnTo>
                  <a:pt x="1240133" y="22520"/>
                </a:lnTo>
                <a:cubicBezTo>
                  <a:pt x="1235425" y="22520"/>
                  <a:pt x="1232069" y="21614"/>
                  <a:pt x="1230065" y="19801"/>
                </a:cubicBezTo>
                <a:cubicBezTo>
                  <a:pt x="1228061" y="17987"/>
                  <a:pt x="1227060" y="15618"/>
                  <a:pt x="1227060" y="12691"/>
                </a:cubicBezTo>
                <a:cubicBezTo>
                  <a:pt x="1227060" y="9765"/>
                  <a:pt x="1228061" y="7395"/>
                  <a:pt x="1230065" y="5582"/>
                </a:cubicBezTo>
                <a:cubicBezTo>
                  <a:pt x="1232069" y="3769"/>
                  <a:pt x="1235425" y="2863"/>
                  <a:pt x="1240133" y="2863"/>
                </a:cubicBezTo>
                <a:lnTo>
                  <a:pt x="1265802" y="3054"/>
                </a:lnTo>
                <a:cubicBezTo>
                  <a:pt x="1270509" y="3054"/>
                  <a:pt x="1273865" y="3944"/>
                  <a:pt x="1275869" y="5725"/>
                </a:cubicBezTo>
                <a:cubicBezTo>
                  <a:pt x="1277873" y="7507"/>
                  <a:pt x="1278875" y="9861"/>
                  <a:pt x="1278875" y="12787"/>
                </a:cubicBezTo>
                <a:cubicBezTo>
                  <a:pt x="1278875" y="15713"/>
                  <a:pt x="1277889" y="18099"/>
                  <a:pt x="1275917" y="19944"/>
                </a:cubicBezTo>
                <a:cubicBezTo>
                  <a:pt x="1273945" y="21789"/>
                  <a:pt x="1270923" y="22711"/>
                  <a:pt x="1266851" y="22711"/>
                </a:cubicBezTo>
                <a:lnTo>
                  <a:pt x="1266851" y="118708"/>
                </a:lnTo>
                <a:lnTo>
                  <a:pt x="1247480" y="118708"/>
                </a:lnTo>
                <a:lnTo>
                  <a:pt x="1197192" y="39983"/>
                </a:lnTo>
                <a:close/>
                <a:moveTo>
                  <a:pt x="1388212" y="83210"/>
                </a:moveTo>
                <a:lnTo>
                  <a:pt x="1388212" y="109326"/>
                </a:lnTo>
                <a:cubicBezTo>
                  <a:pt x="1379369" y="114109"/>
                  <a:pt x="1371847" y="117378"/>
                  <a:pt x="1365644" y="119131"/>
                </a:cubicBezTo>
                <a:cubicBezTo>
                  <a:pt x="1359442" y="120885"/>
                  <a:pt x="1352746" y="121761"/>
                  <a:pt x="1345558" y="121761"/>
                </a:cubicBezTo>
                <a:cubicBezTo>
                  <a:pt x="1335570" y="121761"/>
                  <a:pt x="1326314" y="120262"/>
                  <a:pt x="1317789" y="117264"/>
                </a:cubicBezTo>
                <a:cubicBezTo>
                  <a:pt x="1311109" y="114970"/>
                  <a:pt x="1305845" y="112070"/>
                  <a:pt x="1301996" y="108563"/>
                </a:cubicBezTo>
                <a:cubicBezTo>
                  <a:pt x="1298148" y="105054"/>
                  <a:pt x="1294601" y="99872"/>
                  <a:pt x="1291357" y="93018"/>
                </a:cubicBezTo>
                <a:cubicBezTo>
                  <a:pt x="1288112" y="86163"/>
                  <a:pt x="1286490" y="78495"/>
                  <a:pt x="1286490" y="70015"/>
                </a:cubicBezTo>
                <a:lnTo>
                  <a:pt x="1286490" y="55859"/>
                </a:lnTo>
                <a:cubicBezTo>
                  <a:pt x="1286490" y="42788"/>
                  <a:pt x="1290466" y="31118"/>
                  <a:pt x="1298418" y="20850"/>
                </a:cubicBezTo>
                <a:cubicBezTo>
                  <a:pt x="1309105" y="6950"/>
                  <a:pt x="1323642" y="0"/>
                  <a:pt x="1342027" y="0"/>
                </a:cubicBezTo>
                <a:cubicBezTo>
                  <a:pt x="1347371" y="0"/>
                  <a:pt x="1352444" y="541"/>
                  <a:pt x="1357247" y="1622"/>
                </a:cubicBezTo>
                <a:cubicBezTo>
                  <a:pt x="1362050" y="2704"/>
                  <a:pt x="1366614" y="4326"/>
                  <a:pt x="1370940" y="6489"/>
                </a:cubicBezTo>
                <a:cubicBezTo>
                  <a:pt x="1373549" y="4199"/>
                  <a:pt x="1376093" y="3054"/>
                  <a:pt x="1378574" y="3054"/>
                </a:cubicBezTo>
                <a:cubicBezTo>
                  <a:pt x="1381437" y="3054"/>
                  <a:pt x="1383759" y="4040"/>
                  <a:pt x="1385540" y="6012"/>
                </a:cubicBezTo>
                <a:cubicBezTo>
                  <a:pt x="1387322" y="7984"/>
                  <a:pt x="1388212" y="11324"/>
                  <a:pt x="1388212" y="16031"/>
                </a:cubicBezTo>
                <a:lnTo>
                  <a:pt x="1388212" y="28723"/>
                </a:lnTo>
                <a:cubicBezTo>
                  <a:pt x="1388212" y="33430"/>
                  <a:pt x="1387306" y="36786"/>
                  <a:pt x="1385493" y="38790"/>
                </a:cubicBezTo>
                <a:cubicBezTo>
                  <a:pt x="1383679" y="40794"/>
                  <a:pt x="1381342" y="41796"/>
                  <a:pt x="1378479" y="41796"/>
                </a:cubicBezTo>
                <a:cubicBezTo>
                  <a:pt x="1376189" y="41796"/>
                  <a:pt x="1374217" y="41096"/>
                  <a:pt x="1372563" y="39696"/>
                </a:cubicBezTo>
                <a:cubicBezTo>
                  <a:pt x="1371290" y="38742"/>
                  <a:pt x="1370225" y="36627"/>
                  <a:pt x="1369366" y="33351"/>
                </a:cubicBezTo>
                <a:cubicBezTo>
                  <a:pt x="1368507" y="30075"/>
                  <a:pt x="1367537" y="27864"/>
                  <a:pt x="1366455" y="26719"/>
                </a:cubicBezTo>
                <a:cubicBezTo>
                  <a:pt x="1364738" y="24874"/>
                  <a:pt x="1361700" y="23236"/>
                  <a:pt x="1357342" y="21804"/>
                </a:cubicBezTo>
                <a:cubicBezTo>
                  <a:pt x="1352985" y="20373"/>
                  <a:pt x="1348102" y="19657"/>
                  <a:pt x="1342695" y="19657"/>
                </a:cubicBezTo>
                <a:cubicBezTo>
                  <a:pt x="1334934" y="19657"/>
                  <a:pt x="1328190" y="21250"/>
                  <a:pt x="1322465" y="24435"/>
                </a:cubicBezTo>
                <a:cubicBezTo>
                  <a:pt x="1318393" y="26790"/>
                  <a:pt x="1314640" y="30899"/>
                  <a:pt x="1311205" y="36759"/>
                </a:cubicBezTo>
                <a:cubicBezTo>
                  <a:pt x="1307770" y="42618"/>
                  <a:pt x="1306052" y="48986"/>
                  <a:pt x="1306052" y="55865"/>
                </a:cubicBezTo>
                <a:lnTo>
                  <a:pt x="1306052" y="70006"/>
                </a:lnTo>
                <a:cubicBezTo>
                  <a:pt x="1306052" y="80514"/>
                  <a:pt x="1309090" y="88491"/>
                  <a:pt x="1315165" y="93936"/>
                </a:cubicBezTo>
                <a:cubicBezTo>
                  <a:pt x="1321240" y="99381"/>
                  <a:pt x="1330894" y="102104"/>
                  <a:pt x="1344126" y="102104"/>
                </a:cubicBezTo>
                <a:cubicBezTo>
                  <a:pt x="1353096" y="102104"/>
                  <a:pt x="1361271" y="100430"/>
                  <a:pt x="1368650" y="97082"/>
                </a:cubicBezTo>
                <a:lnTo>
                  <a:pt x="1368650" y="83019"/>
                </a:lnTo>
                <a:lnTo>
                  <a:pt x="1348707" y="83019"/>
                </a:lnTo>
                <a:cubicBezTo>
                  <a:pt x="1343999" y="83019"/>
                  <a:pt x="1340643" y="82113"/>
                  <a:pt x="1338639" y="80299"/>
                </a:cubicBezTo>
                <a:cubicBezTo>
                  <a:pt x="1336635" y="78486"/>
                  <a:pt x="1335633" y="76117"/>
                  <a:pt x="1335633" y="73190"/>
                </a:cubicBezTo>
                <a:cubicBezTo>
                  <a:pt x="1335633" y="70264"/>
                  <a:pt x="1336635" y="67894"/>
                  <a:pt x="1338639" y="66081"/>
                </a:cubicBezTo>
                <a:cubicBezTo>
                  <a:pt x="1340643" y="64268"/>
                  <a:pt x="1343999" y="63362"/>
                  <a:pt x="1348707" y="63362"/>
                </a:cubicBezTo>
                <a:lnTo>
                  <a:pt x="1383441" y="63553"/>
                </a:lnTo>
                <a:cubicBezTo>
                  <a:pt x="1388149" y="63553"/>
                  <a:pt x="1391504" y="64443"/>
                  <a:pt x="1393508" y="66224"/>
                </a:cubicBezTo>
                <a:cubicBezTo>
                  <a:pt x="1395512" y="68006"/>
                  <a:pt x="1396514" y="70359"/>
                  <a:pt x="1396514" y="73286"/>
                </a:cubicBezTo>
                <a:cubicBezTo>
                  <a:pt x="1396514" y="76212"/>
                  <a:pt x="1395830" y="78598"/>
                  <a:pt x="1394462" y="80443"/>
                </a:cubicBezTo>
                <a:cubicBezTo>
                  <a:pt x="1393095" y="82288"/>
                  <a:pt x="1391011" y="83210"/>
                  <a:pt x="1388212" y="83210"/>
                </a:cubicBezTo>
                <a:close/>
                <a:moveTo>
                  <a:pt x="1465964" y="22711"/>
                </a:moveTo>
                <a:lnTo>
                  <a:pt x="1465964" y="99050"/>
                </a:lnTo>
                <a:lnTo>
                  <a:pt x="1485717" y="99050"/>
                </a:lnTo>
                <a:cubicBezTo>
                  <a:pt x="1490424" y="99050"/>
                  <a:pt x="1493780" y="99957"/>
                  <a:pt x="1495784" y="101770"/>
                </a:cubicBezTo>
                <a:cubicBezTo>
                  <a:pt x="1497788" y="103583"/>
                  <a:pt x="1498790" y="105953"/>
                  <a:pt x="1498790" y="108879"/>
                </a:cubicBezTo>
                <a:cubicBezTo>
                  <a:pt x="1498790" y="111805"/>
                  <a:pt x="1497788" y="114175"/>
                  <a:pt x="1495784" y="115988"/>
                </a:cubicBezTo>
                <a:cubicBezTo>
                  <a:pt x="1493780" y="117801"/>
                  <a:pt x="1490424" y="118708"/>
                  <a:pt x="1485717" y="118708"/>
                </a:cubicBezTo>
                <a:lnTo>
                  <a:pt x="1426649" y="118708"/>
                </a:lnTo>
                <a:cubicBezTo>
                  <a:pt x="1421941" y="118708"/>
                  <a:pt x="1418586" y="117785"/>
                  <a:pt x="1416582" y="115940"/>
                </a:cubicBezTo>
                <a:cubicBezTo>
                  <a:pt x="1414578" y="114096"/>
                  <a:pt x="1413576" y="111710"/>
                  <a:pt x="1413576" y="108784"/>
                </a:cubicBezTo>
                <a:cubicBezTo>
                  <a:pt x="1413576" y="105857"/>
                  <a:pt x="1414578" y="103503"/>
                  <a:pt x="1416582" y="101722"/>
                </a:cubicBezTo>
                <a:cubicBezTo>
                  <a:pt x="1418586" y="99941"/>
                  <a:pt x="1421941" y="99050"/>
                  <a:pt x="1426649" y="99050"/>
                </a:cubicBezTo>
                <a:lnTo>
                  <a:pt x="1446402" y="99050"/>
                </a:lnTo>
                <a:lnTo>
                  <a:pt x="1446402" y="22520"/>
                </a:lnTo>
                <a:lnTo>
                  <a:pt x="1426649" y="22520"/>
                </a:lnTo>
                <a:cubicBezTo>
                  <a:pt x="1421941" y="22520"/>
                  <a:pt x="1418586" y="21614"/>
                  <a:pt x="1416582" y="19801"/>
                </a:cubicBezTo>
                <a:cubicBezTo>
                  <a:pt x="1414578" y="17987"/>
                  <a:pt x="1413576" y="15618"/>
                  <a:pt x="1413576" y="12691"/>
                </a:cubicBezTo>
                <a:cubicBezTo>
                  <a:pt x="1413576" y="9765"/>
                  <a:pt x="1414578" y="7395"/>
                  <a:pt x="1416582" y="5582"/>
                </a:cubicBezTo>
                <a:cubicBezTo>
                  <a:pt x="1418586" y="3769"/>
                  <a:pt x="1421941" y="2863"/>
                  <a:pt x="1426649" y="2863"/>
                </a:cubicBezTo>
                <a:lnTo>
                  <a:pt x="1485717" y="3054"/>
                </a:lnTo>
                <a:cubicBezTo>
                  <a:pt x="1490424" y="3054"/>
                  <a:pt x="1493780" y="3944"/>
                  <a:pt x="1495784" y="5725"/>
                </a:cubicBezTo>
                <a:cubicBezTo>
                  <a:pt x="1497788" y="7507"/>
                  <a:pt x="1498790" y="9861"/>
                  <a:pt x="1498790" y="12787"/>
                </a:cubicBezTo>
                <a:cubicBezTo>
                  <a:pt x="1498790" y="15713"/>
                  <a:pt x="1497788" y="18099"/>
                  <a:pt x="1495784" y="19944"/>
                </a:cubicBezTo>
                <a:cubicBezTo>
                  <a:pt x="1493780" y="21789"/>
                  <a:pt x="1490424" y="22711"/>
                  <a:pt x="1485717" y="22711"/>
                </a:cubicBezTo>
                <a:lnTo>
                  <a:pt x="1465964" y="22711"/>
                </a:lnTo>
                <a:close/>
                <a:moveTo>
                  <a:pt x="1548963" y="39983"/>
                </a:moveTo>
                <a:lnTo>
                  <a:pt x="1548963" y="99050"/>
                </a:lnTo>
                <a:lnTo>
                  <a:pt x="1556025" y="99050"/>
                </a:lnTo>
                <a:cubicBezTo>
                  <a:pt x="1560732" y="99050"/>
                  <a:pt x="1564088" y="99957"/>
                  <a:pt x="1566092" y="101770"/>
                </a:cubicBezTo>
                <a:cubicBezTo>
                  <a:pt x="1568096" y="103583"/>
                  <a:pt x="1569098" y="105953"/>
                  <a:pt x="1569098" y="108879"/>
                </a:cubicBezTo>
                <a:cubicBezTo>
                  <a:pt x="1569098" y="111805"/>
                  <a:pt x="1568096" y="114175"/>
                  <a:pt x="1566092" y="115988"/>
                </a:cubicBezTo>
                <a:cubicBezTo>
                  <a:pt x="1564088" y="117801"/>
                  <a:pt x="1560732" y="118708"/>
                  <a:pt x="1556025" y="118708"/>
                </a:cubicBezTo>
                <a:lnTo>
                  <a:pt x="1530356" y="118708"/>
                </a:lnTo>
                <a:cubicBezTo>
                  <a:pt x="1525648" y="118708"/>
                  <a:pt x="1522292" y="117785"/>
                  <a:pt x="1520288" y="115940"/>
                </a:cubicBezTo>
                <a:cubicBezTo>
                  <a:pt x="1518285" y="114096"/>
                  <a:pt x="1517283" y="111710"/>
                  <a:pt x="1517283" y="108784"/>
                </a:cubicBezTo>
                <a:cubicBezTo>
                  <a:pt x="1517283" y="105857"/>
                  <a:pt x="1518269" y="103503"/>
                  <a:pt x="1520241" y="101722"/>
                </a:cubicBezTo>
                <a:cubicBezTo>
                  <a:pt x="1522213" y="99941"/>
                  <a:pt x="1525266" y="99050"/>
                  <a:pt x="1529401" y="99050"/>
                </a:cubicBezTo>
                <a:lnTo>
                  <a:pt x="1529401" y="22520"/>
                </a:lnTo>
                <a:lnTo>
                  <a:pt x="1526348" y="22520"/>
                </a:lnTo>
                <a:cubicBezTo>
                  <a:pt x="1521640" y="22520"/>
                  <a:pt x="1518285" y="21614"/>
                  <a:pt x="1516281" y="19801"/>
                </a:cubicBezTo>
                <a:cubicBezTo>
                  <a:pt x="1514277" y="17987"/>
                  <a:pt x="1513275" y="15618"/>
                  <a:pt x="1513275" y="12691"/>
                </a:cubicBezTo>
                <a:cubicBezTo>
                  <a:pt x="1513275" y="9765"/>
                  <a:pt x="1514277" y="7395"/>
                  <a:pt x="1516281" y="5582"/>
                </a:cubicBezTo>
                <a:cubicBezTo>
                  <a:pt x="1518285" y="3769"/>
                  <a:pt x="1521640" y="2863"/>
                  <a:pt x="1526348" y="2863"/>
                </a:cubicBezTo>
                <a:lnTo>
                  <a:pt x="1548963" y="3054"/>
                </a:lnTo>
                <a:lnTo>
                  <a:pt x="1598966" y="81492"/>
                </a:lnTo>
                <a:lnTo>
                  <a:pt x="1598966" y="22520"/>
                </a:lnTo>
                <a:lnTo>
                  <a:pt x="1591904" y="22520"/>
                </a:lnTo>
                <a:cubicBezTo>
                  <a:pt x="1587197" y="22520"/>
                  <a:pt x="1583841" y="21614"/>
                  <a:pt x="1581837" y="19801"/>
                </a:cubicBezTo>
                <a:cubicBezTo>
                  <a:pt x="1579833" y="17987"/>
                  <a:pt x="1578831" y="15618"/>
                  <a:pt x="1578831" y="12691"/>
                </a:cubicBezTo>
                <a:cubicBezTo>
                  <a:pt x="1578831" y="9765"/>
                  <a:pt x="1579833" y="7395"/>
                  <a:pt x="1581837" y="5582"/>
                </a:cubicBezTo>
                <a:cubicBezTo>
                  <a:pt x="1583841" y="3769"/>
                  <a:pt x="1587197" y="2863"/>
                  <a:pt x="1591904" y="2863"/>
                </a:cubicBezTo>
                <a:lnTo>
                  <a:pt x="1617573" y="3054"/>
                </a:lnTo>
                <a:cubicBezTo>
                  <a:pt x="1622281" y="3054"/>
                  <a:pt x="1625637" y="3944"/>
                  <a:pt x="1627641" y="5725"/>
                </a:cubicBezTo>
                <a:cubicBezTo>
                  <a:pt x="1629645" y="7507"/>
                  <a:pt x="1630647" y="9861"/>
                  <a:pt x="1630647" y="12787"/>
                </a:cubicBezTo>
                <a:cubicBezTo>
                  <a:pt x="1630647" y="15713"/>
                  <a:pt x="1629660" y="18099"/>
                  <a:pt x="1627688" y="19944"/>
                </a:cubicBezTo>
                <a:cubicBezTo>
                  <a:pt x="1625716" y="21789"/>
                  <a:pt x="1622695" y="22711"/>
                  <a:pt x="1618623" y="22711"/>
                </a:cubicBezTo>
                <a:lnTo>
                  <a:pt x="1618623" y="118708"/>
                </a:lnTo>
                <a:lnTo>
                  <a:pt x="1599252" y="118708"/>
                </a:lnTo>
                <a:lnTo>
                  <a:pt x="1548963" y="39983"/>
                </a:lnTo>
                <a:close/>
                <a:moveTo>
                  <a:pt x="1670610" y="70423"/>
                </a:moveTo>
                <a:lnTo>
                  <a:pt x="1670610" y="99050"/>
                </a:lnTo>
                <a:lnTo>
                  <a:pt x="1720517" y="99050"/>
                </a:lnTo>
                <a:lnTo>
                  <a:pt x="1720517" y="88363"/>
                </a:lnTo>
                <a:cubicBezTo>
                  <a:pt x="1720517" y="83464"/>
                  <a:pt x="1721424" y="80013"/>
                  <a:pt x="1723237" y="78009"/>
                </a:cubicBezTo>
                <a:cubicBezTo>
                  <a:pt x="1725050" y="76005"/>
                  <a:pt x="1727420" y="75003"/>
                  <a:pt x="1730346" y="75003"/>
                </a:cubicBezTo>
                <a:cubicBezTo>
                  <a:pt x="1733209" y="75003"/>
                  <a:pt x="1735547" y="76005"/>
                  <a:pt x="1737360" y="78009"/>
                </a:cubicBezTo>
                <a:cubicBezTo>
                  <a:pt x="1739173" y="80013"/>
                  <a:pt x="1740079" y="83464"/>
                  <a:pt x="1740079" y="88363"/>
                </a:cubicBezTo>
                <a:lnTo>
                  <a:pt x="1740079" y="118708"/>
                </a:lnTo>
                <a:lnTo>
                  <a:pt x="1647995" y="118708"/>
                </a:lnTo>
                <a:cubicBezTo>
                  <a:pt x="1643287" y="118708"/>
                  <a:pt x="1639932" y="117785"/>
                  <a:pt x="1637928" y="115940"/>
                </a:cubicBezTo>
                <a:cubicBezTo>
                  <a:pt x="1635924" y="114096"/>
                  <a:pt x="1634922" y="111710"/>
                  <a:pt x="1634922" y="108784"/>
                </a:cubicBezTo>
                <a:cubicBezTo>
                  <a:pt x="1634922" y="105857"/>
                  <a:pt x="1635940" y="103503"/>
                  <a:pt x="1637975" y="101722"/>
                </a:cubicBezTo>
                <a:cubicBezTo>
                  <a:pt x="1640011" y="99941"/>
                  <a:pt x="1643351" y="99050"/>
                  <a:pt x="1647995" y="99050"/>
                </a:cubicBezTo>
                <a:lnTo>
                  <a:pt x="1651048" y="99050"/>
                </a:lnTo>
                <a:lnTo>
                  <a:pt x="1651048" y="22520"/>
                </a:lnTo>
                <a:lnTo>
                  <a:pt x="1647995" y="22520"/>
                </a:lnTo>
                <a:cubicBezTo>
                  <a:pt x="1643287" y="22520"/>
                  <a:pt x="1639932" y="21614"/>
                  <a:pt x="1637928" y="19801"/>
                </a:cubicBezTo>
                <a:cubicBezTo>
                  <a:pt x="1635924" y="17987"/>
                  <a:pt x="1634922" y="15618"/>
                  <a:pt x="1634922" y="12691"/>
                </a:cubicBezTo>
                <a:cubicBezTo>
                  <a:pt x="1634922" y="9765"/>
                  <a:pt x="1635924" y="7395"/>
                  <a:pt x="1637928" y="5582"/>
                </a:cubicBezTo>
                <a:cubicBezTo>
                  <a:pt x="1639932" y="3769"/>
                  <a:pt x="1643287" y="2863"/>
                  <a:pt x="1647995" y="2863"/>
                </a:cubicBezTo>
                <a:lnTo>
                  <a:pt x="1735785" y="2958"/>
                </a:lnTo>
                <a:lnTo>
                  <a:pt x="1735785" y="32826"/>
                </a:lnTo>
                <a:cubicBezTo>
                  <a:pt x="1735785" y="37724"/>
                  <a:pt x="1734895" y="41176"/>
                  <a:pt x="1733113" y="43179"/>
                </a:cubicBezTo>
                <a:cubicBezTo>
                  <a:pt x="1731332" y="45183"/>
                  <a:pt x="1728978" y="46185"/>
                  <a:pt x="1726052" y="46185"/>
                </a:cubicBezTo>
                <a:cubicBezTo>
                  <a:pt x="1723126" y="46185"/>
                  <a:pt x="1720756" y="45183"/>
                  <a:pt x="1718943" y="43179"/>
                </a:cubicBezTo>
                <a:cubicBezTo>
                  <a:pt x="1717130" y="41176"/>
                  <a:pt x="1716223" y="37724"/>
                  <a:pt x="1716223" y="32826"/>
                </a:cubicBezTo>
                <a:lnTo>
                  <a:pt x="1716223" y="22520"/>
                </a:lnTo>
                <a:lnTo>
                  <a:pt x="1670610" y="22520"/>
                </a:lnTo>
                <a:lnTo>
                  <a:pt x="1670610" y="50766"/>
                </a:lnTo>
                <a:lnTo>
                  <a:pt x="1687787" y="50766"/>
                </a:lnTo>
                <a:cubicBezTo>
                  <a:pt x="1687787" y="45867"/>
                  <a:pt x="1688264" y="42778"/>
                  <a:pt x="1689218" y="41498"/>
                </a:cubicBezTo>
                <a:cubicBezTo>
                  <a:pt x="1691190" y="38770"/>
                  <a:pt x="1693989" y="37406"/>
                  <a:pt x="1697615" y="37406"/>
                </a:cubicBezTo>
                <a:cubicBezTo>
                  <a:pt x="1700478" y="37406"/>
                  <a:pt x="1702816" y="38408"/>
                  <a:pt x="1704629" y="40412"/>
                </a:cubicBezTo>
                <a:cubicBezTo>
                  <a:pt x="1706442" y="42416"/>
                  <a:pt x="1707349" y="45867"/>
                  <a:pt x="1707349" y="50766"/>
                </a:cubicBezTo>
                <a:lnTo>
                  <a:pt x="1707349" y="70423"/>
                </a:lnTo>
                <a:cubicBezTo>
                  <a:pt x="1707349" y="75322"/>
                  <a:pt x="1706840" y="78429"/>
                  <a:pt x="1705822" y="79745"/>
                </a:cubicBezTo>
                <a:cubicBezTo>
                  <a:pt x="1703786" y="82437"/>
                  <a:pt x="1701051" y="83782"/>
                  <a:pt x="1697615" y="83782"/>
                </a:cubicBezTo>
                <a:cubicBezTo>
                  <a:pt x="1693989" y="83782"/>
                  <a:pt x="1691190" y="82419"/>
                  <a:pt x="1689218" y="79691"/>
                </a:cubicBezTo>
                <a:cubicBezTo>
                  <a:pt x="1688264" y="78411"/>
                  <a:pt x="1687787" y="75322"/>
                  <a:pt x="1687787" y="70423"/>
                </a:cubicBezTo>
                <a:lnTo>
                  <a:pt x="1670610" y="70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A99D1-16E5-47F1-A1E9-1906102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6" y="2075361"/>
            <a:ext cx="2394003" cy="1009716"/>
          </a:xfrm>
          <a:custGeom xmlns:a="http://schemas.openxmlformats.org/drawingml/2006/main">
            <a:pathLst>
              <a:path w="2394003" h="1009716" fill="none">
                <a:moveTo>
                  <a:pt x="0" y="0"/>
                </a:moveTo>
                <a:lnTo>
                  <a:pt x="2394003" y="0"/>
                </a:lnTo>
                <a:lnTo>
                  <a:pt x="2394003" y="1009716"/>
                </a:lnTo>
                <a:lnTo>
                  <a:pt x="0" y="10097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79CA8-AA6B-4C4D-872D-3A776C9B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51" y="2327790"/>
            <a:ext cx="812495" cy="570001"/>
          </a:xfrm>
          <a:custGeom xmlns:a="http://schemas.openxmlformats.org/drawingml/2006/main">
            <a:pathLst>
              <a:path w="812495" h="570001">
                <a:moveTo>
                  <a:pt x="812495" y="81429"/>
                </a:moveTo>
                <a:lnTo>
                  <a:pt x="812495" y="570001"/>
                </a:lnTo>
                <a:lnTo>
                  <a:pt x="0" y="570001"/>
                </a:lnTo>
                <a:lnTo>
                  <a:pt x="0" y="0"/>
                </a:lnTo>
                <a:lnTo>
                  <a:pt x="696378" y="0"/>
                </a:lnTo>
                <a:lnTo>
                  <a:pt x="812495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2CA43-57E9-49B8-8A3D-B4CA86BF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51" y="2327790"/>
            <a:ext cx="812495" cy="570001"/>
          </a:xfrm>
          <a:custGeom xmlns:a="http://schemas.openxmlformats.org/drawingml/2006/main">
            <a:pathLst>
              <a:path w="812495" h="570001" fill="none">
                <a:moveTo>
                  <a:pt x="812495" y="81429"/>
                </a:moveTo>
                <a:lnTo>
                  <a:pt x="812495" y="570001"/>
                </a:lnTo>
                <a:lnTo>
                  <a:pt x="0" y="570001"/>
                </a:lnTo>
                <a:lnTo>
                  <a:pt x="0" y="0"/>
                </a:lnTo>
                <a:lnTo>
                  <a:pt x="696378" y="0"/>
                </a:lnTo>
                <a:lnTo>
                  <a:pt x="812495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3C84A-64F8-4368-85E2-A3390CD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00" y="2327790"/>
            <a:ext cx="157646" cy="83220"/>
          </a:xfrm>
          <a:custGeom xmlns:a="http://schemas.openxmlformats.org/drawingml/2006/main">
            <a:pathLst>
              <a:path w="157646" h="83220" fill="none">
                <a:moveTo>
                  <a:pt x="41529" y="0"/>
                </a:moveTo>
                <a:cubicBezTo>
                  <a:pt x="50974" y="19054"/>
                  <a:pt x="35340" y="38760"/>
                  <a:pt x="0" y="52277"/>
                </a:cubicBezTo>
                <a:lnTo>
                  <a:pt x="157646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8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5A407B1D-D4AB-4C59-A981-D6F3287C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70" y="2366591"/>
            <a:ext cx="692997" cy="105476"/>
          </a:xfrm>
          <a:custGeom xmlns:a="http://schemas.openxmlformats.org/drawingml/2006/main">
            <a:pathLst>
              <a:path w="692997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3" y="2163"/>
                </a:moveTo>
                <a:lnTo>
                  <a:pt x="450403" y="53056"/>
                </a:lnTo>
                <a:cubicBezTo>
                  <a:pt x="453159" y="53056"/>
                  <a:pt x="455195" y="53650"/>
                  <a:pt x="456510" y="54837"/>
                </a:cubicBezTo>
                <a:cubicBezTo>
                  <a:pt x="457825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3" y="66161"/>
                </a:cubicBezTo>
                <a:lnTo>
                  <a:pt x="450403" y="71377"/>
                </a:lnTo>
                <a:cubicBezTo>
                  <a:pt x="453159" y="71377"/>
                  <a:pt x="455195" y="71982"/>
                  <a:pt x="456510" y="73190"/>
                </a:cubicBezTo>
                <a:cubicBezTo>
                  <a:pt x="457825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4" y="84482"/>
                  <a:pt x="426896" y="83867"/>
                  <a:pt x="425561" y="82637"/>
                </a:cubicBezTo>
                <a:cubicBezTo>
                  <a:pt x="424225" y="81407"/>
                  <a:pt x="423557" y="79817"/>
                  <a:pt x="423557" y="77866"/>
                </a:cubicBezTo>
                <a:cubicBezTo>
                  <a:pt x="423557" y="75915"/>
                  <a:pt x="424225" y="74346"/>
                  <a:pt x="425561" y="73159"/>
                </a:cubicBezTo>
                <a:cubicBezTo>
                  <a:pt x="426896" y="71971"/>
                  <a:pt x="429134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3" y="2163"/>
                </a:lnTo>
                <a:lnTo>
                  <a:pt x="450403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5" y="105114"/>
                  <a:pt x="498070" y="104392"/>
                </a:cubicBezTo>
                <a:cubicBezTo>
                  <a:pt x="497286" y="103670"/>
                  <a:pt x="496893" y="102863"/>
                  <a:pt x="496893" y="101971"/>
                </a:cubicBezTo>
                <a:cubicBezTo>
                  <a:pt x="496893" y="101333"/>
                  <a:pt x="497042" y="100462"/>
                  <a:pt x="497339" y="99358"/>
                </a:cubicBezTo>
                <a:lnTo>
                  <a:pt x="506372" y="66924"/>
                </a:lnTo>
                <a:close/>
                <a:moveTo>
                  <a:pt x="606237" y="40905"/>
                </a:moveTo>
                <a:cubicBezTo>
                  <a:pt x="610096" y="43535"/>
                  <a:pt x="612980" y="46578"/>
                  <a:pt x="614889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90" y="70540"/>
                  <a:pt x="613966" y="74463"/>
                </a:cubicBezTo>
                <a:cubicBezTo>
                  <a:pt x="611443" y="78386"/>
                  <a:pt x="607785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7" y="84816"/>
                  <a:pt x="561387" y="81667"/>
                </a:cubicBezTo>
                <a:cubicBezTo>
                  <a:pt x="558546" y="79879"/>
                  <a:pt x="557125" y="77751"/>
                  <a:pt x="557125" y="75282"/>
                </a:cubicBezTo>
                <a:cubicBezTo>
                  <a:pt x="557125" y="73409"/>
                  <a:pt x="557751" y="71824"/>
                  <a:pt x="559002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3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6" y="73286"/>
                  <a:pt x="596228" y="72302"/>
                  <a:pt x="599621" y="70336"/>
                </a:cubicBezTo>
                <a:cubicBezTo>
                  <a:pt x="603014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2" y="54280"/>
                </a:cubicBezTo>
                <a:cubicBezTo>
                  <a:pt x="599780" y="51805"/>
                  <a:pt x="597140" y="49890"/>
                  <a:pt x="593832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2" y="43736"/>
                  <a:pt x="577419" y="42241"/>
                  <a:pt x="577419" y="40460"/>
                </a:cubicBezTo>
                <a:cubicBezTo>
                  <a:pt x="577419" y="38594"/>
                  <a:pt x="578055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8" y="33844"/>
                  <a:pt x="590799" y="33823"/>
                  <a:pt x="591096" y="33780"/>
                </a:cubicBezTo>
                <a:cubicBezTo>
                  <a:pt x="592793" y="33611"/>
                  <a:pt x="594489" y="33061"/>
                  <a:pt x="596185" y="32132"/>
                </a:cubicBezTo>
                <a:cubicBezTo>
                  <a:pt x="597882" y="31202"/>
                  <a:pt x="599250" y="29923"/>
                  <a:pt x="600289" y="28295"/>
                </a:cubicBezTo>
                <a:cubicBezTo>
                  <a:pt x="601328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1" y="14110"/>
                  <a:pt x="592093" y="13105"/>
                  <a:pt x="587216" y="13105"/>
                </a:cubicBezTo>
                <a:cubicBezTo>
                  <a:pt x="580939" y="13105"/>
                  <a:pt x="576146" y="14915"/>
                  <a:pt x="572838" y="18534"/>
                </a:cubicBezTo>
                <a:cubicBezTo>
                  <a:pt x="571863" y="19585"/>
                  <a:pt x="571078" y="20258"/>
                  <a:pt x="570484" y="20554"/>
                </a:cubicBezTo>
                <a:cubicBezTo>
                  <a:pt x="569594" y="21017"/>
                  <a:pt x="568597" y="21248"/>
                  <a:pt x="567495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2" y="18057"/>
                  <a:pt x="561006" y="16483"/>
                  <a:pt x="561006" y="14612"/>
                </a:cubicBezTo>
                <a:cubicBezTo>
                  <a:pt x="561006" y="11676"/>
                  <a:pt x="562957" y="8826"/>
                  <a:pt x="566858" y="6061"/>
                </a:cubicBezTo>
                <a:cubicBezTo>
                  <a:pt x="572541" y="2020"/>
                  <a:pt x="579645" y="0"/>
                  <a:pt x="588170" y="0"/>
                </a:cubicBezTo>
                <a:cubicBezTo>
                  <a:pt x="596228" y="0"/>
                  <a:pt x="602695" y="2294"/>
                  <a:pt x="607573" y="6882"/>
                </a:cubicBezTo>
                <a:cubicBezTo>
                  <a:pt x="612450" y="11469"/>
                  <a:pt x="614889" y="16991"/>
                  <a:pt x="614889" y="23447"/>
                </a:cubicBezTo>
                <a:cubicBezTo>
                  <a:pt x="614889" y="26802"/>
                  <a:pt x="614168" y="29935"/>
                  <a:pt x="612726" y="32846"/>
                </a:cubicBezTo>
                <a:cubicBezTo>
                  <a:pt x="611284" y="35755"/>
                  <a:pt x="609121" y="38441"/>
                  <a:pt x="606237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10" y="53650"/>
                  <a:pt x="691024" y="54837"/>
                </a:cubicBezTo>
                <a:cubicBezTo>
                  <a:pt x="692339" y="56025"/>
                  <a:pt x="692997" y="57594"/>
                  <a:pt x="692997" y="59545"/>
                </a:cubicBezTo>
                <a:cubicBezTo>
                  <a:pt x="692997" y="61496"/>
                  <a:pt x="692329" y="63086"/>
                  <a:pt x="690993" y="64316"/>
                </a:cubicBezTo>
                <a:cubicBezTo>
                  <a:pt x="689657" y="65546"/>
                  <a:pt x="687632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10" y="71982"/>
                  <a:pt x="691024" y="73190"/>
                </a:cubicBezTo>
                <a:cubicBezTo>
                  <a:pt x="692339" y="74399"/>
                  <a:pt x="692997" y="75979"/>
                  <a:pt x="692997" y="77930"/>
                </a:cubicBezTo>
                <a:cubicBezTo>
                  <a:pt x="692997" y="79881"/>
                  <a:pt x="692329" y="81460"/>
                  <a:pt x="690993" y="82669"/>
                </a:cubicBezTo>
                <a:cubicBezTo>
                  <a:pt x="689657" y="83878"/>
                  <a:pt x="687420" y="84482"/>
                  <a:pt x="684281" y="84482"/>
                </a:cubicBezTo>
                <a:lnTo>
                  <a:pt x="666787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7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2" y="66161"/>
                </a:lnTo>
                <a:lnTo>
                  <a:pt x="636442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4746B5D8-BCD4-4865-A44C-A96ED6BF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68" y="2529448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9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2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5" y="102863"/>
                  <a:pt x="489895" y="101971"/>
                </a:cubicBezTo>
                <a:cubicBezTo>
                  <a:pt x="489895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6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5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8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6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1" y="66924"/>
                </a:cubicBezTo>
                <a:cubicBezTo>
                  <a:pt x="636145" y="66924"/>
                  <a:pt x="637757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8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6" y="46847"/>
                  <a:pt x="642358" y="47203"/>
                  <a:pt x="641340" y="47203"/>
                </a:cubicBezTo>
                <a:cubicBezTo>
                  <a:pt x="639474" y="47203"/>
                  <a:pt x="637916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4" y="2163"/>
                  <a:pt x="680051" y="2771"/>
                  <a:pt x="681387" y="3986"/>
                </a:cubicBezTo>
                <a:cubicBezTo>
                  <a:pt x="682723" y="5200"/>
                  <a:pt x="683391" y="6787"/>
                  <a:pt x="683391" y="8747"/>
                </a:cubicBezTo>
                <a:cubicBezTo>
                  <a:pt x="683391" y="10665"/>
                  <a:pt x="682723" y="12232"/>
                  <a:pt x="681387" y="13447"/>
                </a:cubicBezTo>
                <a:cubicBezTo>
                  <a:pt x="680051" y="14661"/>
                  <a:pt x="677814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...">
            <a:extLst xmlns:a="http://schemas.openxmlformats.org/drawingml/2006/main">
              <a:ext uri="{FF2B5EF4-FFF2-40B4-BE49-F238E27FC236}">
                <a16:creationId xmlns:a16="http://schemas.microsoft.com/office/drawing/2014/main" id="{2253BCEC-BE44-4454-BE77-6F95F95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69" y="2777805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5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5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343D4-FDD2-4E12-8580-9823333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58" y="2197504"/>
            <a:ext cx="812332" cy="570001"/>
          </a:xfrm>
          <a:custGeom xmlns:a="http://schemas.openxmlformats.org/drawingml/2006/main">
            <a:pathLst>
              <a:path w="812332" h="570001">
                <a:moveTo>
                  <a:pt x="812332" y="81429"/>
                </a:moveTo>
                <a:lnTo>
                  <a:pt x="812332" y="570001"/>
                </a:lnTo>
                <a:lnTo>
                  <a:pt x="0" y="570001"/>
                </a:lnTo>
                <a:lnTo>
                  <a:pt x="0" y="0"/>
                </a:lnTo>
                <a:lnTo>
                  <a:pt x="696215" y="0"/>
                </a:lnTo>
                <a:lnTo>
                  <a:pt x="812332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6A344-B64A-4A10-9D99-6AE5C391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58" y="2197504"/>
            <a:ext cx="812332" cy="570001"/>
          </a:xfrm>
          <a:custGeom xmlns:a="http://schemas.openxmlformats.org/drawingml/2006/main">
            <a:pathLst>
              <a:path w="812332" h="570001" fill="none">
                <a:moveTo>
                  <a:pt x="812332" y="81429"/>
                </a:moveTo>
                <a:lnTo>
                  <a:pt x="812332" y="570001"/>
                </a:lnTo>
                <a:lnTo>
                  <a:pt x="0" y="570001"/>
                </a:lnTo>
                <a:lnTo>
                  <a:pt x="0" y="0"/>
                </a:lnTo>
                <a:lnTo>
                  <a:pt x="696215" y="0"/>
                </a:lnTo>
                <a:lnTo>
                  <a:pt x="812332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40EDF-D54F-45C2-A80E-3815050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907" y="2197504"/>
            <a:ext cx="157483" cy="83220"/>
          </a:xfrm>
          <a:custGeom xmlns:a="http://schemas.openxmlformats.org/drawingml/2006/main">
            <a:pathLst>
              <a:path w="157483" h="83220" fill="none">
                <a:moveTo>
                  <a:pt x="41366" y="0"/>
                </a:moveTo>
                <a:cubicBezTo>
                  <a:pt x="50811" y="19054"/>
                  <a:pt x="35340" y="38760"/>
                  <a:pt x="0" y="52277"/>
                </a:cubicBezTo>
                <a:lnTo>
                  <a:pt x="157483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4" name="Text bltz">
            <a:extLst xmlns:a="http://schemas.openxmlformats.org/drawingml/2006/main">
              <a:ext uri="{FF2B5EF4-FFF2-40B4-BE49-F238E27FC236}">
                <a16:creationId xmlns:a16="http://schemas.microsoft.com/office/drawing/2014/main" id="{FE1B12F7-71A9-44D4-BE10-E0D6C77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470" y="2238213"/>
            <a:ext cx="303857" cy="84609"/>
          </a:xfrm>
          <a:custGeom xmlns:a="http://schemas.openxmlformats.org/drawingml/2006/main">
            <a:pathLst>
              <a:path w="303857" h="84609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25120" y="0"/>
                </a:moveTo>
                <a:lnTo>
                  <a:pt x="125120" y="69469"/>
                </a:lnTo>
                <a:lnTo>
                  <a:pt x="140770" y="69469"/>
                </a:lnTo>
                <a:cubicBezTo>
                  <a:pt x="143908" y="69469"/>
                  <a:pt x="146146" y="70073"/>
                  <a:pt x="147482" y="71282"/>
                </a:cubicBezTo>
                <a:cubicBezTo>
                  <a:pt x="148818" y="72491"/>
                  <a:pt x="149485" y="74070"/>
                  <a:pt x="149485" y="76021"/>
                </a:cubicBezTo>
                <a:cubicBezTo>
                  <a:pt x="149485" y="77972"/>
                  <a:pt x="148818" y="79552"/>
                  <a:pt x="147482" y="80761"/>
                </a:cubicBezTo>
                <a:cubicBezTo>
                  <a:pt x="146146" y="81969"/>
                  <a:pt x="143908" y="82574"/>
                  <a:pt x="140770" y="82574"/>
                </a:cubicBezTo>
                <a:lnTo>
                  <a:pt x="96430" y="82574"/>
                </a:lnTo>
                <a:cubicBezTo>
                  <a:pt x="93291" y="82574"/>
                  <a:pt x="91054" y="81959"/>
                  <a:pt x="89718" y="80729"/>
                </a:cubicBezTo>
                <a:cubicBezTo>
                  <a:pt x="88382" y="79499"/>
                  <a:pt x="87714" y="77909"/>
                  <a:pt x="87714" y="75958"/>
                </a:cubicBezTo>
                <a:cubicBezTo>
                  <a:pt x="87714" y="74007"/>
                  <a:pt x="88382" y="72438"/>
                  <a:pt x="89718" y="71250"/>
                </a:cubicBezTo>
                <a:cubicBezTo>
                  <a:pt x="91054" y="70063"/>
                  <a:pt x="93291" y="69469"/>
                  <a:pt x="96430" y="69469"/>
                </a:cubicBezTo>
                <a:lnTo>
                  <a:pt x="112079" y="69469"/>
                </a:lnTo>
                <a:lnTo>
                  <a:pt x="112079" y="13105"/>
                </a:lnTo>
                <a:lnTo>
                  <a:pt x="101583" y="13105"/>
                </a:lnTo>
                <a:cubicBezTo>
                  <a:pt x="98487" y="13105"/>
                  <a:pt x="96260" y="12490"/>
                  <a:pt x="94903" y="11260"/>
                </a:cubicBezTo>
                <a:cubicBezTo>
                  <a:pt x="93546" y="10030"/>
                  <a:pt x="92867" y="8440"/>
                  <a:pt x="92867" y="6489"/>
                </a:cubicBezTo>
                <a:cubicBezTo>
                  <a:pt x="92867" y="4538"/>
                  <a:pt x="93535" y="2969"/>
                  <a:pt x="94871" y="1781"/>
                </a:cubicBezTo>
                <a:cubicBezTo>
                  <a:pt x="96207" y="594"/>
                  <a:pt x="98444" y="0"/>
                  <a:pt x="101583" y="0"/>
                </a:cubicBezTo>
                <a:lnTo>
                  <a:pt x="125120" y="0"/>
                </a:lnTo>
                <a:close/>
                <a:moveTo>
                  <a:pt x="193559" y="37915"/>
                </a:moveTo>
                <a:lnTo>
                  <a:pt x="193559" y="63914"/>
                </a:lnTo>
                <a:cubicBezTo>
                  <a:pt x="193559" y="66698"/>
                  <a:pt x="194131" y="68532"/>
                  <a:pt x="195276" y="69417"/>
                </a:cubicBezTo>
                <a:cubicBezTo>
                  <a:pt x="197058" y="70809"/>
                  <a:pt x="200238" y="71505"/>
                  <a:pt x="204819" y="71505"/>
                </a:cubicBezTo>
                <a:cubicBezTo>
                  <a:pt x="211477" y="71505"/>
                  <a:pt x="217627" y="70069"/>
                  <a:pt x="223267" y="67197"/>
                </a:cubicBezTo>
                <a:cubicBezTo>
                  <a:pt x="225430" y="66082"/>
                  <a:pt x="227127" y="65525"/>
                  <a:pt x="228357" y="65525"/>
                </a:cubicBezTo>
                <a:cubicBezTo>
                  <a:pt x="230053" y="65525"/>
                  <a:pt x="231527" y="66165"/>
                  <a:pt x="232778" y="67447"/>
                </a:cubicBezTo>
                <a:cubicBezTo>
                  <a:pt x="234029" y="68727"/>
                  <a:pt x="234655" y="70285"/>
                  <a:pt x="234655" y="72121"/>
                </a:cubicBezTo>
                <a:cubicBezTo>
                  <a:pt x="234655" y="73829"/>
                  <a:pt x="233976" y="75302"/>
                  <a:pt x="232619" y="76540"/>
                </a:cubicBezTo>
                <a:cubicBezTo>
                  <a:pt x="230541" y="78547"/>
                  <a:pt x="226438" y="80394"/>
                  <a:pt x="220309" y="82081"/>
                </a:cubicBezTo>
                <a:cubicBezTo>
                  <a:pt x="214181" y="83767"/>
                  <a:pt x="209017" y="84609"/>
                  <a:pt x="204819" y="84609"/>
                </a:cubicBezTo>
                <a:cubicBezTo>
                  <a:pt x="196718" y="84609"/>
                  <a:pt x="190643" y="82865"/>
                  <a:pt x="186593" y="79375"/>
                </a:cubicBezTo>
                <a:cubicBezTo>
                  <a:pt x="182543" y="75885"/>
                  <a:pt x="180517" y="71603"/>
                  <a:pt x="180517" y="66529"/>
                </a:cubicBezTo>
                <a:lnTo>
                  <a:pt x="180517" y="37915"/>
                </a:lnTo>
                <a:lnTo>
                  <a:pt x="175810" y="37915"/>
                </a:lnTo>
                <a:cubicBezTo>
                  <a:pt x="172671" y="37915"/>
                  <a:pt x="170434" y="37308"/>
                  <a:pt x="169098" y="36094"/>
                </a:cubicBezTo>
                <a:cubicBezTo>
                  <a:pt x="167762" y="34879"/>
                  <a:pt x="167094" y="33291"/>
                  <a:pt x="167094" y="31331"/>
                </a:cubicBezTo>
                <a:cubicBezTo>
                  <a:pt x="167094" y="29413"/>
                  <a:pt x="167762" y="27847"/>
                  <a:pt x="169098" y="26633"/>
                </a:cubicBezTo>
                <a:cubicBezTo>
                  <a:pt x="170434" y="25418"/>
                  <a:pt x="172671" y="24810"/>
                  <a:pt x="175810" y="24810"/>
                </a:cubicBezTo>
                <a:lnTo>
                  <a:pt x="180517" y="24810"/>
                </a:lnTo>
                <a:lnTo>
                  <a:pt x="180517" y="13041"/>
                </a:lnTo>
                <a:cubicBezTo>
                  <a:pt x="180517" y="9903"/>
                  <a:pt x="181122" y="7666"/>
                  <a:pt x="182330" y="6330"/>
                </a:cubicBezTo>
                <a:cubicBezTo>
                  <a:pt x="183539" y="4994"/>
                  <a:pt x="185119" y="4326"/>
                  <a:pt x="187070" y="4326"/>
                </a:cubicBezTo>
                <a:cubicBezTo>
                  <a:pt x="188978" y="4326"/>
                  <a:pt x="190537" y="4994"/>
                  <a:pt x="191746" y="6330"/>
                </a:cubicBezTo>
                <a:cubicBezTo>
                  <a:pt x="192954" y="7666"/>
                  <a:pt x="193559" y="9903"/>
                  <a:pt x="193559" y="13041"/>
                </a:cubicBezTo>
                <a:lnTo>
                  <a:pt x="193559" y="24810"/>
                </a:lnTo>
                <a:lnTo>
                  <a:pt x="217669" y="24810"/>
                </a:lnTo>
                <a:cubicBezTo>
                  <a:pt x="220808" y="24810"/>
                  <a:pt x="223045" y="25418"/>
                  <a:pt x="224381" y="26633"/>
                </a:cubicBezTo>
                <a:cubicBezTo>
                  <a:pt x="225717" y="27847"/>
                  <a:pt x="226385" y="29434"/>
                  <a:pt x="226385" y="31395"/>
                </a:cubicBezTo>
                <a:cubicBezTo>
                  <a:pt x="226385" y="33312"/>
                  <a:pt x="225717" y="34879"/>
                  <a:pt x="224381" y="36094"/>
                </a:cubicBezTo>
                <a:cubicBezTo>
                  <a:pt x="223045" y="37308"/>
                  <a:pt x="220808" y="37915"/>
                  <a:pt x="217669" y="37915"/>
                </a:cubicBezTo>
                <a:lnTo>
                  <a:pt x="193559" y="37915"/>
                </a:lnTo>
                <a:close/>
                <a:moveTo>
                  <a:pt x="267913" y="69469"/>
                </a:moveTo>
                <a:lnTo>
                  <a:pt x="290815" y="69469"/>
                </a:lnTo>
                <a:cubicBezTo>
                  <a:pt x="290943" y="66203"/>
                  <a:pt x="291610" y="63902"/>
                  <a:pt x="292819" y="62566"/>
                </a:cubicBezTo>
                <a:cubicBezTo>
                  <a:pt x="294028" y="61231"/>
                  <a:pt x="295523" y="60563"/>
                  <a:pt x="297304" y="60563"/>
                </a:cubicBezTo>
                <a:cubicBezTo>
                  <a:pt x="299255" y="60563"/>
                  <a:pt x="300835" y="61231"/>
                  <a:pt x="302044" y="62566"/>
                </a:cubicBezTo>
                <a:cubicBezTo>
                  <a:pt x="303252" y="63902"/>
                  <a:pt x="303857" y="66203"/>
                  <a:pt x="303857" y="69469"/>
                </a:cubicBezTo>
                <a:lnTo>
                  <a:pt x="303857" y="82574"/>
                </a:lnTo>
                <a:lnTo>
                  <a:pt x="247111" y="82574"/>
                </a:lnTo>
                <a:lnTo>
                  <a:pt x="247111" y="71759"/>
                </a:lnTo>
                <a:lnTo>
                  <a:pt x="281464" y="37915"/>
                </a:lnTo>
                <a:lnTo>
                  <a:pt x="261488" y="37915"/>
                </a:lnTo>
                <a:lnTo>
                  <a:pt x="261488" y="39188"/>
                </a:lnTo>
                <a:cubicBezTo>
                  <a:pt x="261488" y="42453"/>
                  <a:pt x="260884" y="44754"/>
                  <a:pt x="259675" y="46090"/>
                </a:cubicBezTo>
                <a:cubicBezTo>
                  <a:pt x="258466" y="47426"/>
                  <a:pt x="256887" y="48094"/>
                  <a:pt x="254936" y="48094"/>
                </a:cubicBezTo>
                <a:cubicBezTo>
                  <a:pt x="252985" y="48094"/>
                  <a:pt x="251405" y="47426"/>
                  <a:pt x="250196" y="46090"/>
                </a:cubicBezTo>
                <a:cubicBezTo>
                  <a:pt x="248988" y="44754"/>
                  <a:pt x="248383" y="42453"/>
                  <a:pt x="248383" y="39188"/>
                </a:cubicBezTo>
                <a:lnTo>
                  <a:pt x="248447" y="24810"/>
                </a:lnTo>
                <a:lnTo>
                  <a:pt x="302393" y="24810"/>
                </a:lnTo>
                <a:lnTo>
                  <a:pt x="302393" y="35498"/>
                </a:lnTo>
                <a:lnTo>
                  <a:pt x="267913" y="69469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x4,34">
            <a:extLst xmlns:a="http://schemas.openxmlformats.org/drawingml/2006/main">
              <a:ext uri="{FF2B5EF4-FFF2-40B4-BE49-F238E27FC236}">
                <a16:creationId xmlns:a16="http://schemas.microsoft.com/office/drawing/2014/main" id="{F749AEAB-A592-4F99-9F74-7C4D704D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450" y="2236305"/>
            <a:ext cx="376239" cy="105476"/>
          </a:xfrm>
          <a:custGeom xmlns:a="http://schemas.openxmlformats.org/drawingml/2006/main">
            <a:pathLst>
              <a:path w="376239" h="105476">
                <a:moveTo>
                  <a:pt x="46207" y="54463"/>
                </a:moveTo>
                <a:lnTo>
                  <a:pt x="65906" y="71377"/>
                </a:lnTo>
                <a:cubicBezTo>
                  <a:pt x="68281" y="71505"/>
                  <a:pt x="70063" y="72176"/>
                  <a:pt x="71250" y="73391"/>
                </a:cubicBezTo>
                <a:cubicBezTo>
                  <a:pt x="72438" y="74605"/>
                  <a:pt x="73031" y="76129"/>
                  <a:pt x="73031" y="77962"/>
                </a:cubicBezTo>
                <a:cubicBezTo>
                  <a:pt x="73031" y="79879"/>
                  <a:pt x="72363" y="81446"/>
                  <a:pt x="71027" y="82661"/>
                </a:cubicBezTo>
                <a:cubicBezTo>
                  <a:pt x="69691" y="83875"/>
                  <a:pt x="67454" y="84482"/>
                  <a:pt x="64316" y="84482"/>
                </a:cubicBezTo>
                <a:lnTo>
                  <a:pt x="49493" y="84482"/>
                </a:lnTo>
                <a:cubicBezTo>
                  <a:pt x="46355" y="84482"/>
                  <a:pt x="44118" y="83875"/>
                  <a:pt x="42782" y="82661"/>
                </a:cubicBezTo>
                <a:cubicBezTo>
                  <a:pt x="41446" y="81446"/>
                  <a:pt x="40778" y="79837"/>
                  <a:pt x="40778" y="77834"/>
                </a:cubicBezTo>
                <a:cubicBezTo>
                  <a:pt x="40778" y="76300"/>
                  <a:pt x="41255" y="74946"/>
                  <a:pt x="42209" y="73775"/>
                </a:cubicBezTo>
                <a:cubicBezTo>
                  <a:pt x="43164" y="72603"/>
                  <a:pt x="44468" y="71804"/>
                  <a:pt x="46122" y="71377"/>
                </a:cubicBezTo>
                <a:lnTo>
                  <a:pt x="36301" y="62950"/>
                </a:lnTo>
                <a:lnTo>
                  <a:pt x="26464" y="71377"/>
                </a:lnTo>
                <a:cubicBezTo>
                  <a:pt x="28458" y="71889"/>
                  <a:pt x="29889" y="72677"/>
                  <a:pt x="30758" y="73743"/>
                </a:cubicBezTo>
                <a:cubicBezTo>
                  <a:pt x="31628" y="74809"/>
                  <a:pt x="32063" y="76172"/>
                  <a:pt x="32063" y="77834"/>
                </a:cubicBezTo>
                <a:cubicBezTo>
                  <a:pt x="32063" y="79837"/>
                  <a:pt x="31405" y="81446"/>
                  <a:pt x="30090" y="82661"/>
                </a:cubicBezTo>
                <a:cubicBezTo>
                  <a:pt x="28776" y="83875"/>
                  <a:pt x="26549" y="84482"/>
                  <a:pt x="23411" y="84482"/>
                </a:cubicBezTo>
                <a:lnTo>
                  <a:pt x="8715" y="84482"/>
                </a:lnTo>
                <a:cubicBezTo>
                  <a:pt x="5577" y="84482"/>
                  <a:pt x="3340" y="83875"/>
                  <a:pt x="2004" y="82661"/>
                </a:cubicBezTo>
                <a:cubicBezTo>
                  <a:pt x="668" y="81446"/>
                  <a:pt x="0" y="79858"/>
                  <a:pt x="0" y="77898"/>
                </a:cubicBezTo>
                <a:cubicBezTo>
                  <a:pt x="0" y="76107"/>
                  <a:pt x="594" y="74605"/>
                  <a:pt x="1781" y="73391"/>
                </a:cubicBezTo>
                <a:cubicBezTo>
                  <a:pt x="2969" y="72176"/>
                  <a:pt x="4750" y="71505"/>
                  <a:pt x="7125" y="71377"/>
                </a:cubicBezTo>
                <a:lnTo>
                  <a:pt x="26512" y="54551"/>
                </a:lnTo>
                <a:lnTo>
                  <a:pt x="9352" y="39824"/>
                </a:lnTo>
                <a:cubicBezTo>
                  <a:pt x="7104" y="39653"/>
                  <a:pt x="5397" y="38960"/>
                  <a:pt x="4230" y="37746"/>
                </a:cubicBezTo>
                <a:cubicBezTo>
                  <a:pt x="3064" y="36531"/>
                  <a:pt x="2481" y="35029"/>
                  <a:pt x="2481" y="33239"/>
                </a:cubicBezTo>
                <a:cubicBezTo>
                  <a:pt x="2481" y="31322"/>
                  <a:pt x="3149" y="29756"/>
                  <a:pt x="4485" y="28542"/>
                </a:cubicBezTo>
                <a:cubicBezTo>
                  <a:pt x="5821" y="27326"/>
                  <a:pt x="8058" y="26719"/>
                  <a:pt x="11196" y="26719"/>
                </a:cubicBezTo>
                <a:lnTo>
                  <a:pt x="23411" y="26719"/>
                </a:lnTo>
                <a:cubicBezTo>
                  <a:pt x="26549" y="26719"/>
                  <a:pt x="28786" y="27326"/>
                  <a:pt x="30122" y="28542"/>
                </a:cubicBezTo>
                <a:cubicBezTo>
                  <a:pt x="31458" y="29756"/>
                  <a:pt x="32126" y="31300"/>
                  <a:pt x="32126" y="33176"/>
                </a:cubicBezTo>
                <a:cubicBezTo>
                  <a:pt x="32126" y="35691"/>
                  <a:pt x="30939" y="37738"/>
                  <a:pt x="28564" y="39315"/>
                </a:cubicBezTo>
                <a:lnTo>
                  <a:pt x="36357" y="46006"/>
                </a:lnTo>
                <a:lnTo>
                  <a:pt x="44213" y="39188"/>
                </a:lnTo>
                <a:cubicBezTo>
                  <a:pt x="41881" y="37526"/>
                  <a:pt x="40714" y="35607"/>
                  <a:pt x="40714" y="33432"/>
                </a:cubicBezTo>
                <a:cubicBezTo>
                  <a:pt x="40714" y="31386"/>
                  <a:pt x="41382" y="29756"/>
                  <a:pt x="42718" y="28542"/>
                </a:cubicBezTo>
                <a:cubicBezTo>
                  <a:pt x="44054" y="27326"/>
                  <a:pt x="46291" y="26719"/>
                  <a:pt x="49430" y="26719"/>
                </a:cubicBezTo>
                <a:lnTo>
                  <a:pt x="61517" y="26719"/>
                </a:lnTo>
                <a:cubicBezTo>
                  <a:pt x="64655" y="26719"/>
                  <a:pt x="66892" y="27326"/>
                  <a:pt x="68228" y="28542"/>
                </a:cubicBezTo>
                <a:cubicBezTo>
                  <a:pt x="69564" y="29756"/>
                  <a:pt x="70232" y="31343"/>
                  <a:pt x="70232" y="33303"/>
                </a:cubicBezTo>
                <a:cubicBezTo>
                  <a:pt x="70232" y="35050"/>
                  <a:pt x="69649" y="36531"/>
                  <a:pt x="68483" y="37746"/>
                </a:cubicBezTo>
                <a:cubicBezTo>
                  <a:pt x="67316" y="38960"/>
                  <a:pt x="65588" y="39653"/>
                  <a:pt x="63298" y="39824"/>
                </a:cubicBezTo>
                <a:lnTo>
                  <a:pt x="46207" y="54463"/>
                </a:lnTo>
                <a:close/>
                <a:moveTo>
                  <a:pt x="133645" y="2163"/>
                </a:moveTo>
                <a:lnTo>
                  <a:pt x="133645" y="53056"/>
                </a:lnTo>
                <a:cubicBezTo>
                  <a:pt x="136402" y="53056"/>
                  <a:pt x="138437" y="53650"/>
                  <a:pt x="139752" y="54837"/>
                </a:cubicBezTo>
                <a:cubicBezTo>
                  <a:pt x="141067" y="56025"/>
                  <a:pt x="141724" y="57594"/>
                  <a:pt x="141724" y="59545"/>
                </a:cubicBezTo>
                <a:cubicBezTo>
                  <a:pt x="141724" y="61496"/>
                  <a:pt x="141056" y="63086"/>
                  <a:pt x="139720" y="64316"/>
                </a:cubicBezTo>
                <a:cubicBezTo>
                  <a:pt x="138384" y="65546"/>
                  <a:pt x="136359" y="66161"/>
                  <a:pt x="133645" y="66161"/>
                </a:cubicBezTo>
                <a:lnTo>
                  <a:pt x="133645" y="71377"/>
                </a:lnTo>
                <a:cubicBezTo>
                  <a:pt x="136402" y="71377"/>
                  <a:pt x="138437" y="71982"/>
                  <a:pt x="139752" y="73190"/>
                </a:cubicBezTo>
                <a:cubicBezTo>
                  <a:pt x="141067" y="74399"/>
                  <a:pt x="141724" y="75979"/>
                  <a:pt x="141724" y="77930"/>
                </a:cubicBezTo>
                <a:cubicBezTo>
                  <a:pt x="141724" y="79881"/>
                  <a:pt x="141056" y="81460"/>
                  <a:pt x="139720" y="82669"/>
                </a:cubicBezTo>
                <a:cubicBezTo>
                  <a:pt x="138384" y="83878"/>
                  <a:pt x="136147" y="84482"/>
                  <a:pt x="133009" y="84482"/>
                </a:cubicBezTo>
                <a:lnTo>
                  <a:pt x="115514" y="84482"/>
                </a:lnTo>
                <a:cubicBezTo>
                  <a:pt x="112376" y="84482"/>
                  <a:pt x="110139" y="83867"/>
                  <a:pt x="108803" y="82637"/>
                </a:cubicBezTo>
                <a:cubicBezTo>
                  <a:pt x="107467" y="81407"/>
                  <a:pt x="106799" y="79817"/>
                  <a:pt x="106799" y="77866"/>
                </a:cubicBezTo>
                <a:cubicBezTo>
                  <a:pt x="106799" y="75915"/>
                  <a:pt x="107467" y="74346"/>
                  <a:pt x="108803" y="73159"/>
                </a:cubicBezTo>
                <a:cubicBezTo>
                  <a:pt x="110139" y="71971"/>
                  <a:pt x="112376" y="71377"/>
                  <a:pt x="115514" y="71377"/>
                </a:cubicBezTo>
                <a:lnTo>
                  <a:pt x="120604" y="71377"/>
                </a:lnTo>
                <a:lnTo>
                  <a:pt x="120604" y="66161"/>
                </a:lnTo>
                <a:lnTo>
                  <a:pt x="85169" y="66161"/>
                </a:lnTo>
                <a:lnTo>
                  <a:pt x="85169" y="55229"/>
                </a:lnTo>
                <a:lnTo>
                  <a:pt x="116405" y="2163"/>
                </a:lnTo>
                <a:lnTo>
                  <a:pt x="133645" y="2163"/>
                </a:lnTo>
                <a:moveTo>
                  <a:pt x="120604" y="53056"/>
                </a:moveTo>
                <a:lnTo>
                  <a:pt x="120604" y="20886"/>
                </a:lnTo>
                <a:lnTo>
                  <a:pt x="101710" y="53056"/>
                </a:lnTo>
                <a:lnTo>
                  <a:pt x="120604" y="53056"/>
                </a:lnTo>
                <a:close/>
                <a:moveTo>
                  <a:pt x="189614" y="66924"/>
                </a:moveTo>
                <a:lnTo>
                  <a:pt x="207045" y="66924"/>
                </a:lnTo>
                <a:lnTo>
                  <a:pt x="188278" y="102352"/>
                </a:lnTo>
                <a:cubicBezTo>
                  <a:pt x="187176" y="104435"/>
                  <a:pt x="185797" y="105476"/>
                  <a:pt x="184143" y="105476"/>
                </a:cubicBezTo>
                <a:cubicBezTo>
                  <a:pt x="183041" y="105476"/>
                  <a:pt x="182097" y="105114"/>
                  <a:pt x="181312" y="104392"/>
                </a:cubicBezTo>
                <a:cubicBezTo>
                  <a:pt x="180528" y="103670"/>
                  <a:pt x="180135" y="102863"/>
                  <a:pt x="180135" y="101971"/>
                </a:cubicBezTo>
                <a:cubicBezTo>
                  <a:pt x="180135" y="101333"/>
                  <a:pt x="180284" y="100462"/>
                  <a:pt x="180581" y="99358"/>
                </a:cubicBezTo>
                <a:lnTo>
                  <a:pt x="189614" y="66924"/>
                </a:lnTo>
                <a:close/>
                <a:moveTo>
                  <a:pt x="289479" y="40905"/>
                </a:moveTo>
                <a:cubicBezTo>
                  <a:pt x="293338" y="43535"/>
                  <a:pt x="296222" y="46578"/>
                  <a:pt x="298131" y="50034"/>
                </a:cubicBezTo>
                <a:cubicBezTo>
                  <a:pt x="300039" y="53491"/>
                  <a:pt x="300993" y="57361"/>
                  <a:pt x="300993" y="61644"/>
                </a:cubicBezTo>
                <a:cubicBezTo>
                  <a:pt x="300993" y="66267"/>
                  <a:pt x="299732" y="70540"/>
                  <a:pt x="297208" y="74463"/>
                </a:cubicBezTo>
                <a:cubicBezTo>
                  <a:pt x="294685" y="78386"/>
                  <a:pt x="291027" y="81354"/>
                  <a:pt x="286234" y="83369"/>
                </a:cubicBezTo>
                <a:cubicBezTo>
                  <a:pt x="281442" y="85383"/>
                  <a:pt x="275165" y="86391"/>
                  <a:pt x="267404" y="86391"/>
                </a:cubicBezTo>
                <a:cubicBezTo>
                  <a:pt x="257310" y="86391"/>
                  <a:pt x="249719" y="84816"/>
                  <a:pt x="244629" y="81667"/>
                </a:cubicBezTo>
                <a:cubicBezTo>
                  <a:pt x="241788" y="79879"/>
                  <a:pt x="240367" y="77751"/>
                  <a:pt x="240367" y="75282"/>
                </a:cubicBezTo>
                <a:cubicBezTo>
                  <a:pt x="240367" y="73409"/>
                  <a:pt x="240993" y="71824"/>
                  <a:pt x="242244" y="70526"/>
                </a:cubicBezTo>
                <a:cubicBezTo>
                  <a:pt x="243495" y="69228"/>
                  <a:pt x="245011" y="68578"/>
                  <a:pt x="246792" y="68578"/>
                </a:cubicBezTo>
                <a:cubicBezTo>
                  <a:pt x="248022" y="68578"/>
                  <a:pt x="249295" y="69002"/>
                  <a:pt x="250609" y="69851"/>
                </a:cubicBezTo>
                <a:cubicBezTo>
                  <a:pt x="252475" y="71123"/>
                  <a:pt x="254236" y="71971"/>
                  <a:pt x="255890" y="72395"/>
                </a:cubicBezTo>
                <a:cubicBezTo>
                  <a:pt x="258434" y="72989"/>
                  <a:pt x="261933" y="73286"/>
                  <a:pt x="266386" y="73286"/>
                </a:cubicBezTo>
                <a:cubicBezTo>
                  <a:pt x="273978" y="73286"/>
                  <a:pt x="279470" y="72302"/>
                  <a:pt x="282863" y="70336"/>
                </a:cubicBezTo>
                <a:cubicBezTo>
                  <a:pt x="286256" y="68367"/>
                  <a:pt x="287952" y="65586"/>
                  <a:pt x="287952" y="61990"/>
                </a:cubicBezTo>
                <a:cubicBezTo>
                  <a:pt x="287952" y="59325"/>
                  <a:pt x="286966" y="56755"/>
                  <a:pt x="284994" y="54280"/>
                </a:cubicBezTo>
                <a:cubicBezTo>
                  <a:pt x="283022" y="51805"/>
                  <a:pt x="280382" y="49890"/>
                  <a:pt x="277074" y="48535"/>
                </a:cubicBezTo>
                <a:cubicBezTo>
                  <a:pt x="275165" y="47773"/>
                  <a:pt x="271942" y="47244"/>
                  <a:pt x="267404" y="46949"/>
                </a:cubicBezTo>
                <a:cubicBezTo>
                  <a:pt x="265241" y="46821"/>
                  <a:pt x="263576" y="46154"/>
                  <a:pt x="262410" y="44945"/>
                </a:cubicBezTo>
                <a:cubicBezTo>
                  <a:pt x="261244" y="43736"/>
                  <a:pt x="260661" y="42241"/>
                  <a:pt x="260661" y="40460"/>
                </a:cubicBezTo>
                <a:cubicBezTo>
                  <a:pt x="260661" y="38594"/>
                  <a:pt x="261297" y="37025"/>
                  <a:pt x="262569" y="35752"/>
                </a:cubicBezTo>
                <a:cubicBezTo>
                  <a:pt x="263842" y="34480"/>
                  <a:pt x="265453" y="33844"/>
                  <a:pt x="267404" y="33844"/>
                </a:cubicBezTo>
                <a:cubicBezTo>
                  <a:pt x="271730" y="33844"/>
                  <a:pt x="274041" y="33823"/>
                  <a:pt x="274338" y="33780"/>
                </a:cubicBezTo>
                <a:cubicBezTo>
                  <a:pt x="276035" y="33611"/>
                  <a:pt x="277731" y="33061"/>
                  <a:pt x="279428" y="32132"/>
                </a:cubicBezTo>
                <a:cubicBezTo>
                  <a:pt x="281124" y="31202"/>
                  <a:pt x="282492" y="29923"/>
                  <a:pt x="283531" y="28295"/>
                </a:cubicBezTo>
                <a:cubicBezTo>
                  <a:pt x="284570" y="26666"/>
                  <a:pt x="285089" y="24985"/>
                  <a:pt x="285089" y="23252"/>
                </a:cubicBezTo>
                <a:cubicBezTo>
                  <a:pt x="285089" y="20504"/>
                  <a:pt x="283870" y="18127"/>
                  <a:pt x="281431" y="16119"/>
                </a:cubicBezTo>
                <a:cubicBezTo>
                  <a:pt x="278993" y="14110"/>
                  <a:pt x="275335" y="13105"/>
                  <a:pt x="270458" y="13105"/>
                </a:cubicBezTo>
                <a:cubicBezTo>
                  <a:pt x="264181" y="13105"/>
                  <a:pt x="259388" y="14915"/>
                  <a:pt x="256080" y="18534"/>
                </a:cubicBezTo>
                <a:cubicBezTo>
                  <a:pt x="255105" y="19585"/>
                  <a:pt x="254320" y="20258"/>
                  <a:pt x="253727" y="20554"/>
                </a:cubicBezTo>
                <a:cubicBezTo>
                  <a:pt x="252836" y="21017"/>
                  <a:pt x="251839" y="21248"/>
                  <a:pt x="250737" y="21248"/>
                </a:cubicBezTo>
                <a:cubicBezTo>
                  <a:pt x="248955" y="21248"/>
                  <a:pt x="247429" y="20610"/>
                  <a:pt x="246156" y="19333"/>
                </a:cubicBezTo>
                <a:cubicBezTo>
                  <a:pt x="244884" y="18057"/>
                  <a:pt x="244248" y="16483"/>
                  <a:pt x="244248" y="14612"/>
                </a:cubicBezTo>
                <a:cubicBezTo>
                  <a:pt x="244248" y="11676"/>
                  <a:pt x="246199" y="8826"/>
                  <a:pt x="250100" y="6061"/>
                </a:cubicBezTo>
                <a:cubicBezTo>
                  <a:pt x="255784" y="2020"/>
                  <a:pt x="262887" y="0"/>
                  <a:pt x="271412" y="0"/>
                </a:cubicBezTo>
                <a:cubicBezTo>
                  <a:pt x="279470" y="0"/>
                  <a:pt x="285938" y="2294"/>
                  <a:pt x="290815" y="6882"/>
                </a:cubicBezTo>
                <a:cubicBezTo>
                  <a:pt x="295692" y="11469"/>
                  <a:pt x="298131" y="16991"/>
                  <a:pt x="298131" y="23447"/>
                </a:cubicBezTo>
                <a:cubicBezTo>
                  <a:pt x="298131" y="26802"/>
                  <a:pt x="297410" y="29935"/>
                  <a:pt x="295968" y="32846"/>
                </a:cubicBezTo>
                <a:cubicBezTo>
                  <a:pt x="294526" y="35755"/>
                  <a:pt x="292363" y="38441"/>
                  <a:pt x="289479" y="40905"/>
                </a:cubicBezTo>
                <a:close/>
                <a:moveTo>
                  <a:pt x="368159" y="2163"/>
                </a:moveTo>
                <a:lnTo>
                  <a:pt x="368159" y="53056"/>
                </a:lnTo>
                <a:cubicBezTo>
                  <a:pt x="370916" y="53056"/>
                  <a:pt x="372952" y="53650"/>
                  <a:pt x="374267" y="54837"/>
                </a:cubicBezTo>
                <a:cubicBezTo>
                  <a:pt x="375581" y="56025"/>
                  <a:pt x="376239" y="57594"/>
                  <a:pt x="376239" y="59545"/>
                </a:cubicBezTo>
                <a:cubicBezTo>
                  <a:pt x="376239" y="61496"/>
                  <a:pt x="375571" y="63086"/>
                  <a:pt x="374235" y="64316"/>
                </a:cubicBezTo>
                <a:cubicBezTo>
                  <a:pt x="372899" y="65546"/>
                  <a:pt x="370874" y="66161"/>
                  <a:pt x="368159" y="66161"/>
                </a:cubicBezTo>
                <a:lnTo>
                  <a:pt x="368159" y="71377"/>
                </a:lnTo>
                <a:cubicBezTo>
                  <a:pt x="370916" y="71377"/>
                  <a:pt x="372952" y="71982"/>
                  <a:pt x="374267" y="73190"/>
                </a:cubicBezTo>
                <a:cubicBezTo>
                  <a:pt x="375581" y="74399"/>
                  <a:pt x="376239" y="75979"/>
                  <a:pt x="376239" y="77930"/>
                </a:cubicBezTo>
                <a:cubicBezTo>
                  <a:pt x="376239" y="79881"/>
                  <a:pt x="375571" y="81460"/>
                  <a:pt x="374235" y="82669"/>
                </a:cubicBezTo>
                <a:cubicBezTo>
                  <a:pt x="372899" y="83878"/>
                  <a:pt x="370662" y="84482"/>
                  <a:pt x="367523" y="84482"/>
                </a:cubicBezTo>
                <a:lnTo>
                  <a:pt x="350029" y="84482"/>
                </a:lnTo>
                <a:cubicBezTo>
                  <a:pt x="346890" y="84482"/>
                  <a:pt x="344653" y="83867"/>
                  <a:pt x="343317" y="82637"/>
                </a:cubicBezTo>
                <a:cubicBezTo>
                  <a:pt x="341981" y="81407"/>
                  <a:pt x="341313" y="79817"/>
                  <a:pt x="341313" y="77866"/>
                </a:cubicBezTo>
                <a:cubicBezTo>
                  <a:pt x="341313" y="75915"/>
                  <a:pt x="341981" y="74346"/>
                  <a:pt x="343317" y="73159"/>
                </a:cubicBezTo>
                <a:cubicBezTo>
                  <a:pt x="344653" y="71971"/>
                  <a:pt x="346890" y="71377"/>
                  <a:pt x="350029" y="71377"/>
                </a:cubicBezTo>
                <a:lnTo>
                  <a:pt x="355118" y="71377"/>
                </a:lnTo>
                <a:lnTo>
                  <a:pt x="355118" y="66161"/>
                </a:lnTo>
                <a:lnTo>
                  <a:pt x="319684" y="66161"/>
                </a:lnTo>
                <a:lnTo>
                  <a:pt x="319684" y="55229"/>
                </a:lnTo>
                <a:lnTo>
                  <a:pt x="350920" y="2163"/>
                </a:lnTo>
                <a:lnTo>
                  <a:pt x="368159" y="2163"/>
                </a:lnTo>
                <a:moveTo>
                  <a:pt x="355118" y="53056"/>
                </a:moveTo>
                <a:lnTo>
                  <a:pt x="355118" y="20886"/>
                </a:lnTo>
                <a:lnTo>
                  <a:pt x="336224" y="53056"/>
                </a:lnTo>
                <a:lnTo>
                  <a:pt x="355118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4A26C5E2-B18B-4EE4-AA9A-A6AD8CC5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401" y="2399162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3" y="71982"/>
                  <a:pt x="150440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6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8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6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6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3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8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2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2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2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2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2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2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10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9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6" y="14915"/>
                  <a:pt x="409497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2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6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5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4" y="28500"/>
                  <a:pt x="660998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5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6" y="86391"/>
                  <a:pt x="656227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9" y="68878"/>
                </a:cubicBezTo>
                <a:cubicBezTo>
                  <a:pt x="631342" y="67576"/>
                  <a:pt x="632879" y="66924"/>
                  <a:pt x="634661" y="66924"/>
                </a:cubicBezTo>
                <a:cubicBezTo>
                  <a:pt x="636145" y="66924"/>
                  <a:pt x="637757" y="67642"/>
                  <a:pt x="639496" y="69077"/>
                </a:cubicBezTo>
                <a:cubicBezTo>
                  <a:pt x="641234" y="70513"/>
                  <a:pt x="643058" y="71509"/>
                  <a:pt x="644967" y="72065"/>
                </a:cubicBezTo>
                <a:cubicBezTo>
                  <a:pt x="647681" y="72879"/>
                  <a:pt x="651158" y="73286"/>
                  <a:pt x="655400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8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6" y="46847"/>
                  <a:pt x="642358" y="47203"/>
                  <a:pt x="641340" y="47203"/>
                </a:cubicBezTo>
                <a:cubicBezTo>
                  <a:pt x="639474" y="47203"/>
                  <a:pt x="637916" y="46524"/>
                  <a:pt x="636665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4" y="2163"/>
                  <a:pt x="680051" y="2771"/>
                  <a:pt x="681387" y="3986"/>
                </a:cubicBezTo>
                <a:cubicBezTo>
                  <a:pt x="682723" y="5200"/>
                  <a:pt x="683391" y="6787"/>
                  <a:pt x="683391" y="8747"/>
                </a:cubicBezTo>
                <a:cubicBezTo>
                  <a:pt x="683391" y="10665"/>
                  <a:pt x="682723" y="12232"/>
                  <a:pt x="681387" y="13447"/>
                </a:cubicBezTo>
                <a:cubicBezTo>
                  <a:pt x="680051" y="14661"/>
                  <a:pt x="677814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...">
            <a:extLst xmlns:a="http://schemas.openxmlformats.org/drawingml/2006/main">
              <a:ext uri="{FF2B5EF4-FFF2-40B4-BE49-F238E27FC236}">
                <a16:creationId xmlns:a16="http://schemas.microsoft.com/office/drawing/2014/main" id="{C0FC54F0-B351-401E-98F1-527E7F08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502" y="2647520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8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7" y="17304"/>
                  <a:pt x="160690" y="16477"/>
                  <a:pt x="158952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2" y="2481"/>
                </a:cubicBezTo>
                <a:cubicBezTo>
                  <a:pt x="160690" y="827"/>
                  <a:pt x="163087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8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4" y="16477"/>
                  <a:pt x="315295" y="14823"/>
                </a:cubicBezTo>
                <a:cubicBezTo>
                  <a:pt x="313556" y="13169"/>
                  <a:pt x="312687" y="11112"/>
                  <a:pt x="312687" y="8652"/>
                </a:cubicBezTo>
                <a:cubicBezTo>
                  <a:pt x="312687" y="6192"/>
                  <a:pt x="313556" y="4135"/>
                  <a:pt x="315295" y="2481"/>
                </a:cubicBezTo>
                <a:cubicBezTo>
                  <a:pt x="317034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868A5-26BD-43CB-B167-9558676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58" y="2392933"/>
            <a:ext cx="812332" cy="570001"/>
          </a:xfrm>
          <a:custGeom xmlns:a="http://schemas.openxmlformats.org/drawingml/2006/main">
            <a:pathLst>
              <a:path w="812332" h="570001">
                <a:moveTo>
                  <a:pt x="812332" y="81429"/>
                </a:moveTo>
                <a:lnTo>
                  <a:pt x="812332" y="570001"/>
                </a:lnTo>
                <a:lnTo>
                  <a:pt x="0" y="570001"/>
                </a:lnTo>
                <a:lnTo>
                  <a:pt x="0" y="0"/>
                </a:lnTo>
                <a:lnTo>
                  <a:pt x="696215" y="0"/>
                </a:lnTo>
                <a:lnTo>
                  <a:pt x="812332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334A4-561E-4EAA-B0FE-85AF22D4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058" y="2392933"/>
            <a:ext cx="812332" cy="570001"/>
          </a:xfrm>
          <a:custGeom xmlns:a="http://schemas.openxmlformats.org/drawingml/2006/main">
            <a:pathLst>
              <a:path w="812332" h="570001" fill="none">
                <a:moveTo>
                  <a:pt x="812332" y="81429"/>
                </a:moveTo>
                <a:lnTo>
                  <a:pt x="812332" y="570001"/>
                </a:lnTo>
                <a:lnTo>
                  <a:pt x="0" y="570001"/>
                </a:lnTo>
                <a:lnTo>
                  <a:pt x="0" y="0"/>
                </a:lnTo>
                <a:lnTo>
                  <a:pt x="696215" y="0"/>
                </a:lnTo>
                <a:lnTo>
                  <a:pt x="812332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82949-F05D-4CF4-BD03-14E0264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907" y="2392933"/>
            <a:ext cx="157483" cy="83220"/>
          </a:xfrm>
          <a:custGeom xmlns:a="http://schemas.openxmlformats.org/drawingml/2006/main">
            <a:pathLst>
              <a:path w="157483" h="83220" fill="none">
                <a:moveTo>
                  <a:pt x="41366" y="0"/>
                </a:moveTo>
                <a:cubicBezTo>
                  <a:pt x="50811" y="19054"/>
                  <a:pt x="35340" y="38760"/>
                  <a:pt x="0" y="52277"/>
                </a:cubicBezTo>
                <a:lnTo>
                  <a:pt x="157483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41" name="Text bezx4,">
            <a:extLst xmlns:a="http://schemas.openxmlformats.org/drawingml/2006/main">
              <a:ext uri="{FF2B5EF4-FFF2-40B4-BE49-F238E27FC236}">
                <a16:creationId xmlns:a16="http://schemas.microsoft.com/office/drawing/2014/main" id="{B108F15F-4A65-4892-9873-66E0B87C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658" y="2433642"/>
            <a:ext cx="523803" cy="103567"/>
          </a:xfrm>
          <a:custGeom xmlns:a="http://schemas.openxmlformats.org/drawingml/2006/main">
            <a:pathLst>
              <a:path w="523803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50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2" y="71505"/>
                  <a:pt x="130337" y="70481"/>
                  <a:pt x="138353" y="68433"/>
                </a:cubicBezTo>
                <a:cubicBezTo>
                  <a:pt x="141661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3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7" y="83899"/>
                  <a:pt x="124187" y="84609"/>
                  <a:pt x="118123" y="84609"/>
                </a:cubicBezTo>
                <a:cubicBezTo>
                  <a:pt x="107690" y="84609"/>
                  <a:pt x="99345" y="81662"/>
                  <a:pt x="93090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9" y="37396"/>
                  <a:pt x="93853" y="31649"/>
                </a:cubicBezTo>
                <a:cubicBezTo>
                  <a:pt x="100618" y="25902"/>
                  <a:pt x="108411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5" y="43478"/>
                </a:cubicBezTo>
                <a:cubicBezTo>
                  <a:pt x="150652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5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7" y="43407"/>
                  <a:pt x="98211" y="47076"/>
                </a:cubicBezTo>
                <a:lnTo>
                  <a:pt x="136889" y="47076"/>
                </a:lnTo>
                <a:close/>
                <a:moveTo>
                  <a:pt x="189742" y="69469"/>
                </a:moveTo>
                <a:lnTo>
                  <a:pt x="212644" y="69469"/>
                </a:lnTo>
                <a:cubicBezTo>
                  <a:pt x="212771" y="66203"/>
                  <a:pt x="213439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1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7" y="37915"/>
                </a:lnTo>
                <a:lnTo>
                  <a:pt x="183317" y="39188"/>
                </a:lnTo>
                <a:cubicBezTo>
                  <a:pt x="183317" y="42453"/>
                  <a:pt x="182712" y="44754"/>
                  <a:pt x="181503" y="46090"/>
                </a:cubicBezTo>
                <a:cubicBezTo>
                  <a:pt x="180295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5" y="46090"/>
                </a:cubicBezTo>
                <a:cubicBezTo>
                  <a:pt x="170816" y="44754"/>
                  <a:pt x="170212" y="42453"/>
                  <a:pt x="170212" y="39188"/>
                </a:cubicBezTo>
                <a:lnTo>
                  <a:pt x="170275" y="24810"/>
                </a:lnTo>
                <a:lnTo>
                  <a:pt x="224222" y="24810"/>
                </a:lnTo>
                <a:lnTo>
                  <a:pt x="224222" y="35498"/>
                </a:lnTo>
                <a:lnTo>
                  <a:pt x="189742" y="69469"/>
                </a:lnTo>
                <a:close/>
                <a:moveTo>
                  <a:pt x="362965" y="52555"/>
                </a:moveTo>
                <a:lnTo>
                  <a:pt x="382664" y="69469"/>
                </a:lnTo>
                <a:cubicBezTo>
                  <a:pt x="385039" y="69596"/>
                  <a:pt x="386821" y="70267"/>
                  <a:pt x="388008" y="71483"/>
                </a:cubicBezTo>
                <a:cubicBezTo>
                  <a:pt x="389196" y="72697"/>
                  <a:pt x="389789" y="74220"/>
                  <a:pt x="389789" y="76053"/>
                </a:cubicBezTo>
                <a:cubicBezTo>
                  <a:pt x="389789" y="77971"/>
                  <a:pt x="389121" y="79537"/>
                  <a:pt x="387785" y="80753"/>
                </a:cubicBezTo>
                <a:cubicBezTo>
                  <a:pt x="386449" y="81967"/>
                  <a:pt x="384212" y="82574"/>
                  <a:pt x="381074" y="82574"/>
                </a:cubicBezTo>
                <a:lnTo>
                  <a:pt x="366251" y="82574"/>
                </a:lnTo>
                <a:cubicBezTo>
                  <a:pt x="363113" y="82574"/>
                  <a:pt x="360876" y="81967"/>
                  <a:pt x="359540" y="80753"/>
                </a:cubicBezTo>
                <a:cubicBezTo>
                  <a:pt x="358204" y="79537"/>
                  <a:pt x="357536" y="77928"/>
                  <a:pt x="357536" y="75926"/>
                </a:cubicBezTo>
                <a:cubicBezTo>
                  <a:pt x="357536" y="74391"/>
                  <a:pt x="358013" y="73038"/>
                  <a:pt x="358967" y="71866"/>
                </a:cubicBezTo>
                <a:cubicBezTo>
                  <a:pt x="359922" y="70695"/>
                  <a:pt x="361226" y="69896"/>
                  <a:pt x="362880" y="69469"/>
                </a:cubicBezTo>
                <a:lnTo>
                  <a:pt x="353059" y="61042"/>
                </a:lnTo>
                <a:lnTo>
                  <a:pt x="343222" y="69469"/>
                </a:lnTo>
                <a:cubicBezTo>
                  <a:pt x="345216" y="69980"/>
                  <a:pt x="346647" y="70769"/>
                  <a:pt x="347516" y="71835"/>
                </a:cubicBezTo>
                <a:cubicBezTo>
                  <a:pt x="348386" y="72900"/>
                  <a:pt x="348820" y="74264"/>
                  <a:pt x="348820" y="75926"/>
                </a:cubicBezTo>
                <a:cubicBezTo>
                  <a:pt x="348820" y="77928"/>
                  <a:pt x="348163" y="79537"/>
                  <a:pt x="346848" y="80753"/>
                </a:cubicBezTo>
                <a:cubicBezTo>
                  <a:pt x="345534" y="81967"/>
                  <a:pt x="343307" y="82574"/>
                  <a:pt x="340169" y="82574"/>
                </a:cubicBezTo>
                <a:lnTo>
                  <a:pt x="325473" y="82574"/>
                </a:lnTo>
                <a:cubicBezTo>
                  <a:pt x="322335" y="82574"/>
                  <a:pt x="320098" y="81967"/>
                  <a:pt x="318762" y="80753"/>
                </a:cubicBezTo>
                <a:cubicBezTo>
                  <a:pt x="317426" y="79537"/>
                  <a:pt x="316758" y="77950"/>
                  <a:pt x="316758" y="75989"/>
                </a:cubicBezTo>
                <a:cubicBezTo>
                  <a:pt x="316758" y="74199"/>
                  <a:pt x="317352" y="72697"/>
                  <a:pt x="318539" y="71483"/>
                </a:cubicBezTo>
                <a:cubicBezTo>
                  <a:pt x="319727" y="70267"/>
                  <a:pt x="321508" y="69596"/>
                  <a:pt x="323883" y="69469"/>
                </a:cubicBezTo>
                <a:lnTo>
                  <a:pt x="343270" y="52642"/>
                </a:lnTo>
                <a:lnTo>
                  <a:pt x="326110" y="37915"/>
                </a:lnTo>
                <a:cubicBezTo>
                  <a:pt x="323862" y="37744"/>
                  <a:pt x="322155" y="37052"/>
                  <a:pt x="320988" y="35838"/>
                </a:cubicBezTo>
                <a:cubicBezTo>
                  <a:pt x="319822" y="34622"/>
                  <a:pt x="319239" y="33120"/>
                  <a:pt x="319239" y="31331"/>
                </a:cubicBezTo>
                <a:cubicBezTo>
                  <a:pt x="319239" y="29413"/>
                  <a:pt x="319907" y="27847"/>
                  <a:pt x="321243" y="26633"/>
                </a:cubicBezTo>
                <a:cubicBezTo>
                  <a:pt x="322579" y="25418"/>
                  <a:pt x="324816" y="24810"/>
                  <a:pt x="327954" y="24810"/>
                </a:cubicBezTo>
                <a:lnTo>
                  <a:pt x="340169" y="24810"/>
                </a:lnTo>
                <a:cubicBezTo>
                  <a:pt x="343307" y="24810"/>
                  <a:pt x="345544" y="25418"/>
                  <a:pt x="346880" y="26633"/>
                </a:cubicBezTo>
                <a:cubicBezTo>
                  <a:pt x="348216" y="27847"/>
                  <a:pt x="348884" y="29392"/>
                  <a:pt x="348884" y="31267"/>
                </a:cubicBezTo>
                <a:cubicBezTo>
                  <a:pt x="348884" y="33783"/>
                  <a:pt x="347697" y="35829"/>
                  <a:pt x="345322" y="37406"/>
                </a:cubicBezTo>
                <a:lnTo>
                  <a:pt x="353115" y="44098"/>
                </a:lnTo>
                <a:lnTo>
                  <a:pt x="360971" y="37279"/>
                </a:lnTo>
                <a:cubicBezTo>
                  <a:pt x="358639" y="35617"/>
                  <a:pt x="357472" y="33699"/>
                  <a:pt x="357472" y="31524"/>
                </a:cubicBezTo>
                <a:cubicBezTo>
                  <a:pt x="357472" y="29477"/>
                  <a:pt x="358140" y="27847"/>
                  <a:pt x="359476" y="26633"/>
                </a:cubicBezTo>
                <a:cubicBezTo>
                  <a:pt x="360812" y="25418"/>
                  <a:pt x="363049" y="24810"/>
                  <a:pt x="366188" y="24810"/>
                </a:cubicBezTo>
                <a:lnTo>
                  <a:pt x="378275" y="24810"/>
                </a:lnTo>
                <a:cubicBezTo>
                  <a:pt x="381413" y="24810"/>
                  <a:pt x="383650" y="25418"/>
                  <a:pt x="384986" y="26633"/>
                </a:cubicBezTo>
                <a:cubicBezTo>
                  <a:pt x="386322" y="27847"/>
                  <a:pt x="386990" y="29434"/>
                  <a:pt x="386990" y="31395"/>
                </a:cubicBezTo>
                <a:cubicBezTo>
                  <a:pt x="386990" y="33141"/>
                  <a:pt x="386407" y="34622"/>
                  <a:pt x="385241" y="35838"/>
                </a:cubicBezTo>
                <a:cubicBezTo>
                  <a:pt x="384074" y="37052"/>
                  <a:pt x="382346" y="37744"/>
                  <a:pt x="380056" y="37915"/>
                </a:cubicBezTo>
                <a:lnTo>
                  <a:pt x="362965" y="52555"/>
                </a:lnTo>
                <a:close/>
                <a:moveTo>
                  <a:pt x="450403" y="254"/>
                </a:moveTo>
                <a:lnTo>
                  <a:pt x="450403" y="51147"/>
                </a:lnTo>
                <a:cubicBezTo>
                  <a:pt x="453159" y="51147"/>
                  <a:pt x="455195" y="51741"/>
                  <a:pt x="456510" y="52929"/>
                </a:cubicBezTo>
                <a:cubicBezTo>
                  <a:pt x="457825" y="54116"/>
                  <a:pt x="458482" y="55685"/>
                  <a:pt x="458482" y="57636"/>
                </a:cubicBezTo>
                <a:cubicBezTo>
                  <a:pt x="458482" y="59587"/>
                  <a:pt x="457814" y="61178"/>
                  <a:pt x="456478" y="62407"/>
                </a:cubicBezTo>
                <a:cubicBezTo>
                  <a:pt x="455142" y="63637"/>
                  <a:pt x="453117" y="64252"/>
                  <a:pt x="450403" y="64252"/>
                </a:cubicBezTo>
                <a:lnTo>
                  <a:pt x="450403" y="69469"/>
                </a:lnTo>
                <a:cubicBezTo>
                  <a:pt x="453159" y="69469"/>
                  <a:pt x="455195" y="70073"/>
                  <a:pt x="456510" y="71282"/>
                </a:cubicBezTo>
                <a:cubicBezTo>
                  <a:pt x="457825" y="72491"/>
                  <a:pt x="458482" y="74070"/>
                  <a:pt x="458482" y="76021"/>
                </a:cubicBezTo>
                <a:cubicBezTo>
                  <a:pt x="458482" y="77972"/>
                  <a:pt x="457814" y="79552"/>
                  <a:pt x="456478" y="80761"/>
                </a:cubicBezTo>
                <a:cubicBezTo>
                  <a:pt x="455142" y="81969"/>
                  <a:pt x="452905" y="82574"/>
                  <a:pt x="449767" y="82574"/>
                </a:cubicBezTo>
                <a:lnTo>
                  <a:pt x="432272" y="82574"/>
                </a:lnTo>
                <a:cubicBezTo>
                  <a:pt x="429134" y="82574"/>
                  <a:pt x="426897" y="81959"/>
                  <a:pt x="425561" y="80729"/>
                </a:cubicBezTo>
                <a:cubicBezTo>
                  <a:pt x="424225" y="79499"/>
                  <a:pt x="423557" y="77909"/>
                  <a:pt x="423557" y="75958"/>
                </a:cubicBezTo>
                <a:cubicBezTo>
                  <a:pt x="423557" y="74007"/>
                  <a:pt x="424225" y="72438"/>
                  <a:pt x="425561" y="71250"/>
                </a:cubicBezTo>
                <a:cubicBezTo>
                  <a:pt x="426897" y="70063"/>
                  <a:pt x="429134" y="69469"/>
                  <a:pt x="432272" y="69469"/>
                </a:cubicBezTo>
                <a:lnTo>
                  <a:pt x="437361" y="69469"/>
                </a:lnTo>
                <a:lnTo>
                  <a:pt x="437361" y="64252"/>
                </a:lnTo>
                <a:lnTo>
                  <a:pt x="401927" y="64252"/>
                </a:lnTo>
                <a:lnTo>
                  <a:pt x="401927" y="53320"/>
                </a:lnTo>
                <a:lnTo>
                  <a:pt x="433163" y="254"/>
                </a:lnTo>
                <a:lnTo>
                  <a:pt x="450403" y="254"/>
                </a:lnTo>
                <a:moveTo>
                  <a:pt x="437361" y="51147"/>
                </a:moveTo>
                <a:lnTo>
                  <a:pt x="437361" y="18977"/>
                </a:lnTo>
                <a:lnTo>
                  <a:pt x="418467" y="51147"/>
                </a:lnTo>
                <a:lnTo>
                  <a:pt x="437361" y="51147"/>
                </a:lnTo>
                <a:close/>
                <a:moveTo>
                  <a:pt x="506372" y="65016"/>
                </a:moveTo>
                <a:lnTo>
                  <a:pt x="523803" y="65016"/>
                </a:lnTo>
                <a:lnTo>
                  <a:pt x="505036" y="100444"/>
                </a:lnTo>
                <a:cubicBezTo>
                  <a:pt x="503934" y="102526"/>
                  <a:pt x="502555" y="103567"/>
                  <a:pt x="500901" y="103567"/>
                </a:cubicBezTo>
                <a:cubicBezTo>
                  <a:pt x="499798" y="103567"/>
                  <a:pt x="498855" y="103206"/>
                  <a:pt x="498070" y="102484"/>
                </a:cubicBezTo>
                <a:cubicBezTo>
                  <a:pt x="497286" y="101761"/>
                  <a:pt x="496893" y="100954"/>
                  <a:pt x="496893" y="100062"/>
                </a:cubicBezTo>
                <a:cubicBezTo>
                  <a:pt x="496893" y="99425"/>
                  <a:pt x="497042" y="98554"/>
                  <a:pt x="497339" y="97450"/>
                </a:cubicBezTo>
                <a:lnTo>
                  <a:pt x="506372" y="65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44">
            <a:extLst xmlns:a="http://schemas.openxmlformats.org/drawingml/2006/main">
              <a:ext uri="{FF2B5EF4-FFF2-40B4-BE49-F238E27FC236}">
                <a16:creationId xmlns:a16="http://schemas.microsoft.com/office/drawing/2014/main" id="{F7709369-4383-4964-A9EF-6952B4CE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80" y="2433896"/>
            <a:ext cx="134726" cy="82319"/>
          </a:xfrm>
          <a:custGeom xmlns:a="http://schemas.openxmlformats.org/drawingml/2006/main">
            <a:pathLst>
              <a:path w="134726" h="82319">
                <a:moveTo>
                  <a:pt x="48476" y="0"/>
                </a:moveTo>
                <a:lnTo>
                  <a:pt x="48476" y="50893"/>
                </a:lnTo>
                <a:cubicBezTo>
                  <a:pt x="51232" y="50893"/>
                  <a:pt x="53268" y="51487"/>
                  <a:pt x="54583" y="52674"/>
                </a:cubicBezTo>
                <a:cubicBezTo>
                  <a:pt x="55897" y="53862"/>
                  <a:pt x="56555" y="55431"/>
                  <a:pt x="56555" y="57382"/>
                </a:cubicBezTo>
                <a:cubicBezTo>
                  <a:pt x="56555" y="59333"/>
                  <a:pt x="55887" y="60923"/>
                  <a:pt x="54551" y="62153"/>
                </a:cubicBezTo>
                <a:cubicBezTo>
                  <a:pt x="53215" y="63383"/>
                  <a:pt x="51190" y="63998"/>
                  <a:pt x="48476" y="63998"/>
                </a:cubicBezTo>
                <a:lnTo>
                  <a:pt x="48476" y="69214"/>
                </a:lnTo>
                <a:cubicBezTo>
                  <a:pt x="51232" y="69214"/>
                  <a:pt x="53268" y="69819"/>
                  <a:pt x="54583" y="71027"/>
                </a:cubicBezTo>
                <a:cubicBezTo>
                  <a:pt x="55897" y="72236"/>
                  <a:pt x="56555" y="73816"/>
                  <a:pt x="56555" y="75767"/>
                </a:cubicBezTo>
                <a:cubicBezTo>
                  <a:pt x="56555" y="77718"/>
                  <a:pt x="55887" y="79298"/>
                  <a:pt x="54551" y="80506"/>
                </a:cubicBezTo>
                <a:cubicBezTo>
                  <a:pt x="53215" y="81715"/>
                  <a:pt x="50978" y="82319"/>
                  <a:pt x="47839" y="82319"/>
                </a:cubicBezTo>
                <a:lnTo>
                  <a:pt x="30345" y="82319"/>
                </a:lnTo>
                <a:cubicBezTo>
                  <a:pt x="27207" y="82319"/>
                  <a:pt x="24969" y="81704"/>
                  <a:pt x="23633" y="80474"/>
                </a:cubicBezTo>
                <a:cubicBezTo>
                  <a:pt x="22297" y="79245"/>
                  <a:pt x="21629" y="77654"/>
                  <a:pt x="21629" y="75703"/>
                </a:cubicBezTo>
                <a:cubicBezTo>
                  <a:pt x="21629" y="73752"/>
                  <a:pt x="22297" y="72183"/>
                  <a:pt x="23633" y="70996"/>
                </a:cubicBezTo>
                <a:cubicBezTo>
                  <a:pt x="24969" y="69808"/>
                  <a:pt x="27207" y="69214"/>
                  <a:pt x="30345" y="69214"/>
                </a:cubicBezTo>
                <a:lnTo>
                  <a:pt x="35434" y="69214"/>
                </a:lnTo>
                <a:lnTo>
                  <a:pt x="35434" y="63998"/>
                </a:lnTo>
                <a:lnTo>
                  <a:pt x="0" y="63998"/>
                </a:lnTo>
                <a:lnTo>
                  <a:pt x="0" y="53066"/>
                </a:lnTo>
                <a:lnTo>
                  <a:pt x="31236" y="0"/>
                </a:lnTo>
                <a:lnTo>
                  <a:pt x="48476" y="0"/>
                </a:lnTo>
                <a:moveTo>
                  <a:pt x="35434" y="50893"/>
                </a:moveTo>
                <a:lnTo>
                  <a:pt x="35434" y="18723"/>
                </a:lnTo>
                <a:lnTo>
                  <a:pt x="16540" y="50893"/>
                </a:lnTo>
                <a:lnTo>
                  <a:pt x="35434" y="50893"/>
                </a:lnTo>
                <a:close/>
                <a:moveTo>
                  <a:pt x="126647" y="0"/>
                </a:moveTo>
                <a:lnTo>
                  <a:pt x="126647" y="50893"/>
                </a:lnTo>
                <a:cubicBezTo>
                  <a:pt x="129404" y="50893"/>
                  <a:pt x="131440" y="51487"/>
                  <a:pt x="132754" y="52674"/>
                </a:cubicBezTo>
                <a:cubicBezTo>
                  <a:pt x="134069" y="53862"/>
                  <a:pt x="134726" y="55431"/>
                  <a:pt x="134726" y="57382"/>
                </a:cubicBezTo>
                <a:cubicBezTo>
                  <a:pt x="134726" y="59333"/>
                  <a:pt x="134058" y="60923"/>
                  <a:pt x="132723" y="62153"/>
                </a:cubicBezTo>
                <a:cubicBezTo>
                  <a:pt x="131387" y="63383"/>
                  <a:pt x="129361" y="63998"/>
                  <a:pt x="126647" y="63998"/>
                </a:cubicBezTo>
                <a:lnTo>
                  <a:pt x="126647" y="69214"/>
                </a:lnTo>
                <a:cubicBezTo>
                  <a:pt x="129404" y="69214"/>
                  <a:pt x="131440" y="69819"/>
                  <a:pt x="132754" y="71027"/>
                </a:cubicBezTo>
                <a:cubicBezTo>
                  <a:pt x="134069" y="72236"/>
                  <a:pt x="134726" y="73816"/>
                  <a:pt x="134726" y="75767"/>
                </a:cubicBezTo>
                <a:cubicBezTo>
                  <a:pt x="134726" y="77718"/>
                  <a:pt x="134058" y="79298"/>
                  <a:pt x="132723" y="80506"/>
                </a:cubicBezTo>
                <a:cubicBezTo>
                  <a:pt x="131387" y="81715"/>
                  <a:pt x="129149" y="82319"/>
                  <a:pt x="126011" y="82319"/>
                </a:cubicBezTo>
                <a:lnTo>
                  <a:pt x="108517" y="82319"/>
                </a:lnTo>
                <a:cubicBezTo>
                  <a:pt x="105378" y="82319"/>
                  <a:pt x="103141" y="81704"/>
                  <a:pt x="101805" y="80474"/>
                </a:cubicBezTo>
                <a:cubicBezTo>
                  <a:pt x="100469" y="79245"/>
                  <a:pt x="99801" y="77654"/>
                  <a:pt x="99801" y="75703"/>
                </a:cubicBezTo>
                <a:cubicBezTo>
                  <a:pt x="99801" y="73752"/>
                  <a:pt x="100469" y="72183"/>
                  <a:pt x="101805" y="70996"/>
                </a:cubicBezTo>
                <a:cubicBezTo>
                  <a:pt x="103141" y="69808"/>
                  <a:pt x="105378" y="69214"/>
                  <a:pt x="108517" y="69214"/>
                </a:cubicBezTo>
                <a:lnTo>
                  <a:pt x="113606" y="69214"/>
                </a:lnTo>
                <a:lnTo>
                  <a:pt x="113606" y="63998"/>
                </a:lnTo>
                <a:lnTo>
                  <a:pt x="78172" y="63998"/>
                </a:lnTo>
                <a:lnTo>
                  <a:pt x="78172" y="53066"/>
                </a:lnTo>
                <a:lnTo>
                  <a:pt x="109407" y="0"/>
                </a:lnTo>
                <a:lnTo>
                  <a:pt x="126647" y="0"/>
                </a:lnTo>
                <a:moveTo>
                  <a:pt x="113606" y="50893"/>
                </a:moveTo>
                <a:lnTo>
                  <a:pt x="113606" y="18723"/>
                </a:lnTo>
                <a:lnTo>
                  <a:pt x="94712" y="50893"/>
                </a:lnTo>
                <a:lnTo>
                  <a:pt x="113606" y="50893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add">
            <a:extLst xmlns:a="http://schemas.openxmlformats.org/drawingml/2006/main">
              <a:ext uri="{FF2B5EF4-FFF2-40B4-BE49-F238E27FC236}">
                <a16:creationId xmlns:a16="http://schemas.microsoft.com/office/drawing/2014/main" id="{5B09F7D4-B4F4-404B-AF97-77E649D9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655" y="2596499"/>
            <a:ext cx="230647" cy="84609"/>
          </a:xfrm>
          <a:custGeom xmlns:a="http://schemas.openxmlformats.org/drawingml/2006/main">
            <a:pathLst>
              <a:path w="230647" h="84609">
                <a:moveTo>
                  <a:pt x="45167" y="82574"/>
                </a:moveTo>
                <a:lnTo>
                  <a:pt x="45167" y="79520"/>
                </a:lnTo>
                <a:cubicBezTo>
                  <a:pt x="41902" y="81217"/>
                  <a:pt x="38297" y="82489"/>
                  <a:pt x="34353" y="83337"/>
                </a:cubicBezTo>
                <a:cubicBezTo>
                  <a:pt x="30409" y="84185"/>
                  <a:pt x="26825" y="84609"/>
                  <a:pt x="23602" y="84609"/>
                </a:cubicBezTo>
                <a:cubicBezTo>
                  <a:pt x="16604" y="84609"/>
                  <a:pt x="10921" y="82757"/>
                  <a:pt x="6552" y="79053"/>
                </a:cubicBezTo>
                <a:cubicBezTo>
                  <a:pt x="2184" y="75347"/>
                  <a:pt x="0" y="71250"/>
                  <a:pt x="0" y="66761"/>
                </a:cubicBezTo>
                <a:cubicBezTo>
                  <a:pt x="0" y="61299"/>
                  <a:pt x="2789" y="56229"/>
                  <a:pt x="8366" y="51551"/>
                </a:cubicBezTo>
                <a:cubicBezTo>
                  <a:pt x="13943" y="46871"/>
                  <a:pt x="21651" y="44531"/>
                  <a:pt x="31490" y="44531"/>
                </a:cubicBezTo>
                <a:cubicBezTo>
                  <a:pt x="35434" y="44531"/>
                  <a:pt x="39993" y="44955"/>
                  <a:pt x="45167" y="45804"/>
                </a:cubicBezTo>
                <a:lnTo>
                  <a:pt x="45167" y="42706"/>
                </a:lnTo>
                <a:cubicBezTo>
                  <a:pt x="45167" y="40769"/>
                  <a:pt x="44330" y="39189"/>
                  <a:pt x="42655" y="37967"/>
                </a:cubicBezTo>
                <a:cubicBezTo>
                  <a:pt x="40979" y="36745"/>
                  <a:pt x="37788" y="36134"/>
                  <a:pt x="33080" y="36134"/>
                </a:cubicBezTo>
                <a:cubicBezTo>
                  <a:pt x="29221" y="36134"/>
                  <a:pt x="24217" y="36881"/>
                  <a:pt x="18067" y="38376"/>
                </a:cubicBezTo>
                <a:cubicBezTo>
                  <a:pt x="15777" y="38917"/>
                  <a:pt x="13996" y="39188"/>
                  <a:pt x="12723" y="39188"/>
                </a:cubicBezTo>
                <a:cubicBezTo>
                  <a:pt x="10984" y="39188"/>
                  <a:pt x="9511" y="38562"/>
                  <a:pt x="8302" y="37311"/>
                </a:cubicBezTo>
                <a:cubicBezTo>
                  <a:pt x="7093" y="36060"/>
                  <a:pt x="6489" y="34459"/>
                  <a:pt x="6489" y="32508"/>
                </a:cubicBezTo>
                <a:cubicBezTo>
                  <a:pt x="6489" y="31405"/>
                  <a:pt x="6701" y="30451"/>
                  <a:pt x="7125" y="29645"/>
                </a:cubicBezTo>
                <a:cubicBezTo>
                  <a:pt x="7549" y="28839"/>
                  <a:pt x="8143" y="28193"/>
                  <a:pt x="8906" y="27705"/>
                </a:cubicBezTo>
                <a:cubicBezTo>
                  <a:pt x="9670" y="27217"/>
                  <a:pt x="11260" y="26634"/>
                  <a:pt x="13677" y="25955"/>
                </a:cubicBezTo>
                <a:cubicBezTo>
                  <a:pt x="16901" y="25065"/>
                  <a:pt x="20188" y="24354"/>
                  <a:pt x="23538" y="23824"/>
                </a:cubicBezTo>
                <a:cubicBezTo>
                  <a:pt x="26888" y="23294"/>
                  <a:pt x="29921" y="23029"/>
                  <a:pt x="32635" y="23029"/>
                </a:cubicBezTo>
                <a:cubicBezTo>
                  <a:pt x="40736" y="23029"/>
                  <a:pt x="47023" y="24778"/>
                  <a:pt x="51497" y="28277"/>
                </a:cubicBezTo>
                <a:cubicBezTo>
                  <a:pt x="55972" y="31776"/>
                  <a:pt x="58209" y="36558"/>
                  <a:pt x="58209" y="42623"/>
                </a:cubicBezTo>
                <a:lnTo>
                  <a:pt x="58209" y="69469"/>
                </a:lnTo>
                <a:lnTo>
                  <a:pt x="60435" y="69469"/>
                </a:lnTo>
                <a:cubicBezTo>
                  <a:pt x="63574" y="69469"/>
                  <a:pt x="65811" y="70073"/>
                  <a:pt x="67147" y="71282"/>
                </a:cubicBezTo>
                <a:cubicBezTo>
                  <a:pt x="68483" y="72491"/>
                  <a:pt x="69151" y="74070"/>
                  <a:pt x="69151" y="76021"/>
                </a:cubicBezTo>
                <a:cubicBezTo>
                  <a:pt x="69151" y="77972"/>
                  <a:pt x="68483" y="79552"/>
                  <a:pt x="67147" y="80761"/>
                </a:cubicBezTo>
                <a:cubicBezTo>
                  <a:pt x="65811" y="81969"/>
                  <a:pt x="63574" y="82574"/>
                  <a:pt x="60435" y="82574"/>
                </a:cubicBezTo>
                <a:lnTo>
                  <a:pt x="45167" y="82574"/>
                </a:lnTo>
                <a:moveTo>
                  <a:pt x="45167" y="59149"/>
                </a:moveTo>
                <a:cubicBezTo>
                  <a:pt x="39951" y="58141"/>
                  <a:pt x="35137" y="57636"/>
                  <a:pt x="30727" y="57636"/>
                </a:cubicBezTo>
                <a:cubicBezTo>
                  <a:pt x="25425" y="57636"/>
                  <a:pt x="20866" y="58918"/>
                  <a:pt x="17049" y="61481"/>
                </a:cubicBezTo>
                <a:cubicBezTo>
                  <a:pt x="14674" y="63120"/>
                  <a:pt x="13487" y="64780"/>
                  <a:pt x="13487" y="66461"/>
                </a:cubicBezTo>
                <a:cubicBezTo>
                  <a:pt x="13487" y="67680"/>
                  <a:pt x="14059" y="68668"/>
                  <a:pt x="15204" y="69425"/>
                </a:cubicBezTo>
                <a:cubicBezTo>
                  <a:pt x="17325" y="70811"/>
                  <a:pt x="20230" y="71505"/>
                  <a:pt x="23920" y="71505"/>
                </a:cubicBezTo>
                <a:cubicBezTo>
                  <a:pt x="27058" y="71505"/>
                  <a:pt x="30610" y="70896"/>
                  <a:pt x="34575" y="69678"/>
                </a:cubicBezTo>
                <a:cubicBezTo>
                  <a:pt x="38541" y="68458"/>
                  <a:pt x="42071" y="66798"/>
                  <a:pt x="45167" y="64696"/>
                </a:cubicBezTo>
                <a:lnTo>
                  <a:pt x="45167" y="59149"/>
                </a:lnTo>
                <a:close/>
                <a:moveTo>
                  <a:pt x="141533" y="0"/>
                </a:moveTo>
                <a:lnTo>
                  <a:pt x="141533" y="69469"/>
                </a:lnTo>
                <a:lnTo>
                  <a:pt x="143760" y="69469"/>
                </a:lnTo>
                <a:cubicBezTo>
                  <a:pt x="146856" y="69469"/>
                  <a:pt x="149083" y="70073"/>
                  <a:pt x="150440" y="71282"/>
                </a:cubicBezTo>
                <a:cubicBezTo>
                  <a:pt x="151797" y="72491"/>
                  <a:pt x="152475" y="74070"/>
                  <a:pt x="152475" y="76021"/>
                </a:cubicBezTo>
                <a:cubicBezTo>
                  <a:pt x="152475" y="77972"/>
                  <a:pt x="151807" y="79552"/>
                  <a:pt x="150472" y="80761"/>
                </a:cubicBezTo>
                <a:cubicBezTo>
                  <a:pt x="149136" y="81969"/>
                  <a:pt x="146898" y="82574"/>
                  <a:pt x="143760" y="82574"/>
                </a:cubicBezTo>
                <a:lnTo>
                  <a:pt x="128492" y="82574"/>
                </a:lnTo>
                <a:lnTo>
                  <a:pt x="128492" y="79393"/>
                </a:lnTo>
                <a:cubicBezTo>
                  <a:pt x="125523" y="81111"/>
                  <a:pt x="122417" y="82409"/>
                  <a:pt x="119172" y="83289"/>
                </a:cubicBezTo>
                <a:cubicBezTo>
                  <a:pt x="115928" y="84169"/>
                  <a:pt x="112567" y="84609"/>
                  <a:pt x="109089" y="84609"/>
                </a:cubicBezTo>
                <a:cubicBezTo>
                  <a:pt x="99292" y="84609"/>
                  <a:pt x="91404" y="81779"/>
                  <a:pt x="85424" y="76117"/>
                </a:cubicBezTo>
                <a:cubicBezTo>
                  <a:pt x="79444" y="70455"/>
                  <a:pt x="76454" y="63404"/>
                  <a:pt x="76454" y="54964"/>
                </a:cubicBezTo>
                <a:cubicBezTo>
                  <a:pt x="76454" y="46143"/>
                  <a:pt x="79593" y="38615"/>
                  <a:pt x="85869" y="32381"/>
                </a:cubicBezTo>
                <a:cubicBezTo>
                  <a:pt x="92146" y="26146"/>
                  <a:pt x="99801" y="23029"/>
                  <a:pt x="108835" y="23029"/>
                </a:cubicBezTo>
                <a:cubicBezTo>
                  <a:pt x="112228" y="23029"/>
                  <a:pt x="115557" y="23551"/>
                  <a:pt x="118822" y="24596"/>
                </a:cubicBezTo>
                <a:cubicBezTo>
                  <a:pt x="122088" y="25640"/>
                  <a:pt x="125311" y="27206"/>
                  <a:pt x="128492" y="29293"/>
                </a:cubicBezTo>
                <a:lnTo>
                  <a:pt x="128492" y="13105"/>
                </a:lnTo>
                <a:lnTo>
                  <a:pt x="126266" y="13105"/>
                </a:lnTo>
                <a:cubicBezTo>
                  <a:pt x="123127" y="13105"/>
                  <a:pt x="120890" y="12501"/>
                  <a:pt x="119554" y="11292"/>
                </a:cubicBezTo>
                <a:cubicBezTo>
                  <a:pt x="118218" y="10083"/>
                  <a:pt x="117550" y="8503"/>
                  <a:pt x="117550" y="6552"/>
                </a:cubicBezTo>
                <a:cubicBezTo>
                  <a:pt x="117550" y="4602"/>
                  <a:pt x="118218" y="3022"/>
                  <a:pt x="119554" y="1813"/>
                </a:cubicBezTo>
                <a:cubicBezTo>
                  <a:pt x="120890" y="604"/>
                  <a:pt x="123127" y="0"/>
                  <a:pt x="126266" y="0"/>
                </a:cubicBezTo>
                <a:lnTo>
                  <a:pt x="141533" y="0"/>
                </a:lnTo>
                <a:moveTo>
                  <a:pt x="128492" y="55340"/>
                </a:moveTo>
                <a:cubicBezTo>
                  <a:pt x="128492" y="49974"/>
                  <a:pt x="126605" y="45431"/>
                  <a:pt x="122830" y="41712"/>
                </a:cubicBezTo>
                <a:cubicBezTo>
                  <a:pt x="119056" y="37993"/>
                  <a:pt x="114433" y="36134"/>
                  <a:pt x="108962" y="36134"/>
                </a:cubicBezTo>
                <a:cubicBezTo>
                  <a:pt x="103533" y="36134"/>
                  <a:pt x="98932" y="37993"/>
                  <a:pt x="95157" y="41712"/>
                </a:cubicBezTo>
                <a:cubicBezTo>
                  <a:pt x="91383" y="45431"/>
                  <a:pt x="89495" y="49911"/>
                  <a:pt x="89495" y="55151"/>
                </a:cubicBezTo>
                <a:cubicBezTo>
                  <a:pt x="89495" y="59926"/>
                  <a:pt x="91192" y="63846"/>
                  <a:pt x="94585" y="66910"/>
                </a:cubicBezTo>
                <a:cubicBezTo>
                  <a:pt x="97978" y="69973"/>
                  <a:pt x="102770" y="71505"/>
                  <a:pt x="108962" y="71505"/>
                </a:cubicBezTo>
                <a:cubicBezTo>
                  <a:pt x="115112" y="71505"/>
                  <a:pt x="119904" y="69973"/>
                  <a:pt x="123339" y="66910"/>
                </a:cubicBezTo>
                <a:cubicBezTo>
                  <a:pt x="126775" y="63846"/>
                  <a:pt x="128492" y="59989"/>
                  <a:pt x="128492" y="55340"/>
                </a:cubicBezTo>
                <a:close/>
                <a:moveTo>
                  <a:pt x="219705" y="0"/>
                </a:moveTo>
                <a:lnTo>
                  <a:pt x="219705" y="69469"/>
                </a:lnTo>
                <a:lnTo>
                  <a:pt x="221932" y="69469"/>
                </a:lnTo>
                <a:cubicBezTo>
                  <a:pt x="225027" y="69469"/>
                  <a:pt x="227254" y="70073"/>
                  <a:pt x="228611" y="71282"/>
                </a:cubicBezTo>
                <a:cubicBezTo>
                  <a:pt x="229968" y="72491"/>
                  <a:pt x="230647" y="74070"/>
                  <a:pt x="230647" y="76021"/>
                </a:cubicBezTo>
                <a:cubicBezTo>
                  <a:pt x="230647" y="77972"/>
                  <a:pt x="229979" y="79552"/>
                  <a:pt x="228643" y="80761"/>
                </a:cubicBezTo>
                <a:cubicBezTo>
                  <a:pt x="227307" y="81969"/>
                  <a:pt x="225070" y="82574"/>
                  <a:pt x="221932" y="82574"/>
                </a:cubicBezTo>
                <a:lnTo>
                  <a:pt x="206664" y="82574"/>
                </a:lnTo>
                <a:lnTo>
                  <a:pt x="206664" y="79393"/>
                </a:lnTo>
                <a:cubicBezTo>
                  <a:pt x="203695" y="81111"/>
                  <a:pt x="200588" y="82409"/>
                  <a:pt x="197344" y="83289"/>
                </a:cubicBezTo>
                <a:cubicBezTo>
                  <a:pt x="194099" y="84169"/>
                  <a:pt x="190738" y="84609"/>
                  <a:pt x="187261" y="84609"/>
                </a:cubicBezTo>
                <a:cubicBezTo>
                  <a:pt x="177464" y="84609"/>
                  <a:pt x="169575" y="81779"/>
                  <a:pt x="163595" y="76117"/>
                </a:cubicBezTo>
                <a:cubicBezTo>
                  <a:pt x="157616" y="70455"/>
                  <a:pt x="154626" y="63404"/>
                  <a:pt x="154626" y="54964"/>
                </a:cubicBezTo>
                <a:cubicBezTo>
                  <a:pt x="154626" y="46143"/>
                  <a:pt x="157764" y="38615"/>
                  <a:pt x="164041" y="32381"/>
                </a:cubicBezTo>
                <a:cubicBezTo>
                  <a:pt x="170318" y="26146"/>
                  <a:pt x="177973" y="23029"/>
                  <a:pt x="187006" y="23029"/>
                </a:cubicBezTo>
                <a:cubicBezTo>
                  <a:pt x="190399" y="23029"/>
                  <a:pt x="193728" y="23551"/>
                  <a:pt x="196994" y="24596"/>
                </a:cubicBezTo>
                <a:cubicBezTo>
                  <a:pt x="200260" y="25640"/>
                  <a:pt x="203483" y="27206"/>
                  <a:pt x="206664" y="29293"/>
                </a:cubicBezTo>
                <a:lnTo>
                  <a:pt x="206664" y="13105"/>
                </a:lnTo>
                <a:lnTo>
                  <a:pt x="204437" y="13105"/>
                </a:lnTo>
                <a:cubicBezTo>
                  <a:pt x="201299" y="13105"/>
                  <a:pt x="199062" y="12501"/>
                  <a:pt x="197726" y="11292"/>
                </a:cubicBezTo>
                <a:cubicBezTo>
                  <a:pt x="196390" y="10083"/>
                  <a:pt x="195722" y="8503"/>
                  <a:pt x="195722" y="6552"/>
                </a:cubicBezTo>
                <a:cubicBezTo>
                  <a:pt x="195722" y="4602"/>
                  <a:pt x="196390" y="3022"/>
                  <a:pt x="197726" y="1813"/>
                </a:cubicBezTo>
                <a:cubicBezTo>
                  <a:pt x="199062" y="604"/>
                  <a:pt x="201299" y="0"/>
                  <a:pt x="204437" y="0"/>
                </a:cubicBezTo>
                <a:lnTo>
                  <a:pt x="219705" y="0"/>
                </a:lnTo>
                <a:moveTo>
                  <a:pt x="206664" y="55340"/>
                </a:moveTo>
                <a:cubicBezTo>
                  <a:pt x="206664" y="49974"/>
                  <a:pt x="204776" y="45431"/>
                  <a:pt x="201002" y="41712"/>
                </a:cubicBezTo>
                <a:cubicBezTo>
                  <a:pt x="197227" y="37993"/>
                  <a:pt x="192604" y="36134"/>
                  <a:pt x="187133" y="36134"/>
                </a:cubicBezTo>
                <a:cubicBezTo>
                  <a:pt x="181705" y="36134"/>
                  <a:pt x="177103" y="37993"/>
                  <a:pt x="173329" y="41712"/>
                </a:cubicBezTo>
                <a:cubicBezTo>
                  <a:pt x="169554" y="45431"/>
                  <a:pt x="167667" y="49911"/>
                  <a:pt x="167667" y="55151"/>
                </a:cubicBezTo>
                <a:cubicBezTo>
                  <a:pt x="167667" y="59926"/>
                  <a:pt x="169363" y="63846"/>
                  <a:pt x="172756" y="66910"/>
                </a:cubicBezTo>
                <a:cubicBezTo>
                  <a:pt x="176149" y="69973"/>
                  <a:pt x="180942" y="71505"/>
                  <a:pt x="187133" y="71505"/>
                </a:cubicBezTo>
                <a:cubicBezTo>
                  <a:pt x="193283" y="71505"/>
                  <a:pt x="198075" y="69973"/>
                  <a:pt x="201511" y="66910"/>
                </a:cubicBezTo>
                <a:cubicBezTo>
                  <a:pt x="204946" y="63846"/>
                  <a:pt x="206664" y="59989"/>
                  <a:pt x="206664" y="55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x6">
            <a:extLst xmlns:a="http://schemas.openxmlformats.org/drawingml/2006/main">
              <a:ext uri="{FF2B5EF4-FFF2-40B4-BE49-F238E27FC236}">
                <a16:creationId xmlns:a16="http://schemas.microsoft.com/office/drawing/2014/main" id="{87236FB4-DDB2-4775-A7D7-050358A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466" y="2594591"/>
            <a:ext cx="145987" cy="86391"/>
          </a:xfrm>
          <a:custGeom xmlns:a="http://schemas.openxmlformats.org/drawingml/2006/main">
            <a:pathLst>
              <a:path w="145987" h="86391">
                <a:moveTo>
                  <a:pt x="46207" y="54463"/>
                </a:moveTo>
                <a:lnTo>
                  <a:pt x="65906" y="71377"/>
                </a:lnTo>
                <a:cubicBezTo>
                  <a:pt x="68281" y="71505"/>
                  <a:pt x="70063" y="72176"/>
                  <a:pt x="71250" y="73391"/>
                </a:cubicBezTo>
                <a:cubicBezTo>
                  <a:pt x="72438" y="74605"/>
                  <a:pt x="73031" y="76129"/>
                  <a:pt x="73031" y="77962"/>
                </a:cubicBezTo>
                <a:cubicBezTo>
                  <a:pt x="73031" y="79879"/>
                  <a:pt x="72363" y="81446"/>
                  <a:pt x="71027" y="82661"/>
                </a:cubicBezTo>
                <a:cubicBezTo>
                  <a:pt x="69691" y="83875"/>
                  <a:pt x="67454" y="84482"/>
                  <a:pt x="64316" y="84482"/>
                </a:cubicBezTo>
                <a:lnTo>
                  <a:pt x="49493" y="84482"/>
                </a:lnTo>
                <a:cubicBezTo>
                  <a:pt x="46355" y="84482"/>
                  <a:pt x="44118" y="83875"/>
                  <a:pt x="42782" y="82661"/>
                </a:cubicBezTo>
                <a:cubicBezTo>
                  <a:pt x="41446" y="81446"/>
                  <a:pt x="40778" y="79837"/>
                  <a:pt x="40778" y="77834"/>
                </a:cubicBezTo>
                <a:cubicBezTo>
                  <a:pt x="40778" y="76300"/>
                  <a:pt x="41255" y="74946"/>
                  <a:pt x="42209" y="73775"/>
                </a:cubicBezTo>
                <a:cubicBezTo>
                  <a:pt x="43164" y="72603"/>
                  <a:pt x="44468" y="71804"/>
                  <a:pt x="46122" y="71377"/>
                </a:cubicBezTo>
                <a:lnTo>
                  <a:pt x="36301" y="62950"/>
                </a:lnTo>
                <a:lnTo>
                  <a:pt x="26464" y="71377"/>
                </a:lnTo>
                <a:cubicBezTo>
                  <a:pt x="28458" y="71889"/>
                  <a:pt x="29889" y="72677"/>
                  <a:pt x="30758" y="73743"/>
                </a:cubicBezTo>
                <a:cubicBezTo>
                  <a:pt x="31628" y="74809"/>
                  <a:pt x="32063" y="76172"/>
                  <a:pt x="32063" y="77834"/>
                </a:cubicBezTo>
                <a:cubicBezTo>
                  <a:pt x="32063" y="79837"/>
                  <a:pt x="31405" y="81446"/>
                  <a:pt x="30090" y="82661"/>
                </a:cubicBezTo>
                <a:cubicBezTo>
                  <a:pt x="28776" y="83875"/>
                  <a:pt x="26549" y="84482"/>
                  <a:pt x="23411" y="84482"/>
                </a:cubicBezTo>
                <a:lnTo>
                  <a:pt x="8715" y="84482"/>
                </a:lnTo>
                <a:cubicBezTo>
                  <a:pt x="5577" y="84482"/>
                  <a:pt x="3340" y="83875"/>
                  <a:pt x="2004" y="82661"/>
                </a:cubicBezTo>
                <a:cubicBezTo>
                  <a:pt x="668" y="81446"/>
                  <a:pt x="0" y="79858"/>
                  <a:pt x="0" y="77898"/>
                </a:cubicBezTo>
                <a:cubicBezTo>
                  <a:pt x="0" y="76107"/>
                  <a:pt x="594" y="74605"/>
                  <a:pt x="1781" y="73391"/>
                </a:cubicBezTo>
                <a:cubicBezTo>
                  <a:pt x="2969" y="72176"/>
                  <a:pt x="4750" y="71505"/>
                  <a:pt x="7125" y="71377"/>
                </a:cubicBezTo>
                <a:lnTo>
                  <a:pt x="26512" y="54551"/>
                </a:lnTo>
                <a:lnTo>
                  <a:pt x="9352" y="39824"/>
                </a:lnTo>
                <a:cubicBezTo>
                  <a:pt x="7104" y="39653"/>
                  <a:pt x="5397" y="38960"/>
                  <a:pt x="4230" y="37746"/>
                </a:cubicBezTo>
                <a:cubicBezTo>
                  <a:pt x="3064" y="36531"/>
                  <a:pt x="2481" y="35029"/>
                  <a:pt x="2481" y="33239"/>
                </a:cubicBezTo>
                <a:cubicBezTo>
                  <a:pt x="2481" y="31322"/>
                  <a:pt x="3149" y="29756"/>
                  <a:pt x="4485" y="28542"/>
                </a:cubicBezTo>
                <a:cubicBezTo>
                  <a:pt x="5821" y="27326"/>
                  <a:pt x="8058" y="26719"/>
                  <a:pt x="11196" y="26719"/>
                </a:cubicBezTo>
                <a:lnTo>
                  <a:pt x="23411" y="26719"/>
                </a:lnTo>
                <a:cubicBezTo>
                  <a:pt x="26549" y="26719"/>
                  <a:pt x="28786" y="27326"/>
                  <a:pt x="30122" y="28542"/>
                </a:cubicBezTo>
                <a:cubicBezTo>
                  <a:pt x="31458" y="29756"/>
                  <a:pt x="32126" y="31300"/>
                  <a:pt x="32126" y="33176"/>
                </a:cubicBezTo>
                <a:cubicBezTo>
                  <a:pt x="32126" y="35691"/>
                  <a:pt x="30939" y="37738"/>
                  <a:pt x="28564" y="39315"/>
                </a:cubicBezTo>
                <a:lnTo>
                  <a:pt x="36357" y="46006"/>
                </a:lnTo>
                <a:lnTo>
                  <a:pt x="44213" y="39188"/>
                </a:lnTo>
                <a:cubicBezTo>
                  <a:pt x="41881" y="37526"/>
                  <a:pt x="40714" y="35607"/>
                  <a:pt x="40714" y="33432"/>
                </a:cubicBezTo>
                <a:cubicBezTo>
                  <a:pt x="40714" y="31386"/>
                  <a:pt x="41382" y="29756"/>
                  <a:pt x="42718" y="28542"/>
                </a:cubicBezTo>
                <a:cubicBezTo>
                  <a:pt x="44054" y="27326"/>
                  <a:pt x="46291" y="26719"/>
                  <a:pt x="49430" y="26719"/>
                </a:cubicBezTo>
                <a:lnTo>
                  <a:pt x="61517" y="26719"/>
                </a:lnTo>
                <a:cubicBezTo>
                  <a:pt x="64655" y="26719"/>
                  <a:pt x="66892" y="27326"/>
                  <a:pt x="68228" y="28542"/>
                </a:cubicBezTo>
                <a:cubicBezTo>
                  <a:pt x="69564" y="29756"/>
                  <a:pt x="70232" y="31343"/>
                  <a:pt x="70232" y="33303"/>
                </a:cubicBezTo>
                <a:cubicBezTo>
                  <a:pt x="70232" y="35050"/>
                  <a:pt x="69649" y="36531"/>
                  <a:pt x="68483" y="37746"/>
                </a:cubicBezTo>
                <a:cubicBezTo>
                  <a:pt x="67316" y="38960"/>
                  <a:pt x="65588" y="39653"/>
                  <a:pt x="63298" y="39824"/>
                </a:cubicBezTo>
                <a:lnTo>
                  <a:pt x="46207" y="54463"/>
                </a:lnTo>
                <a:close/>
                <a:moveTo>
                  <a:pt x="102282" y="39951"/>
                </a:moveTo>
                <a:cubicBezTo>
                  <a:pt x="105421" y="37299"/>
                  <a:pt x="108411" y="35364"/>
                  <a:pt x="111252" y="34146"/>
                </a:cubicBezTo>
                <a:cubicBezTo>
                  <a:pt x="114094" y="32927"/>
                  <a:pt x="117126" y="32317"/>
                  <a:pt x="120349" y="32317"/>
                </a:cubicBezTo>
                <a:cubicBezTo>
                  <a:pt x="127177" y="32317"/>
                  <a:pt x="133157" y="35035"/>
                  <a:pt x="138289" y="40470"/>
                </a:cubicBezTo>
                <a:cubicBezTo>
                  <a:pt x="143421" y="45905"/>
                  <a:pt x="145987" y="52720"/>
                  <a:pt x="145987" y="60914"/>
                </a:cubicBezTo>
                <a:cubicBezTo>
                  <a:pt x="145987" y="68515"/>
                  <a:pt x="143601" y="74662"/>
                  <a:pt x="138830" y="79353"/>
                </a:cubicBezTo>
                <a:cubicBezTo>
                  <a:pt x="134059" y="84045"/>
                  <a:pt x="127580" y="86391"/>
                  <a:pt x="119395" y="86391"/>
                </a:cubicBezTo>
                <a:cubicBezTo>
                  <a:pt x="112567" y="86391"/>
                  <a:pt x="106947" y="84799"/>
                  <a:pt x="102537" y="81616"/>
                </a:cubicBezTo>
                <a:cubicBezTo>
                  <a:pt x="98126" y="78432"/>
                  <a:pt x="94797" y="73530"/>
                  <a:pt x="92549" y="66910"/>
                </a:cubicBezTo>
                <a:cubicBezTo>
                  <a:pt x="90301" y="60289"/>
                  <a:pt x="89177" y="52904"/>
                  <a:pt x="89177" y="44756"/>
                </a:cubicBezTo>
                <a:cubicBezTo>
                  <a:pt x="89177" y="34994"/>
                  <a:pt x="91404" y="26877"/>
                  <a:pt x="95857" y="20405"/>
                </a:cubicBezTo>
                <a:cubicBezTo>
                  <a:pt x="100310" y="13932"/>
                  <a:pt x="105548" y="8913"/>
                  <a:pt x="111570" y="5348"/>
                </a:cubicBezTo>
                <a:cubicBezTo>
                  <a:pt x="117593" y="1783"/>
                  <a:pt x="123954" y="0"/>
                  <a:pt x="130655" y="0"/>
                </a:cubicBezTo>
                <a:cubicBezTo>
                  <a:pt x="135956" y="0"/>
                  <a:pt x="140070" y="1044"/>
                  <a:pt x="142997" y="3131"/>
                </a:cubicBezTo>
                <a:cubicBezTo>
                  <a:pt x="144905" y="4536"/>
                  <a:pt x="145859" y="6325"/>
                  <a:pt x="145859" y="8497"/>
                </a:cubicBezTo>
                <a:cubicBezTo>
                  <a:pt x="145859" y="10413"/>
                  <a:pt x="145223" y="12021"/>
                  <a:pt x="143951" y="13320"/>
                </a:cubicBezTo>
                <a:cubicBezTo>
                  <a:pt x="142679" y="14618"/>
                  <a:pt x="141152" y="15268"/>
                  <a:pt x="139370" y="15268"/>
                </a:cubicBezTo>
                <a:cubicBezTo>
                  <a:pt x="138353" y="15268"/>
                  <a:pt x="136889" y="14759"/>
                  <a:pt x="134981" y="13741"/>
                </a:cubicBezTo>
                <a:cubicBezTo>
                  <a:pt x="133836" y="13147"/>
                  <a:pt x="132733" y="12850"/>
                  <a:pt x="131673" y="12850"/>
                </a:cubicBezTo>
                <a:cubicBezTo>
                  <a:pt x="127517" y="12850"/>
                  <a:pt x="123212" y="14027"/>
                  <a:pt x="118759" y="16381"/>
                </a:cubicBezTo>
                <a:cubicBezTo>
                  <a:pt x="114306" y="18735"/>
                  <a:pt x="110446" y="22350"/>
                  <a:pt x="107181" y="27228"/>
                </a:cubicBezTo>
                <a:cubicBezTo>
                  <a:pt x="104933" y="30621"/>
                  <a:pt x="103300" y="34862"/>
                  <a:pt x="102282" y="39951"/>
                </a:cubicBezTo>
                <a:moveTo>
                  <a:pt x="104191" y="60083"/>
                </a:moveTo>
                <a:cubicBezTo>
                  <a:pt x="105548" y="65161"/>
                  <a:pt x="107382" y="68631"/>
                  <a:pt x="109694" y="70493"/>
                </a:cubicBezTo>
                <a:cubicBezTo>
                  <a:pt x="112005" y="72355"/>
                  <a:pt x="115302" y="73286"/>
                  <a:pt x="119586" y="73286"/>
                </a:cubicBezTo>
                <a:cubicBezTo>
                  <a:pt x="123869" y="73286"/>
                  <a:pt x="127167" y="72165"/>
                  <a:pt x="129478" y="69922"/>
                </a:cubicBezTo>
                <a:cubicBezTo>
                  <a:pt x="131790" y="67680"/>
                  <a:pt x="132945" y="64633"/>
                  <a:pt x="132945" y="60781"/>
                </a:cubicBezTo>
                <a:cubicBezTo>
                  <a:pt x="132945" y="56381"/>
                  <a:pt x="131620" y="52721"/>
                  <a:pt x="128969" y="49802"/>
                </a:cubicBezTo>
                <a:cubicBezTo>
                  <a:pt x="126319" y="46882"/>
                  <a:pt x="123339" y="45422"/>
                  <a:pt x="120031" y="45422"/>
                </a:cubicBezTo>
                <a:cubicBezTo>
                  <a:pt x="117402" y="45422"/>
                  <a:pt x="114592" y="46713"/>
                  <a:pt x="111602" y="49295"/>
                </a:cubicBezTo>
                <a:cubicBezTo>
                  <a:pt x="108612" y="51875"/>
                  <a:pt x="106142" y="55471"/>
                  <a:pt x="104191" y="60083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,x5">
            <a:extLst xmlns:a="http://schemas.openxmlformats.org/drawingml/2006/main">
              <a:ext uri="{FF2B5EF4-FFF2-40B4-BE49-F238E27FC236}">
                <a16:creationId xmlns:a16="http://schemas.microsoft.com/office/drawing/2014/main" id="{7F703BD3-DA34-4A5B-840C-45D7712F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754" y="2596754"/>
            <a:ext cx="199029" cy="103313"/>
          </a:xfrm>
          <a:custGeom xmlns:a="http://schemas.openxmlformats.org/drawingml/2006/main">
            <a:pathLst>
              <a:path w="199029" h="103313">
                <a:moveTo>
                  <a:pt x="9479" y="64761"/>
                </a:moveTo>
                <a:lnTo>
                  <a:pt x="26910" y="64761"/>
                </a:lnTo>
                <a:lnTo>
                  <a:pt x="8143" y="100189"/>
                </a:lnTo>
                <a:cubicBezTo>
                  <a:pt x="7040" y="102272"/>
                  <a:pt x="5662" y="103313"/>
                  <a:pt x="4008" y="103313"/>
                </a:cubicBezTo>
                <a:cubicBezTo>
                  <a:pt x="2905" y="103313"/>
                  <a:pt x="1961" y="102951"/>
                  <a:pt x="1177" y="102229"/>
                </a:cubicBezTo>
                <a:cubicBezTo>
                  <a:pt x="392" y="101507"/>
                  <a:pt x="0" y="100700"/>
                  <a:pt x="0" y="99808"/>
                </a:cubicBezTo>
                <a:cubicBezTo>
                  <a:pt x="0" y="99170"/>
                  <a:pt x="148" y="98300"/>
                  <a:pt x="445" y="97196"/>
                </a:cubicBezTo>
                <a:lnTo>
                  <a:pt x="9479" y="64761"/>
                </a:lnTo>
                <a:close/>
                <a:moveTo>
                  <a:pt x="100586" y="52300"/>
                </a:moveTo>
                <a:lnTo>
                  <a:pt x="120286" y="69214"/>
                </a:lnTo>
                <a:cubicBezTo>
                  <a:pt x="122661" y="69342"/>
                  <a:pt x="124442" y="70013"/>
                  <a:pt x="125629" y="71228"/>
                </a:cubicBezTo>
                <a:cubicBezTo>
                  <a:pt x="126817" y="72442"/>
                  <a:pt x="127411" y="73966"/>
                  <a:pt x="127411" y="75799"/>
                </a:cubicBezTo>
                <a:cubicBezTo>
                  <a:pt x="127411" y="77716"/>
                  <a:pt x="126743" y="79283"/>
                  <a:pt x="125407" y="80498"/>
                </a:cubicBezTo>
                <a:cubicBezTo>
                  <a:pt x="124071" y="81712"/>
                  <a:pt x="121834" y="82319"/>
                  <a:pt x="118695" y="82319"/>
                </a:cubicBezTo>
                <a:lnTo>
                  <a:pt x="103873" y="82319"/>
                </a:lnTo>
                <a:cubicBezTo>
                  <a:pt x="100734" y="82319"/>
                  <a:pt x="98497" y="81712"/>
                  <a:pt x="97161" y="80498"/>
                </a:cubicBezTo>
                <a:cubicBezTo>
                  <a:pt x="95825" y="79283"/>
                  <a:pt x="95157" y="77674"/>
                  <a:pt x="95157" y="75671"/>
                </a:cubicBezTo>
                <a:cubicBezTo>
                  <a:pt x="95157" y="74137"/>
                  <a:pt x="95634" y="72784"/>
                  <a:pt x="96589" y="71612"/>
                </a:cubicBezTo>
                <a:cubicBezTo>
                  <a:pt x="97543" y="70440"/>
                  <a:pt x="98847" y="69641"/>
                  <a:pt x="100501" y="69214"/>
                </a:cubicBezTo>
                <a:lnTo>
                  <a:pt x="90680" y="60787"/>
                </a:lnTo>
                <a:lnTo>
                  <a:pt x="80844" y="69214"/>
                </a:lnTo>
                <a:cubicBezTo>
                  <a:pt x="82837" y="69726"/>
                  <a:pt x="84268" y="70515"/>
                  <a:pt x="85138" y="71580"/>
                </a:cubicBezTo>
                <a:cubicBezTo>
                  <a:pt x="86007" y="72646"/>
                  <a:pt x="86442" y="74009"/>
                  <a:pt x="86442" y="75671"/>
                </a:cubicBezTo>
                <a:cubicBezTo>
                  <a:pt x="86442" y="77674"/>
                  <a:pt x="85784" y="79283"/>
                  <a:pt x="84470" y="80498"/>
                </a:cubicBezTo>
                <a:cubicBezTo>
                  <a:pt x="83155" y="81712"/>
                  <a:pt x="80928" y="82319"/>
                  <a:pt x="77790" y="82319"/>
                </a:cubicBezTo>
                <a:lnTo>
                  <a:pt x="63095" y="82319"/>
                </a:lnTo>
                <a:cubicBezTo>
                  <a:pt x="59956" y="82319"/>
                  <a:pt x="57719" y="81712"/>
                  <a:pt x="56383" y="80498"/>
                </a:cubicBezTo>
                <a:cubicBezTo>
                  <a:pt x="55047" y="79283"/>
                  <a:pt x="54379" y="77695"/>
                  <a:pt x="54379" y="75735"/>
                </a:cubicBezTo>
                <a:cubicBezTo>
                  <a:pt x="54379" y="73945"/>
                  <a:pt x="54973" y="72442"/>
                  <a:pt x="56161" y="71228"/>
                </a:cubicBezTo>
                <a:cubicBezTo>
                  <a:pt x="57348" y="70013"/>
                  <a:pt x="59129" y="69342"/>
                  <a:pt x="61504" y="69214"/>
                </a:cubicBezTo>
                <a:lnTo>
                  <a:pt x="80891" y="52388"/>
                </a:lnTo>
                <a:lnTo>
                  <a:pt x="63731" y="37661"/>
                </a:lnTo>
                <a:cubicBezTo>
                  <a:pt x="61483" y="37490"/>
                  <a:pt x="59776" y="36797"/>
                  <a:pt x="58610" y="35583"/>
                </a:cubicBezTo>
                <a:cubicBezTo>
                  <a:pt x="57443" y="34368"/>
                  <a:pt x="56860" y="32866"/>
                  <a:pt x="56860" y="31076"/>
                </a:cubicBezTo>
                <a:cubicBezTo>
                  <a:pt x="56860" y="29159"/>
                  <a:pt x="57528" y="27593"/>
                  <a:pt x="58864" y="26379"/>
                </a:cubicBezTo>
                <a:cubicBezTo>
                  <a:pt x="60200" y="25164"/>
                  <a:pt x="62437" y="24556"/>
                  <a:pt x="65576" y="24556"/>
                </a:cubicBezTo>
                <a:lnTo>
                  <a:pt x="77790" y="24556"/>
                </a:lnTo>
                <a:cubicBezTo>
                  <a:pt x="80928" y="24556"/>
                  <a:pt x="83166" y="25164"/>
                  <a:pt x="84502" y="26379"/>
                </a:cubicBezTo>
                <a:cubicBezTo>
                  <a:pt x="85837" y="27593"/>
                  <a:pt x="86505" y="29138"/>
                  <a:pt x="86505" y="31013"/>
                </a:cubicBezTo>
                <a:cubicBezTo>
                  <a:pt x="86505" y="33528"/>
                  <a:pt x="85318" y="35575"/>
                  <a:pt x="82943" y="37152"/>
                </a:cubicBezTo>
                <a:lnTo>
                  <a:pt x="90736" y="43843"/>
                </a:lnTo>
                <a:lnTo>
                  <a:pt x="98592" y="37025"/>
                </a:lnTo>
                <a:cubicBezTo>
                  <a:pt x="96260" y="35363"/>
                  <a:pt x="95094" y="33444"/>
                  <a:pt x="95094" y="31269"/>
                </a:cubicBezTo>
                <a:cubicBezTo>
                  <a:pt x="95094" y="29223"/>
                  <a:pt x="95762" y="27593"/>
                  <a:pt x="97098" y="26379"/>
                </a:cubicBezTo>
                <a:cubicBezTo>
                  <a:pt x="98433" y="25164"/>
                  <a:pt x="100671" y="24556"/>
                  <a:pt x="103809" y="24556"/>
                </a:cubicBezTo>
                <a:lnTo>
                  <a:pt x="115896" y="24556"/>
                </a:lnTo>
                <a:cubicBezTo>
                  <a:pt x="119034" y="24556"/>
                  <a:pt x="121272" y="25164"/>
                  <a:pt x="122608" y="26379"/>
                </a:cubicBezTo>
                <a:cubicBezTo>
                  <a:pt x="123944" y="27593"/>
                  <a:pt x="124612" y="29180"/>
                  <a:pt x="124612" y="31140"/>
                </a:cubicBezTo>
                <a:cubicBezTo>
                  <a:pt x="124612" y="32887"/>
                  <a:pt x="124028" y="34368"/>
                  <a:pt x="122862" y="35583"/>
                </a:cubicBezTo>
                <a:cubicBezTo>
                  <a:pt x="121696" y="36797"/>
                  <a:pt x="119968" y="37490"/>
                  <a:pt x="117677" y="37661"/>
                </a:cubicBezTo>
                <a:lnTo>
                  <a:pt x="100586" y="52300"/>
                </a:lnTo>
                <a:close/>
                <a:moveTo>
                  <a:pt x="157933" y="13105"/>
                </a:moveTo>
                <a:lnTo>
                  <a:pt x="157933" y="28627"/>
                </a:lnTo>
                <a:cubicBezTo>
                  <a:pt x="162768" y="27100"/>
                  <a:pt x="167158" y="26337"/>
                  <a:pt x="171102" y="26337"/>
                </a:cubicBezTo>
                <a:cubicBezTo>
                  <a:pt x="179118" y="26337"/>
                  <a:pt x="185776" y="29070"/>
                  <a:pt x="191077" y="34536"/>
                </a:cubicBezTo>
                <a:cubicBezTo>
                  <a:pt x="196379" y="40000"/>
                  <a:pt x="199029" y="47053"/>
                  <a:pt x="199029" y="55696"/>
                </a:cubicBezTo>
                <a:cubicBezTo>
                  <a:pt x="199029" y="64592"/>
                  <a:pt x="196347" y="71571"/>
                  <a:pt x="190982" y="76634"/>
                </a:cubicBezTo>
                <a:cubicBezTo>
                  <a:pt x="185617" y="81696"/>
                  <a:pt x="177400" y="84228"/>
                  <a:pt x="166331" y="84228"/>
                </a:cubicBezTo>
                <a:cubicBezTo>
                  <a:pt x="156576" y="84228"/>
                  <a:pt x="148857" y="82371"/>
                  <a:pt x="143174" y="78657"/>
                </a:cubicBezTo>
                <a:cubicBezTo>
                  <a:pt x="139866" y="76522"/>
                  <a:pt x="138212" y="74067"/>
                  <a:pt x="138212" y="71292"/>
                </a:cubicBezTo>
                <a:cubicBezTo>
                  <a:pt x="138212" y="69542"/>
                  <a:pt x="138859" y="68017"/>
                  <a:pt x="140153" y="66715"/>
                </a:cubicBezTo>
                <a:cubicBezTo>
                  <a:pt x="141446" y="65413"/>
                  <a:pt x="142984" y="64761"/>
                  <a:pt x="144765" y="64761"/>
                </a:cubicBezTo>
                <a:cubicBezTo>
                  <a:pt x="146249" y="64761"/>
                  <a:pt x="147861" y="65479"/>
                  <a:pt x="149600" y="66914"/>
                </a:cubicBezTo>
                <a:cubicBezTo>
                  <a:pt x="151338" y="68350"/>
                  <a:pt x="153162" y="69346"/>
                  <a:pt x="155071" y="69902"/>
                </a:cubicBezTo>
                <a:cubicBezTo>
                  <a:pt x="157785" y="70716"/>
                  <a:pt x="161263" y="71123"/>
                  <a:pt x="165504" y="71123"/>
                </a:cubicBezTo>
                <a:cubicBezTo>
                  <a:pt x="173392" y="71123"/>
                  <a:pt x="178778" y="69869"/>
                  <a:pt x="181662" y="67362"/>
                </a:cubicBezTo>
                <a:cubicBezTo>
                  <a:pt x="184546" y="64853"/>
                  <a:pt x="185988" y="61005"/>
                  <a:pt x="185988" y="55819"/>
                </a:cubicBezTo>
                <a:cubicBezTo>
                  <a:pt x="185988" y="50719"/>
                  <a:pt x="184599" y="46715"/>
                  <a:pt x="181821" y="43806"/>
                </a:cubicBezTo>
                <a:cubicBezTo>
                  <a:pt x="179043" y="40897"/>
                  <a:pt x="175470" y="39442"/>
                  <a:pt x="171102" y="39442"/>
                </a:cubicBezTo>
                <a:cubicBezTo>
                  <a:pt x="166394" y="39442"/>
                  <a:pt x="161029" y="40952"/>
                  <a:pt x="155007" y="43971"/>
                </a:cubicBezTo>
                <a:cubicBezTo>
                  <a:pt x="153650" y="44684"/>
                  <a:pt x="152462" y="45040"/>
                  <a:pt x="151445" y="45040"/>
                </a:cubicBezTo>
                <a:cubicBezTo>
                  <a:pt x="149578" y="45040"/>
                  <a:pt x="148020" y="44361"/>
                  <a:pt x="146769" y="43003"/>
                </a:cubicBezTo>
                <a:cubicBezTo>
                  <a:pt x="145518" y="41643"/>
                  <a:pt x="144892" y="39880"/>
                  <a:pt x="144892" y="37714"/>
                </a:cubicBezTo>
                <a:lnTo>
                  <a:pt x="144892" y="0"/>
                </a:lnTo>
                <a:lnTo>
                  <a:pt x="184779" y="0"/>
                </a:lnTo>
                <a:cubicBezTo>
                  <a:pt x="187918" y="0"/>
                  <a:pt x="190155" y="608"/>
                  <a:pt x="191491" y="1823"/>
                </a:cubicBezTo>
                <a:cubicBezTo>
                  <a:pt x="192827" y="3037"/>
                  <a:pt x="193495" y="4624"/>
                  <a:pt x="193495" y="6584"/>
                </a:cubicBezTo>
                <a:cubicBezTo>
                  <a:pt x="193495" y="8502"/>
                  <a:pt x="192827" y="10069"/>
                  <a:pt x="191491" y="11284"/>
                </a:cubicBezTo>
                <a:cubicBezTo>
                  <a:pt x="190155" y="12498"/>
                  <a:pt x="187918" y="13105"/>
                  <a:pt x="184779" y="13105"/>
                </a:cubicBezTo>
                <a:lnTo>
                  <a:pt x="157933" y="131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...">
            <a:extLst xmlns:a="http://schemas.openxmlformats.org/drawingml/2006/main">
              <a:ext uri="{FF2B5EF4-FFF2-40B4-BE49-F238E27FC236}">
                <a16:creationId xmlns:a16="http://schemas.microsoft.com/office/drawing/2014/main" id="{3F1453E0-C598-4751-A7E4-2F9751ED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756" y="2842948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2EE37-3309-4983-9D45-0251A96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289" y="2314273"/>
            <a:ext cx="208457" cy="298518"/>
          </a:xfrm>
          <a:custGeom xmlns:a="http://schemas.openxmlformats.org/drawingml/2006/main">
            <a:pathLst>
              <a:path w="208457" h="298518" fill="none">
                <a:moveTo>
                  <a:pt x="0" y="298518"/>
                </a:moveTo>
                <a:lnTo>
                  <a:pt x="81429" y="298029"/>
                </a:lnTo>
                <a:lnTo>
                  <a:pt x="81429" y="0"/>
                </a:lnTo>
                <a:lnTo>
                  <a:pt x="208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9C888-D42C-4743-A8D4-3C6D55BB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746" y="2276327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36DC4-335C-4632-B613-F30CAD0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746" y="2276327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69476-2009-473D-A903-09DB0330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003" y="2604159"/>
            <a:ext cx="230443" cy="188915"/>
          </a:xfrm>
          <a:custGeom xmlns:a="http://schemas.openxmlformats.org/drawingml/2006/main">
            <a:pathLst>
              <a:path w="230443" h="188915" fill="none">
                <a:moveTo>
                  <a:pt x="0" y="651"/>
                </a:moveTo>
                <a:lnTo>
                  <a:pt x="97714" y="0"/>
                </a:lnTo>
                <a:lnTo>
                  <a:pt x="97714" y="188915"/>
                </a:lnTo>
                <a:lnTo>
                  <a:pt x="230443" y="188915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72290-A5C1-49E3-8B41-A540626C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46" y="2755128"/>
            <a:ext cx="114000" cy="75892"/>
          </a:xfrm>
          <a:custGeom xmlns:a="http://schemas.openxmlformats.org/drawingml/2006/main">
            <a:pathLst>
              <a:path w="114000" h="75892">
                <a:moveTo>
                  <a:pt x="114000" y="37946"/>
                </a:moveTo>
                <a:lnTo>
                  <a:pt x="0" y="75892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8B5D7-5EE3-41FE-8CCC-8873B55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46" y="2755128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114000" y="37946"/>
                </a:moveTo>
                <a:lnTo>
                  <a:pt x="0" y="75892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53" name="Text .">
            <a:extLst xmlns:a="http://schemas.openxmlformats.org/drawingml/2006/main">
              <a:ext uri="{FF2B5EF4-FFF2-40B4-BE49-F238E27FC236}">
                <a16:creationId xmlns:a16="http://schemas.microsoft.com/office/drawing/2014/main" id="{3F86C3AB-9781-4756-A0E3-C2EFB4D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39" y="2431415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.">
            <a:extLst xmlns:a="http://schemas.openxmlformats.org/drawingml/2006/main">
              <a:ext uri="{FF2B5EF4-FFF2-40B4-BE49-F238E27FC236}">
                <a16:creationId xmlns:a16="http://schemas.microsoft.com/office/drawing/2014/main" id="{04795B43-C251-4928-90E6-D2BE68D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39" y="2512844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.">
            <a:extLst xmlns:a="http://schemas.openxmlformats.org/drawingml/2006/main">
              <a:ext uri="{FF2B5EF4-FFF2-40B4-BE49-F238E27FC236}">
                <a16:creationId xmlns:a16="http://schemas.microsoft.com/office/drawing/2014/main" id="{31D38967-FD84-48D3-9136-798796AD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39" y="2594273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8E38A-97BA-4822-A8F2-2EEC436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99" y="791556"/>
            <a:ext cx="1302533" cy="180446"/>
          </a:xfrm>
          <a:custGeom xmlns:a="http://schemas.openxmlformats.org/drawingml/2006/main">
            <a:pathLst>
              <a:path w="1302533" h="180446" fill="none">
                <a:moveTo>
                  <a:pt x="0" y="180446"/>
                </a:moveTo>
                <a:lnTo>
                  <a:pt x="163" y="0"/>
                </a:lnTo>
                <a:lnTo>
                  <a:pt x="1302533" y="32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DA706-7155-472E-AE12-778CF47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432" y="753936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D766F-5CD3-4D49-A1B1-89346D2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432" y="753936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663C1-642B-41DE-9D34-1EB4C668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6" y="560788"/>
            <a:ext cx="2394003" cy="822430"/>
          </a:xfrm>
          <a:custGeom xmlns:a="http://schemas.openxmlformats.org/drawingml/2006/main">
            <a:pathLst>
              <a:path w="2394003" h="822430" fill="none">
                <a:moveTo>
                  <a:pt x="0" y="0"/>
                </a:moveTo>
                <a:lnTo>
                  <a:pt x="2394003" y="0"/>
                </a:lnTo>
                <a:lnTo>
                  <a:pt x="2394003" y="822430"/>
                </a:lnTo>
                <a:lnTo>
                  <a:pt x="0" y="8224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954B4-B685-4937-B1EA-28BF2345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82" y="723645"/>
            <a:ext cx="904835" cy="570001"/>
          </a:xfrm>
          <a:custGeom xmlns:a="http://schemas.openxmlformats.org/drawingml/2006/main">
            <a:pathLst>
              <a:path w="904835" h="570001">
                <a:moveTo>
                  <a:pt x="904835" y="81429"/>
                </a:moveTo>
                <a:lnTo>
                  <a:pt x="904835" y="570001"/>
                </a:lnTo>
                <a:lnTo>
                  <a:pt x="0" y="570001"/>
                </a:lnTo>
                <a:lnTo>
                  <a:pt x="0" y="0"/>
                </a:lnTo>
                <a:lnTo>
                  <a:pt x="775527" y="0"/>
                </a:lnTo>
                <a:lnTo>
                  <a:pt x="904835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D40D5-E9AD-45F3-9594-6D7B1EC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82" y="723645"/>
            <a:ext cx="904835" cy="570001"/>
          </a:xfrm>
          <a:custGeom xmlns:a="http://schemas.openxmlformats.org/drawingml/2006/main">
            <a:pathLst>
              <a:path w="904835" h="570001" fill="none">
                <a:moveTo>
                  <a:pt x="904835" y="81429"/>
                </a:moveTo>
                <a:lnTo>
                  <a:pt x="904835" y="570001"/>
                </a:lnTo>
                <a:lnTo>
                  <a:pt x="0" y="570001"/>
                </a:lnTo>
                <a:lnTo>
                  <a:pt x="0" y="0"/>
                </a:lnTo>
                <a:lnTo>
                  <a:pt x="775527" y="0"/>
                </a:lnTo>
                <a:lnTo>
                  <a:pt x="904835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F5DFD-F291-4D02-8C5B-A7E66EE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120" y="723645"/>
            <a:ext cx="175397" cy="83220"/>
          </a:xfrm>
          <a:custGeom xmlns:a="http://schemas.openxmlformats.org/drawingml/2006/main">
            <a:pathLst>
              <a:path w="175397" h="83220" fill="none">
                <a:moveTo>
                  <a:pt x="46089" y="0"/>
                </a:moveTo>
                <a:cubicBezTo>
                  <a:pt x="56674" y="19054"/>
                  <a:pt x="39411" y="38760"/>
                  <a:pt x="0" y="52277"/>
                </a:cubicBezTo>
                <a:lnTo>
                  <a:pt x="175397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63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51438788-BE4F-47B3-A986-897C9CA7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71" y="770589"/>
            <a:ext cx="692997" cy="105476"/>
          </a:xfrm>
          <a:custGeom xmlns:a="http://schemas.openxmlformats.org/drawingml/2006/main">
            <a:pathLst>
              <a:path w="692997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2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90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2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4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5" y="47998"/>
                </a:cubicBezTo>
                <a:cubicBezTo>
                  <a:pt x="170816" y="46662"/>
                  <a:pt x="170212" y="44362"/>
                  <a:pt x="170212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6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6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2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5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1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3" y="2163"/>
                </a:moveTo>
                <a:lnTo>
                  <a:pt x="450403" y="53056"/>
                </a:lnTo>
                <a:cubicBezTo>
                  <a:pt x="453159" y="53056"/>
                  <a:pt x="455195" y="53650"/>
                  <a:pt x="456510" y="54837"/>
                </a:cubicBezTo>
                <a:cubicBezTo>
                  <a:pt x="457825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3" y="66161"/>
                </a:cubicBezTo>
                <a:lnTo>
                  <a:pt x="450403" y="71377"/>
                </a:lnTo>
                <a:cubicBezTo>
                  <a:pt x="453159" y="71377"/>
                  <a:pt x="455195" y="71982"/>
                  <a:pt x="456510" y="73190"/>
                </a:cubicBezTo>
                <a:cubicBezTo>
                  <a:pt x="457825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4" y="84482"/>
                  <a:pt x="426896" y="83867"/>
                  <a:pt x="425561" y="82637"/>
                </a:cubicBezTo>
                <a:cubicBezTo>
                  <a:pt x="424225" y="81407"/>
                  <a:pt x="423557" y="79817"/>
                  <a:pt x="423557" y="77866"/>
                </a:cubicBezTo>
                <a:cubicBezTo>
                  <a:pt x="423557" y="75915"/>
                  <a:pt x="424225" y="74346"/>
                  <a:pt x="425561" y="73159"/>
                </a:cubicBezTo>
                <a:cubicBezTo>
                  <a:pt x="426896" y="71971"/>
                  <a:pt x="429134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3" y="2163"/>
                </a:lnTo>
                <a:lnTo>
                  <a:pt x="450403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4" y="104435"/>
                  <a:pt x="502555" y="105476"/>
                  <a:pt x="500901" y="105476"/>
                </a:cubicBezTo>
                <a:cubicBezTo>
                  <a:pt x="499799" y="105476"/>
                  <a:pt x="498855" y="105114"/>
                  <a:pt x="498070" y="104392"/>
                </a:cubicBezTo>
                <a:cubicBezTo>
                  <a:pt x="497286" y="103670"/>
                  <a:pt x="496893" y="102863"/>
                  <a:pt x="496893" y="101971"/>
                </a:cubicBezTo>
                <a:cubicBezTo>
                  <a:pt x="496893" y="101333"/>
                  <a:pt x="497042" y="100462"/>
                  <a:pt x="497339" y="99358"/>
                </a:cubicBezTo>
                <a:lnTo>
                  <a:pt x="506372" y="66924"/>
                </a:lnTo>
                <a:close/>
                <a:moveTo>
                  <a:pt x="606237" y="40905"/>
                </a:moveTo>
                <a:cubicBezTo>
                  <a:pt x="610096" y="43535"/>
                  <a:pt x="612980" y="46578"/>
                  <a:pt x="614889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90" y="70540"/>
                  <a:pt x="613966" y="74463"/>
                </a:cubicBezTo>
                <a:cubicBezTo>
                  <a:pt x="611443" y="78386"/>
                  <a:pt x="607785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7" y="84816"/>
                  <a:pt x="561387" y="81667"/>
                </a:cubicBezTo>
                <a:cubicBezTo>
                  <a:pt x="558546" y="79879"/>
                  <a:pt x="557125" y="77751"/>
                  <a:pt x="557125" y="75282"/>
                </a:cubicBezTo>
                <a:cubicBezTo>
                  <a:pt x="557125" y="73409"/>
                  <a:pt x="557751" y="71824"/>
                  <a:pt x="559002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3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6" y="73286"/>
                  <a:pt x="596228" y="72302"/>
                  <a:pt x="599621" y="70336"/>
                </a:cubicBezTo>
                <a:cubicBezTo>
                  <a:pt x="603014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2" y="54280"/>
                </a:cubicBezTo>
                <a:cubicBezTo>
                  <a:pt x="599780" y="51805"/>
                  <a:pt x="597140" y="49890"/>
                  <a:pt x="593832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2" y="43736"/>
                  <a:pt x="577419" y="42241"/>
                  <a:pt x="577419" y="40460"/>
                </a:cubicBezTo>
                <a:cubicBezTo>
                  <a:pt x="577419" y="38594"/>
                  <a:pt x="578055" y="37025"/>
                  <a:pt x="579327" y="35752"/>
                </a:cubicBezTo>
                <a:cubicBezTo>
                  <a:pt x="580600" y="34480"/>
                  <a:pt x="582211" y="33844"/>
                  <a:pt x="584162" y="33844"/>
                </a:cubicBezTo>
                <a:cubicBezTo>
                  <a:pt x="588488" y="33844"/>
                  <a:pt x="590799" y="33823"/>
                  <a:pt x="591096" y="33780"/>
                </a:cubicBezTo>
                <a:cubicBezTo>
                  <a:pt x="592793" y="33611"/>
                  <a:pt x="594489" y="33061"/>
                  <a:pt x="596185" y="32132"/>
                </a:cubicBezTo>
                <a:cubicBezTo>
                  <a:pt x="597882" y="31202"/>
                  <a:pt x="599250" y="29923"/>
                  <a:pt x="600289" y="28295"/>
                </a:cubicBezTo>
                <a:cubicBezTo>
                  <a:pt x="601328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1" y="14110"/>
                  <a:pt x="592093" y="13105"/>
                  <a:pt x="587216" y="13105"/>
                </a:cubicBezTo>
                <a:cubicBezTo>
                  <a:pt x="580939" y="13105"/>
                  <a:pt x="576146" y="14915"/>
                  <a:pt x="572838" y="18534"/>
                </a:cubicBezTo>
                <a:cubicBezTo>
                  <a:pt x="571863" y="19585"/>
                  <a:pt x="571078" y="20258"/>
                  <a:pt x="570485" y="20554"/>
                </a:cubicBezTo>
                <a:cubicBezTo>
                  <a:pt x="569594" y="21017"/>
                  <a:pt x="568597" y="21248"/>
                  <a:pt x="567495" y="21248"/>
                </a:cubicBezTo>
                <a:cubicBezTo>
                  <a:pt x="565713" y="21248"/>
                  <a:pt x="564187" y="20610"/>
                  <a:pt x="562914" y="19333"/>
                </a:cubicBezTo>
                <a:cubicBezTo>
                  <a:pt x="561642" y="18057"/>
                  <a:pt x="561006" y="16483"/>
                  <a:pt x="561006" y="14612"/>
                </a:cubicBezTo>
                <a:cubicBezTo>
                  <a:pt x="561006" y="11676"/>
                  <a:pt x="562957" y="8826"/>
                  <a:pt x="566858" y="6061"/>
                </a:cubicBezTo>
                <a:cubicBezTo>
                  <a:pt x="572541" y="2020"/>
                  <a:pt x="579645" y="0"/>
                  <a:pt x="588170" y="0"/>
                </a:cubicBezTo>
                <a:cubicBezTo>
                  <a:pt x="596228" y="0"/>
                  <a:pt x="602696" y="2294"/>
                  <a:pt x="607573" y="6882"/>
                </a:cubicBezTo>
                <a:cubicBezTo>
                  <a:pt x="612450" y="11469"/>
                  <a:pt x="614889" y="16991"/>
                  <a:pt x="614889" y="23447"/>
                </a:cubicBezTo>
                <a:cubicBezTo>
                  <a:pt x="614889" y="26802"/>
                  <a:pt x="614168" y="29935"/>
                  <a:pt x="612726" y="32846"/>
                </a:cubicBezTo>
                <a:cubicBezTo>
                  <a:pt x="611284" y="35755"/>
                  <a:pt x="609121" y="38441"/>
                  <a:pt x="606237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10" y="53650"/>
                  <a:pt x="691025" y="54837"/>
                </a:cubicBezTo>
                <a:cubicBezTo>
                  <a:pt x="692339" y="56025"/>
                  <a:pt x="692997" y="57594"/>
                  <a:pt x="692997" y="59545"/>
                </a:cubicBezTo>
                <a:cubicBezTo>
                  <a:pt x="692997" y="61496"/>
                  <a:pt x="692329" y="63086"/>
                  <a:pt x="690993" y="64316"/>
                </a:cubicBezTo>
                <a:cubicBezTo>
                  <a:pt x="689657" y="65546"/>
                  <a:pt x="687632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10" y="71982"/>
                  <a:pt x="691025" y="73190"/>
                </a:cubicBezTo>
                <a:cubicBezTo>
                  <a:pt x="692339" y="74399"/>
                  <a:pt x="692997" y="75979"/>
                  <a:pt x="692997" y="77930"/>
                </a:cubicBezTo>
                <a:cubicBezTo>
                  <a:pt x="692997" y="79881"/>
                  <a:pt x="692329" y="81460"/>
                  <a:pt x="690993" y="82669"/>
                </a:cubicBezTo>
                <a:cubicBezTo>
                  <a:pt x="689657" y="83878"/>
                  <a:pt x="687420" y="84482"/>
                  <a:pt x="684281" y="84482"/>
                </a:cubicBezTo>
                <a:lnTo>
                  <a:pt x="666787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7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2" y="66161"/>
                </a:lnTo>
                <a:lnTo>
                  <a:pt x="636442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066DE95A-30CE-417F-8C0C-141B4F6F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68" y="933446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1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1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3" y="72176"/>
                  <a:pt x="381010" y="73391"/>
                </a:cubicBezTo>
                <a:cubicBezTo>
                  <a:pt x="382198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2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2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10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9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6" y="14915"/>
                  <a:pt x="409497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2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9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3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7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3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5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6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4" y="28500"/>
                  <a:pt x="660998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5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6" y="86391"/>
                  <a:pt x="656227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1" y="66924"/>
                </a:cubicBezTo>
                <a:cubicBezTo>
                  <a:pt x="636145" y="66924"/>
                  <a:pt x="637757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400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8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6" y="46847"/>
                  <a:pt x="642358" y="47203"/>
                  <a:pt x="641340" y="47203"/>
                </a:cubicBezTo>
                <a:cubicBezTo>
                  <a:pt x="639474" y="47203"/>
                  <a:pt x="637916" y="46524"/>
                  <a:pt x="636665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4" y="2163"/>
                  <a:pt x="680051" y="2771"/>
                  <a:pt x="681387" y="3986"/>
                </a:cubicBezTo>
                <a:cubicBezTo>
                  <a:pt x="682723" y="5200"/>
                  <a:pt x="683391" y="6787"/>
                  <a:pt x="683391" y="8747"/>
                </a:cubicBezTo>
                <a:cubicBezTo>
                  <a:pt x="683391" y="10665"/>
                  <a:pt x="682723" y="12232"/>
                  <a:pt x="681387" y="13447"/>
                </a:cubicBezTo>
                <a:cubicBezTo>
                  <a:pt x="680051" y="14661"/>
                  <a:pt x="677814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...">
            <a:extLst xmlns:a="http://schemas.openxmlformats.org/drawingml/2006/main">
              <a:ext uri="{FF2B5EF4-FFF2-40B4-BE49-F238E27FC236}">
                <a16:creationId xmlns:a16="http://schemas.microsoft.com/office/drawing/2014/main" id="{B9509F8F-C196-4FD1-8302-92DF6D8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69" y="1181803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8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7" y="17304"/>
                  <a:pt x="160690" y="16477"/>
                  <a:pt x="158952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2" y="2481"/>
                </a:cubicBezTo>
                <a:cubicBezTo>
                  <a:pt x="160690" y="827"/>
                  <a:pt x="163087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8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5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5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8E37E-A9BA-47CC-9708-0ABB5823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280" y="723645"/>
            <a:ext cx="904998" cy="570001"/>
          </a:xfrm>
          <a:custGeom xmlns:a="http://schemas.openxmlformats.org/drawingml/2006/main">
            <a:pathLst>
              <a:path w="904998" h="570001">
                <a:moveTo>
                  <a:pt x="904998" y="81429"/>
                </a:moveTo>
                <a:lnTo>
                  <a:pt x="904998" y="570001"/>
                </a:lnTo>
                <a:lnTo>
                  <a:pt x="0" y="570001"/>
                </a:lnTo>
                <a:lnTo>
                  <a:pt x="0" y="0"/>
                </a:lnTo>
                <a:lnTo>
                  <a:pt x="775690" y="0"/>
                </a:lnTo>
                <a:lnTo>
                  <a:pt x="904998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C29FE-6C58-4710-ADF8-D97CF1F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280" y="723645"/>
            <a:ext cx="904998" cy="570001"/>
          </a:xfrm>
          <a:custGeom xmlns:a="http://schemas.openxmlformats.org/drawingml/2006/main">
            <a:pathLst>
              <a:path w="904998" h="570001" fill="none">
                <a:moveTo>
                  <a:pt x="904998" y="81429"/>
                </a:moveTo>
                <a:lnTo>
                  <a:pt x="904998" y="570001"/>
                </a:lnTo>
                <a:lnTo>
                  <a:pt x="0" y="570001"/>
                </a:lnTo>
                <a:lnTo>
                  <a:pt x="0" y="0"/>
                </a:lnTo>
                <a:lnTo>
                  <a:pt x="775690" y="0"/>
                </a:lnTo>
                <a:lnTo>
                  <a:pt x="904998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21988-5DAB-41E1-AB22-91CBD236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719" y="723645"/>
            <a:ext cx="175560" cy="83220"/>
          </a:xfrm>
          <a:custGeom xmlns:a="http://schemas.openxmlformats.org/drawingml/2006/main">
            <a:pathLst>
              <a:path w="175560" h="83220" fill="none">
                <a:moveTo>
                  <a:pt x="46251" y="0"/>
                </a:moveTo>
                <a:cubicBezTo>
                  <a:pt x="56837" y="19054"/>
                  <a:pt x="39411" y="38760"/>
                  <a:pt x="0" y="52277"/>
                </a:cubicBezTo>
                <a:lnTo>
                  <a:pt x="17556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69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10B08178-9A9B-4CAD-97BC-233059C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229" y="770589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5" y="47998"/>
                </a:cubicBezTo>
                <a:cubicBezTo>
                  <a:pt x="170816" y="46662"/>
                  <a:pt x="170212" y="44362"/>
                  <a:pt x="170212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10" y="54837"/>
                </a:cubicBezTo>
                <a:cubicBezTo>
                  <a:pt x="457824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10" y="73190"/>
                </a:cubicBezTo>
                <a:cubicBezTo>
                  <a:pt x="457824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5" y="105114"/>
                  <a:pt x="498070" y="104392"/>
                </a:cubicBezTo>
                <a:cubicBezTo>
                  <a:pt x="497286" y="103670"/>
                  <a:pt x="496893" y="102863"/>
                  <a:pt x="496893" y="101971"/>
                </a:cubicBezTo>
                <a:cubicBezTo>
                  <a:pt x="496893" y="101333"/>
                  <a:pt x="497042" y="100462"/>
                  <a:pt x="497339" y="99358"/>
                </a:cubicBezTo>
                <a:lnTo>
                  <a:pt x="506372" y="66924"/>
                </a:lnTo>
                <a:close/>
                <a:moveTo>
                  <a:pt x="606237" y="40905"/>
                </a:moveTo>
                <a:cubicBezTo>
                  <a:pt x="610096" y="43535"/>
                  <a:pt x="612980" y="46578"/>
                  <a:pt x="614889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90" y="70540"/>
                  <a:pt x="613966" y="74463"/>
                </a:cubicBezTo>
                <a:cubicBezTo>
                  <a:pt x="611443" y="78386"/>
                  <a:pt x="607785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7" y="84816"/>
                  <a:pt x="561387" y="81667"/>
                </a:cubicBezTo>
                <a:cubicBezTo>
                  <a:pt x="558546" y="79879"/>
                  <a:pt x="557125" y="77751"/>
                  <a:pt x="557125" y="75282"/>
                </a:cubicBezTo>
                <a:cubicBezTo>
                  <a:pt x="557125" y="73409"/>
                  <a:pt x="557751" y="71824"/>
                  <a:pt x="559002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3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6" y="73286"/>
                  <a:pt x="596228" y="72302"/>
                  <a:pt x="599621" y="70336"/>
                </a:cubicBezTo>
                <a:cubicBezTo>
                  <a:pt x="603014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2" y="54280"/>
                </a:cubicBezTo>
                <a:cubicBezTo>
                  <a:pt x="599780" y="51805"/>
                  <a:pt x="597140" y="49890"/>
                  <a:pt x="593832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2" y="43736"/>
                  <a:pt x="577419" y="42241"/>
                  <a:pt x="577419" y="40460"/>
                </a:cubicBezTo>
                <a:cubicBezTo>
                  <a:pt x="577419" y="38594"/>
                  <a:pt x="578055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8" y="33844"/>
                  <a:pt x="590799" y="33823"/>
                  <a:pt x="591096" y="33780"/>
                </a:cubicBezTo>
                <a:cubicBezTo>
                  <a:pt x="592793" y="33611"/>
                  <a:pt x="594489" y="33061"/>
                  <a:pt x="596185" y="32132"/>
                </a:cubicBezTo>
                <a:cubicBezTo>
                  <a:pt x="597882" y="31202"/>
                  <a:pt x="599250" y="29923"/>
                  <a:pt x="600289" y="28295"/>
                </a:cubicBezTo>
                <a:cubicBezTo>
                  <a:pt x="601328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1" y="14110"/>
                  <a:pt x="592093" y="13105"/>
                  <a:pt x="587216" y="13105"/>
                </a:cubicBezTo>
                <a:cubicBezTo>
                  <a:pt x="580939" y="13105"/>
                  <a:pt x="576146" y="14915"/>
                  <a:pt x="572838" y="18534"/>
                </a:cubicBezTo>
                <a:cubicBezTo>
                  <a:pt x="571863" y="19585"/>
                  <a:pt x="571078" y="20258"/>
                  <a:pt x="570484" y="20554"/>
                </a:cubicBezTo>
                <a:cubicBezTo>
                  <a:pt x="569594" y="21017"/>
                  <a:pt x="568597" y="21248"/>
                  <a:pt x="567495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2" y="18057"/>
                  <a:pt x="561006" y="16483"/>
                  <a:pt x="561006" y="14612"/>
                </a:cubicBezTo>
                <a:cubicBezTo>
                  <a:pt x="561006" y="11676"/>
                  <a:pt x="562957" y="8826"/>
                  <a:pt x="566858" y="6061"/>
                </a:cubicBezTo>
                <a:cubicBezTo>
                  <a:pt x="572541" y="2020"/>
                  <a:pt x="579645" y="0"/>
                  <a:pt x="588170" y="0"/>
                </a:cubicBezTo>
                <a:cubicBezTo>
                  <a:pt x="596228" y="0"/>
                  <a:pt x="602695" y="2294"/>
                  <a:pt x="607573" y="6882"/>
                </a:cubicBezTo>
                <a:cubicBezTo>
                  <a:pt x="612450" y="11469"/>
                  <a:pt x="614889" y="16991"/>
                  <a:pt x="614889" y="23447"/>
                </a:cubicBezTo>
                <a:cubicBezTo>
                  <a:pt x="614889" y="26802"/>
                  <a:pt x="614168" y="29935"/>
                  <a:pt x="612726" y="32846"/>
                </a:cubicBezTo>
                <a:cubicBezTo>
                  <a:pt x="611284" y="35755"/>
                  <a:pt x="609121" y="38441"/>
                  <a:pt x="606237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10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3" y="64316"/>
                </a:cubicBezTo>
                <a:cubicBezTo>
                  <a:pt x="689657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10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3" y="82669"/>
                </a:cubicBezTo>
                <a:cubicBezTo>
                  <a:pt x="689657" y="83878"/>
                  <a:pt x="687419" y="84482"/>
                  <a:pt x="684281" y="84482"/>
                </a:cubicBezTo>
                <a:lnTo>
                  <a:pt x="666787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7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2" y="66161"/>
                </a:lnTo>
                <a:lnTo>
                  <a:pt x="636442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BFE3A4C6-FFF1-41E6-A6E6-6A3A22F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227" y="933446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1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1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4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4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6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5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...">
            <a:extLst xmlns:a="http://schemas.openxmlformats.org/drawingml/2006/main">
              <a:ext uri="{FF2B5EF4-FFF2-40B4-BE49-F238E27FC236}">
                <a16:creationId xmlns:a16="http://schemas.microsoft.com/office/drawing/2014/main" id="{D7094AE2-77CB-4554-9C01-6B647EC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328" y="1181803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C1FCA-E0AB-48EA-A949-4128220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6" y="235073"/>
            <a:ext cx="2394003" cy="325715"/>
          </a:xfrm>
          <a:custGeom xmlns:a="http://schemas.openxmlformats.org/drawingml/2006/main">
            <a:pathLst>
              <a:path w="2394003" h="325715" fill="none">
                <a:moveTo>
                  <a:pt x="0" y="0"/>
                </a:moveTo>
                <a:lnTo>
                  <a:pt x="2394003" y="0"/>
                </a:lnTo>
                <a:lnTo>
                  <a:pt x="2394003" y="325715"/>
                </a:lnTo>
                <a:lnTo>
                  <a:pt x="0" y="3257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73" name="Text INPUTGENER">
            <a:extLst xmlns:a="http://schemas.openxmlformats.org/drawingml/2006/main">
              <a:ext uri="{FF2B5EF4-FFF2-40B4-BE49-F238E27FC236}">
                <a16:creationId xmlns:a16="http://schemas.microsoft.com/office/drawing/2014/main" id="{7485E19B-CEE1-4CCC-BFF8-BAF19A4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22" y="329220"/>
            <a:ext cx="1277921" cy="121761"/>
          </a:xfrm>
          <a:custGeom xmlns:a="http://schemas.openxmlformats.org/drawingml/2006/main">
            <a:pathLst>
              <a:path w="1277921" h="121761">
                <a:moveTo>
                  <a:pt x="52388" y="22711"/>
                </a:moveTo>
                <a:lnTo>
                  <a:pt x="52388" y="99050"/>
                </a:lnTo>
                <a:lnTo>
                  <a:pt x="72141" y="99050"/>
                </a:lnTo>
                <a:cubicBezTo>
                  <a:pt x="76848" y="99050"/>
                  <a:pt x="80204" y="99957"/>
                  <a:pt x="82208" y="101770"/>
                </a:cubicBezTo>
                <a:cubicBezTo>
                  <a:pt x="84212" y="103583"/>
                  <a:pt x="85214" y="105953"/>
                  <a:pt x="85214" y="108879"/>
                </a:cubicBezTo>
                <a:cubicBezTo>
                  <a:pt x="85214" y="111805"/>
                  <a:pt x="84212" y="114175"/>
                  <a:pt x="82208" y="115988"/>
                </a:cubicBezTo>
                <a:cubicBezTo>
                  <a:pt x="80204" y="117801"/>
                  <a:pt x="76848" y="118708"/>
                  <a:pt x="72141" y="118708"/>
                </a:cubicBezTo>
                <a:lnTo>
                  <a:pt x="13073" y="118708"/>
                </a:lnTo>
                <a:cubicBezTo>
                  <a:pt x="8366" y="118708"/>
                  <a:pt x="5010" y="117785"/>
                  <a:pt x="3006" y="115940"/>
                </a:cubicBezTo>
                <a:cubicBezTo>
                  <a:pt x="1002" y="114096"/>
                  <a:pt x="0" y="111710"/>
                  <a:pt x="0" y="108784"/>
                </a:cubicBezTo>
                <a:cubicBezTo>
                  <a:pt x="0" y="105857"/>
                  <a:pt x="1002" y="103503"/>
                  <a:pt x="3006" y="101722"/>
                </a:cubicBezTo>
                <a:cubicBezTo>
                  <a:pt x="5010" y="99941"/>
                  <a:pt x="8366" y="99050"/>
                  <a:pt x="13073" y="99050"/>
                </a:cubicBezTo>
                <a:lnTo>
                  <a:pt x="32826" y="99050"/>
                </a:lnTo>
                <a:lnTo>
                  <a:pt x="32826" y="22520"/>
                </a:lnTo>
                <a:lnTo>
                  <a:pt x="13073" y="22520"/>
                </a:lnTo>
                <a:cubicBezTo>
                  <a:pt x="8366" y="22520"/>
                  <a:pt x="5010" y="21614"/>
                  <a:pt x="3006" y="19801"/>
                </a:cubicBezTo>
                <a:cubicBezTo>
                  <a:pt x="1002" y="17987"/>
                  <a:pt x="0" y="15618"/>
                  <a:pt x="0" y="12691"/>
                </a:cubicBezTo>
                <a:cubicBezTo>
                  <a:pt x="0" y="9765"/>
                  <a:pt x="1002" y="7395"/>
                  <a:pt x="3006" y="5582"/>
                </a:cubicBezTo>
                <a:cubicBezTo>
                  <a:pt x="5010" y="3769"/>
                  <a:pt x="8366" y="2863"/>
                  <a:pt x="13073" y="2863"/>
                </a:cubicBezTo>
                <a:lnTo>
                  <a:pt x="72141" y="3054"/>
                </a:lnTo>
                <a:cubicBezTo>
                  <a:pt x="76848" y="3054"/>
                  <a:pt x="80204" y="3944"/>
                  <a:pt x="82208" y="5725"/>
                </a:cubicBezTo>
                <a:cubicBezTo>
                  <a:pt x="84212" y="7507"/>
                  <a:pt x="85214" y="9861"/>
                  <a:pt x="85214" y="12787"/>
                </a:cubicBezTo>
                <a:cubicBezTo>
                  <a:pt x="85214" y="15713"/>
                  <a:pt x="84212" y="18099"/>
                  <a:pt x="82208" y="19944"/>
                </a:cubicBezTo>
                <a:cubicBezTo>
                  <a:pt x="80204" y="21789"/>
                  <a:pt x="76848" y="22711"/>
                  <a:pt x="72141" y="22711"/>
                </a:cubicBezTo>
                <a:lnTo>
                  <a:pt x="52388" y="22711"/>
                </a:lnTo>
                <a:close/>
                <a:moveTo>
                  <a:pt x="135388" y="39983"/>
                </a:moveTo>
                <a:lnTo>
                  <a:pt x="135388" y="99050"/>
                </a:lnTo>
                <a:lnTo>
                  <a:pt x="142449" y="99050"/>
                </a:lnTo>
                <a:cubicBezTo>
                  <a:pt x="147157" y="99050"/>
                  <a:pt x="150512" y="99957"/>
                  <a:pt x="152516" y="101770"/>
                </a:cubicBezTo>
                <a:cubicBezTo>
                  <a:pt x="154520" y="103583"/>
                  <a:pt x="155522" y="105953"/>
                  <a:pt x="155522" y="108879"/>
                </a:cubicBezTo>
                <a:cubicBezTo>
                  <a:pt x="155522" y="111805"/>
                  <a:pt x="154520" y="114175"/>
                  <a:pt x="152516" y="115988"/>
                </a:cubicBezTo>
                <a:cubicBezTo>
                  <a:pt x="150512" y="117801"/>
                  <a:pt x="147157" y="118708"/>
                  <a:pt x="142449" y="118708"/>
                </a:cubicBezTo>
                <a:lnTo>
                  <a:pt x="116780" y="118708"/>
                </a:lnTo>
                <a:cubicBezTo>
                  <a:pt x="112072" y="118708"/>
                  <a:pt x="108717" y="117785"/>
                  <a:pt x="106713" y="115940"/>
                </a:cubicBezTo>
                <a:cubicBezTo>
                  <a:pt x="104709" y="114096"/>
                  <a:pt x="103707" y="111710"/>
                  <a:pt x="103707" y="108784"/>
                </a:cubicBezTo>
                <a:cubicBezTo>
                  <a:pt x="103707" y="105857"/>
                  <a:pt x="104693" y="103503"/>
                  <a:pt x="106665" y="101722"/>
                </a:cubicBezTo>
                <a:cubicBezTo>
                  <a:pt x="108637" y="99941"/>
                  <a:pt x="111691" y="99050"/>
                  <a:pt x="115826" y="99050"/>
                </a:cubicBezTo>
                <a:lnTo>
                  <a:pt x="115826" y="22520"/>
                </a:lnTo>
                <a:lnTo>
                  <a:pt x="112772" y="22520"/>
                </a:lnTo>
                <a:cubicBezTo>
                  <a:pt x="108065" y="22520"/>
                  <a:pt x="104709" y="21614"/>
                  <a:pt x="102705" y="19801"/>
                </a:cubicBezTo>
                <a:cubicBezTo>
                  <a:pt x="100701" y="17987"/>
                  <a:pt x="99699" y="15618"/>
                  <a:pt x="99699" y="12691"/>
                </a:cubicBezTo>
                <a:cubicBezTo>
                  <a:pt x="99699" y="9765"/>
                  <a:pt x="100701" y="7395"/>
                  <a:pt x="102705" y="5582"/>
                </a:cubicBezTo>
                <a:cubicBezTo>
                  <a:pt x="104709" y="3769"/>
                  <a:pt x="108065" y="2863"/>
                  <a:pt x="112772" y="2863"/>
                </a:cubicBezTo>
                <a:lnTo>
                  <a:pt x="135388" y="3054"/>
                </a:lnTo>
                <a:lnTo>
                  <a:pt x="185390" y="81492"/>
                </a:lnTo>
                <a:lnTo>
                  <a:pt x="185390" y="22520"/>
                </a:lnTo>
                <a:lnTo>
                  <a:pt x="178329" y="22520"/>
                </a:lnTo>
                <a:cubicBezTo>
                  <a:pt x="173621" y="22520"/>
                  <a:pt x="170265" y="21614"/>
                  <a:pt x="168261" y="19801"/>
                </a:cubicBezTo>
                <a:cubicBezTo>
                  <a:pt x="166257" y="17987"/>
                  <a:pt x="165256" y="15618"/>
                  <a:pt x="165256" y="12691"/>
                </a:cubicBezTo>
                <a:cubicBezTo>
                  <a:pt x="165256" y="9765"/>
                  <a:pt x="166257" y="7395"/>
                  <a:pt x="168261" y="5582"/>
                </a:cubicBezTo>
                <a:cubicBezTo>
                  <a:pt x="170265" y="3769"/>
                  <a:pt x="173621" y="2863"/>
                  <a:pt x="178329" y="2863"/>
                </a:cubicBezTo>
                <a:lnTo>
                  <a:pt x="203998" y="3054"/>
                </a:lnTo>
                <a:cubicBezTo>
                  <a:pt x="208705" y="3054"/>
                  <a:pt x="212061" y="3944"/>
                  <a:pt x="214065" y="5725"/>
                </a:cubicBezTo>
                <a:cubicBezTo>
                  <a:pt x="216069" y="7507"/>
                  <a:pt x="217071" y="9861"/>
                  <a:pt x="217071" y="12787"/>
                </a:cubicBezTo>
                <a:cubicBezTo>
                  <a:pt x="217071" y="15713"/>
                  <a:pt x="216085" y="18099"/>
                  <a:pt x="214113" y="19944"/>
                </a:cubicBezTo>
                <a:cubicBezTo>
                  <a:pt x="212141" y="21789"/>
                  <a:pt x="209119" y="22711"/>
                  <a:pt x="205047" y="22711"/>
                </a:cubicBezTo>
                <a:lnTo>
                  <a:pt x="205047" y="118708"/>
                </a:lnTo>
                <a:lnTo>
                  <a:pt x="185676" y="118708"/>
                </a:lnTo>
                <a:lnTo>
                  <a:pt x="135388" y="39983"/>
                </a:lnTo>
                <a:close/>
                <a:moveTo>
                  <a:pt x="265813" y="78820"/>
                </a:moveTo>
                <a:lnTo>
                  <a:pt x="265813" y="99050"/>
                </a:lnTo>
                <a:lnTo>
                  <a:pt x="285566" y="99050"/>
                </a:lnTo>
                <a:cubicBezTo>
                  <a:pt x="290274" y="99050"/>
                  <a:pt x="293630" y="99957"/>
                  <a:pt x="295634" y="101770"/>
                </a:cubicBezTo>
                <a:cubicBezTo>
                  <a:pt x="297637" y="103583"/>
                  <a:pt x="298639" y="105953"/>
                  <a:pt x="298639" y="108879"/>
                </a:cubicBezTo>
                <a:cubicBezTo>
                  <a:pt x="298639" y="111805"/>
                  <a:pt x="297637" y="114175"/>
                  <a:pt x="295634" y="115988"/>
                </a:cubicBezTo>
                <a:cubicBezTo>
                  <a:pt x="293630" y="117801"/>
                  <a:pt x="290274" y="118708"/>
                  <a:pt x="285566" y="118708"/>
                </a:cubicBezTo>
                <a:lnTo>
                  <a:pt x="243198" y="118708"/>
                </a:lnTo>
                <a:cubicBezTo>
                  <a:pt x="238490" y="118708"/>
                  <a:pt x="235135" y="117785"/>
                  <a:pt x="233131" y="115940"/>
                </a:cubicBezTo>
                <a:cubicBezTo>
                  <a:pt x="231127" y="114096"/>
                  <a:pt x="230125" y="111710"/>
                  <a:pt x="230125" y="108784"/>
                </a:cubicBezTo>
                <a:cubicBezTo>
                  <a:pt x="230125" y="105857"/>
                  <a:pt x="231143" y="103503"/>
                  <a:pt x="233178" y="101722"/>
                </a:cubicBezTo>
                <a:cubicBezTo>
                  <a:pt x="235214" y="99941"/>
                  <a:pt x="238554" y="99050"/>
                  <a:pt x="243198" y="99050"/>
                </a:cubicBezTo>
                <a:lnTo>
                  <a:pt x="246252" y="99050"/>
                </a:lnTo>
                <a:lnTo>
                  <a:pt x="246252" y="22520"/>
                </a:lnTo>
                <a:lnTo>
                  <a:pt x="243198" y="22520"/>
                </a:lnTo>
                <a:cubicBezTo>
                  <a:pt x="238490" y="22520"/>
                  <a:pt x="235135" y="21614"/>
                  <a:pt x="233131" y="19801"/>
                </a:cubicBezTo>
                <a:cubicBezTo>
                  <a:pt x="231127" y="17987"/>
                  <a:pt x="230125" y="15618"/>
                  <a:pt x="230125" y="12691"/>
                </a:cubicBezTo>
                <a:cubicBezTo>
                  <a:pt x="230125" y="9765"/>
                  <a:pt x="231127" y="7395"/>
                  <a:pt x="233131" y="5582"/>
                </a:cubicBezTo>
                <a:cubicBezTo>
                  <a:pt x="235135" y="3769"/>
                  <a:pt x="238490" y="2863"/>
                  <a:pt x="243198" y="2863"/>
                </a:cubicBezTo>
                <a:lnTo>
                  <a:pt x="288238" y="3054"/>
                </a:lnTo>
                <a:cubicBezTo>
                  <a:pt x="301470" y="3054"/>
                  <a:pt x="311951" y="6655"/>
                  <a:pt x="319680" y="13857"/>
                </a:cubicBezTo>
                <a:cubicBezTo>
                  <a:pt x="327410" y="21058"/>
                  <a:pt x="331275" y="29830"/>
                  <a:pt x="331275" y="40174"/>
                </a:cubicBezTo>
                <a:cubicBezTo>
                  <a:pt x="331275" y="45883"/>
                  <a:pt x="329970" y="51277"/>
                  <a:pt x="327362" y="56354"/>
                </a:cubicBezTo>
                <a:cubicBezTo>
                  <a:pt x="325390" y="60161"/>
                  <a:pt x="322098" y="63920"/>
                  <a:pt x="317486" y="67632"/>
                </a:cubicBezTo>
                <a:cubicBezTo>
                  <a:pt x="312874" y="71344"/>
                  <a:pt x="308166" y="74137"/>
                  <a:pt x="303363" y="76011"/>
                </a:cubicBezTo>
                <a:cubicBezTo>
                  <a:pt x="298560" y="77884"/>
                  <a:pt x="292214" y="78820"/>
                  <a:pt x="284326" y="78820"/>
                </a:cubicBezTo>
                <a:lnTo>
                  <a:pt x="265813" y="78820"/>
                </a:lnTo>
                <a:moveTo>
                  <a:pt x="265813" y="59163"/>
                </a:moveTo>
                <a:lnTo>
                  <a:pt x="283944" y="59163"/>
                </a:lnTo>
                <a:cubicBezTo>
                  <a:pt x="292469" y="59163"/>
                  <a:pt x="299228" y="57249"/>
                  <a:pt x="304222" y="53420"/>
                </a:cubicBezTo>
                <a:cubicBezTo>
                  <a:pt x="309216" y="49591"/>
                  <a:pt x="311713" y="44987"/>
                  <a:pt x="311713" y="39607"/>
                </a:cubicBezTo>
                <a:cubicBezTo>
                  <a:pt x="311713" y="35051"/>
                  <a:pt x="309693" y="31064"/>
                  <a:pt x="305653" y="27646"/>
                </a:cubicBezTo>
                <a:cubicBezTo>
                  <a:pt x="301613" y="24229"/>
                  <a:pt x="295840" y="22520"/>
                  <a:pt x="288334" y="22520"/>
                </a:cubicBezTo>
                <a:lnTo>
                  <a:pt x="265813" y="22520"/>
                </a:lnTo>
                <a:lnTo>
                  <a:pt x="265813" y="59163"/>
                </a:lnTo>
                <a:close/>
                <a:moveTo>
                  <a:pt x="439085" y="22711"/>
                </a:moveTo>
                <a:lnTo>
                  <a:pt x="439085" y="78206"/>
                </a:lnTo>
                <a:cubicBezTo>
                  <a:pt x="439085" y="90305"/>
                  <a:pt x="434743" y="100589"/>
                  <a:pt x="426059" y="109058"/>
                </a:cubicBezTo>
                <a:cubicBezTo>
                  <a:pt x="417376" y="117527"/>
                  <a:pt x="406927" y="121761"/>
                  <a:pt x="394713" y="121761"/>
                </a:cubicBezTo>
                <a:cubicBezTo>
                  <a:pt x="388669" y="121761"/>
                  <a:pt x="382991" y="120695"/>
                  <a:pt x="377679" y="118562"/>
                </a:cubicBezTo>
                <a:cubicBezTo>
                  <a:pt x="372367" y="116429"/>
                  <a:pt x="367596" y="113292"/>
                  <a:pt x="363366" y="109153"/>
                </a:cubicBezTo>
                <a:cubicBezTo>
                  <a:pt x="359135" y="105014"/>
                  <a:pt x="355843" y="100700"/>
                  <a:pt x="353489" y="96211"/>
                </a:cubicBezTo>
                <a:cubicBezTo>
                  <a:pt x="351136" y="91723"/>
                  <a:pt x="349959" y="85721"/>
                  <a:pt x="349959" y="78206"/>
                </a:cubicBezTo>
                <a:lnTo>
                  <a:pt x="349959" y="22711"/>
                </a:lnTo>
                <a:cubicBezTo>
                  <a:pt x="345824" y="22711"/>
                  <a:pt x="342770" y="21789"/>
                  <a:pt x="340798" y="19944"/>
                </a:cubicBezTo>
                <a:cubicBezTo>
                  <a:pt x="338826" y="18099"/>
                  <a:pt x="337840" y="15713"/>
                  <a:pt x="337840" y="12787"/>
                </a:cubicBezTo>
                <a:cubicBezTo>
                  <a:pt x="337840" y="9861"/>
                  <a:pt x="338826" y="7507"/>
                  <a:pt x="340798" y="5725"/>
                </a:cubicBezTo>
                <a:cubicBezTo>
                  <a:pt x="342770" y="3944"/>
                  <a:pt x="346142" y="3054"/>
                  <a:pt x="350913" y="3054"/>
                </a:cubicBezTo>
                <a:lnTo>
                  <a:pt x="376582" y="2863"/>
                </a:lnTo>
                <a:cubicBezTo>
                  <a:pt x="381290" y="2863"/>
                  <a:pt x="384645" y="3769"/>
                  <a:pt x="386649" y="5582"/>
                </a:cubicBezTo>
                <a:cubicBezTo>
                  <a:pt x="388653" y="7395"/>
                  <a:pt x="389655" y="9765"/>
                  <a:pt x="389655" y="12691"/>
                </a:cubicBezTo>
                <a:cubicBezTo>
                  <a:pt x="389655" y="15618"/>
                  <a:pt x="388653" y="17987"/>
                  <a:pt x="386649" y="19801"/>
                </a:cubicBezTo>
                <a:cubicBezTo>
                  <a:pt x="384645" y="21614"/>
                  <a:pt x="381290" y="22520"/>
                  <a:pt x="376582" y="22520"/>
                </a:cubicBezTo>
                <a:lnTo>
                  <a:pt x="369521" y="22520"/>
                </a:lnTo>
                <a:lnTo>
                  <a:pt x="369521" y="79816"/>
                </a:lnTo>
                <a:cubicBezTo>
                  <a:pt x="369521" y="85683"/>
                  <a:pt x="371954" y="90865"/>
                  <a:pt x="376821" y="95362"/>
                </a:cubicBezTo>
                <a:cubicBezTo>
                  <a:pt x="381687" y="99856"/>
                  <a:pt x="387556" y="102104"/>
                  <a:pt x="394426" y="102104"/>
                </a:cubicBezTo>
                <a:cubicBezTo>
                  <a:pt x="399007" y="102104"/>
                  <a:pt x="403301" y="101020"/>
                  <a:pt x="407309" y="98854"/>
                </a:cubicBezTo>
                <a:cubicBezTo>
                  <a:pt x="411316" y="96685"/>
                  <a:pt x="414593" y="93528"/>
                  <a:pt x="417137" y="89383"/>
                </a:cubicBezTo>
                <a:cubicBezTo>
                  <a:pt x="418728" y="86768"/>
                  <a:pt x="419523" y="83580"/>
                  <a:pt x="419523" y="79816"/>
                </a:cubicBezTo>
                <a:lnTo>
                  <a:pt x="419523" y="22520"/>
                </a:lnTo>
                <a:lnTo>
                  <a:pt x="412462" y="22520"/>
                </a:lnTo>
                <a:cubicBezTo>
                  <a:pt x="407754" y="22520"/>
                  <a:pt x="404398" y="21614"/>
                  <a:pt x="402394" y="19801"/>
                </a:cubicBezTo>
                <a:cubicBezTo>
                  <a:pt x="400390" y="17987"/>
                  <a:pt x="399388" y="15618"/>
                  <a:pt x="399388" y="12691"/>
                </a:cubicBezTo>
                <a:cubicBezTo>
                  <a:pt x="399388" y="9765"/>
                  <a:pt x="400390" y="7395"/>
                  <a:pt x="402394" y="5582"/>
                </a:cubicBezTo>
                <a:cubicBezTo>
                  <a:pt x="404398" y="3769"/>
                  <a:pt x="407754" y="2863"/>
                  <a:pt x="412462" y="2863"/>
                </a:cubicBezTo>
                <a:lnTo>
                  <a:pt x="438131" y="3054"/>
                </a:lnTo>
                <a:cubicBezTo>
                  <a:pt x="442838" y="3054"/>
                  <a:pt x="446194" y="3944"/>
                  <a:pt x="448198" y="5725"/>
                </a:cubicBezTo>
                <a:cubicBezTo>
                  <a:pt x="450202" y="7507"/>
                  <a:pt x="451204" y="9861"/>
                  <a:pt x="451204" y="12787"/>
                </a:cubicBezTo>
                <a:cubicBezTo>
                  <a:pt x="451204" y="15713"/>
                  <a:pt x="450218" y="18099"/>
                  <a:pt x="448246" y="19944"/>
                </a:cubicBezTo>
                <a:cubicBezTo>
                  <a:pt x="446274" y="21789"/>
                  <a:pt x="443220" y="22711"/>
                  <a:pt x="439085" y="22711"/>
                </a:cubicBezTo>
                <a:close/>
                <a:moveTo>
                  <a:pt x="521131" y="22520"/>
                </a:moveTo>
                <a:lnTo>
                  <a:pt x="521131" y="99050"/>
                </a:lnTo>
                <a:lnTo>
                  <a:pt x="534299" y="99050"/>
                </a:lnTo>
                <a:cubicBezTo>
                  <a:pt x="539007" y="99050"/>
                  <a:pt x="542362" y="99957"/>
                  <a:pt x="544366" y="101770"/>
                </a:cubicBezTo>
                <a:cubicBezTo>
                  <a:pt x="546370" y="103583"/>
                  <a:pt x="547372" y="105953"/>
                  <a:pt x="547372" y="108879"/>
                </a:cubicBezTo>
                <a:cubicBezTo>
                  <a:pt x="547372" y="111805"/>
                  <a:pt x="546370" y="114175"/>
                  <a:pt x="544366" y="115988"/>
                </a:cubicBezTo>
                <a:cubicBezTo>
                  <a:pt x="542362" y="117801"/>
                  <a:pt x="539007" y="118708"/>
                  <a:pt x="534299" y="118708"/>
                </a:cubicBezTo>
                <a:lnTo>
                  <a:pt x="488495" y="118708"/>
                </a:lnTo>
                <a:cubicBezTo>
                  <a:pt x="483788" y="118708"/>
                  <a:pt x="480432" y="117785"/>
                  <a:pt x="478428" y="115940"/>
                </a:cubicBezTo>
                <a:cubicBezTo>
                  <a:pt x="476424" y="114096"/>
                  <a:pt x="475422" y="111710"/>
                  <a:pt x="475422" y="108784"/>
                </a:cubicBezTo>
                <a:cubicBezTo>
                  <a:pt x="475422" y="105857"/>
                  <a:pt x="476424" y="103503"/>
                  <a:pt x="478428" y="101722"/>
                </a:cubicBezTo>
                <a:cubicBezTo>
                  <a:pt x="480432" y="99941"/>
                  <a:pt x="483788" y="99050"/>
                  <a:pt x="488495" y="99050"/>
                </a:cubicBezTo>
                <a:lnTo>
                  <a:pt x="501569" y="99050"/>
                </a:lnTo>
                <a:lnTo>
                  <a:pt x="501569" y="22520"/>
                </a:lnTo>
                <a:lnTo>
                  <a:pt x="480384" y="22520"/>
                </a:lnTo>
                <a:lnTo>
                  <a:pt x="480384" y="41032"/>
                </a:lnTo>
                <a:cubicBezTo>
                  <a:pt x="480384" y="45931"/>
                  <a:pt x="479478" y="49382"/>
                  <a:pt x="477665" y="51386"/>
                </a:cubicBezTo>
                <a:cubicBezTo>
                  <a:pt x="475852" y="53390"/>
                  <a:pt x="473482" y="54392"/>
                  <a:pt x="470556" y="54392"/>
                </a:cubicBezTo>
                <a:cubicBezTo>
                  <a:pt x="467693" y="54392"/>
                  <a:pt x="465355" y="53390"/>
                  <a:pt x="463542" y="51386"/>
                </a:cubicBezTo>
                <a:cubicBezTo>
                  <a:pt x="461729" y="49382"/>
                  <a:pt x="460822" y="45931"/>
                  <a:pt x="460822" y="41032"/>
                </a:cubicBezTo>
                <a:lnTo>
                  <a:pt x="460822" y="2863"/>
                </a:lnTo>
                <a:lnTo>
                  <a:pt x="562163" y="2863"/>
                </a:lnTo>
                <a:lnTo>
                  <a:pt x="562163" y="41032"/>
                </a:lnTo>
                <a:cubicBezTo>
                  <a:pt x="562163" y="45931"/>
                  <a:pt x="561256" y="49382"/>
                  <a:pt x="559443" y="51386"/>
                </a:cubicBezTo>
                <a:cubicBezTo>
                  <a:pt x="557630" y="53390"/>
                  <a:pt x="555261" y="54392"/>
                  <a:pt x="552334" y="54392"/>
                </a:cubicBezTo>
                <a:cubicBezTo>
                  <a:pt x="549472" y="54392"/>
                  <a:pt x="547134" y="53390"/>
                  <a:pt x="545321" y="51386"/>
                </a:cubicBezTo>
                <a:cubicBezTo>
                  <a:pt x="543508" y="49382"/>
                  <a:pt x="542601" y="45931"/>
                  <a:pt x="542601" y="41032"/>
                </a:cubicBezTo>
                <a:lnTo>
                  <a:pt x="542601" y="22520"/>
                </a:lnTo>
                <a:lnTo>
                  <a:pt x="521131" y="22520"/>
                </a:lnTo>
                <a:close/>
                <a:moveTo>
                  <a:pt x="795437" y="83210"/>
                </a:moveTo>
                <a:lnTo>
                  <a:pt x="795437" y="109326"/>
                </a:lnTo>
                <a:cubicBezTo>
                  <a:pt x="786594" y="114109"/>
                  <a:pt x="779072" y="117378"/>
                  <a:pt x="772869" y="119131"/>
                </a:cubicBezTo>
                <a:cubicBezTo>
                  <a:pt x="766667" y="120885"/>
                  <a:pt x="759971" y="121761"/>
                  <a:pt x="752782" y="121761"/>
                </a:cubicBezTo>
                <a:cubicBezTo>
                  <a:pt x="742795" y="121761"/>
                  <a:pt x="733538" y="120262"/>
                  <a:pt x="725014" y="117264"/>
                </a:cubicBezTo>
                <a:cubicBezTo>
                  <a:pt x="718334" y="114970"/>
                  <a:pt x="713070" y="112070"/>
                  <a:pt x="709221" y="108563"/>
                </a:cubicBezTo>
                <a:cubicBezTo>
                  <a:pt x="705372" y="105054"/>
                  <a:pt x="701826" y="99872"/>
                  <a:pt x="698581" y="93018"/>
                </a:cubicBezTo>
                <a:cubicBezTo>
                  <a:pt x="695337" y="86163"/>
                  <a:pt x="693715" y="78495"/>
                  <a:pt x="693715" y="70015"/>
                </a:cubicBezTo>
                <a:lnTo>
                  <a:pt x="693715" y="55859"/>
                </a:lnTo>
                <a:cubicBezTo>
                  <a:pt x="693715" y="42788"/>
                  <a:pt x="697691" y="31118"/>
                  <a:pt x="705643" y="20850"/>
                </a:cubicBezTo>
                <a:cubicBezTo>
                  <a:pt x="716330" y="6950"/>
                  <a:pt x="730867" y="0"/>
                  <a:pt x="749252" y="0"/>
                </a:cubicBezTo>
                <a:cubicBezTo>
                  <a:pt x="754595" y="0"/>
                  <a:pt x="759669" y="541"/>
                  <a:pt x="764472" y="1622"/>
                </a:cubicBezTo>
                <a:cubicBezTo>
                  <a:pt x="769275" y="2704"/>
                  <a:pt x="773839" y="4326"/>
                  <a:pt x="778165" y="6489"/>
                </a:cubicBezTo>
                <a:cubicBezTo>
                  <a:pt x="780773" y="4199"/>
                  <a:pt x="783318" y="3054"/>
                  <a:pt x="785799" y="3054"/>
                </a:cubicBezTo>
                <a:cubicBezTo>
                  <a:pt x="788662" y="3054"/>
                  <a:pt x="790984" y="4040"/>
                  <a:pt x="792765" y="6012"/>
                </a:cubicBezTo>
                <a:cubicBezTo>
                  <a:pt x="794546" y="7984"/>
                  <a:pt x="795437" y="11324"/>
                  <a:pt x="795437" y="16031"/>
                </a:cubicBezTo>
                <a:lnTo>
                  <a:pt x="795437" y="28723"/>
                </a:lnTo>
                <a:cubicBezTo>
                  <a:pt x="795437" y="33430"/>
                  <a:pt x="794530" y="36786"/>
                  <a:pt x="792717" y="38790"/>
                </a:cubicBezTo>
                <a:cubicBezTo>
                  <a:pt x="790904" y="40794"/>
                  <a:pt x="788566" y="41796"/>
                  <a:pt x="785704" y="41796"/>
                </a:cubicBezTo>
                <a:cubicBezTo>
                  <a:pt x="783414" y="41796"/>
                  <a:pt x="781441" y="41096"/>
                  <a:pt x="779787" y="39696"/>
                </a:cubicBezTo>
                <a:cubicBezTo>
                  <a:pt x="778515" y="38742"/>
                  <a:pt x="777449" y="36627"/>
                  <a:pt x="776591" y="33351"/>
                </a:cubicBezTo>
                <a:cubicBezTo>
                  <a:pt x="775732" y="30075"/>
                  <a:pt x="774762" y="27864"/>
                  <a:pt x="773680" y="26719"/>
                </a:cubicBezTo>
                <a:cubicBezTo>
                  <a:pt x="771963" y="24874"/>
                  <a:pt x="768925" y="23236"/>
                  <a:pt x="764567" y="21804"/>
                </a:cubicBezTo>
                <a:cubicBezTo>
                  <a:pt x="760210" y="20373"/>
                  <a:pt x="755327" y="19657"/>
                  <a:pt x="749920" y="19657"/>
                </a:cubicBezTo>
                <a:cubicBezTo>
                  <a:pt x="742158" y="19657"/>
                  <a:pt x="735415" y="21250"/>
                  <a:pt x="729690" y="24435"/>
                </a:cubicBezTo>
                <a:cubicBezTo>
                  <a:pt x="725618" y="26790"/>
                  <a:pt x="721865" y="30899"/>
                  <a:pt x="718430" y="36759"/>
                </a:cubicBezTo>
                <a:cubicBezTo>
                  <a:pt x="714994" y="42618"/>
                  <a:pt x="713277" y="48986"/>
                  <a:pt x="713277" y="55865"/>
                </a:cubicBezTo>
                <a:lnTo>
                  <a:pt x="713277" y="70006"/>
                </a:lnTo>
                <a:cubicBezTo>
                  <a:pt x="713277" y="80514"/>
                  <a:pt x="716314" y="88491"/>
                  <a:pt x="722390" y="93936"/>
                </a:cubicBezTo>
                <a:cubicBezTo>
                  <a:pt x="728465" y="99381"/>
                  <a:pt x="738119" y="102104"/>
                  <a:pt x="751351" y="102104"/>
                </a:cubicBezTo>
                <a:cubicBezTo>
                  <a:pt x="760321" y="102104"/>
                  <a:pt x="768496" y="100430"/>
                  <a:pt x="775875" y="97082"/>
                </a:cubicBezTo>
                <a:lnTo>
                  <a:pt x="775875" y="83019"/>
                </a:lnTo>
                <a:lnTo>
                  <a:pt x="755931" y="83019"/>
                </a:lnTo>
                <a:cubicBezTo>
                  <a:pt x="751224" y="83019"/>
                  <a:pt x="747868" y="82113"/>
                  <a:pt x="745864" y="80299"/>
                </a:cubicBezTo>
                <a:cubicBezTo>
                  <a:pt x="743860" y="78486"/>
                  <a:pt x="742858" y="76117"/>
                  <a:pt x="742858" y="73190"/>
                </a:cubicBezTo>
                <a:cubicBezTo>
                  <a:pt x="742858" y="70264"/>
                  <a:pt x="743860" y="67894"/>
                  <a:pt x="745864" y="66081"/>
                </a:cubicBezTo>
                <a:cubicBezTo>
                  <a:pt x="747868" y="64268"/>
                  <a:pt x="751224" y="63362"/>
                  <a:pt x="755931" y="63362"/>
                </a:cubicBezTo>
                <a:lnTo>
                  <a:pt x="790666" y="63553"/>
                </a:lnTo>
                <a:cubicBezTo>
                  <a:pt x="795373" y="63553"/>
                  <a:pt x="798729" y="64443"/>
                  <a:pt x="800733" y="66224"/>
                </a:cubicBezTo>
                <a:cubicBezTo>
                  <a:pt x="802737" y="68006"/>
                  <a:pt x="803739" y="70359"/>
                  <a:pt x="803739" y="73286"/>
                </a:cubicBezTo>
                <a:cubicBezTo>
                  <a:pt x="803739" y="76212"/>
                  <a:pt x="803055" y="78598"/>
                  <a:pt x="801687" y="80443"/>
                </a:cubicBezTo>
                <a:cubicBezTo>
                  <a:pt x="800319" y="82288"/>
                  <a:pt x="798236" y="83210"/>
                  <a:pt x="795437" y="83210"/>
                </a:cubicBezTo>
                <a:close/>
                <a:moveTo>
                  <a:pt x="843321" y="70423"/>
                </a:moveTo>
                <a:lnTo>
                  <a:pt x="843321" y="99050"/>
                </a:lnTo>
                <a:lnTo>
                  <a:pt x="893228" y="99050"/>
                </a:lnTo>
                <a:lnTo>
                  <a:pt x="893228" y="88363"/>
                </a:lnTo>
                <a:cubicBezTo>
                  <a:pt x="893228" y="83464"/>
                  <a:pt x="894134" y="80013"/>
                  <a:pt x="895947" y="78009"/>
                </a:cubicBezTo>
                <a:cubicBezTo>
                  <a:pt x="897760" y="76005"/>
                  <a:pt x="900130" y="75003"/>
                  <a:pt x="903056" y="75003"/>
                </a:cubicBezTo>
                <a:cubicBezTo>
                  <a:pt x="905919" y="75003"/>
                  <a:pt x="908257" y="76005"/>
                  <a:pt x="910070" y="78009"/>
                </a:cubicBezTo>
                <a:cubicBezTo>
                  <a:pt x="911883" y="80013"/>
                  <a:pt x="912790" y="83464"/>
                  <a:pt x="912790" y="88363"/>
                </a:cubicBezTo>
                <a:lnTo>
                  <a:pt x="912790" y="118708"/>
                </a:lnTo>
                <a:lnTo>
                  <a:pt x="820705" y="118708"/>
                </a:lnTo>
                <a:cubicBezTo>
                  <a:pt x="815998" y="118708"/>
                  <a:pt x="812642" y="117785"/>
                  <a:pt x="810638" y="115940"/>
                </a:cubicBezTo>
                <a:cubicBezTo>
                  <a:pt x="808634" y="114096"/>
                  <a:pt x="807632" y="111710"/>
                  <a:pt x="807632" y="108784"/>
                </a:cubicBezTo>
                <a:cubicBezTo>
                  <a:pt x="807632" y="105857"/>
                  <a:pt x="808650" y="103503"/>
                  <a:pt x="810686" y="101722"/>
                </a:cubicBezTo>
                <a:cubicBezTo>
                  <a:pt x="812721" y="99941"/>
                  <a:pt x="816061" y="99050"/>
                  <a:pt x="820705" y="99050"/>
                </a:cubicBezTo>
                <a:lnTo>
                  <a:pt x="823759" y="99050"/>
                </a:lnTo>
                <a:lnTo>
                  <a:pt x="823759" y="22520"/>
                </a:lnTo>
                <a:lnTo>
                  <a:pt x="820705" y="22520"/>
                </a:lnTo>
                <a:cubicBezTo>
                  <a:pt x="815998" y="22520"/>
                  <a:pt x="812642" y="21614"/>
                  <a:pt x="810638" y="19801"/>
                </a:cubicBezTo>
                <a:cubicBezTo>
                  <a:pt x="808634" y="17987"/>
                  <a:pt x="807632" y="15618"/>
                  <a:pt x="807632" y="12691"/>
                </a:cubicBezTo>
                <a:cubicBezTo>
                  <a:pt x="807632" y="9765"/>
                  <a:pt x="808634" y="7395"/>
                  <a:pt x="810638" y="5582"/>
                </a:cubicBezTo>
                <a:cubicBezTo>
                  <a:pt x="812642" y="3769"/>
                  <a:pt x="815998" y="2863"/>
                  <a:pt x="820705" y="2863"/>
                </a:cubicBezTo>
                <a:lnTo>
                  <a:pt x="908496" y="2958"/>
                </a:lnTo>
                <a:lnTo>
                  <a:pt x="908496" y="32826"/>
                </a:lnTo>
                <a:cubicBezTo>
                  <a:pt x="908496" y="37724"/>
                  <a:pt x="907605" y="41176"/>
                  <a:pt x="905824" y="43179"/>
                </a:cubicBezTo>
                <a:cubicBezTo>
                  <a:pt x="904042" y="45183"/>
                  <a:pt x="901689" y="46185"/>
                  <a:pt x="898762" y="46185"/>
                </a:cubicBezTo>
                <a:cubicBezTo>
                  <a:pt x="895836" y="46185"/>
                  <a:pt x="893466" y="45183"/>
                  <a:pt x="891653" y="43179"/>
                </a:cubicBezTo>
                <a:cubicBezTo>
                  <a:pt x="889840" y="41176"/>
                  <a:pt x="888934" y="37724"/>
                  <a:pt x="888934" y="32826"/>
                </a:cubicBezTo>
                <a:lnTo>
                  <a:pt x="888934" y="22520"/>
                </a:lnTo>
                <a:lnTo>
                  <a:pt x="843321" y="22520"/>
                </a:lnTo>
                <a:lnTo>
                  <a:pt x="843321" y="50766"/>
                </a:lnTo>
                <a:lnTo>
                  <a:pt x="860497" y="50766"/>
                </a:lnTo>
                <a:cubicBezTo>
                  <a:pt x="860497" y="45867"/>
                  <a:pt x="860974" y="42778"/>
                  <a:pt x="861929" y="41498"/>
                </a:cubicBezTo>
                <a:cubicBezTo>
                  <a:pt x="863901" y="38770"/>
                  <a:pt x="866700" y="37406"/>
                  <a:pt x="870326" y="37406"/>
                </a:cubicBezTo>
                <a:cubicBezTo>
                  <a:pt x="873189" y="37406"/>
                  <a:pt x="875527" y="38408"/>
                  <a:pt x="877340" y="40412"/>
                </a:cubicBezTo>
                <a:cubicBezTo>
                  <a:pt x="879153" y="42416"/>
                  <a:pt x="880059" y="45867"/>
                  <a:pt x="880059" y="50766"/>
                </a:cubicBezTo>
                <a:lnTo>
                  <a:pt x="880059" y="70423"/>
                </a:lnTo>
                <a:cubicBezTo>
                  <a:pt x="880059" y="75322"/>
                  <a:pt x="879550" y="78429"/>
                  <a:pt x="878532" y="79745"/>
                </a:cubicBezTo>
                <a:cubicBezTo>
                  <a:pt x="876497" y="82437"/>
                  <a:pt x="873761" y="83782"/>
                  <a:pt x="870326" y="83782"/>
                </a:cubicBezTo>
                <a:cubicBezTo>
                  <a:pt x="866700" y="83782"/>
                  <a:pt x="863901" y="82419"/>
                  <a:pt x="861929" y="79691"/>
                </a:cubicBezTo>
                <a:cubicBezTo>
                  <a:pt x="860974" y="78411"/>
                  <a:pt x="860497" y="75322"/>
                  <a:pt x="860497" y="70423"/>
                </a:cubicBezTo>
                <a:lnTo>
                  <a:pt x="843321" y="70423"/>
                </a:lnTo>
                <a:close/>
                <a:moveTo>
                  <a:pt x="956189" y="39983"/>
                </a:moveTo>
                <a:lnTo>
                  <a:pt x="956189" y="99050"/>
                </a:lnTo>
                <a:lnTo>
                  <a:pt x="963250" y="99050"/>
                </a:lnTo>
                <a:cubicBezTo>
                  <a:pt x="967958" y="99050"/>
                  <a:pt x="971313" y="99957"/>
                  <a:pt x="973317" y="101770"/>
                </a:cubicBezTo>
                <a:cubicBezTo>
                  <a:pt x="975321" y="103583"/>
                  <a:pt x="976323" y="105953"/>
                  <a:pt x="976323" y="108879"/>
                </a:cubicBezTo>
                <a:cubicBezTo>
                  <a:pt x="976323" y="111805"/>
                  <a:pt x="975321" y="114175"/>
                  <a:pt x="973317" y="115988"/>
                </a:cubicBezTo>
                <a:cubicBezTo>
                  <a:pt x="971313" y="117801"/>
                  <a:pt x="967958" y="118708"/>
                  <a:pt x="963250" y="118708"/>
                </a:cubicBezTo>
                <a:lnTo>
                  <a:pt x="937581" y="118708"/>
                </a:lnTo>
                <a:cubicBezTo>
                  <a:pt x="932873" y="118708"/>
                  <a:pt x="929517" y="117785"/>
                  <a:pt x="927514" y="115940"/>
                </a:cubicBezTo>
                <a:cubicBezTo>
                  <a:pt x="925510" y="114096"/>
                  <a:pt x="924508" y="111710"/>
                  <a:pt x="924508" y="108784"/>
                </a:cubicBezTo>
                <a:cubicBezTo>
                  <a:pt x="924508" y="105857"/>
                  <a:pt x="925494" y="103503"/>
                  <a:pt x="927466" y="101722"/>
                </a:cubicBezTo>
                <a:cubicBezTo>
                  <a:pt x="929438" y="99941"/>
                  <a:pt x="932492" y="99050"/>
                  <a:pt x="936627" y="99050"/>
                </a:cubicBezTo>
                <a:lnTo>
                  <a:pt x="936627" y="22520"/>
                </a:lnTo>
                <a:lnTo>
                  <a:pt x="933573" y="22520"/>
                </a:lnTo>
                <a:cubicBezTo>
                  <a:pt x="928865" y="22520"/>
                  <a:pt x="925510" y="21614"/>
                  <a:pt x="923506" y="19801"/>
                </a:cubicBezTo>
                <a:cubicBezTo>
                  <a:pt x="921502" y="17987"/>
                  <a:pt x="920500" y="15618"/>
                  <a:pt x="920500" y="12691"/>
                </a:cubicBezTo>
                <a:cubicBezTo>
                  <a:pt x="920500" y="9765"/>
                  <a:pt x="921502" y="7395"/>
                  <a:pt x="923506" y="5582"/>
                </a:cubicBezTo>
                <a:cubicBezTo>
                  <a:pt x="925510" y="3769"/>
                  <a:pt x="928865" y="2863"/>
                  <a:pt x="933573" y="2863"/>
                </a:cubicBezTo>
                <a:lnTo>
                  <a:pt x="956189" y="3054"/>
                </a:lnTo>
                <a:lnTo>
                  <a:pt x="1006191" y="81492"/>
                </a:lnTo>
                <a:lnTo>
                  <a:pt x="1006191" y="22520"/>
                </a:lnTo>
                <a:lnTo>
                  <a:pt x="999129" y="22520"/>
                </a:lnTo>
                <a:cubicBezTo>
                  <a:pt x="994422" y="22520"/>
                  <a:pt x="991066" y="21614"/>
                  <a:pt x="989062" y="19801"/>
                </a:cubicBezTo>
                <a:cubicBezTo>
                  <a:pt x="987058" y="17987"/>
                  <a:pt x="986056" y="15618"/>
                  <a:pt x="986056" y="12691"/>
                </a:cubicBezTo>
                <a:cubicBezTo>
                  <a:pt x="986056" y="9765"/>
                  <a:pt x="987058" y="7395"/>
                  <a:pt x="989062" y="5582"/>
                </a:cubicBezTo>
                <a:cubicBezTo>
                  <a:pt x="991066" y="3769"/>
                  <a:pt x="994422" y="2863"/>
                  <a:pt x="999129" y="2863"/>
                </a:cubicBezTo>
                <a:lnTo>
                  <a:pt x="1024799" y="3054"/>
                </a:lnTo>
                <a:cubicBezTo>
                  <a:pt x="1029506" y="3054"/>
                  <a:pt x="1032862" y="3944"/>
                  <a:pt x="1034866" y="5725"/>
                </a:cubicBezTo>
                <a:cubicBezTo>
                  <a:pt x="1036870" y="7507"/>
                  <a:pt x="1037872" y="9861"/>
                  <a:pt x="1037872" y="12787"/>
                </a:cubicBezTo>
                <a:cubicBezTo>
                  <a:pt x="1037872" y="15713"/>
                  <a:pt x="1036886" y="18099"/>
                  <a:pt x="1034914" y="19944"/>
                </a:cubicBezTo>
                <a:cubicBezTo>
                  <a:pt x="1032941" y="21789"/>
                  <a:pt x="1029920" y="22711"/>
                  <a:pt x="1025848" y="22711"/>
                </a:cubicBezTo>
                <a:lnTo>
                  <a:pt x="1025848" y="118708"/>
                </a:lnTo>
                <a:lnTo>
                  <a:pt x="1006477" y="118708"/>
                </a:lnTo>
                <a:lnTo>
                  <a:pt x="956189" y="39983"/>
                </a:lnTo>
                <a:close/>
                <a:moveTo>
                  <a:pt x="1077835" y="70423"/>
                </a:moveTo>
                <a:lnTo>
                  <a:pt x="1077835" y="99050"/>
                </a:lnTo>
                <a:lnTo>
                  <a:pt x="1127742" y="99050"/>
                </a:lnTo>
                <a:lnTo>
                  <a:pt x="1127742" y="88363"/>
                </a:lnTo>
                <a:cubicBezTo>
                  <a:pt x="1127742" y="83464"/>
                  <a:pt x="1128649" y="80013"/>
                  <a:pt x="1130462" y="78009"/>
                </a:cubicBezTo>
                <a:cubicBezTo>
                  <a:pt x="1132275" y="76005"/>
                  <a:pt x="1134645" y="75003"/>
                  <a:pt x="1137571" y="75003"/>
                </a:cubicBezTo>
                <a:cubicBezTo>
                  <a:pt x="1140434" y="75003"/>
                  <a:pt x="1142772" y="76005"/>
                  <a:pt x="1144585" y="78009"/>
                </a:cubicBezTo>
                <a:cubicBezTo>
                  <a:pt x="1146398" y="80013"/>
                  <a:pt x="1147304" y="83464"/>
                  <a:pt x="1147304" y="88363"/>
                </a:cubicBezTo>
                <a:lnTo>
                  <a:pt x="1147304" y="118708"/>
                </a:lnTo>
                <a:lnTo>
                  <a:pt x="1055220" y="118708"/>
                </a:lnTo>
                <a:cubicBezTo>
                  <a:pt x="1050512" y="118708"/>
                  <a:pt x="1047156" y="117785"/>
                  <a:pt x="1045153" y="115940"/>
                </a:cubicBezTo>
                <a:cubicBezTo>
                  <a:pt x="1043149" y="114096"/>
                  <a:pt x="1042147" y="111710"/>
                  <a:pt x="1042147" y="108784"/>
                </a:cubicBezTo>
                <a:cubicBezTo>
                  <a:pt x="1042147" y="105857"/>
                  <a:pt x="1043165" y="103503"/>
                  <a:pt x="1045200" y="101722"/>
                </a:cubicBezTo>
                <a:cubicBezTo>
                  <a:pt x="1047236" y="99941"/>
                  <a:pt x="1050576" y="99050"/>
                  <a:pt x="1055220" y="99050"/>
                </a:cubicBezTo>
                <a:lnTo>
                  <a:pt x="1058273" y="99050"/>
                </a:lnTo>
                <a:lnTo>
                  <a:pt x="1058273" y="22520"/>
                </a:lnTo>
                <a:lnTo>
                  <a:pt x="1055220" y="22520"/>
                </a:lnTo>
                <a:cubicBezTo>
                  <a:pt x="1050512" y="22520"/>
                  <a:pt x="1047156" y="21614"/>
                  <a:pt x="1045153" y="19801"/>
                </a:cubicBezTo>
                <a:cubicBezTo>
                  <a:pt x="1043149" y="17987"/>
                  <a:pt x="1042147" y="15618"/>
                  <a:pt x="1042147" y="12691"/>
                </a:cubicBezTo>
                <a:cubicBezTo>
                  <a:pt x="1042147" y="9765"/>
                  <a:pt x="1043149" y="7395"/>
                  <a:pt x="1045153" y="5582"/>
                </a:cubicBezTo>
                <a:cubicBezTo>
                  <a:pt x="1047156" y="3769"/>
                  <a:pt x="1050512" y="2863"/>
                  <a:pt x="1055220" y="2863"/>
                </a:cubicBezTo>
                <a:lnTo>
                  <a:pt x="1143010" y="2958"/>
                </a:lnTo>
                <a:lnTo>
                  <a:pt x="1143010" y="32826"/>
                </a:lnTo>
                <a:cubicBezTo>
                  <a:pt x="1143010" y="37724"/>
                  <a:pt x="1142119" y="41176"/>
                  <a:pt x="1140338" y="43179"/>
                </a:cubicBezTo>
                <a:cubicBezTo>
                  <a:pt x="1138557" y="45183"/>
                  <a:pt x="1136203" y="46185"/>
                  <a:pt x="1133277" y="46185"/>
                </a:cubicBezTo>
                <a:cubicBezTo>
                  <a:pt x="1130350" y="46185"/>
                  <a:pt x="1127981" y="45183"/>
                  <a:pt x="1126168" y="43179"/>
                </a:cubicBezTo>
                <a:cubicBezTo>
                  <a:pt x="1124355" y="41176"/>
                  <a:pt x="1123448" y="37724"/>
                  <a:pt x="1123448" y="32826"/>
                </a:cubicBezTo>
                <a:lnTo>
                  <a:pt x="1123448" y="22520"/>
                </a:lnTo>
                <a:lnTo>
                  <a:pt x="1077835" y="22520"/>
                </a:lnTo>
                <a:lnTo>
                  <a:pt x="1077835" y="50766"/>
                </a:lnTo>
                <a:lnTo>
                  <a:pt x="1095012" y="50766"/>
                </a:lnTo>
                <a:cubicBezTo>
                  <a:pt x="1095012" y="45867"/>
                  <a:pt x="1095489" y="42778"/>
                  <a:pt x="1096443" y="41498"/>
                </a:cubicBezTo>
                <a:cubicBezTo>
                  <a:pt x="1098415" y="38770"/>
                  <a:pt x="1101214" y="37406"/>
                  <a:pt x="1104840" y="37406"/>
                </a:cubicBezTo>
                <a:cubicBezTo>
                  <a:pt x="1107703" y="37406"/>
                  <a:pt x="1110041" y="38408"/>
                  <a:pt x="1111854" y="40412"/>
                </a:cubicBezTo>
                <a:cubicBezTo>
                  <a:pt x="1113667" y="42416"/>
                  <a:pt x="1114574" y="45867"/>
                  <a:pt x="1114574" y="50766"/>
                </a:cubicBezTo>
                <a:lnTo>
                  <a:pt x="1114574" y="70423"/>
                </a:lnTo>
                <a:cubicBezTo>
                  <a:pt x="1114574" y="75322"/>
                  <a:pt x="1114065" y="78429"/>
                  <a:pt x="1113047" y="79745"/>
                </a:cubicBezTo>
                <a:cubicBezTo>
                  <a:pt x="1111011" y="82437"/>
                  <a:pt x="1108276" y="83782"/>
                  <a:pt x="1104840" y="83782"/>
                </a:cubicBezTo>
                <a:cubicBezTo>
                  <a:pt x="1101214" y="83782"/>
                  <a:pt x="1098415" y="82419"/>
                  <a:pt x="1096443" y="79691"/>
                </a:cubicBezTo>
                <a:cubicBezTo>
                  <a:pt x="1095489" y="78411"/>
                  <a:pt x="1095012" y="75322"/>
                  <a:pt x="1095012" y="70423"/>
                </a:cubicBezTo>
                <a:lnTo>
                  <a:pt x="1077835" y="70423"/>
                </a:lnTo>
                <a:close/>
                <a:moveTo>
                  <a:pt x="1194997" y="74622"/>
                </a:moveTo>
                <a:lnTo>
                  <a:pt x="1194997" y="99050"/>
                </a:lnTo>
                <a:lnTo>
                  <a:pt x="1202058" y="99050"/>
                </a:lnTo>
                <a:cubicBezTo>
                  <a:pt x="1206766" y="99050"/>
                  <a:pt x="1210122" y="99957"/>
                  <a:pt x="1212125" y="101770"/>
                </a:cubicBezTo>
                <a:cubicBezTo>
                  <a:pt x="1214129" y="103583"/>
                  <a:pt x="1215131" y="105953"/>
                  <a:pt x="1215131" y="108879"/>
                </a:cubicBezTo>
                <a:cubicBezTo>
                  <a:pt x="1215131" y="111805"/>
                  <a:pt x="1214129" y="114175"/>
                  <a:pt x="1212125" y="115988"/>
                </a:cubicBezTo>
                <a:cubicBezTo>
                  <a:pt x="1210122" y="117801"/>
                  <a:pt x="1206766" y="118708"/>
                  <a:pt x="1202058" y="118708"/>
                </a:cubicBezTo>
                <a:lnTo>
                  <a:pt x="1172381" y="118708"/>
                </a:lnTo>
                <a:cubicBezTo>
                  <a:pt x="1167674" y="118708"/>
                  <a:pt x="1164318" y="117785"/>
                  <a:pt x="1162314" y="115940"/>
                </a:cubicBezTo>
                <a:cubicBezTo>
                  <a:pt x="1160310" y="114096"/>
                  <a:pt x="1159308" y="111710"/>
                  <a:pt x="1159308" y="108784"/>
                </a:cubicBezTo>
                <a:cubicBezTo>
                  <a:pt x="1159308" y="105857"/>
                  <a:pt x="1160326" y="103503"/>
                  <a:pt x="1162362" y="101722"/>
                </a:cubicBezTo>
                <a:cubicBezTo>
                  <a:pt x="1164397" y="99941"/>
                  <a:pt x="1167737" y="99050"/>
                  <a:pt x="1172381" y="99050"/>
                </a:cubicBezTo>
                <a:lnTo>
                  <a:pt x="1175435" y="99050"/>
                </a:lnTo>
                <a:lnTo>
                  <a:pt x="1175435" y="22520"/>
                </a:lnTo>
                <a:lnTo>
                  <a:pt x="1172381" y="22520"/>
                </a:lnTo>
                <a:cubicBezTo>
                  <a:pt x="1167674" y="22520"/>
                  <a:pt x="1164318" y="21614"/>
                  <a:pt x="1162314" y="19801"/>
                </a:cubicBezTo>
                <a:cubicBezTo>
                  <a:pt x="1160310" y="17987"/>
                  <a:pt x="1159308" y="15618"/>
                  <a:pt x="1159308" y="12691"/>
                </a:cubicBezTo>
                <a:cubicBezTo>
                  <a:pt x="1159308" y="9765"/>
                  <a:pt x="1160310" y="7395"/>
                  <a:pt x="1162314" y="5582"/>
                </a:cubicBezTo>
                <a:cubicBezTo>
                  <a:pt x="1164318" y="3769"/>
                  <a:pt x="1167674" y="2863"/>
                  <a:pt x="1172381" y="2863"/>
                </a:cubicBezTo>
                <a:lnTo>
                  <a:pt x="1216658" y="3054"/>
                </a:lnTo>
                <a:cubicBezTo>
                  <a:pt x="1230463" y="3054"/>
                  <a:pt x="1241166" y="6477"/>
                  <a:pt x="1248768" y="13324"/>
                </a:cubicBezTo>
                <a:cubicBezTo>
                  <a:pt x="1256371" y="20168"/>
                  <a:pt x="1260172" y="28494"/>
                  <a:pt x="1260172" y="38301"/>
                </a:cubicBezTo>
                <a:cubicBezTo>
                  <a:pt x="1260172" y="44414"/>
                  <a:pt x="1258390" y="49970"/>
                  <a:pt x="1254828" y="54970"/>
                </a:cubicBezTo>
                <a:cubicBezTo>
                  <a:pt x="1251265" y="59968"/>
                  <a:pt x="1245890" y="64409"/>
                  <a:pt x="1238701" y="68294"/>
                </a:cubicBezTo>
                <a:cubicBezTo>
                  <a:pt x="1242836" y="71902"/>
                  <a:pt x="1247258" y="76522"/>
                  <a:pt x="1251965" y="82154"/>
                </a:cubicBezTo>
                <a:cubicBezTo>
                  <a:pt x="1254891" y="85761"/>
                  <a:pt x="1258836" y="91393"/>
                  <a:pt x="1263798" y="99050"/>
                </a:cubicBezTo>
                <a:cubicBezTo>
                  <a:pt x="1268760" y="99050"/>
                  <a:pt x="1272036" y="99668"/>
                  <a:pt x="1273626" y="100902"/>
                </a:cubicBezTo>
                <a:cubicBezTo>
                  <a:pt x="1276489" y="103294"/>
                  <a:pt x="1277921" y="105953"/>
                  <a:pt x="1277921" y="108879"/>
                </a:cubicBezTo>
                <a:cubicBezTo>
                  <a:pt x="1277921" y="111805"/>
                  <a:pt x="1276934" y="114175"/>
                  <a:pt x="1274962" y="115988"/>
                </a:cubicBezTo>
                <a:cubicBezTo>
                  <a:pt x="1272990" y="117801"/>
                  <a:pt x="1269650" y="118708"/>
                  <a:pt x="1264943" y="118708"/>
                </a:cubicBezTo>
                <a:lnTo>
                  <a:pt x="1253778" y="118708"/>
                </a:lnTo>
                <a:cubicBezTo>
                  <a:pt x="1237938" y="94269"/>
                  <a:pt x="1224801" y="79574"/>
                  <a:pt x="1214368" y="74622"/>
                </a:cubicBezTo>
                <a:lnTo>
                  <a:pt x="1194997" y="74622"/>
                </a:lnTo>
                <a:moveTo>
                  <a:pt x="1194997" y="54964"/>
                </a:moveTo>
                <a:lnTo>
                  <a:pt x="1210265" y="54964"/>
                </a:lnTo>
                <a:cubicBezTo>
                  <a:pt x="1215927" y="54964"/>
                  <a:pt x="1220984" y="54109"/>
                  <a:pt x="1225437" y="52397"/>
                </a:cubicBezTo>
                <a:cubicBezTo>
                  <a:pt x="1231417" y="50113"/>
                  <a:pt x="1235441" y="47702"/>
                  <a:pt x="1237508" y="45165"/>
                </a:cubicBezTo>
                <a:cubicBezTo>
                  <a:pt x="1239576" y="42627"/>
                  <a:pt x="1240610" y="40121"/>
                  <a:pt x="1240610" y="37648"/>
                </a:cubicBezTo>
                <a:cubicBezTo>
                  <a:pt x="1240610" y="33970"/>
                  <a:pt x="1238638" y="30562"/>
                  <a:pt x="1234693" y="27423"/>
                </a:cubicBezTo>
                <a:cubicBezTo>
                  <a:pt x="1230749" y="24281"/>
                  <a:pt x="1224992" y="22711"/>
                  <a:pt x="1217422" y="22711"/>
                </a:cubicBezTo>
                <a:lnTo>
                  <a:pt x="1194997" y="22520"/>
                </a:lnTo>
                <a:lnTo>
                  <a:pt x="1194997" y="54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ATOR">
            <a:extLst xmlns:a="http://schemas.openxmlformats.org/drawingml/2006/main">
              <a:ext uri="{FF2B5EF4-FFF2-40B4-BE49-F238E27FC236}">
                <a16:creationId xmlns:a16="http://schemas.microsoft.com/office/drawing/2014/main" id="{C6E9CA64-9021-454F-994D-DCB65FF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531" y="329220"/>
            <a:ext cx="477541" cy="121761"/>
          </a:xfrm>
          <a:custGeom xmlns:a="http://schemas.openxmlformats.org/drawingml/2006/main">
            <a:pathLst>
              <a:path w="477541" h="121761">
                <a:moveTo>
                  <a:pt x="86931" y="87218"/>
                </a:moveTo>
                <a:lnTo>
                  <a:pt x="39410" y="87218"/>
                </a:lnTo>
                <a:lnTo>
                  <a:pt x="34639" y="99050"/>
                </a:lnTo>
                <a:lnTo>
                  <a:pt x="39410" y="99050"/>
                </a:lnTo>
                <a:cubicBezTo>
                  <a:pt x="44118" y="99050"/>
                  <a:pt x="47474" y="99957"/>
                  <a:pt x="49477" y="101770"/>
                </a:cubicBezTo>
                <a:cubicBezTo>
                  <a:pt x="51481" y="103583"/>
                  <a:pt x="52483" y="105953"/>
                  <a:pt x="52483" y="108879"/>
                </a:cubicBezTo>
                <a:cubicBezTo>
                  <a:pt x="52483" y="111805"/>
                  <a:pt x="51481" y="114175"/>
                  <a:pt x="49477" y="115988"/>
                </a:cubicBezTo>
                <a:cubicBezTo>
                  <a:pt x="47474" y="117801"/>
                  <a:pt x="44118" y="118708"/>
                  <a:pt x="39410" y="118708"/>
                </a:cubicBezTo>
                <a:lnTo>
                  <a:pt x="13073" y="118708"/>
                </a:lnTo>
                <a:cubicBezTo>
                  <a:pt x="8366" y="118708"/>
                  <a:pt x="5010" y="117785"/>
                  <a:pt x="3006" y="115940"/>
                </a:cubicBezTo>
                <a:cubicBezTo>
                  <a:pt x="1002" y="114096"/>
                  <a:pt x="0" y="111710"/>
                  <a:pt x="0" y="108784"/>
                </a:cubicBezTo>
                <a:cubicBezTo>
                  <a:pt x="0" y="105857"/>
                  <a:pt x="1050" y="103503"/>
                  <a:pt x="3149" y="101722"/>
                </a:cubicBezTo>
                <a:cubicBezTo>
                  <a:pt x="5248" y="99941"/>
                  <a:pt x="8715" y="99050"/>
                  <a:pt x="13550" y="99050"/>
                </a:cubicBezTo>
                <a:lnTo>
                  <a:pt x="44277" y="22520"/>
                </a:lnTo>
                <a:lnTo>
                  <a:pt x="31490" y="22520"/>
                </a:lnTo>
                <a:cubicBezTo>
                  <a:pt x="26782" y="22520"/>
                  <a:pt x="23427" y="21614"/>
                  <a:pt x="21423" y="19801"/>
                </a:cubicBezTo>
                <a:cubicBezTo>
                  <a:pt x="19419" y="17987"/>
                  <a:pt x="18417" y="15618"/>
                  <a:pt x="18417" y="12691"/>
                </a:cubicBezTo>
                <a:cubicBezTo>
                  <a:pt x="18417" y="9765"/>
                  <a:pt x="19419" y="7395"/>
                  <a:pt x="21423" y="5582"/>
                </a:cubicBezTo>
                <a:cubicBezTo>
                  <a:pt x="23427" y="3769"/>
                  <a:pt x="26782" y="2863"/>
                  <a:pt x="31490" y="2863"/>
                </a:cubicBezTo>
                <a:lnTo>
                  <a:pt x="73763" y="3054"/>
                </a:lnTo>
                <a:lnTo>
                  <a:pt x="112696" y="99050"/>
                </a:lnTo>
                <a:cubicBezTo>
                  <a:pt x="117276" y="99050"/>
                  <a:pt x="120298" y="99643"/>
                  <a:pt x="121761" y="100828"/>
                </a:cubicBezTo>
                <a:cubicBezTo>
                  <a:pt x="124688" y="103269"/>
                  <a:pt x="126151" y="105953"/>
                  <a:pt x="126151" y="108879"/>
                </a:cubicBezTo>
                <a:cubicBezTo>
                  <a:pt x="126151" y="111805"/>
                  <a:pt x="125165" y="114175"/>
                  <a:pt x="123193" y="115988"/>
                </a:cubicBezTo>
                <a:cubicBezTo>
                  <a:pt x="121221" y="117801"/>
                  <a:pt x="117881" y="118708"/>
                  <a:pt x="113173" y="118708"/>
                </a:cubicBezTo>
                <a:lnTo>
                  <a:pt x="86836" y="118708"/>
                </a:lnTo>
                <a:cubicBezTo>
                  <a:pt x="82128" y="118708"/>
                  <a:pt x="78773" y="117785"/>
                  <a:pt x="76769" y="115940"/>
                </a:cubicBezTo>
                <a:cubicBezTo>
                  <a:pt x="74765" y="114096"/>
                  <a:pt x="73763" y="111710"/>
                  <a:pt x="73763" y="108784"/>
                </a:cubicBezTo>
                <a:cubicBezTo>
                  <a:pt x="73763" y="105857"/>
                  <a:pt x="74765" y="103503"/>
                  <a:pt x="76769" y="101722"/>
                </a:cubicBezTo>
                <a:cubicBezTo>
                  <a:pt x="78773" y="99941"/>
                  <a:pt x="82128" y="99050"/>
                  <a:pt x="86836" y="99050"/>
                </a:cubicBezTo>
                <a:lnTo>
                  <a:pt x="91607" y="99050"/>
                </a:lnTo>
                <a:lnTo>
                  <a:pt x="86931" y="87218"/>
                </a:lnTo>
                <a:moveTo>
                  <a:pt x="78820" y="67560"/>
                </a:moveTo>
                <a:lnTo>
                  <a:pt x="63075" y="28818"/>
                </a:lnTo>
                <a:lnTo>
                  <a:pt x="47235" y="67560"/>
                </a:lnTo>
                <a:lnTo>
                  <a:pt x="78820" y="67560"/>
                </a:lnTo>
                <a:close/>
                <a:moveTo>
                  <a:pt x="189780" y="22520"/>
                </a:moveTo>
                <a:lnTo>
                  <a:pt x="189780" y="99050"/>
                </a:lnTo>
                <a:lnTo>
                  <a:pt x="202948" y="99050"/>
                </a:lnTo>
                <a:cubicBezTo>
                  <a:pt x="207656" y="99050"/>
                  <a:pt x="211012" y="99957"/>
                  <a:pt x="213015" y="101770"/>
                </a:cubicBezTo>
                <a:cubicBezTo>
                  <a:pt x="215019" y="103583"/>
                  <a:pt x="216021" y="105953"/>
                  <a:pt x="216021" y="108879"/>
                </a:cubicBezTo>
                <a:cubicBezTo>
                  <a:pt x="216021" y="111805"/>
                  <a:pt x="215019" y="114175"/>
                  <a:pt x="213015" y="115988"/>
                </a:cubicBezTo>
                <a:cubicBezTo>
                  <a:pt x="211012" y="117801"/>
                  <a:pt x="207656" y="118708"/>
                  <a:pt x="202948" y="118708"/>
                </a:cubicBezTo>
                <a:lnTo>
                  <a:pt x="157145" y="118708"/>
                </a:lnTo>
                <a:cubicBezTo>
                  <a:pt x="152437" y="118708"/>
                  <a:pt x="149081" y="117785"/>
                  <a:pt x="147077" y="115940"/>
                </a:cubicBezTo>
                <a:cubicBezTo>
                  <a:pt x="145073" y="114096"/>
                  <a:pt x="144071" y="111710"/>
                  <a:pt x="144071" y="108784"/>
                </a:cubicBezTo>
                <a:cubicBezTo>
                  <a:pt x="144071" y="105857"/>
                  <a:pt x="145073" y="103503"/>
                  <a:pt x="147077" y="101722"/>
                </a:cubicBezTo>
                <a:cubicBezTo>
                  <a:pt x="149081" y="99941"/>
                  <a:pt x="152437" y="99050"/>
                  <a:pt x="157145" y="99050"/>
                </a:cubicBezTo>
                <a:lnTo>
                  <a:pt x="170218" y="99050"/>
                </a:lnTo>
                <a:lnTo>
                  <a:pt x="170218" y="22520"/>
                </a:lnTo>
                <a:lnTo>
                  <a:pt x="149033" y="22520"/>
                </a:lnTo>
                <a:lnTo>
                  <a:pt x="149033" y="41032"/>
                </a:lnTo>
                <a:cubicBezTo>
                  <a:pt x="149033" y="45931"/>
                  <a:pt x="148127" y="49382"/>
                  <a:pt x="146314" y="51386"/>
                </a:cubicBezTo>
                <a:cubicBezTo>
                  <a:pt x="144501" y="53390"/>
                  <a:pt x="142131" y="54392"/>
                  <a:pt x="139205" y="54392"/>
                </a:cubicBezTo>
                <a:cubicBezTo>
                  <a:pt x="136342" y="54392"/>
                  <a:pt x="134004" y="53390"/>
                  <a:pt x="132191" y="51386"/>
                </a:cubicBezTo>
                <a:cubicBezTo>
                  <a:pt x="130378" y="49382"/>
                  <a:pt x="129472" y="45931"/>
                  <a:pt x="129472" y="41032"/>
                </a:cubicBezTo>
                <a:lnTo>
                  <a:pt x="129472" y="2863"/>
                </a:lnTo>
                <a:lnTo>
                  <a:pt x="230812" y="2863"/>
                </a:lnTo>
                <a:lnTo>
                  <a:pt x="230812" y="41032"/>
                </a:lnTo>
                <a:cubicBezTo>
                  <a:pt x="230812" y="45931"/>
                  <a:pt x="229906" y="49382"/>
                  <a:pt x="228092" y="51386"/>
                </a:cubicBezTo>
                <a:cubicBezTo>
                  <a:pt x="226279" y="53390"/>
                  <a:pt x="223910" y="54392"/>
                  <a:pt x="220983" y="54392"/>
                </a:cubicBezTo>
                <a:cubicBezTo>
                  <a:pt x="218121" y="54392"/>
                  <a:pt x="215783" y="53390"/>
                  <a:pt x="213970" y="51386"/>
                </a:cubicBezTo>
                <a:cubicBezTo>
                  <a:pt x="212157" y="49382"/>
                  <a:pt x="211250" y="45931"/>
                  <a:pt x="211250" y="41032"/>
                </a:cubicBezTo>
                <a:lnTo>
                  <a:pt x="211250" y="22520"/>
                </a:lnTo>
                <a:lnTo>
                  <a:pt x="189780" y="22520"/>
                </a:lnTo>
                <a:close/>
                <a:moveTo>
                  <a:pt x="352459" y="60928"/>
                </a:moveTo>
                <a:cubicBezTo>
                  <a:pt x="352459" y="78337"/>
                  <a:pt x="346940" y="92829"/>
                  <a:pt x="335903" y="104403"/>
                </a:cubicBezTo>
                <a:cubicBezTo>
                  <a:pt x="324865" y="115975"/>
                  <a:pt x="312094" y="121761"/>
                  <a:pt x="297590" y="121761"/>
                </a:cubicBezTo>
                <a:cubicBezTo>
                  <a:pt x="284549" y="121761"/>
                  <a:pt x="272780" y="116947"/>
                  <a:pt x="262283" y="107319"/>
                </a:cubicBezTo>
                <a:cubicBezTo>
                  <a:pt x="249305" y="95395"/>
                  <a:pt x="242816" y="79932"/>
                  <a:pt x="242816" y="60928"/>
                </a:cubicBezTo>
                <a:cubicBezTo>
                  <a:pt x="242816" y="41927"/>
                  <a:pt x="249305" y="26432"/>
                  <a:pt x="262283" y="14442"/>
                </a:cubicBezTo>
                <a:cubicBezTo>
                  <a:pt x="272780" y="4814"/>
                  <a:pt x="284549" y="0"/>
                  <a:pt x="297590" y="0"/>
                </a:cubicBezTo>
                <a:cubicBezTo>
                  <a:pt x="312094" y="0"/>
                  <a:pt x="324865" y="5787"/>
                  <a:pt x="335903" y="17361"/>
                </a:cubicBezTo>
                <a:cubicBezTo>
                  <a:pt x="346940" y="28933"/>
                  <a:pt x="352459" y="43456"/>
                  <a:pt x="352459" y="60928"/>
                </a:cubicBezTo>
                <a:moveTo>
                  <a:pt x="332897" y="60928"/>
                </a:moveTo>
                <a:cubicBezTo>
                  <a:pt x="332897" y="49018"/>
                  <a:pt x="329303" y="39163"/>
                  <a:pt x="322114" y="31362"/>
                </a:cubicBezTo>
                <a:cubicBezTo>
                  <a:pt x="314925" y="23559"/>
                  <a:pt x="306751" y="19657"/>
                  <a:pt x="297590" y="19657"/>
                </a:cubicBezTo>
                <a:cubicBezTo>
                  <a:pt x="288493" y="19657"/>
                  <a:pt x="280350" y="23575"/>
                  <a:pt x="273161" y="31409"/>
                </a:cubicBezTo>
                <a:cubicBezTo>
                  <a:pt x="265973" y="39242"/>
                  <a:pt x="262378" y="49082"/>
                  <a:pt x="262378" y="60928"/>
                </a:cubicBezTo>
                <a:cubicBezTo>
                  <a:pt x="262378" y="72775"/>
                  <a:pt x="265973" y="82600"/>
                  <a:pt x="273161" y="90403"/>
                </a:cubicBezTo>
                <a:cubicBezTo>
                  <a:pt x="280350" y="98203"/>
                  <a:pt x="288493" y="102104"/>
                  <a:pt x="297590" y="102104"/>
                </a:cubicBezTo>
                <a:cubicBezTo>
                  <a:pt x="306751" y="102104"/>
                  <a:pt x="314925" y="98219"/>
                  <a:pt x="322114" y="90450"/>
                </a:cubicBezTo>
                <a:cubicBezTo>
                  <a:pt x="329303" y="82679"/>
                  <a:pt x="332897" y="72839"/>
                  <a:pt x="332897" y="60928"/>
                </a:cubicBezTo>
                <a:close/>
                <a:moveTo>
                  <a:pt x="394617" y="74622"/>
                </a:moveTo>
                <a:lnTo>
                  <a:pt x="394617" y="99050"/>
                </a:lnTo>
                <a:lnTo>
                  <a:pt x="401679" y="99050"/>
                </a:lnTo>
                <a:cubicBezTo>
                  <a:pt x="406386" y="99050"/>
                  <a:pt x="409742" y="99957"/>
                  <a:pt x="411746" y="101770"/>
                </a:cubicBezTo>
                <a:cubicBezTo>
                  <a:pt x="413750" y="103583"/>
                  <a:pt x="414752" y="105953"/>
                  <a:pt x="414752" y="108879"/>
                </a:cubicBezTo>
                <a:cubicBezTo>
                  <a:pt x="414752" y="111805"/>
                  <a:pt x="413750" y="114175"/>
                  <a:pt x="411746" y="115988"/>
                </a:cubicBezTo>
                <a:cubicBezTo>
                  <a:pt x="409742" y="117801"/>
                  <a:pt x="406386" y="118708"/>
                  <a:pt x="401679" y="118708"/>
                </a:cubicBezTo>
                <a:lnTo>
                  <a:pt x="372002" y="118708"/>
                </a:lnTo>
                <a:cubicBezTo>
                  <a:pt x="367294" y="118708"/>
                  <a:pt x="363938" y="117785"/>
                  <a:pt x="361934" y="115940"/>
                </a:cubicBezTo>
                <a:cubicBezTo>
                  <a:pt x="359930" y="114096"/>
                  <a:pt x="358928" y="111710"/>
                  <a:pt x="358928" y="108784"/>
                </a:cubicBezTo>
                <a:cubicBezTo>
                  <a:pt x="358928" y="105857"/>
                  <a:pt x="359946" y="103503"/>
                  <a:pt x="361982" y="101722"/>
                </a:cubicBezTo>
                <a:cubicBezTo>
                  <a:pt x="364018" y="99941"/>
                  <a:pt x="367358" y="99050"/>
                  <a:pt x="372002" y="99050"/>
                </a:cubicBezTo>
                <a:lnTo>
                  <a:pt x="375055" y="99050"/>
                </a:lnTo>
                <a:lnTo>
                  <a:pt x="375055" y="22520"/>
                </a:lnTo>
                <a:lnTo>
                  <a:pt x="372002" y="22520"/>
                </a:lnTo>
                <a:cubicBezTo>
                  <a:pt x="367294" y="22520"/>
                  <a:pt x="363938" y="21614"/>
                  <a:pt x="361934" y="19801"/>
                </a:cubicBezTo>
                <a:cubicBezTo>
                  <a:pt x="359930" y="17987"/>
                  <a:pt x="358928" y="15618"/>
                  <a:pt x="358928" y="12691"/>
                </a:cubicBezTo>
                <a:cubicBezTo>
                  <a:pt x="358928" y="9765"/>
                  <a:pt x="359930" y="7395"/>
                  <a:pt x="361934" y="5582"/>
                </a:cubicBezTo>
                <a:cubicBezTo>
                  <a:pt x="363938" y="3769"/>
                  <a:pt x="367294" y="2863"/>
                  <a:pt x="372002" y="2863"/>
                </a:cubicBezTo>
                <a:lnTo>
                  <a:pt x="416278" y="3054"/>
                </a:lnTo>
                <a:cubicBezTo>
                  <a:pt x="430083" y="3054"/>
                  <a:pt x="440787" y="6477"/>
                  <a:pt x="448389" y="13324"/>
                </a:cubicBezTo>
                <a:cubicBezTo>
                  <a:pt x="455991" y="20168"/>
                  <a:pt x="459792" y="28494"/>
                  <a:pt x="459792" y="38301"/>
                </a:cubicBezTo>
                <a:cubicBezTo>
                  <a:pt x="459792" y="44414"/>
                  <a:pt x="458011" y="49970"/>
                  <a:pt x="454448" y="54970"/>
                </a:cubicBezTo>
                <a:cubicBezTo>
                  <a:pt x="450886" y="59968"/>
                  <a:pt x="445510" y="64409"/>
                  <a:pt x="438321" y="68294"/>
                </a:cubicBezTo>
                <a:cubicBezTo>
                  <a:pt x="442457" y="71902"/>
                  <a:pt x="446878" y="76522"/>
                  <a:pt x="451585" y="82154"/>
                </a:cubicBezTo>
                <a:cubicBezTo>
                  <a:pt x="454512" y="85761"/>
                  <a:pt x="458456" y="91393"/>
                  <a:pt x="463418" y="99050"/>
                </a:cubicBezTo>
                <a:cubicBezTo>
                  <a:pt x="468380" y="99050"/>
                  <a:pt x="471656" y="99668"/>
                  <a:pt x="473247" y="100902"/>
                </a:cubicBezTo>
                <a:cubicBezTo>
                  <a:pt x="476109" y="103294"/>
                  <a:pt x="477541" y="105953"/>
                  <a:pt x="477541" y="108879"/>
                </a:cubicBezTo>
                <a:cubicBezTo>
                  <a:pt x="477541" y="111805"/>
                  <a:pt x="476555" y="114175"/>
                  <a:pt x="474583" y="115988"/>
                </a:cubicBezTo>
                <a:cubicBezTo>
                  <a:pt x="472611" y="117801"/>
                  <a:pt x="469271" y="118708"/>
                  <a:pt x="464563" y="118708"/>
                </a:cubicBezTo>
                <a:lnTo>
                  <a:pt x="453398" y="118708"/>
                </a:lnTo>
                <a:cubicBezTo>
                  <a:pt x="437558" y="94269"/>
                  <a:pt x="424421" y="79574"/>
                  <a:pt x="413988" y="74622"/>
                </a:cubicBezTo>
                <a:lnTo>
                  <a:pt x="394617" y="74622"/>
                </a:lnTo>
                <a:moveTo>
                  <a:pt x="394617" y="54964"/>
                </a:moveTo>
                <a:lnTo>
                  <a:pt x="409885" y="54964"/>
                </a:lnTo>
                <a:cubicBezTo>
                  <a:pt x="415547" y="54964"/>
                  <a:pt x="420604" y="54109"/>
                  <a:pt x="425057" y="52397"/>
                </a:cubicBezTo>
                <a:cubicBezTo>
                  <a:pt x="431037" y="50113"/>
                  <a:pt x="435061" y="47702"/>
                  <a:pt x="437129" y="45165"/>
                </a:cubicBezTo>
                <a:cubicBezTo>
                  <a:pt x="439196" y="42627"/>
                  <a:pt x="440230" y="40121"/>
                  <a:pt x="440230" y="37648"/>
                </a:cubicBezTo>
                <a:cubicBezTo>
                  <a:pt x="440230" y="33970"/>
                  <a:pt x="438258" y="30562"/>
                  <a:pt x="434314" y="27423"/>
                </a:cubicBezTo>
                <a:cubicBezTo>
                  <a:pt x="430369" y="24281"/>
                  <a:pt x="424612" y="22711"/>
                  <a:pt x="417042" y="22711"/>
                </a:cubicBezTo>
                <a:lnTo>
                  <a:pt x="394617" y="22520"/>
                </a:lnTo>
                <a:lnTo>
                  <a:pt x="394617" y="54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A140E-2666-4053-8CB2-7A50336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98" y="1515457"/>
            <a:ext cx="10" cy="234189"/>
          </a:xfrm>
          <a:custGeom xmlns:a="http://schemas.openxmlformats.org/drawingml/2006/main">
            <a:pathLst>
              <a:path w="1" h="234189" fill="none">
                <a:moveTo>
                  <a:pt x="0" y="2341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6A521-8CFD-4E51-ACA4-E72499A2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52" y="1401457"/>
            <a:ext cx="75892" cy="114000"/>
          </a:xfrm>
          <a:custGeom xmlns:a="http://schemas.openxmlformats.org/drawingml/2006/main">
            <a:pathLst>
              <a:path w="75892" h="114000">
                <a:moveTo>
                  <a:pt x="37946" y="0"/>
                </a:moveTo>
                <a:lnTo>
                  <a:pt x="75892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93C0D-A29D-43F7-B07E-0AD86295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52" y="1401457"/>
            <a:ext cx="75892" cy="114000"/>
          </a:xfrm>
          <a:custGeom xmlns:a="http://schemas.openxmlformats.org/drawingml/2006/main">
            <a:pathLst>
              <a:path w="75892" h="114000" fill="none">
                <a:moveTo>
                  <a:pt x="37946" y="0"/>
                </a:moveTo>
                <a:lnTo>
                  <a:pt x="75892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43FB7-7986-4193-9AF9-1D2E5E4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96" y="1749646"/>
            <a:ext cx="2394003" cy="325715"/>
          </a:xfrm>
          <a:custGeom xmlns:a="http://schemas.openxmlformats.org/drawingml/2006/main">
            <a:pathLst>
              <a:path w="2394003" h="325715" fill="none">
                <a:moveTo>
                  <a:pt x="0" y="0"/>
                </a:moveTo>
                <a:lnTo>
                  <a:pt x="2394003" y="0"/>
                </a:lnTo>
                <a:lnTo>
                  <a:pt x="2394003" y="325715"/>
                </a:lnTo>
                <a:lnTo>
                  <a:pt x="0" y="3257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79" name="Text CODECOVER">
            <a:extLst xmlns:a="http://schemas.openxmlformats.org/drawingml/2006/main">
              <a:ext uri="{FF2B5EF4-FFF2-40B4-BE49-F238E27FC236}">
                <a16:creationId xmlns:a16="http://schemas.microsoft.com/office/drawing/2014/main" id="{D8254158-AF58-4FA2-9001-A8591BA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68" y="1853685"/>
            <a:ext cx="1073039" cy="111615"/>
          </a:xfrm>
          <a:custGeom xmlns:a="http://schemas.openxmlformats.org/drawingml/2006/main">
            <a:pathLst>
              <a:path w="1073039" h="111615">
                <a:moveTo>
                  <a:pt x="221664" y="90834"/>
                </a:moveTo>
                <a:lnTo>
                  <a:pt x="221232" y="90864"/>
                </a:lnTo>
                <a:lnTo>
                  <a:pt x="220810" y="90902"/>
                </a:lnTo>
                <a:lnTo>
                  <a:pt x="220398" y="90949"/>
                </a:lnTo>
                <a:lnTo>
                  <a:pt x="219995" y="91005"/>
                </a:lnTo>
                <a:lnTo>
                  <a:pt x="219603" y="91068"/>
                </a:lnTo>
                <a:lnTo>
                  <a:pt x="219220" y="91141"/>
                </a:lnTo>
                <a:lnTo>
                  <a:pt x="218847" y="91221"/>
                </a:lnTo>
                <a:lnTo>
                  <a:pt x="218485" y="91311"/>
                </a:lnTo>
                <a:lnTo>
                  <a:pt x="218132" y="91408"/>
                </a:lnTo>
                <a:lnTo>
                  <a:pt x="217788" y="91515"/>
                </a:lnTo>
                <a:lnTo>
                  <a:pt x="217455" y="91630"/>
                </a:lnTo>
                <a:lnTo>
                  <a:pt x="217132" y="91753"/>
                </a:lnTo>
                <a:lnTo>
                  <a:pt x="216818" y="91885"/>
                </a:lnTo>
                <a:lnTo>
                  <a:pt x="216515" y="92025"/>
                </a:lnTo>
                <a:lnTo>
                  <a:pt x="216221" y="92174"/>
                </a:lnTo>
                <a:lnTo>
                  <a:pt x="215937" y="92331"/>
                </a:lnTo>
                <a:lnTo>
                  <a:pt x="215663" y="92497"/>
                </a:lnTo>
                <a:lnTo>
                  <a:pt x="215399" y="92671"/>
                </a:lnTo>
                <a:lnTo>
                  <a:pt x="215144" y="92854"/>
                </a:lnTo>
                <a:lnTo>
                  <a:pt x="214900" y="93046"/>
                </a:lnTo>
                <a:lnTo>
                  <a:pt x="214665" y="93245"/>
                </a:lnTo>
                <a:lnTo>
                  <a:pt x="214441" y="93452"/>
                </a:lnTo>
                <a:lnTo>
                  <a:pt x="214225" y="93665"/>
                </a:lnTo>
                <a:lnTo>
                  <a:pt x="214020" y="93882"/>
                </a:lnTo>
                <a:lnTo>
                  <a:pt x="213824" y="94106"/>
                </a:lnTo>
                <a:lnTo>
                  <a:pt x="213637" y="94334"/>
                </a:lnTo>
                <a:lnTo>
                  <a:pt x="213460" y="94568"/>
                </a:lnTo>
                <a:lnTo>
                  <a:pt x="213293" y="94808"/>
                </a:lnTo>
                <a:lnTo>
                  <a:pt x="213135" y="95053"/>
                </a:lnTo>
                <a:lnTo>
                  <a:pt x="212986" y="95304"/>
                </a:lnTo>
                <a:lnTo>
                  <a:pt x="212848" y="95560"/>
                </a:lnTo>
                <a:lnTo>
                  <a:pt x="212719" y="95821"/>
                </a:lnTo>
                <a:lnTo>
                  <a:pt x="212599" y="96088"/>
                </a:lnTo>
                <a:lnTo>
                  <a:pt x="212489" y="96361"/>
                </a:lnTo>
                <a:lnTo>
                  <a:pt x="212388" y="96639"/>
                </a:lnTo>
                <a:lnTo>
                  <a:pt x="212298" y="96922"/>
                </a:lnTo>
                <a:lnTo>
                  <a:pt x="212216" y="97211"/>
                </a:lnTo>
                <a:lnTo>
                  <a:pt x="212144" y="97505"/>
                </a:lnTo>
                <a:lnTo>
                  <a:pt x="212082" y="97805"/>
                </a:lnTo>
                <a:lnTo>
                  <a:pt x="212030" y="98110"/>
                </a:lnTo>
                <a:lnTo>
                  <a:pt x="211987" y="98421"/>
                </a:lnTo>
                <a:lnTo>
                  <a:pt x="211953" y="98737"/>
                </a:lnTo>
                <a:lnTo>
                  <a:pt x="211929" y="99059"/>
                </a:lnTo>
                <a:lnTo>
                  <a:pt x="211915" y="99386"/>
                </a:lnTo>
                <a:lnTo>
                  <a:pt x="211910" y="99718"/>
                </a:lnTo>
                <a:lnTo>
                  <a:pt x="211915" y="100051"/>
                </a:lnTo>
                <a:lnTo>
                  <a:pt x="211929" y="100379"/>
                </a:lnTo>
                <a:lnTo>
                  <a:pt x="211953" y="100701"/>
                </a:lnTo>
                <a:lnTo>
                  <a:pt x="211987" y="101018"/>
                </a:lnTo>
                <a:lnTo>
                  <a:pt x="212030" y="101330"/>
                </a:lnTo>
                <a:lnTo>
                  <a:pt x="212082" y="101637"/>
                </a:lnTo>
                <a:lnTo>
                  <a:pt x="212144" y="101939"/>
                </a:lnTo>
                <a:lnTo>
                  <a:pt x="212216" y="102236"/>
                </a:lnTo>
                <a:lnTo>
                  <a:pt x="212298" y="102527"/>
                </a:lnTo>
                <a:lnTo>
                  <a:pt x="212388" y="102813"/>
                </a:lnTo>
                <a:lnTo>
                  <a:pt x="212489" y="103094"/>
                </a:lnTo>
                <a:lnTo>
                  <a:pt x="212599" y="103370"/>
                </a:lnTo>
                <a:lnTo>
                  <a:pt x="212719" y="103641"/>
                </a:lnTo>
                <a:lnTo>
                  <a:pt x="212848" y="103907"/>
                </a:lnTo>
                <a:lnTo>
                  <a:pt x="212986" y="104167"/>
                </a:lnTo>
                <a:lnTo>
                  <a:pt x="213135" y="104422"/>
                </a:lnTo>
                <a:lnTo>
                  <a:pt x="213293" y="104672"/>
                </a:lnTo>
                <a:lnTo>
                  <a:pt x="213460" y="104917"/>
                </a:lnTo>
                <a:lnTo>
                  <a:pt x="213637" y="105157"/>
                </a:lnTo>
                <a:lnTo>
                  <a:pt x="213824" y="105392"/>
                </a:lnTo>
                <a:lnTo>
                  <a:pt x="214020" y="105621"/>
                </a:lnTo>
                <a:lnTo>
                  <a:pt x="214225" y="105846"/>
                </a:lnTo>
                <a:lnTo>
                  <a:pt x="214441" y="106065"/>
                </a:lnTo>
                <a:lnTo>
                  <a:pt x="214665" y="106279"/>
                </a:lnTo>
                <a:lnTo>
                  <a:pt x="214902" y="106486"/>
                </a:lnTo>
                <a:lnTo>
                  <a:pt x="215151" y="106684"/>
                </a:lnTo>
                <a:lnTo>
                  <a:pt x="215412" y="106873"/>
                </a:lnTo>
                <a:lnTo>
                  <a:pt x="215687" y="107054"/>
                </a:lnTo>
                <a:lnTo>
                  <a:pt x="215975" y="107226"/>
                </a:lnTo>
                <a:lnTo>
                  <a:pt x="216275" y="107389"/>
                </a:lnTo>
                <a:lnTo>
                  <a:pt x="216589" y="107543"/>
                </a:lnTo>
                <a:lnTo>
                  <a:pt x="216915" y="107688"/>
                </a:lnTo>
                <a:lnTo>
                  <a:pt x="217255" y="107825"/>
                </a:lnTo>
                <a:lnTo>
                  <a:pt x="217607" y="107952"/>
                </a:lnTo>
                <a:lnTo>
                  <a:pt x="217972" y="108071"/>
                </a:lnTo>
                <a:lnTo>
                  <a:pt x="218350" y="108181"/>
                </a:lnTo>
                <a:lnTo>
                  <a:pt x="218741" y="108283"/>
                </a:lnTo>
                <a:lnTo>
                  <a:pt x="219145" y="108375"/>
                </a:lnTo>
                <a:lnTo>
                  <a:pt x="219562" y="108459"/>
                </a:lnTo>
                <a:lnTo>
                  <a:pt x="219992" y="108534"/>
                </a:lnTo>
                <a:lnTo>
                  <a:pt x="220434" y="108600"/>
                </a:lnTo>
                <a:lnTo>
                  <a:pt x="220890" y="108657"/>
                </a:lnTo>
                <a:lnTo>
                  <a:pt x="221358" y="108705"/>
                </a:lnTo>
                <a:lnTo>
                  <a:pt x="221839" y="108745"/>
                </a:lnTo>
                <a:lnTo>
                  <a:pt x="222334" y="108776"/>
                </a:lnTo>
                <a:lnTo>
                  <a:pt x="222841" y="108798"/>
                </a:lnTo>
                <a:lnTo>
                  <a:pt x="223361" y="108811"/>
                </a:lnTo>
                <a:lnTo>
                  <a:pt x="223894" y="108815"/>
                </a:lnTo>
                <a:lnTo>
                  <a:pt x="259932" y="108815"/>
                </a:lnTo>
                <a:lnTo>
                  <a:pt x="261082" y="108808"/>
                </a:lnTo>
                <a:lnTo>
                  <a:pt x="262214" y="108787"/>
                </a:lnTo>
                <a:lnTo>
                  <a:pt x="263329" y="108751"/>
                </a:lnTo>
                <a:lnTo>
                  <a:pt x="264425" y="108701"/>
                </a:lnTo>
                <a:lnTo>
                  <a:pt x="265503" y="108637"/>
                </a:lnTo>
                <a:lnTo>
                  <a:pt x="266564" y="108558"/>
                </a:lnTo>
                <a:lnTo>
                  <a:pt x="267606" y="108465"/>
                </a:lnTo>
                <a:lnTo>
                  <a:pt x="268631" y="108358"/>
                </a:lnTo>
                <a:lnTo>
                  <a:pt x="269638" y="108237"/>
                </a:lnTo>
                <a:lnTo>
                  <a:pt x="270626" y="108101"/>
                </a:lnTo>
                <a:lnTo>
                  <a:pt x="271597" y="107951"/>
                </a:lnTo>
                <a:lnTo>
                  <a:pt x="272550" y="107787"/>
                </a:lnTo>
                <a:lnTo>
                  <a:pt x="273485" y="107608"/>
                </a:lnTo>
                <a:lnTo>
                  <a:pt x="274402" y="107416"/>
                </a:lnTo>
                <a:lnTo>
                  <a:pt x="275301" y="107208"/>
                </a:lnTo>
                <a:lnTo>
                  <a:pt x="276183" y="106987"/>
                </a:lnTo>
                <a:lnTo>
                  <a:pt x="277046" y="106751"/>
                </a:lnTo>
                <a:lnTo>
                  <a:pt x="277891" y="106501"/>
                </a:lnTo>
                <a:lnTo>
                  <a:pt x="278719" y="106237"/>
                </a:lnTo>
                <a:lnTo>
                  <a:pt x="279529" y="105959"/>
                </a:lnTo>
                <a:lnTo>
                  <a:pt x="280320" y="105666"/>
                </a:lnTo>
                <a:lnTo>
                  <a:pt x="281094" y="105359"/>
                </a:lnTo>
                <a:lnTo>
                  <a:pt x="281850" y="105037"/>
                </a:lnTo>
                <a:lnTo>
                  <a:pt x="282588" y="104702"/>
                </a:lnTo>
                <a:lnTo>
                  <a:pt x="283048" y="104478"/>
                </a:lnTo>
                <a:lnTo>
                  <a:pt x="283511" y="104243"/>
                </a:lnTo>
                <a:lnTo>
                  <a:pt x="283977" y="103999"/>
                </a:lnTo>
                <a:lnTo>
                  <a:pt x="284445" y="103744"/>
                </a:lnTo>
                <a:lnTo>
                  <a:pt x="284916" y="103480"/>
                </a:lnTo>
                <a:lnTo>
                  <a:pt x="285389" y="103205"/>
                </a:lnTo>
                <a:lnTo>
                  <a:pt x="285865" y="102920"/>
                </a:lnTo>
                <a:lnTo>
                  <a:pt x="286344" y="102625"/>
                </a:lnTo>
                <a:lnTo>
                  <a:pt x="286825" y="102319"/>
                </a:lnTo>
                <a:lnTo>
                  <a:pt x="287309" y="102004"/>
                </a:lnTo>
                <a:lnTo>
                  <a:pt x="287795" y="101678"/>
                </a:lnTo>
                <a:lnTo>
                  <a:pt x="288284" y="101342"/>
                </a:lnTo>
                <a:lnTo>
                  <a:pt x="288776" y="100996"/>
                </a:lnTo>
                <a:lnTo>
                  <a:pt x="289270" y="100640"/>
                </a:lnTo>
                <a:lnTo>
                  <a:pt x="289766" y="100273"/>
                </a:lnTo>
                <a:lnTo>
                  <a:pt x="290266" y="99897"/>
                </a:lnTo>
                <a:lnTo>
                  <a:pt x="290768" y="99510"/>
                </a:lnTo>
                <a:lnTo>
                  <a:pt x="291272" y="99113"/>
                </a:lnTo>
                <a:lnTo>
                  <a:pt x="291779" y="98706"/>
                </a:lnTo>
                <a:lnTo>
                  <a:pt x="292289" y="98288"/>
                </a:lnTo>
                <a:lnTo>
                  <a:pt x="292801" y="97861"/>
                </a:lnTo>
                <a:lnTo>
                  <a:pt x="293315" y="97423"/>
                </a:lnTo>
                <a:lnTo>
                  <a:pt x="293833" y="96975"/>
                </a:lnTo>
                <a:lnTo>
                  <a:pt x="294353" y="96517"/>
                </a:lnTo>
                <a:lnTo>
                  <a:pt x="294870" y="96048"/>
                </a:lnTo>
                <a:lnTo>
                  <a:pt x="295378" y="95568"/>
                </a:lnTo>
                <a:lnTo>
                  <a:pt x="295879" y="95077"/>
                </a:lnTo>
                <a:lnTo>
                  <a:pt x="296371" y="94574"/>
                </a:lnTo>
                <a:lnTo>
                  <a:pt x="296854" y="94060"/>
                </a:lnTo>
                <a:lnTo>
                  <a:pt x="297329" y="93535"/>
                </a:lnTo>
                <a:lnTo>
                  <a:pt x="297796" y="92999"/>
                </a:lnTo>
                <a:lnTo>
                  <a:pt x="298255" y="92451"/>
                </a:lnTo>
                <a:lnTo>
                  <a:pt x="298705" y="91892"/>
                </a:lnTo>
                <a:lnTo>
                  <a:pt x="299147" y="91322"/>
                </a:lnTo>
                <a:lnTo>
                  <a:pt x="299580" y="90740"/>
                </a:lnTo>
                <a:lnTo>
                  <a:pt x="300006" y="90148"/>
                </a:lnTo>
                <a:lnTo>
                  <a:pt x="300422" y="89544"/>
                </a:lnTo>
                <a:lnTo>
                  <a:pt x="300831" y="88929"/>
                </a:lnTo>
                <a:lnTo>
                  <a:pt x="301231" y="88302"/>
                </a:lnTo>
                <a:lnTo>
                  <a:pt x="301623" y="87664"/>
                </a:lnTo>
                <a:lnTo>
                  <a:pt x="302006" y="87016"/>
                </a:lnTo>
                <a:lnTo>
                  <a:pt x="302381" y="86355"/>
                </a:lnTo>
                <a:lnTo>
                  <a:pt x="302748" y="85684"/>
                </a:lnTo>
                <a:lnTo>
                  <a:pt x="303106" y="85001"/>
                </a:lnTo>
                <a:lnTo>
                  <a:pt x="303456" y="84307"/>
                </a:lnTo>
                <a:lnTo>
                  <a:pt x="303798" y="83602"/>
                </a:lnTo>
                <a:lnTo>
                  <a:pt x="304131" y="82886"/>
                </a:lnTo>
                <a:lnTo>
                  <a:pt x="304456" y="82158"/>
                </a:lnTo>
                <a:lnTo>
                  <a:pt x="304770" y="81421"/>
                </a:lnTo>
                <a:lnTo>
                  <a:pt x="305070" y="80674"/>
                </a:lnTo>
                <a:lnTo>
                  <a:pt x="305358" y="79918"/>
                </a:lnTo>
                <a:lnTo>
                  <a:pt x="305632" y="79154"/>
                </a:lnTo>
                <a:lnTo>
                  <a:pt x="305892" y="78380"/>
                </a:lnTo>
                <a:lnTo>
                  <a:pt x="306140" y="77597"/>
                </a:lnTo>
                <a:lnTo>
                  <a:pt x="306373" y="76806"/>
                </a:lnTo>
                <a:lnTo>
                  <a:pt x="306594" y="76005"/>
                </a:lnTo>
                <a:lnTo>
                  <a:pt x="306801" y="75196"/>
                </a:lnTo>
                <a:lnTo>
                  <a:pt x="306995" y="74378"/>
                </a:lnTo>
                <a:lnTo>
                  <a:pt x="307175" y="73550"/>
                </a:lnTo>
                <a:lnTo>
                  <a:pt x="307342" y="72714"/>
                </a:lnTo>
                <a:lnTo>
                  <a:pt x="307496" y="71869"/>
                </a:lnTo>
                <a:lnTo>
                  <a:pt x="307636" y="71015"/>
                </a:lnTo>
                <a:lnTo>
                  <a:pt x="307763" y="70151"/>
                </a:lnTo>
                <a:lnTo>
                  <a:pt x="307877" y="69279"/>
                </a:lnTo>
                <a:lnTo>
                  <a:pt x="307977" y="68398"/>
                </a:lnTo>
                <a:lnTo>
                  <a:pt x="308064" y="67508"/>
                </a:lnTo>
                <a:lnTo>
                  <a:pt x="308137" y="66609"/>
                </a:lnTo>
                <a:lnTo>
                  <a:pt x="308198" y="65701"/>
                </a:lnTo>
                <a:lnTo>
                  <a:pt x="308244" y="64784"/>
                </a:lnTo>
                <a:lnTo>
                  <a:pt x="308278" y="63858"/>
                </a:lnTo>
                <a:lnTo>
                  <a:pt x="308298" y="62923"/>
                </a:lnTo>
                <a:lnTo>
                  <a:pt x="308304" y="61980"/>
                </a:lnTo>
                <a:lnTo>
                  <a:pt x="308304" y="53399"/>
                </a:lnTo>
                <a:lnTo>
                  <a:pt x="308301" y="52623"/>
                </a:lnTo>
                <a:lnTo>
                  <a:pt x="308290" y="51858"/>
                </a:lnTo>
                <a:lnTo>
                  <a:pt x="308272" y="51102"/>
                </a:lnTo>
                <a:lnTo>
                  <a:pt x="308246" y="50357"/>
                </a:lnTo>
                <a:lnTo>
                  <a:pt x="308213" y="49621"/>
                </a:lnTo>
                <a:lnTo>
                  <a:pt x="308173" y="48896"/>
                </a:lnTo>
                <a:lnTo>
                  <a:pt x="308126" y="48181"/>
                </a:lnTo>
                <a:lnTo>
                  <a:pt x="308071" y="47475"/>
                </a:lnTo>
                <a:lnTo>
                  <a:pt x="308009" y="46780"/>
                </a:lnTo>
                <a:lnTo>
                  <a:pt x="307940" y="46095"/>
                </a:lnTo>
                <a:lnTo>
                  <a:pt x="307863" y="45420"/>
                </a:lnTo>
                <a:lnTo>
                  <a:pt x="307780" y="44754"/>
                </a:lnTo>
                <a:lnTo>
                  <a:pt x="307689" y="44099"/>
                </a:lnTo>
                <a:lnTo>
                  <a:pt x="307590" y="43454"/>
                </a:lnTo>
                <a:lnTo>
                  <a:pt x="307484" y="42819"/>
                </a:lnTo>
                <a:lnTo>
                  <a:pt x="307371" y="42194"/>
                </a:lnTo>
                <a:lnTo>
                  <a:pt x="307251" y="41579"/>
                </a:lnTo>
                <a:lnTo>
                  <a:pt x="307124" y="40974"/>
                </a:lnTo>
                <a:lnTo>
                  <a:pt x="306989" y="40379"/>
                </a:lnTo>
                <a:lnTo>
                  <a:pt x="306847" y="39795"/>
                </a:lnTo>
                <a:lnTo>
                  <a:pt x="306697" y="39220"/>
                </a:lnTo>
                <a:lnTo>
                  <a:pt x="306540" y="38655"/>
                </a:lnTo>
                <a:lnTo>
                  <a:pt x="306376" y="38100"/>
                </a:lnTo>
                <a:lnTo>
                  <a:pt x="306205" y="37556"/>
                </a:lnTo>
                <a:lnTo>
                  <a:pt x="306027" y="37016"/>
                </a:lnTo>
                <a:lnTo>
                  <a:pt x="305841" y="36475"/>
                </a:lnTo>
                <a:lnTo>
                  <a:pt x="305648" y="35935"/>
                </a:lnTo>
                <a:lnTo>
                  <a:pt x="305448" y="35394"/>
                </a:lnTo>
                <a:lnTo>
                  <a:pt x="305241" y="34853"/>
                </a:lnTo>
                <a:lnTo>
                  <a:pt x="305027" y="34311"/>
                </a:lnTo>
                <a:lnTo>
                  <a:pt x="304806" y="33769"/>
                </a:lnTo>
                <a:lnTo>
                  <a:pt x="304577" y="33227"/>
                </a:lnTo>
                <a:lnTo>
                  <a:pt x="304342" y="32685"/>
                </a:lnTo>
                <a:lnTo>
                  <a:pt x="304099" y="32142"/>
                </a:lnTo>
                <a:lnTo>
                  <a:pt x="303849" y="31599"/>
                </a:lnTo>
                <a:lnTo>
                  <a:pt x="303592" y="31055"/>
                </a:lnTo>
                <a:lnTo>
                  <a:pt x="303328" y="30512"/>
                </a:lnTo>
                <a:lnTo>
                  <a:pt x="303056" y="29968"/>
                </a:lnTo>
                <a:lnTo>
                  <a:pt x="302778" y="29423"/>
                </a:lnTo>
                <a:lnTo>
                  <a:pt x="302492" y="28879"/>
                </a:lnTo>
                <a:lnTo>
                  <a:pt x="302200" y="28334"/>
                </a:lnTo>
                <a:lnTo>
                  <a:pt x="301900" y="27789"/>
                </a:lnTo>
                <a:lnTo>
                  <a:pt x="301593" y="27243"/>
                </a:lnTo>
                <a:lnTo>
                  <a:pt x="301279" y="26698"/>
                </a:lnTo>
                <a:lnTo>
                  <a:pt x="300957" y="26151"/>
                </a:lnTo>
                <a:lnTo>
                  <a:pt x="300629" y="25605"/>
                </a:lnTo>
                <a:lnTo>
                  <a:pt x="300294" y="25058"/>
                </a:lnTo>
                <a:lnTo>
                  <a:pt x="299951" y="24511"/>
                </a:lnTo>
                <a:lnTo>
                  <a:pt x="299605" y="23969"/>
                </a:lnTo>
                <a:lnTo>
                  <a:pt x="299260" y="23436"/>
                </a:lnTo>
                <a:lnTo>
                  <a:pt x="298917" y="22914"/>
                </a:lnTo>
                <a:lnTo>
                  <a:pt x="298574" y="22400"/>
                </a:lnTo>
                <a:lnTo>
                  <a:pt x="298233" y="21897"/>
                </a:lnTo>
                <a:lnTo>
                  <a:pt x="297893" y="21403"/>
                </a:lnTo>
                <a:lnTo>
                  <a:pt x="297553" y="20919"/>
                </a:lnTo>
                <a:lnTo>
                  <a:pt x="297215" y="20445"/>
                </a:lnTo>
                <a:lnTo>
                  <a:pt x="296878" y="19981"/>
                </a:lnTo>
                <a:lnTo>
                  <a:pt x="296542" y="19526"/>
                </a:lnTo>
                <a:lnTo>
                  <a:pt x="296206" y="19081"/>
                </a:lnTo>
                <a:lnTo>
                  <a:pt x="295872" y="18645"/>
                </a:lnTo>
                <a:lnTo>
                  <a:pt x="295540" y="18220"/>
                </a:lnTo>
                <a:lnTo>
                  <a:pt x="295208" y="17804"/>
                </a:lnTo>
                <a:lnTo>
                  <a:pt x="294877" y="17397"/>
                </a:lnTo>
                <a:lnTo>
                  <a:pt x="294547" y="17001"/>
                </a:lnTo>
                <a:lnTo>
                  <a:pt x="294218" y="16614"/>
                </a:lnTo>
                <a:lnTo>
                  <a:pt x="293891" y="16237"/>
                </a:lnTo>
                <a:lnTo>
                  <a:pt x="293564" y="15870"/>
                </a:lnTo>
                <a:lnTo>
                  <a:pt x="293239" y="15512"/>
                </a:lnTo>
                <a:lnTo>
                  <a:pt x="292914" y="15164"/>
                </a:lnTo>
                <a:lnTo>
                  <a:pt x="292591" y="14826"/>
                </a:lnTo>
                <a:lnTo>
                  <a:pt x="292268" y="14497"/>
                </a:lnTo>
                <a:lnTo>
                  <a:pt x="291947" y="14179"/>
                </a:lnTo>
                <a:lnTo>
                  <a:pt x="291519" y="13766"/>
                </a:lnTo>
                <a:lnTo>
                  <a:pt x="291079" y="13359"/>
                </a:lnTo>
                <a:lnTo>
                  <a:pt x="290628" y="12959"/>
                </a:lnTo>
                <a:lnTo>
                  <a:pt x="290165" y="12564"/>
                </a:lnTo>
                <a:lnTo>
                  <a:pt x="289691" y="12176"/>
                </a:lnTo>
                <a:lnTo>
                  <a:pt x="289205" y="11794"/>
                </a:lnTo>
                <a:lnTo>
                  <a:pt x="288709" y="11417"/>
                </a:lnTo>
                <a:lnTo>
                  <a:pt x="288200" y="11047"/>
                </a:lnTo>
                <a:lnTo>
                  <a:pt x="287681" y="10683"/>
                </a:lnTo>
                <a:lnTo>
                  <a:pt x="287150" y="10325"/>
                </a:lnTo>
                <a:lnTo>
                  <a:pt x="286607" y="9973"/>
                </a:lnTo>
                <a:lnTo>
                  <a:pt x="286054" y="9627"/>
                </a:lnTo>
                <a:lnTo>
                  <a:pt x="285489" y="9288"/>
                </a:lnTo>
                <a:lnTo>
                  <a:pt x="284912" y="8954"/>
                </a:lnTo>
                <a:lnTo>
                  <a:pt x="284324" y="8626"/>
                </a:lnTo>
                <a:lnTo>
                  <a:pt x="283725" y="8305"/>
                </a:lnTo>
                <a:lnTo>
                  <a:pt x="283114" y="7989"/>
                </a:lnTo>
                <a:lnTo>
                  <a:pt x="282492" y="7680"/>
                </a:lnTo>
                <a:lnTo>
                  <a:pt x="281858" y="7376"/>
                </a:lnTo>
                <a:lnTo>
                  <a:pt x="281214" y="7079"/>
                </a:lnTo>
                <a:lnTo>
                  <a:pt x="280557" y="6788"/>
                </a:lnTo>
                <a:lnTo>
                  <a:pt x="279890" y="6503"/>
                </a:lnTo>
                <a:lnTo>
                  <a:pt x="279211" y="6224"/>
                </a:lnTo>
                <a:lnTo>
                  <a:pt x="278520" y="5951"/>
                </a:lnTo>
                <a:lnTo>
                  <a:pt x="277823" y="5687"/>
                </a:lnTo>
                <a:lnTo>
                  <a:pt x="277125" y="5433"/>
                </a:lnTo>
                <a:lnTo>
                  <a:pt x="276426" y="5192"/>
                </a:lnTo>
                <a:lnTo>
                  <a:pt x="275725" y="4961"/>
                </a:lnTo>
                <a:lnTo>
                  <a:pt x="275022" y="4742"/>
                </a:lnTo>
                <a:lnTo>
                  <a:pt x="274319" y="4534"/>
                </a:lnTo>
                <a:lnTo>
                  <a:pt x="273614" y="4337"/>
                </a:lnTo>
                <a:lnTo>
                  <a:pt x="272907" y="4151"/>
                </a:lnTo>
                <a:lnTo>
                  <a:pt x="272200" y="3977"/>
                </a:lnTo>
                <a:lnTo>
                  <a:pt x="271491" y="3814"/>
                </a:lnTo>
                <a:lnTo>
                  <a:pt x="270780" y="3662"/>
                </a:lnTo>
                <a:lnTo>
                  <a:pt x="270068" y="3521"/>
                </a:lnTo>
                <a:lnTo>
                  <a:pt x="269355" y="3392"/>
                </a:lnTo>
                <a:lnTo>
                  <a:pt x="268640" y="3274"/>
                </a:lnTo>
                <a:lnTo>
                  <a:pt x="267924" y="3167"/>
                </a:lnTo>
                <a:lnTo>
                  <a:pt x="267207" y="3072"/>
                </a:lnTo>
                <a:lnTo>
                  <a:pt x="266488" y="2987"/>
                </a:lnTo>
                <a:lnTo>
                  <a:pt x="265768" y="2914"/>
                </a:lnTo>
                <a:lnTo>
                  <a:pt x="265047" y="2852"/>
                </a:lnTo>
                <a:lnTo>
                  <a:pt x="264324" y="2802"/>
                </a:lnTo>
                <a:lnTo>
                  <a:pt x="263600" y="2762"/>
                </a:lnTo>
                <a:lnTo>
                  <a:pt x="262874" y="2734"/>
                </a:lnTo>
                <a:lnTo>
                  <a:pt x="262148" y="2717"/>
                </a:lnTo>
                <a:lnTo>
                  <a:pt x="261419" y="2712"/>
                </a:lnTo>
                <a:lnTo>
                  <a:pt x="223894" y="2624"/>
                </a:lnTo>
                <a:lnTo>
                  <a:pt x="223361" y="2628"/>
                </a:lnTo>
                <a:lnTo>
                  <a:pt x="222841" y="2641"/>
                </a:lnTo>
                <a:lnTo>
                  <a:pt x="222334" y="2663"/>
                </a:lnTo>
                <a:lnTo>
                  <a:pt x="221839" y="2693"/>
                </a:lnTo>
                <a:lnTo>
                  <a:pt x="221358" y="2732"/>
                </a:lnTo>
                <a:lnTo>
                  <a:pt x="220890" y="2780"/>
                </a:lnTo>
                <a:lnTo>
                  <a:pt x="220434" y="2836"/>
                </a:lnTo>
                <a:lnTo>
                  <a:pt x="219992" y="2901"/>
                </a:lnTo>
                <a:lnTo>
                  <a:pt x="219562" y="2975"/>
                </a:lnTo>
                <a:lnTo>
                  <a:pt x="219145" y="3057"/>
                </a:lnTo>
                <a:lnTo>
                  <a:pt x="218741" y="3148"/>
                </a:lnTo>
                <a:lnTo>
                  <a:pt x="218350" y="3247"/>
                </a:lnTo>
                <a:lnTo>
                  <a:pt x="217972" y="3356"/>
                </a:lnTo>
                <a:lnTo>
                  <a:pt x="217607" y="3472"/>
                </a:lnTo>
                <a:lnTo>
                  <a:pt x="217255" y="3598"/>
                </a:lnTo>
                <a:lnTo>
                  <a:pt x="216915" y="3732"/>
                </a:lnTo>
                <a:lnTo>
                  <a:pt x="216589" y="3875"/>
                </a:lnTo>
                <a:lnTo>
                  <a:pt x="216275" y="4026"/>
                </a:lnTo>
                <a:lnTo>
                  <a:pt x="215975" y="4187"/>
                </a:lnTo>
                <a:lnTo>
                  <a:pt x="215687" y="4355"/>
                </a:lnTo>
                <a:lnTo>
                  <a:pt x="215412" y="4533"/>
                </a:lnTo>
                <a:lnTo>
                  <a:pt x="215151" y="4719"/>
                </a:lnTo>
                <a:lnTo>
                  <a:pt x="214902" y="4914"/>
                </a:lnTo>
                <a:lnTo>
                  <a:pt x="214665" y="5117"/>
                </a:lnTo>
                <a:lnTo>
                  <a:pt x="214441" y="5328"/>
                </a:lnTo>
                <a:lnTo>
                  <a:pt x="214225" y="5543"/>
                </a:lnTo>
                <a:lnTo>
                  <a:pt x="214020" y="5764"/>
                </a:lnTo>
                <a:lnTo>
                  <a:pt x="213824" y="5991"/>
                </a:lnTo>
                <a:lnTo>
                  <a:pt x="213637" y="6222"/>
                </a:lnTo>
                <a:lnTo>
                  <a:pt x="213460" y="6459"/>
                </a:lnTo>
                <a:lnTo>
                  <a:pt x="213293" y="6702"/>
                </a:lnTo>
                <a:lnTo>
                  <a:pt x="213135" y="6949"/>
                </a:lnTo>
                <a:lnTo>
                  <a:pt x="212986" y="7202"/>
                </a:lnTo>
                <a:lnTo>
                  <a:pt x="212848" y="7460"/>
                </a:lnTo>
                <a:lnTo>
                  <a:pt x="212719" y="7724"/>
                </a:lnTo>
                <a:lnTo>
                  <a:pt x="212599" y="7993"/>
                </a:lnTo>
                <a:lnTo>
                  <a:pt x="212489" y="8267"/>
                </a:lnTo>
                <a:lnTo>
                  <a:pt x="212388" y="8546"/>
                </a:lnTo>
                <a:lnTo>
                  <a:pt x="212298" y="8831"/>
                </a:lnTo>
                <a:lnTo>
                  <a:pt x="212216" y="9121"/>
                </a:lnTo>
                <a:lnTo>
                  <a:pt x="212144" y="9417"/>
                </a:lnTo>
                <a:lnTo>
                  <a:pt x="212082" y="9718"/>
                </a:lnTo>
                <a:lnTo>
                  <a:pt x="212030" y="10024"/>
                </a:lnTo>
                <a:lnTo>
                  <a:pt x="211987" y="10335"/>
                </a:lnTo>
                <a:lnTo>
                  <a:pt x="211953" y="10652"/>
                </a:lnTo>
                <a:lnTo>
                  <a:pt x="211929" y="10974"/>
                </a:lnTo>
                <a:lnTo>
                  <a:pt x="211915" y="11301"/>
                </a:lnTo>
                <a:lnTo>
                  <a:pt x="211910" y="11634"/>
                </a:lnTo>
                <a:lnTo>
                  <a:pt x="211915" y="11966"/>
                </a:lnTo>
                <a:lnTo>
                  <a:pt x="211929" y="12294"/>
                </a:lnTo>
                <a:lnTo>
                  <a:pt x="211952" y="12616"/>
                </a:lnTo>
                <a:lnTo>
                  <a:pt x="211985" y="12933"/>
                </a:lnTo>
                <a:lnTo>
                  <a:pt x="212028" y="13244"/>
                </a:lnTo>
                <a:lnTo>
                  <a:pt x="212080" y="13550"/>
                </a:lnTo>
                <a:lnTo>
                  <a:pt x="212141" y="13851"/>
                </a:lnTo>
                <a:lnTo>
                  <a:pt x="212211" y="14146"/>
                </a:lnTo>
                <a:lnTo>
                  <a:pt x="212291" y="14436"/>
                </a:lnTo>
                <a:lnTo>
                  <a:pt x="212381" y="14721"/>
                </a:lnTo>
                <a:lnTo>
                  <a:pt x="212480" y="15001"/>
                </a:lnTo>
                <a:lnTo>
                  <a:pt x="212588" y="15275"/>
                </a:lnTo>
                <a:lnTo>
                  <a:pt x="212706" y="15544"/>
                </a:lnTo>
                <a:lnTo>
                  <a:pt x="212833" y="15807"/>
                </a:lnTo>
                <a:lnTo>
                  <a:pt x="212969" y="16066"/>
                </a:lnTo>
                <a:lnTo>
                  <a:pt x="213115" y="16318"/>
                </a:lnTo>
                <a:lnTo>
                  <a:pt x="213271" y="16566"/>
                </a:lnTo>
                <a:lnTo>
                  <a:pt x="213435" y="16808"/>
                </a:lnTo>
                <a:lnTo>
                  <a:pt x="213610" y="17045"/>
                </a:lnTo>
                <a:lnTo>
                  <a:pt x="213793" y="17277"/>
                </a:lnTo>
                <a:lnTo>
                  <a:pt x="213986" y="17503"/>
                </a:lnTo>
                <a:lnTo>
                  <a:pt x="214189" y="17724"/>
                </a:lnTo>
                <a:lnTo>
                  <a:pt x="214400" y="17940"/>
                </a:lnTo>
                <a:lnTo>
                  <a:pt x="214622" y="18150"/>
                </a:lnTo>
                <a:lnTo>
                  <a:pt x="214853" y="18354"/>
                </a:lnTo>
                <a:lnTo>
                  <a:pt x="215094" y="18549"/>
                </a:lnTo>
                <a:lnTo>
                  <a:pt x="215346" y="18735"/>
                </a:lnTo>
                <a:lnTo>
                  <a:pt x="215608" y="18912"/>
                </a:lnTo>
                <a:lnTo>
                  <a:pt x="215881" y="19081"/>
                </a:lnTo>
                <a:lnTo>
                  <a:pt x="216163" y="19241"/>
                </a:lnTo>
                <a:lnTo>
                  <a:pt x="216457" y="19393"/>
                </a:lnTo>
                <a:lnTo>
                  <a:pt x="216760" y="19535"/>
                </a:lnTo>
                <a:lnTo>
                  <a:pt x="217074" y="19670"/>
                </a:lnTo>
                <a:lnTo>
                  <a:pt x="217398" y="19795"/>
                </a:lnTo>
                <a:lnTo>
                  <a:pt x="217732" y="19912"/>
                </a:lnTo>
                <a:lnTo>
                  <a:pt x="218077" y="20020"/>
                </a:lnTo>
                <a:lnTo>
                  <a:pt x="218432" y="20120"/>
                </a:lnTo>
                <a:lnTo>
                  <a:pt x="218797" y="20211"/>
                </a:lnTo>
                <a:lnTo>
                  <a:pt x="219173" y="20293"/>
                </a:lnTo>
                <a:lnTo>
                  <a:pt x="219559" y="20366"/>
                </a:lnTo>
                <a:lnTo>
                  <a:pt x="219955" y="20431"/>
                </a:lnTo>
                <a:lnTo>
                  <a:pt x="220362" y="20488"/>
                </a:lnTo>
                <a:lnTo>
                  <a:pt x="220779" y="20535"/>
                </a:lnTo>
                <a:lnTo>
                  <a:pt x="221206" y="20574"/>
                </a:lnTo>
                <a:lnTo>
                  <a:pt x="221644" y="20604"/>
                </a:lnTo>
                <a:lnTo>
                  <a:pt x="222092" y="20626"/>
                </a:lnTo>
                <a:lnTo>
                  <a:pt x="222550" y="20639"/>
                </a:lnTo>
                <a:lnTo>
                  <a:pt x="223019" y="20643"/>
                </a:lnTo>
                <a:lnTo>
                  <a:pt x="223019" y="90796"/>
                </a:lnTo>
                <a:lnTo>
                  <a:pt x="222557" y="90800"/>
                </a:lnTo>
                <a:lnTo>
                  <a:pt x="222106" y="90813"/>
                </a:lnTo>
                <a:lnTo>
                  <a:pt x="221664" y="90834"/>
                </a:lnTo>
                <a:close/>
                <a:moveTo>
                  <a:pt x="260634" y="20650"/>
                </a:moveTo>
                <a:lnTo>
                  <a:pt x="261412" y="20669"/>
                </a:lnTo>
                <a:lnTo>
                  <a:pt x="262179" y="20702"/>
                </a:lnTo>
                <a:lnTo>
                  <a:pt x="262934" y="20747"/>
                </a:lnTo>
                <a:lnTo>
                  <a:pt x="263679" y="20805"/>
                </a:lnTo>
                <a:lnTo>
                  <a:pt x="264413" y="20876"/>
                </a:lnTo>
                <a:lnTo>
                  <a:pt x="265135" y="20960"/>
                </a:lnTo>
                <a:lnTo>
                  <a:pt x="265846" y="21057"/>
                </a:lnTo>
                <a:lnTo>
                  <a:pt x="266547" y="21166"/>
                </a:lnTo>
                <a:lnTo>
                  <a:pt x="267236" y="21289"/>
                </a:lnTo>
                <a:lnTo>
                  <a:pt x="267914" y="21424"/>
                </a:lnTo>
                <a:lnTo>
                  <a:pt x="268581" y="21573"/>
                </a:lnTo>
                <a:lnTo>
                  <a:pt x="269237" y="21734"/>
                </a:lnTo>
                <a:lnTo>
                  <a:pt x="269882" y="21908"/>
                </a:lnTo>
                <a:lnTo>
                  <a:pt x="270516" y="22096"/>
                </a:lnTo>
                <a:lnTo>
                  <a:pt x="271138" y="22296"/>
                </a:lnTo>
                <a:lnTo>
                  <a:pt x="271750" y="22509"/>
                </a:lnTo>
                <a:lnTo>
                  <a:pt x="272351" y="22735"/>
                </a:lnTo>
                <a:lnTo>
                  <a:pt x="272940" y="22973"/>
                </a:lnTo>
                <a:lnTo>
                  <a:pt x="273518" y="23225"/>
                </a:lnTo>
                <a:lnTo>
                  <a:pt x="274086" y="23490"/>
                </a:lnTo>
                <a:lnTo>
                  <a:pt x="274642" y="23767"/>
                </a:lnTo>
                <a:lnTo>
                  <a:pt x="275187" y="24058"/>
                </a:lnTo>
                <a:lnTo>
                  <a:pt x="275721" y="24361"/>
                </a:lnTo>
                <a:lnTo>
                  <a:pt x="276247" y="24682"/>
                </a:lnTo>
                <a:lnTo>
                  <a:pt x="276769" y="25024"/>
                </a:lnTo>
                <a:lnTo>
                  <a:pt x="277287" y="25388"/>
                </a:lnTo>
                <a:lnTo>
                  <a:pt x="277800" y="25774"/>
                </a:lnTo>
                <a:lnTo>
                  <a:pt x="278308" y="26181"/>
                </a:lnTo>
                <a:lnTo>
                  <a:pt x="278813" y="26611"/>
                </a:lnTo>
                <a:lnTo>
                  <a:pt x="279313" y="27062"/>
                </a:lnTo>
                <a:lnTo>
                  <a:pt x="279808" y="27534"/>
                </a:lnTo>
                <a:lnTo>
                  <a:pt x="280299" y="28029"/>
                </a:lnTo>
                <a:lnTo>
                  <a:pt x="280786" y="28545"/>
                </a:lnTo>
                <a:lnTo>
                  <a:pt x="281268" y="29083"/>
                </a:lnTo>
                <a:lnTo>
                  <a:pt x="281746" y="29642"/>
                </a:lnTo>
                <a:lnTo>
                  <a:pt x="282219" y="30223"/>
                </a:lnTo>
                <a:lnTo>
                  <a:pt x="282688" y="30826"/>
                </a:lnTo>
                <a:lnTo>
                  <a:pt x="283153" y="31451"/>
                </a:lnTo>
                <a:lnTo>
                  <a:pt x="283613" y="32097"/>
                </a:lnTo>
                <a:lnTo>
                  <a:pt x="284069" y="32766"/>
                </a:lnTo>
                <a:lnTo>
                  <a:pt x="284520" y="33455"/>
                </a:lnTo>
                <a:lnTo>
                  <a:pt x="284967" y="34167"/>
                </a:lnTo>
                <a:lnTo>
                  <a:pt x="285410" y="34900"/>
                </a:lnTo>
                <a:lnTo>
                  <a:pt x="285848" y="35655"/>
                </a:lnTo>
                <a:lnTo>
                  <a:pt x="286282" y="36432"/>
                </a:lnTo>
                <a:lnTo>
                  <a:pt x="286711" y="37230"/>
                </a:lnTo>
                <a:lnTo>
                  <a:pt x="287136" y="38050"/>
                </a:lnTo>
                <a:lnTo>
                  <a:pt x="287400" y="38586"/>
                </a:lnTo>
                <a:lnTo>
                  <a:pt x="287653" y="39129"/>
                </a:lnTo>
                <a:lnTo>
                  <a:pt x="287895" y="39680"/>
                </a:lnTo>
                <a:lnTo>
                  <a:pt x="288125" y="40237"/>
                </a:lnTo>
                <a:lnTo>
                  <a:pt x="288344" y="40802"/>
                </a:lnTo>
                <a:lnTo>
                  <a:pt x="288552" y="41374"/>
                </a:lnTo>
                <a:lnTo>
                  <a:pt x="288749" y="41954"/>
                </a:lnTo>
                <a:lnTo>
                  <a:pt x="288934" y="42541"/>
                </a:lnTo>
                <a:lnTo>
                  <a:pt x="289108" y="43135"/>
                </a:lnTo>
                <a:lnTo>
                  <a:pt x="289271" y="43736"/>
                </a:lnTo>
                <a:lnTo>
                  <a:pt x="289423" y="44345"/>
                </a:lnTo>
                <a:lnTo>
                  <a:pt x="289564" y="44961"/>
                </a:lnTo>
                <a:lnTo>
                  <a:pt x="289693" y="45584"/>
                </a:lnTo>
                <a:lnTo>
                  <a:pt x="289811" y="46214"/>
                </a:lnTo>
                <a:lnTo>
                  <a:pt x="289918" y="46852"/>
                </a:lnTo>
                <a:lnTo>
                  <a:pt x="290013" y="47497"/>
                </a:lnTo>
                <a:lnTo>
                  <a:pt x="290097" y="48150"/>
                </a:lnTo>
                <a:lnTo>
                  <a:pt x="290170" y="48809"/>
                </a:lnTo>
                <a:lnTo>
                  <a:pt x="290232" y="49476"/>
                </a:lnTo>
                <a:lnTo>
                  <a:pt x="290283" y="50151"/>
                </a:lnTo>
                <a:lnTo>
                  <a:pt x="290322" y="50832"/>
                </a:lnTo>
                <a:lnTo>
                  <a:pt x="290350" y="51521"/>
                </a:lnTo>
                <a:lnTo>
                  <a:pt x="290367" y="52217"/>
                </a:lnTo>
                <a:lnTo>
                  <a:pt x="290373" y="52921"/>
                </a:lnTo>
                <a:lnTo>
                  <a:pt x="290373" y="61405"/>
                </a:lnTo>
                <a:lnTo>
                  <a:pt x="290366" y="62223"/>
                </a:lnTo>
                <a:lnTo>
                  <a:pt x="290348" y="63027"/>
                </a:lnTo>
                <a:lnTo>
                  <a:pt x="290317" y="63819"/>
                </a:lnTo>
                <a:lnTo>
                  <a:pt x="290273" y="64598"/>
                </a:lnTo>
                <a:lnTo>
                  <a:pt x="290217" y="65365"/>
                </a:lnTo>
                <a:lnTo>
                  <a:pt x="290149" y="66118"/>
                </a:lnTo>
                <a:lnTo>
                  <a:pt x="290068" y="66859"/>
                </a:lnTo>
                <a:lnTo>
                  <a:pt x="289974" y="67587"/>
                </a:lnTo>
                <a:lnTo>
                  <a:pt x="289868" y="68302"/>
                </a:lnTo>
                <a:lnTo>
                  <a:pt x="289750" y="69005"/>
                </a:lnTo>
                <a:lnTo>
                  <a:pt x="289619" y="69694"/>
                </a:lnTo>
                <a:lnTo>
                  <a:pt x="289476" y="70371"/>
                </a:lnTo>
                <a:lnTo>
                  <a:pt x="289320" y="71036"/>
                </a:lnTo>
                <a:lnTo>
                  <a:pt x="289152" y="71687"/>
                </a:lnTo>
                <a:lnTo>
                  <a:pt x="288972" y="72326"/>
                </a:lnTo>
                <a:lnTo>
                  <a:pt x="288779" y="72952"/>
                </a:lnTo>
                <a:lnTo>
                  <a:pt x="288573" y="73565"/>
                </a:lnTo>
                <a:lnTo>
                  <a:pt x="288355" y="74165"/>
                </a:lnTo>
                <a:lnTo>
                  <a:pt x="288125" y="74753"/>
                </a:lnTo>
                <a:lnTo>
                  <a:pt x="287882" y="75328"/>
                </a:lnTo>
                <a:lnTo>
                  <a:pt x="287627" y="75890"/>
                </a:lnTo>
                <a:lnTo>
                  <a:pt x="287359" y="76440"/>
                </a:lnTo>
                <a:lnTo>
                  <a:pt x="287079" y="76976"/>
                </a:lnTo>
                <a:lnTo>
                  <a:pt x="286786" y="77500"/>
                </a:lnTo>
                <a:lnTo>
                  <a:pt x="286481" y="78014"/>
                </a:lnTo>
                <a:lnTo>
                  <a:pt x="286164" y="78520"/>
                </a:lnTo>
                <a:lnTo>
                  <a:pt x="285835" y="79019"/>
                </a:lnTo>
                <a:lnTo>
                  <a:pt x="285494" y="79510"/>
                </a:lnTo>
                <a:lnTo>
                  <a:pt x="285140" y="79993"/>
                </a:lnTo>
                <a:lnTo>
                  <a:pt x="284774" y="80469"/>
                </a:lnTo>
                <a:lnTo>
                  <a:pt x="284397" y="80937"/>
                </a:lnTo>
                <a:lnTo>
                  <a:pt x="284007" y="81398"/>
                </a:lnTo>
                <a:lnTo>
                  <a:pt x="283604" y="81851"/>
                </a:lnTo>
                <a:lnTo>
                  <a:pt x="283190" y="82296"/>
                </a:lnTo>
                <a:lnTo>
                  <a:pt x="282764" y="82734"/>
                </a:lnTo>
                <a:lnTo>
                  <a:pt x="282325" y="83164"/>
                </a:lnTo>
                <a:lnTo>
                  <a:pt x="281874" y="83587"/>
                </a:lnTo>
                <a:lnTo>
                  <a:pt x="281412" y="84002"/>
                </a:lnTo>
                <a:lnTo>
                  <a:pt x="280937" y="84409"/>
                </a:lnTo>
                <a:lnTo>
                  <a:pt x="280449" y="84809"/>
                </a:lnTo>
                <a:lnTo>
                  <a:pt x="279950" y="85201"/>
                </a:lnTo>
                <a:lnTo>
                  <a:pt x="279439" y="85586"/>
                </a:lnTo>
                <a:lnTo>
                  <a:pt x="278915" y="85963"/>
                </a:lnTo>
                <a:lnTo>
                  <a:pt x="278379" y="86333"/>
                </a:lnTo>
                <a:lnTo>
                  <a:pt x="277831" y="86695"/>
                </a:lnTo>
                <a:lnTo>
                  <a:pt x="277271" y="87049"/>
                </a:lnTo>
                <a:lnTo>
                  <a:pt x="276699" y="87396"/>
                </a:lnTo>
                <a:lnTo>
                  <a:pt x="276115" y="87735"/>
                </a:lnTo>
                <a:lnTo>
                  <a:pt x="275654" y="87984"/>
                </a:lnTo>
                <a:lnTo>
                  <a:pt x="275174" y="88224"/>
                </a:lnTo>
                <a:lnTo>
                  <a:pt x="274677" y="88452"/>
                </a:lnTo>
                <a:lnTo>
                  <a:pt x="274161" y="88670"/>
                </a:lnTo>
                <a:lnTo>
                  <a:pt x="273627" y="88877"/>
                </a:lnTo>
                <a:lnTo>
                  <a:pt x="273075" y="89074"/>
                </a:lnTo>
                <a:lnTo>
                  <a:pt x="272505" y="89260"/>
                </a:lnTo>
                <a:lnTo>
                  <a:pt x="271916" y="89435"/>
                </a:lnTo>
                <a:lnTo>
                  <a:pt x="271309" y="89600"/>
                </a:lnTo>
                <a:lnTo>
                  <a:pt x="270684" y="89754"/>
                </a:lnTo>
                <a:lnTo>
                  <a:pt x="270041" y="89898"/>
                </a:lnTo>
                <a:lnTo>
                  <a:pt x="269379" y="90031"/>
                </a:lnTo>
                <a:lnTo>
                  <a:pt x="268700" y="90153"/>
                </a:lnTo>
                <a:lnTo>
                  <a:pt x="268002" y="90265"/>
                </a:lnTo>
                <a:lnTo>
                  <a:pt x="267285" y="90366"/>
                </a:lnTo>
                <a:lnTo>
                  <a:pt x="266551" y="90456"/>
                </a:lnTo>
                <a:lnTo>
                  <a:pt x="265798" y="90536"/>
                </a:lnTo>
                <a:lnTo>
                  <a:pt x="265028" y="90605"/>
                </a:lnTo>
                <a:lnTo>
                  <a:pt x="264239" y="90663"/>
                </a:lnTo>
                <a:lnTo>
                  <a:pt x="263431" y="90711"/>
                </a:lnTo>
                <a:lnTo>
                  <a:pt x="262606" y="90748"/>
                </a:lnTo>
                <a:lnTo>
                  <a:pt x="261762" y="90775"/>
                </a:lnTo>
                <a:lnTo>
                  <a:pt x="260900" y="90791"/>
                </a:lnTo>
                <a:lnTo>
                  <a:pt x="260020" y="90796"/>
                </a:lnTo>
                <a:lnTo>
                  <a:pt x="240951" y="90796"/>
                </a:lnTo>
                <a:lnTo>
                  <a:pt x="240951" y="20643"/>
                </a:lnTo>
                <a:lnTo>
                  <a:pt x="259845" y="20643"/>
                </a:lnTo>
                <a:lnTo>
                  <a:pt x="260634" y="20650"/>
                </a:lnTo>
                <a:close/>
                <a:moveTo>
                  <a:pt x="367952" y="65643"/>
                </a:moveTo>
                <a:lnTo>
                  <a:pt x="367964" y="66161"/>
                </a:lnTo>
                <a:lnTo>
                  <a:pt x="367979" y="66661"/>
                </a:lnTo>
                <a:lnTo>
                  <a:pt x="368000" y="67145"/>
                </a:lnTo>
                <a:lnTo>
                  <a:pt x="368025" y="67611"/>
                </a:lnTo>
                <a:lnTo>
                  <a:pt x="368055" y="68060"/>
                </a:lnTo>
                <a:lnTo>
                  <a:pt x="368089" y="68492"/>
                </a:lnTo>
                <a:lnTo>
                  <a:pt x="368128" y="68906"/>
                </a:lnTo>
                <a:lnTo>
                  <a:pt x="368171" y="69304"/>
                </a:lnTo>
                <a:lnTo>
                  <a:pt x="368219" y="69683"/>
                </a:lnTo>
                <a:lnTo>
                  <a:pt x="368271" y="70046"/>
                </a:lnTo>
                <a:lnTo>
                  <a:pt x="368328" y="70391"/>
                </a:lnTo>
                <a:lnTo>
                  <a:pt x="368390" y="70720"/>
                </a:lnTo>
                <a:lnTo>
                  <a:pt x="368456" y="71030"/>
                </a:lnTo>
                <a:lnTo>
                  <a:pt x="368526" y="71324"/>
                </a:lnTo>
                <a:lnTo>
                  <a:pt x="368601" y="71600"/>
                </a:lnTo>
                <a:lnTo>
                  <a:pt x="368681" y="71859"/>
                </a:lnTo>
                <a:lnTo>
                  <a:pt x="368765" y="72101"/>
                </a:lnTo>
                <a:lnTo>
                  <a:pt x="368854" y="72325"/>
                </a:lnTo>
                <a:lnTo>
                  <a:pt x="368948" y="72532"/>
                </a:lnTo>
                <a:lnTo>
                  <a:pt x="369046" y="72722"/>
                </a:lnTo>
                <a:lnTo>
                  <a:pt x="369148" y="72895"/>
                </a:lnTo>
                <a:lnTo>
                  <a:pt x="369255" y="73050"/>
                </a:lnTo>
                <a:lnTo>
                  <a:pt x="369485" y="73356"/>
                </a:lnTo>
                <a:lnTo>
                  <a:pt x="369723" y="73649"/>
                </a:lnTo>
                <a:lnTo>
                  <a:pt x="369969" y="73929"/>
                </a:lnTo>
                <a:lnTo>
                  <a:pt x="370222" y="74196"/>
                </a:lnTo>
                <a:lnTo>
                  <a:pt x="370484" y="74450"/>
                </a:lnTo>
                <a:lnTo>
                  <a:pt x="370753" y="74691"/>
                </a:lnTo>
                <a:lnTo>
                  <a:pt x="371030" y="74919"/>
                </a:lnTo>
                <a:lnTo>
                  <a:pt x="371316" y="75134"/>
                </a:lnTo>
                <a:lnTo>
                  <a:pt x="371609" y="75336"/>
                </a:lnTo>
                <a:lnTo>
                  <a:pt x="371910" y="75524"/>
                </a:lnTo>
                <a:lnTo>
                  <a:pt x="372219" y="75700"/>
                </a:lnTo>
                <a:lnTo>
                  <a:pt x="372535" y="75863"/>
                </a:lnTo>
                <a:lnTo>
                  <a:pt x="372860" y="76013"/>
                </a:lnTo>
                <a:lnTo>
                  <a:pt x="373193" y="76149"/>
                </a:lnTo>
                <a:lnTo>
                  <a:pt x="373533" y="76273"/>
                </a:lnTo>
                <a:lnTo>
                  <a:pt x="373881" y="76384"/>
                </a:lnTo>
                <a:lnTo>
                  <a:pt x="374238" y="76482"/>
                </a:lnTo>
                <a:lnTo>
                  <a:pt x="374602" y="76566"/>
                </a:lnTo>
                <a:lnTo>
                  <a:pt x="374974" y="76638"/>
                </a:lnTo>
                <a:lnTo>
                  <a:pt x="375354" y="76696"/>
                </a:lnTo>
                <a:lnTo>
                  <a:pt x="375742" y="76742"/>
                </a:lnTo>
                <a:lnTo>
                  <a:pt x="376137" y="76775"/>
                </a:lnTo>
                <a:lnTo>
                  <a:pt x="376541" y="76794"/>
                </a:lnTo>
                <a:lnTo>
                  <a:pt x="376953" y="76801"/>
                </a:lnTo>
                <a:lnTo>
                  <a:pt x="377343" y="76794"/>
                </a:lnTo>
                <a:lnTo>
                  <a:pt x="377727" y="76775"/>
                </a:lnTo>
                <a:lnTo>
                  <a:pt x="378103" y="76743"/>
                </a:lnTo>
                <a:lnTo>
                  <a:pt x="378474" y="76698"/>
                </a:lnTo>
                <a:lnTo>
                  <a:pt x="378837" y="76640"/>
                </a:lnTo>
                <a:lnTo>
                  <a:pt x="379194" y="76569"/>
                </a:lnTo>
                <a:lnTo>
                  <a:pt x="379544" y="76486"/>
                </a:lnTo>
                <a:lnTo>
                  <a:pt x="379888" y="76389"/>
                </a:lnTo>
                <a:lnTo>
                  <a:pt x="380225" y="76280"/>
                </a:lnTo>
                <a:lnTo>
                  <a:pt x="380555" y="76158"/>
                </a:lnTo>
                <a:lnTo>
                  <a:pt x="380878" y="76023"/>
                </a:lnTo>
                <a:lnTo>
                  <a:pt x="381195" y="75875"/>
                </a:lnTo>
                <a:lnTo>
                  <a:pt x="381505" y="75715"/>
                </a:lnTo>
                <a:lnTo>
                  <a:pt x="381809" y="75541"/>
                </a:lnTo>
                <a:lnTo>
                  <a:pt x="382105" y="75355"/>
                </a:lnTo>
                <a:lnTo>
                  <a:pt x="382395" y="75156"/>
                </a:lnTo>
                <a:lnTo>
                  <a:pt x="382679" y="74944"/>
                </a:lnTo>
                <a:lnTo>
                  <a:pt x="382955" y="74719"/>
                </a:lnTo>
                <a:lnTo>
                  <a:pt x="383225" y="74481"/>
                </a:lnTo>
                <a:lnTo>
                  <a:pt x="383489" y="74230"/>
                </a:lnTo>
                <a:lnTo>
                  <a:pt x="383745" y="73967"/>
                </a:lnTo>
                <a:lnTo>
                  <a:pt x="383995" y="73691"/>
                </a:lnTo>
                <a:lnTo>
                  <a:pt x="384239" y="73401"/>
                </a:lnTo>
                <a:lnTo>
                  <a:pt x="384475" y="73099"/>
                </a:lnTo>
                <a:lnTo>
                  <a:pt x="384589" y="72940"/>
                </a:lnTo>
                <a:lnTo>
                  <a:pt x="384699" y="72764"/>
                </a:lnTo>
                <a:lnTo>
                  <a:pt x="384803" y="72570"/>
                </a:lnTo>
                <a:lnTo>
                  <a:pt x="384903" y="72359"/>
                </a:lnTo>
                <a:lnTo>
                  <a:pt x="384998" y="72132"/>
                </a:lnTo>
                <a:lnTo>
                  <a:pt x="385088" y="71887"/>
                </a:lnTo>
                <a:lnTo>
                  <a:pt x="385173" y="71625"/>
                </a:lnTo>
                <a:lnTo>
                  <a:pt x="385253" y="71346"/>
                </a:lnTo>
                <a:lnTo>
                  <a:pt x="385328" y="71050"/>
                </a:lnTo>
                <a:lnTo>
                  <a:pt x="385399" y="70736"/>
                </a:lnTo>
                <a:lnTo>
                  <a:pt x="385464" y="70406"/>
                </a:lnTo>
                <a:lnTo>
                  <a:pt x="385525" y="70058"/>
                </a:lnTo>
                <a:lnTo>
                  <a:pt x="385581" y="69694"/>
                </a:lnTo>
                <a:lnTo>
                  <a:pt x="385632" y="69312"/>
                </a:lnTo>
                <a:lnTo>
                  <a:pt x="385678" y="68913"/>
                </a:lnTo>
                <a:lnTo>
                  <a:pt x="385719" y="68497"/>
                </a:lnTo>
                <a:lnTo>
                  <a:pt x="385756" y="68064"/>
                </a:lnTo>
                <a:lnTo>
                  <a:pt x="385787" y="67614"/>
                </a:lnTo>
                <a:lnTo>
                  <a:pt x="385814" y="67147"/>
                </a:lnTo>
                <a:lnTo>
                  <a:pt x="385836" y="66663"/>
                </a:lnTo>
                <a:lnTo>
                  <a:pt x="385853" y="66161"/>
                </a:lnTo>
                <a:lnTo>
                  <a:pt x="385865" y="65643"/>
                </a:lnTo>
                <a:lnTo>
                  <a:pt x="385872" y="65107"/>
                </a:lnTo>
                <a:lnTo>
                  <a:pt x="385875" y="64554"/>
                </a:lnTo>
                <a:lnTo>
                  <a:pt x="385875" y="46535"/>
                </a:lnTo>
                <a:lnTo>
                  <a:pt x="385871" y="45981"/>
                </a:lnTo>
                <a:lnTo>
                  <a:pt x="385858" y="45440"/>
                </a:lnTo>
                <a:lnTo>
                  <a:pt x="385836" y="44914"/>
                </a:lnTo>
                <a:lnTo>
                  <a:pt x="385806" y="44401"/>
                </a:lnTo>
                <a:lnTo>
                  <a:pt x="385767" y="43902"/>
                </a:lnTo>
                <a:lnTo>
                  <a:pt x="385719" y="43416"/>
                </a:lnTo>
                <a:lnTo>
                  <a:pt x="385663" y="42945"/>
                </a:lnTo>
                <a:lnTo>
                  <a:pt x="385598" y="42487"/>
                </a:lnTo>
                <a:lnTo>
                  <a:pt x="385524" y="42043"/>
                </a:lnTo>
                <a:lnTo>
                  <a:pt x="385442" y="41613"/>
                </a:lnTo>
                <a:lnTo>
                  <a:pt x="385351" y="41197"/>
                </a:lnTo>
                <a:lnTo>
                  <a:pt x="385252" y="40795"/>
                </a:lnTo>
                <a:lnTo>
                  <a:pt x="385143" y="40406"/>
                </a:lnTo>
                <a:lnTo>
                  <a:pt x="385027" y="40032"/>
                </a:lnTo>
                <a:lnTo>
                  <a:pt x="384901" y="39671"/>
                </a:lnTo>
                <a:lnTo>
                  <a:pt x="384767" y="39324"/>
                </a:lnTo>
                <a:lnTo>
                  <a:pt x="384624" y="38990"/>
                </a:lnTo>
                <a:lnTo>
                  <a:pt x="384473" y="38671"/>
                </a:lnTo>
                <a:lnTo>
                  <a:pt x="384312" y="38365"/>
                </a:lnTo>
                <a:lnTo>
                  <a:pt x="384144" y="38073"/>
                </a:lnTo>
                <a:lnTo>
                  <a:pt x="383966" y="37796"/>
                </a:lnTo>
                <a:lnTo>
                  <a:pt x="383780" y="37531"/>
                </a:lnTo>
                <a:lnTo>
                  <a:pt x="383585" y="37281"/>
                </a:lnTo>
                <a:lnTo>
                  <a:pt x="383382" y="37044"/>
                </a:lnTo>
                <a:lnTo>
                  <a:pt x="383172" y="36820"/>
                </a:lnTo>
                <a:lnTo>
                  <a:pt x="382956" y="36604"/>
                </a:lnTo>
                <a:lnTo>
                  <a:pt x="382736" y="36399"/>
                </a:lnTo>
                <a:lnTo>
                  <a:pt x="382511" y="36203"/>
                </a:lnTo>
                <a:lnTo>
                  <a:pt x="382281" y="36016"/>
                </a:lnTo>
                <a:lnTo>
                  <a:pt x="382045" y="35839"/>
                </a:lnTo>
                <a:lnTo>
                  <a:pt x="381805" y="35672"/>
                </a:lnTo>
                <a:lnTo>
                  <a:pt x="381560" y="35514"/>
                </a:lnTo>
                <a:lnTo>
                  <a:pt x="381309" y="35365"/>
                </a:lnTo>
                <a:lnTo>
                  <a:pt x="381054" y="35227"/>
                </a:lnTo>
                <a:lnTo>
                  <a:pt x="380793" y="35098"/>
                </a:lnTo>
                <a:lnTo>
                  <a:pt x="380528" y="34978"/>
                </a:lnTo>
                <a:lnTo>
                  <a:pt x="380258" y="34868"/>
                </a:lnTo>
                <a:lnTo>
                  <a:pt x="379982" y="34767"/>
                </a:lnTo>
                <a:lnTo>
                  <a:pt x="379702" y="34677"/>
                </a:lnTo>
                <a:lnTo>
                  <a:pt x="379416" y="34595"/>
                </a:lnTo>
                <a:lnTo>
                  <a:pt x="379126" y="34524"/>
                </a:lnTo>
                <a:lnTo>
                  <a:pt x="378831" y="34461"/>
                </a:lnTo>
                <a:lnTo>
                  <a:pt x="378530" y="34409"/>
                </a:lnTo>
                <a:lnTo>
                  <a:pt x="378225" y="34366"/>
                </a:lnTo>
                <a:lnTo>
                  <a:pt x="377914" y="34332"/>
                </a:lnTo>
                <a:lnTo>
                  <a:pt x="377599" y="34308"/>
                </a:lnTo>
                <a:lnTo>
                  <a:pt x="377278" y="34294"/>
                </a:lnTo>
                <a:lnTo>
                  <a:pt x="376953" y="34289"/>
                </a:lnTo>
                <a:lnTo>
                  <a:pt x="376541" y="34296"/>
                </a:lnTo>
                <a:lnTo>
                  <a:pt x="376137" y="34315"/>
                </a:lnTo>
                <a:lnTo>
                  <a:pt x="375742" y="34348"/>
                </a:lnTo>
                <a:lnTo>
                  <a:pt x="375354" y="34393"/>
                </a:lnTo>
                <a:lnTo>
                  <a:pt x="374974" y="34452"/>
                </a:lnTo>
                <a:lnTo>
                  <a:pt x="374602" y="34524"/>
                </a:lnTo>
                <a:lnTo>
                  <a:pt x="374238" y="34608"/>
                </a:lnTo>
                <a:lnTo>
                  <a:pt x="373881" y="34706"/>
                </a:lnTo>
                <a:lnTo>
                  <a:pt x="373533" y="34817"/>
                </a:lnTo>
                <a:lnTo>
                  <a:pt x="373193" y="34940"/>
                </a:lnTo>
                <a:lnTo>
                  <a:pt x="372860" y="35077"/>
                </a:lnTo>
                <a:lnTo>
                  <a:pt x="372535" y="35227"/>
                </a:lnTo>
                <a:lnTo>
                  <a:pt x="372219" y="35389"/>
                </a:lnTo>
                <a:lnTo>
                  <a:pt x="371910" y="35565"/>
                </a:lnTo>
                <a:lnTo>
                  <a:pt x="371609" y="35754"/>
                </a:lnTo>
                <a:lnTo>
                  <a:pt x="371316" y="35956"/>
                </a:lnTo>
                <a:lnTo>
                  <a:pt x="371030" y="36171"/>
                </a:lnTo>
                <a:lnTo>
                  <a:pt x="370753" y="36399"/>
                </a:lnTo>
                <a:lnTo>
                  <a:pt x="370484" y="36640"/>
                </a:lnTo>
                <a:lnTo>
                  <a:pt x="370222" y="36894"/>
                </a:lnTo>
                <a:lnTo>
                  <a:pt x="369969" y="37160"/>
                </a:lnTo>
                <a:lnTo>
                  <a:pt x="369723" y="37440"/>
                </a:lnTo>
                <a:lnTo>
                  <a:pt x="369485" y="37733"/>
                </a:lnTo>
                <a:lnTo>
                  <a:pt x="369255" y="38039"/>
                </a:lnTo>
                <a:lnTo>
                  <a:pt x="369148" y="38195"/>
                </a:lnTo>
                <a:lnTo>
                  <a:pt x="369046" y="38367"/>
                </a:lnTo>
                <a:lnTo>
                  <a:pt x="368948" y="38557"/>
                </a:lnTo>
                <a:lnTo>
                  <a:pt x="368854" y="38764"/>
                </a:lnTo>
                <a:lnTo>
                  <a:pt x="368765" y="38989"/>
                </a:lnTo>
                <a:lnTo>
                  <a:pt x="368681" y="39231"/>
                </a:lnTo>
                <a:lnTo>
                  <a:pt x="368601" y="39490"/>
                </a:lnTo>
                <a:lnTo>
                  <a:pt x="368526" y="39766"/>
                </a:lnTo>
                <a:lnTo>
                  <a:pt x="368456" y="40059"/>
                </a:lnTo>
                <a:lnTo>
                  <a:pt x="368390" y="40370"/>
                </a:lnTo>
                <a:lnTo>
                  <a:pt x="368328" y="40698"/>
                </a:lnTo>
                <a:lnTo>
                  <a:pt x="368271" y="41044"/>
                </a:lnTo>
                <a:lnTo>
                  <a:pt x="368219" y="41406"/>
                </a:lnTo>
                <a:lnTo>
                  <a:pt x="368171" y="41786"/>
                </a:lnTo>
                <a:lnTo>
                  <a:pt x="368128" y="42183"/>
                </a:lnTo>
                <a:lnTo>
                  <a:pt x="368089" y="42598"/>
                </a:lnTo>
                <a:lnTo>
                  <a:pt x="368055" y="43029"/>
                </a:lnTo>
                <a:lnTo>
                  <a:pt x="368025" y="43478"/>
                </a:lnTo>
                <a:lnTo>
                  <a:pt x="368000" y="43945"/>
                </a:lnTo>
                <a:lnTo>
                  <a:pt x="367979" y="44428"/>
                </a:lnTo>
                <a:lnTo>
                  <a:pt x="367964" y="44929"/>
                </a:lnTo>
                <a:lnTo>
                  <a:pt x="367952" y="45447"/>
                </a:lnTo>
                <a:lnTo>
                  <a:pt x="367945" y="45983"/>
                </a:lnTo>
                <a:lnTo>
                  <a:pt x="367943" y="46535"/>
                </a:lnTo>
                <a:lnTo>
                  <a:pt x="352198" y="46535"/>
                </a:lnTo>
                <a:lnTo>
                  <a:pt x="352198" y="20643"/>
                </a:lnTo>
                <a:lnTo>
                  <a:pt x="394010" y="20643"/>
                </a:lnTo>
                <a:lnTo>
                  <a:pt x="394010" y="30090"/>
                </a:lnTo>
                <a:lnTo>
                  <a:pt x="394014" y="30645"/>
                </a:lnTo>
                <a:lnTo>
                  <a:pt x="394027" y="31185"/>
                </a:lnTo>
                <a:lnTo>
                  <a:pt x="394049" y="31712"/>
                </a:lnTo>
                <a:lnTo>
                  <a:pt x="394079" y="32225"/>
                </a:lnTo>
                <a:lnTo>
                  <a:pt x="394118" y="32724"/>
                </a:lnTo>
                <a:lnTo>
                  <a:pt x="394166" y="33209"/>
                </a:lnTo>
                <a:lnTo>
                  <a:pt x="394222" y="33681"/>
                </a:lnTo>
                <a:lnTo>
                  <a:pt x="394287" y="34138"/>
                </a:lnTo>
                <a:lnTo>
                  <a:pt x="394360" y="34582"/>
                </a:lnTo>
                <a:lnTo>
                  <a:pt x="394443" y="35012"/>
                </a:lnTo>
                <a:lnTo>
                  <a:pt x="394533" y="35428"/>
                </a:lnTo>
                <a:lnTo>
                  <a:pt x="394633" y="35831"/>
                </a:lnTo>
                <a:lnTo>
                  <a:pt x="394741" y="36219"/>
                </a:lnTo>
                <a:lnTo>
                  <a:pt x="394858" y="36594"/>
                </a:lnTo>
                <a:lnTo>
                  <a:pt x="394984" y="36955"/>
                </a:lnTo>
                <a:lnTo>
                  <a:pt x="395118" y="37302"/>
                </a:lnTo>
                <a:lnTo>
                  <a:pt x="395261" y="37635"/>
                </a:lnTo>
                <a:lnTo>
                  <a:pt x="395412" y="37955"/>
                </a:lnTo>
                <a:lnTo>
                  <a:pt x="395572" y="38260"/>
                </a:lnTo>
                <a:lnTo>
                  <a:pt x="395741" y="38552"/>
                </a:lnTo>
                <a:lnTo>
                  <a:pt x="395918" y="38830"/>
                </a:lnTo>
                <a:lnTo>
                  <a:pt x="396105" y="39094"/>
                </a:lnTo>
                <a:lnTo>
                  <a:pt x="396299" y="39345"/>
                </a:lnTo>
                <a:lnTo>
                  <a:pt x="396503" y="39581"/>
                </a:lnTo>
                <a:lnTo>
                  <a:pt x="396713" y="39806"/>
                </a:lnTo>
                <a:lnTo>
                  <a:pt x="396929" y="40021"/>
                </a:lnTo>
                <a:lnTo>
                  <a:pt x="397150" y="40227"/>
                </a:lnTo>
                <a:lnTo>
                  <a:pt x="397376" y="40423"/>
                </a:lnTo>
                <a:lnTo>
                  <a:pt x="397608" y="40610"/>
                </a:lnTo>
                <a:lnTo>
                  <a:pt x="397845" y="40787"/>
                </a:lnTo>
                <a:lnTo>
                  <a:pt x="398087" y="40954"/>
                </a:lnTo>
                <a:lnTo>
                  <a:pt x="398335" y="41112"/>
                </a:lnTo>
                <a:lnTo>
                  <a:pt x="398588" y="41260"/>
                </a:lnTo>
                <a:lnTo>
                  <a:pt x="398846" y="41399"/>
                </a:lnTo>
                <a:lnTo>
                  <a:pt x="399110" y="41528"/>
                </a:lnTo>
                <a:lnTo>
                  <a:pt x="399378" y="41648"/>
                </a:lnTo>
                <a:lnTo>
                  <a:pt x="399653" y="41758"/>
                </a:lnTo>
                <a:lnTo>
                  <a:pt x="399932" y="41858"/>
                </a:lnTo>
                <a:lnTo>
                  <a:pt x="400217" y="41949"/>
                </a:lnTo>
                <a:lnTo>
                  <a:pt x="400507" y="42030"/>
                </a:lnTo>
                <a:lnTo>
                  <a:pt x="400802" y="42102"/>
                </a:lnTo>
                <a:lnTo>
                  <a:pt x="401103" y="42164"/>
                </a:lnTo>
                <a:lnTo>
                  <a:pt x="401409" y="42217"/>
                </a:lnTo>
                <a:lnTo>
                  <a:pt x="401721" y="42260"/>
                </a:lnTo>
                <a:lnTo>
                  <a:pt x="402037" y="42293"/>
                </a:lnTo>
                <a:lnTo>
                  <a:pt x="402359" y="42317"/>
                </a:lnTo>
                <a:lnTo>
                  <a:pt x="402687" y="42332"/>
                </a:lnTo>
                <a:lnTo>
                  <a:pt x="403019" y="42337"/>
                </a:lnTo>
                <a:lnTo>
                  <a:pt x="403352" y="42332"/>
                </a:lnTo>
                <a:lnTo>
                  <a:pt x="403679" y="42317"/>
                </a:lnTo>
                <a:lnTo>
                  <a:pt x="404001" y="42293"/>
                </a:lnTo>
                <a:lnTo>
                  <a:pt x="404317" y="42260"/>
                </a:lnTo>
                <a:lnTo>
                  <a:pt x="404628" y="42217"/>
                </a:lnTo>
                <a:lnTo>
                  <a:pt x="404933" y="42164"/>
                </a:lnTo>
                <a:lnTo>
                  <a:pt x="405233" y="42102"/>
                </a:lnTo>
                <a:lnTo>
                  <a:pt x="405527" y="42030"/>
                </a:lnTo>
                <a:lnTo>
                  <a:pt x="405816" y="41949"/>
                </a:lnTo>
                <a:lnTo>
                  <a:pt x="406099" y="41858"/>
                </a:lnTo>
                <a:lnTo>
                  <a:pt x="406377" y="41758"/>
                </a:lnTo>
                <a:lnTo>
                  <a:pt x="406650" y="41648"/>
                </a:lnTo>
                <a:lnTo>
                  <a:pt x="406916" y="41528"/>
                </a:lnTo>
                <a:lnTo>
                  <a:pt x="407178" y="41399"/>
                </a:lnTo>
                <a:lnTo>
                  <a:pt x="407434" y="41260"/>
                </a:lnTo>
                <a:lnTo>
                  <a:pt x="407685" y="41112"/>
                </a:lnTo>
                <a:lnTo>
                  <a:pt x="407930" y="40954"/>
                </a:lnTo>
                <a:lnTo>
                  <a:pt x="408169" y="40787"/>
                </a:lnTo>
                <a:lnTo>
                  <a:pt x="408404" y="40610"/>
                </a:lnTo>
                <a:lnTo>
                  <a:pt x="408632" y="40423"/>
                </a:lnTo>
                <a:lnTo>
                  <a:pt x="408855" y="40227"/>
                </a:lnTo>
                <a:lnTo>
                  <a:pt x="409073" y="40021"/>
                </a:lnTo>
                <a:lnTo>
                  <a:pt x="409286" y="39806"/>
                </a:lnTo>
                <a:lnTo>
                  <a:pt x="409492" y="39581"/>
                </a:lnTo>
                <a:lnTo>
                  <a:pt x="409692" y="39345"/>
                </a:lnTo>
                <a:lnTo>
                  <a:pt x="409884" y="39094"/>
                </a:lnTo>
                <a:lnTo>
                  <a:pt x="410066" y="38830"/>
                </a:lnTo>
                <a:lnTo>
                  <a:pt x="410241" y="38552"/>
                </a:lnTo>
                <a:lnTo>
                  <a:pt x="410407" y="38260"/>
                </a:lnTo>
                <a:lnTo>
                  <a:pt x="410564" y="37955"/>
                </a:lnTo>
                <a:lnTo>
                  <a:pt x="410713" y="37635"/>
                </a:lnTo>
                <a:lnTo>
                  <a:pt x="410853" y="37302"/>
                </a:lnTo>
                <a:lnTo>
                  <a:pt x="410985" y="36955"/>
                </a:lnTo>
                <a:lnTo>
                  <a:pt x="411108" y="36594"/>
                </a:lnTo>
                <a:lnTo>
                  <a:pt x="411223" y="36219"/>
                </a:lnTo>
                <a:lnTo>
                  <a:pt x="411329" y="35831"/>
                </a:lnTo>
                <a:lnTo>
                  <a:pt x="411427" y="35428"/>
                </a:lnTo>
                <a:lnTo>
                  <a:pt x="411516" y="35012"/>
                </a:lnTo>
                <a:lnTo>
                  <a:pt x="411597" y="34582"/>
                </a:lnTo>
                <a:lnTo>
                  <a:pt x="411669" y="34138"/>
                </a:lnTo>
                <a:lnTo>
                  <a:pt x="411733" y="33681"/>
                </a:lnTo>
                <a:lnTo>
                  <a:pt x="411788" y="33209"/>
                </a:lnTo>
                <a:lnTo>
                  <a:pt x="411835" y="32724"/>
                </a:lnTo>
                <a:lnTo>
                  <a:pt x="411874" y="32225"/>
                </a:lnTo>
                <a:lnTo>
                  <a:pt x="411903" y="31712"/>
                </a:lnTo>
                <a:lnTo>
                  <a:pt x="411925" y="31185"/>
                </a:lnTo>
                <a:lnTo>
                  <a:pt x="411937" y="30645"/>
                </a:lnTo>
                <a:lnTo>
                  <a:pt x="411942" y="30090"/>
                </a:lnTo>
                <a:lnTo>
                  <a:pt x="411942" y="2712"/>
                </a:lnTo>
                <a:lnTo>
                  <a:pt x="331467" y="2624"/>
                </a:lnTo>
                <a:lnTo>
                  <a:pt x="330934" y="2628"/>
                </a:lnTo>
                <a:lnTo>
                  <a:pt x="330414" y="2641"/>
                </a:lnTo>
                <a:lnTo>
                  <a:pt x="329907" y="2663"/>
                </a:lnTo>
                <a:lnTo>
                  <a:pt x="329413" y="2693"/>
                </a:lnTo>
                <a:lnTo>
                  <a:pt x="328931" y="2732"/>
                </a:lnTo>
                <a:lnTo>
                  <a:pt x="328463" y="2780"/>
                </a:lnTo>
                <a:lnTo>
                  <a:pt x="328008" y="2836"/>
                </a:lnTo>
                <a:lnTo>
                  <a:pt x="327565" y="2901"/>
                </a:lnTo>
                <a:lnTo>
                  <a:pt x="327135" y="2975"/>
                </a:lnTo>
                <a:lnTo>
                  <a:pt x="326718" y="3057"/>
                </a:lnTo>
                <a:lnTo>
                  <a:pt x="326315" y="3148"/>
                </a:lnTo>
                <a:lnTo>
                  <a:pt x="325924" y="3247"/>
                </a:lnTo>
                <a:lnTo>
                  <a:pt x="325546" y="3356"/>
                </a:lnTo>
                <a:lnTo>
                  <a:pt x="325180" y="3472"/>
                </a:lnTo>
                <a:lnTo>
                  <a:pt x="324828" y="3598"/>
                </a:lnTo>
                <a:lnTo>
                  <a:pt x="324489" y="3732"/>
                </a:lnTo>
                <a:lnTo>
                  <a:pt x="324162" y="3875"/>
                </a:lnTo>
                <a:lnTo>
                  <a:pt x="323849" y="4026"/>
                </a:lnTo>
                <a:lnTo>
                  <a:pt x="323548" y="4187"/>
                </a:lnTo>
                <a:lnTo>
                  <a:pt x="323261" y="4355"/>
                </a:lnTo>
                <a:lnTo>
                  <a:pt x="322986" y="4533"/>
                </a:lnTo>
                <a:lnTo>
                  <a:pt x="322724" y="4719"/>
                </a:lnTo>
                <a:lnTo>
                  <a:pt x="322475" y="4914"/>
                </a:lnTo>
                <a:lnTo>
                  <a:pt x="322239" y="5117"/>
                </a:lnTo>
                <a:lnTo>
                  <a:pt x="322014" y="5328"/>
                </a:lnTo>
                <a:lnTo>
                  <a:pt x="321799" y="5543"/>
                </a:lnTo>
                <a:lnTo>
                  <a:pt x="321593" y="5764"/>
                </a:lnTo>
                <a:lnTo>
                  <a:pt x="321397" y="5991"/>
                </a:lnTo>
                <a:lnTo>
                  <a:pt x="321210" y="6222"/>
                </a:lnTo>
                <a:lnTo>
                  <a:pt x="321033" y="6459"/>
                </a:lnTo>
                <a:lnTo>
                  <a:pt x="320866" y="6702"/>
                </a:lnTo>
                <a:lnTo>
                  <a:pt x="320708" y="6949"/>
                </a:lnTo>
                <a:lnTo>
                  <a:pt x="320560" y="7202"/>
                </a:lnTo>
                <a:lnTo>
                  <a:pt x="320421" y="7460"/>
                </a:lnTo>
                <a:lnTo>
                  <a:pt x="320292" y="7724"/>
                </a:lnTo>
                <a:lnTo>
                  <a:pt x="320172" y="7993"/>
                </a:lnTo>
                <a:lnTo>
                  <a:pt x="320062" y="8267"/>
                </a:lnTo>
                <a:lnTo>
                  <a:pt x="319962" y="8546"/>
                </a:lnTo>
                <a:lnTo>
                  <a:pt x="319871" y="8831"/>
                </a:lnTo>
                <a:lnTo>
                  <a:pt x="319790" y="9121"/>
                </a:lnTo>
                <a:lnTo>
                  <a:pt x="319718" y="9417"/>
                </a:lnTo>
                <a:lnTo>
                  <a:pt x="319656" y="9718"/>
                </a:lnTo>
                <a:lnTo>
                  <a:pt x="319603" y="10024"/>
                </a:lnTo>
                <a:lnTo>
                  <a:pt x="319560" y="10335"/>
                </a:lnTo>
                <a:lnTo>
                  <a:pt x="319526" y="10652"/>
                </a:lnTo>
                <a:lnTo>
                  <a:pt x="319503" y="10974"/>
                </a:lnTo>
                <a:lnTo>
                  <a:pt x="319488" y="11301"/>
                </a:lnTo>
                <a:lnTo>
                  <a:pt x="319483" y="11634"/>
                </a:lnTo>
                <a:lnTo>
                  <a:pt x="319488" y="11966"/>
                </a:lnTo>
                <a:lnTo>
                  <a:pt x="319503" y="12294"/>
                </a:lnTo>
                <a:lnTo>
                  <a:pt x="319526" y="12616"/>
                </a:lnTo>
                <a:lnTo>
                  <a:pt x="319560" y="12933"/>
                </a:lnTo>
                <a:lnTo>
                  <a:pt x="319603" y="13244"/>
                </a:lnTo>
                <a:lnTo>
                  <a:pt x="319656" y="13550"/>
                </a:lnTo>
                <a:lnTo>
                  <a:pt x="319718" y="13851"/>
                </a:lnTo>
                <a:lnTo>
                  <a:pt x="319790" y="14146"/>
                </a:lnTo>
                <a:lnTo>
                  <a:pt x="319871" y="14436"/>
                </a:lnTo>
                <a:lnTo>
                  <a:pt x="319962" y="14721"/>
                </a:lnTo>
                <a:lnTo>
                  <a:pt x="320062" y="15001"/>
                </a:lnTo>
                <a:lnTo>
                  <a:pt x="320172" y="15275"/>
                </a:lnTo>
                <a:lnTo>
                  <a:pt x="320292" y="15544"/>
                </a:lnTo>
                <a:lnTo>
                  <a:pt x="320421" y="15807"/>
                </a:lnTo>
                <a:lnTo>
                  <a:pt x="320560" y="16066"/>
                </a:lnTo>
                <a:lnTo>
                  <a:pt x="320708" y="16318"/>
                </a:lnTo>
                <a:lnTo>
                  <a:pt x="320866" y="16566"/>
                </a:lnTo>
                <a:lnTo>
                  <a:pt x="321033" y="16808"/>
                </a:lnTo>
                <a:lnTo>
                  <a:pt x="321210" y="17045"/>
                </a:lnTo>
                <a:lnTo>
                  <a:pt x="321397" y="17277"/>
                </a:lnTo>
                <a:lnTo>
                  <a:pt x="321593" y="17503"/>
                </a:lnTo>
                <a:lnTo>
                  <a:pt x="321799" y="17724"/>
                </a:lnTo>
                <a:lnTo>
                  <a:pt x="322014" y="17940"/>
                </a:lnTo>
                <a:lnTo>
                  <a:pt x="322239" y="18150"/>
                </a:lnTo>
                <a:lnTo>
                  <a:pt x="322475" y="18354"/>
                </a:lnTo>
                <a:lnTo>
                  <a:pt x="322724" y="18549"/>
                </a:lnTo>
                <a:lnTo>
                  <a:pt x="322986" y="18735"/>
                </a:lnTo>
                <a:lnTo>
                  <a:pt x="323261" y="18912"/>
                </a:lnTo>
                <a:lnTo>
                  <a:pt x="323548" y="19081"/>
                </a:lnTo>
                <a:lnTo>
                  <a:pt x="323849" y="19241"/>
                </a:lnTo>
                <a:lnTo>
                  <a:pt x="324162" y="19393"/>
                </a:lnTo>
                <a:lnTo>
                  <a:pt x="324489" y="19535"/>
                </a:lnTo>
                <a:lnTo>
                  <a:pt x="324828" y="19670"/>
                </a:lnTo>
                <a:lnTo>
                  <a:pt x="325180" y="19795"/>
                </a:lnTo>
                <a:lnTo>
                  <a:pt x="325546" y="19912"/>
                </a:lnTo>
                <a:lnTo>
                  <a:pt x="325924" y="20020"/>
                </a:lnTo>
                <a:lnTo>
                  <a:pt x="326315" y="20120"/>
                </a:lnTo>
                <a:lnTo>
                  <a:pt x="326718" y="20211"/>
                </a:lnTo>
                <a:lnTo>
                  <a:pt x="327135" y="20293"/>
                </a:lnTo>
                <a:lnTo>
                  <a:pt x="327565" y="20366"/>
                </a:lnTo>
                <a:lnTo>
                  <a:pt x="328008" y="20431"/>
                </a:lnTo>
                <a:lnTo>
                  <a:pt x="328463" y="20488"/>
                </a:lnTo>
                <a:lnTo>
                  <a:pt x="328931" y="20535"/>
                </a:lnTo>
                <a:lnTo>
                  <a:pt x="329413" y="20574"/>
                </a:lnTo>
                <a:lnTo>
                  <a:pt x="329907" y="20604"/>
                </a:lnTo>
                <a:lnTo>
                  <a:pt x="330414" y="20626"/>
                </a:lnTo>
                <a:lnTo>
                  <a:pt x="330934" y="20639"/>
                </a:lnTo>
                <a:lnTo>
                  <a:pt x="331467" y="20643"/>
                </a:lnTo>
                <a:lnTo>
                  <a:pt x="334266" y="20643"/>
                </a:lnTo>
                <a:lnTo>
                  <a:pt x="334266" y="90796"/>
                </a:lnTo>
                <a:lnTo>
                  <a:pt x="331467" y="90796"/>
                </a:lnTo>
                <a:lnTo>
                  <a:pt x="330941" y="90800"/>
                </a:lnTo>
                <a:lnTo>
                  <a:pt x="330428" y="90813"/>
                </a:lnTo>
                <a:lnTo>
                  <a:pt x="329927" y="90834"/>
                </a:lnTo>
                <a:lnTo>
                  <a:pt x="329438" y="90864"/>
                </a:lnTo>
                <a:lnTo>
                  <a:pt x="328962" y="90902"/>
                </a:lnTo>
                <a:lnTo>
                  <a:pt x="328499" y="90949"/>
                </a:lnTo>
                <a:lnTo>
                  <a:pt x="328047" y="91005"/>
                </a:lnTo>
                <a:lnTo>
                  <a:pt x="327609" y="91068"/>
                </a:lnTo>
                <a:lnTo>
                  <a:pt x="327182" y="91141"/>
                </a:lnTo>
                <a:lnTo>
                  <a:pt x="326769" y="91221"/>
                </a:lnTo>
                <a:lnTo>
                  <a:pt x="326367" y="91311"/>
                </a:lnTo>
                <a:lnTo>
                  <a:pt x="325978" y="91408"/>
                </a:lnTo>
                <a:lnTo>
                  <a:pt x="325602" y="91515"/>
                </a:lnTo>
                <a:lnTo>
                  <a:pt x="325238" y="91630"/>
                </a:lnTo>
                <a:lnTo>
                  <a:pt x="324886" y="91753"/>
                </a:lnTo>
                <a:lnTo>
                  <a:pt x="324547" y="91885"/>
                </a:lnTo>
                <a:lnTo>
                  <a:pt x="324220" y="92025"/>
                </a:lnTo>
                <a:lnTo>
                  <a:pt x="323906" y="92174"/>
                </a:lnTo>
                <a:lnTo>
                  <a:pt x="323605" y="92331"/>
                </a:lnTo>
                <a:lnTo>
                  <a:pt x="323315" y="92497"/>
                </a:lnTo>
                <a:lnTo>
                  <a:pt x="323038" y="92671"/>
                </a:lnTo>
                <a:lnTo>
                  <a:pt x="322774" y="92854"/>
                </a:lnTo>
                <a:lnTo>
                  <a:pt x="322522" y="93046"/>
                </a:lnTo>
                <a:lnTo>
                  <a:pt x="322283" y="93245"/>
                </a:lnTo>
                <a:lnTo>
                  <a:pt x="322054" y="93452"/>
                </a:lnTo>
                <a:lnTo>
                  <a:pt x="321835" y="93665"/>
                </a:lnTo>
                <a:lnTo>
                  <a:pt x="321627" y="93882"/>
                </a:lnTo>
                <a:lnTo>
                  <a:pt x="321427" y="94106"/>
                </a:lnTo>
                <a:lnTo>
                  <a:pt x="321238" y="94334"/>
                </a:lnTo>
                <a:lnTo>
                  <a:pt x="321058" y="94568"/>
                </a:lnTo>
                <a:lnTo>
                  <a:pt x="320888" y="94808"/>
                </a:lnTo>
                <a:lnTo>
                  <a:pt x="320727" y="95053"/>
                </a:lnTo>
                <a:lnTo>
                  <a:pt x="320577" y="95304"/>
                </a:lnTo>
                <a:lnTo>
                  <a:pt x="320436" y="95560"/>
                </a:lnTo>
                <a:lnTo>
                  <a:pt x="320305" y="95821"/>
                </a:lnTo>
                <a:lnTo>
                  <a:pt x="320183" y="96088"/>
                </a:lnTo>
                <a:lnTo>
                  <a:pt x="320071" y="96361"/>
                </a:lnTo>
                <a:lnTo>
                  <a:pt x="319969" y="96639"/>
                </a:lnTo>
                <a:lnTo>
                  <a:pt x="319877" y="96922"/>
                </a:lnTo>
                <a:lnTo>
                  <a:pt x="319794" y="97211"/>
                </a:lnTo>
                <a:lnTo>
                  <a:pt x="319722" y="97505"/>
                </a:lnTo>
                <a:lnTo>
                  <a:pt x="319658" y="97805"/>
                </a:lnTo>
                <a:lnTo>
                  <a:pt x="319605" y="98110"/>
                </a:lnTo>
                <a:lnTo>
                  <a:pt x="319561" y="98421"/>
                </a:lnTo>
                <a:lnTo>
                  <a:pt x="319527" y="98737"/>
                </a:lnTo>
                <a:lnTo>
                  <a:pt x="319503" y="99059"/>
                </a:lnTo>
                <a:lnTo>
                  <a:pt x="319488" y="99386"/>
                </a:lnTo>
                <a:lnTo>
                  <a:pt x="319483" y="99718"/>
                </a:lnTo>
                <a:lnTo>
                  <a:pt x="319488" y="100051"/>
                </a:lnTo>
                <a:lnTo>
                  <a:pt x="319503" y="100379"/>
                </a:lnTo>
                <a:lnTo>
                  <a:pt x="319526" y="100701"/>
                </a:lnTo>
                <a:lnTo>
                  <a:pt x="319560" y="101018"/>
                </a:lnTo>
                <a:lnTo>
                  <a:pt x="319603" y="101330"/>
                </a:lnTo>
                <a:lnTo>
                  <a:pt x="319656" y="101637"/>
                </a:lnTo>
                <a:lnTo>
                  <a:pt x="319718" y="101939"/>
                </a:lnTo>
                <a:lnTo>
                  <a:pt x="319790" y="102236"/>
                </a:lnTo>
                <a:lnTo>
                  <a:pt x="319871" y="102527"/>
                </a:lnTo>
                <a:lnTo>
                  <a:pt x="319962" y="102813"/>
                </a:lnTo>
                <a:lnTo>
                  <a:pt x="320062" y="103094"/>
                </a:lnTo>
                <a:lnTo>
                  <a:pt x="320172" y="103370"/>
                </a:lnTo>
                <a:lnTo>
                  <a:pt x="320292" y="103641"/>
                </a:lnTo>
                <a:lnTo>
                  <a:pt x="320421" y="103907"/>
                </a:lnTo>
                <a:lnTo>
                  <a:pt x="320560" y="104167"/>
                </a:lnTo>
                <a:lnTo>
                  <a:pt x="320708" y="104422"/>
                </a:lnTo>
                <a:lnTo>
                  <a:pt x="320866" y="104672"/>
                </a:lnTo>
                <a:lnTo>
                  <a:pt x="321033" y="104917"/>
                </a:lnTo>
                <a:lnTo>
                  <a:pt x="321210" y="105157"/>
                </a:lnTo>
                <a:lnTo>
                  <a:pt x="321397" y="105392"/>
                </a:lnTo>
                <a:lnTo>
                  <a:pt x="321593" y="105621"/>
                </a:lnTo>
                <a:lnTo>
                  <a:pt x="321799" y="105846"/>
                </a:lnTo>
                <a:lnTo>
                  <a:pt x="322014" y="106065"/>
                </a:lnTo>
                <a:lnTo>
                  <a:pt x="322239" y="106279"/>
                </a:lnTo>
                <a:lnTo>
                  <a:pt x="322475" y="106486"/>
                </a:lnTo>
                <a:lnTo>
                  <a:pt x="322724" y="106684"/>
                </a:lnTo>
                <a:lnTo>
                  <a:pt x="322986" y="106873"/>
                </a:lnTo>
                <a:lnTo>
                  <a:pt x="323261" y="107054"/>
                </a:lnTo>
                <a:lnTo>
                  <a:pt x="323548" y="107226"/>
                </a:lnTo>
                <a:lnTo>
                  <a:pt x="323849" y="107389"/>
                </a:lnTo>
                <a:lnTo>
                  <a:pt x="324162" y="107543"/>
                </a:lnTo>
                <a:lnTo>
                  <a:pt x="324489" y="107688"/>
                </a:lnTo>
                <a:lnTo>
                  <a:pt x="324828" y="107825"/>
                </a:lnTo>
                <a:lnTo>
                  <a:pt x="325180" y="107952"/>
                </a:lnTo>
                <a:lnTo>
                  <a:pt x="325546" y="108071"/>
                </a:lnTo>
                <a:lnTo>
                  <a:pt x="325924" y="108181"/>
                </a:lnTo>
                <a:lnTo>
                  <a:pt x="326315" y="108283"/>
                </a:lnTo>
                <a:lnTo>
                  <a:pt x="326718" y="108375"/>
                </a:lnTo>
                <a:lnTo>
                  <a:pt x="327135" y="108459"/>
                </a:lnTo>
                <a:lnTo>
                  <a:pt x="327565" y="108534"/>
                </a:lnTo>
                <a:lnTo>
                  <a:pt x="328008" y="108600"/>
                </a:lnTo>
                <a:lnTo>
                  <a:pt x="328463" y="108657"/>
                </a:lnTo>
                <a:lnTo>
                  <a:pt x="328931" y="108705"/>
                </a:lnTo>
                <a:lnTo>
                  <a:pt x="329413" y="108745"/>
                </a:lnTo>
                <a:lnTo>
                  <a:pt x="329907" y="108776"/>
                </a:lnTo>
                <a:lnTo>
                  <a:pt x="330414" y="108798"/>
                </a:lnTo>
                <a:lnTo>
                  <a:pt x="330934" y="108811"/>
                </a:lnTo>
                <a:lnTo>
                  <a:pt x="331467" y="108815"/>
                </a:lnTo>
                <a:lnTo>
                  <a:pt x="415878" y="108815"/>
                </a:lnTo>
                <a:lnTo>
                  <a:pt x="415878" y="80999"/>
                </a:lnTo>
                <a:lnTo>
                  <a:pt x="415873" y="80445"/>
                </a:lnTo>
                <a:lnTo>
                  <a:pt x="415861" y="79904"/>
                </a:lnTo>
                <a:lnTo>
                  <a:pt x="415839" y="79378"/>
                </a:lnTo>
                <a:lnTo>
                  <a:pt x="415809" y="78865"/>
                </a:lnTo>
                <a:lnTo>
                  <a:pt x="415770" y="78366"/>
                </a:lnTo>
                <a:lnTo>
                  <a:pt x="415722" y="77880"/>
                </a:lnTo>
                <a:lnTo>
                  <a:pt x="415666" y="77409"/>
                </a:lnTo>
                <a:lnTo>
                  <a:pt x="415601" y="76951"/>
                </a:lnTo>
                <a:lnTo>
                  <a:pt x="415527" y="76507"/>
                </a:lnTo>
                <a:lnTo>
                  <a:pt x="415445" y="76077"/>
                </a:lnTo>
                <a:lnTo>
                  <a:pt x="415354" y="75661"/>
                </a:lnTo>
                <a:lnTo>
                  <a:pt x="415255" y="75259"/>
                </a:lnTo>
                <a:lnTo>
                  <a:pt x="415146" y="74870"/>
                </a:lnTo>
                <a:lnTo>
                  <a:pt x="415030" y="74496"/>
                </a:lnTo>
                <a:lnTo>
                  <a:pt x="414904" y="74135"/>
                </a:lnTo>
                <a:lnTo>
                  <a:pt x="414770" y="73788"/>
                </a:lnTo>
                <a:lnTo>
                  <a:pt x="414627" y="73454"/>
                </a:lnTo>
                <a:lnTo>
                  <a:pt x="414476" y="73135"/>
                </a:lnTo>
                <a:lnTo>
                  <a:pt x="414315" y="72829"/>
                </a:lnTo>
                <a:lnTo>
                  <a:pt x="414147" y="72538"/>
                </a:lnTo>
                <a:lnTo>
                  <a:pt x="413969" y="72260"/>
                </a:lnTo>
                <a:lnTo>
                  <a:pt x="413783" y="71995"/>
                </a:lnTo>
                <a:lnTo>
                  <a:pt x="413588" y="71745"/>
                </a:lnTo>
                <a:lnTo>
                  <a:pt x="413385" y="71509"/>
                </a:lnTo>
                <a:lnTo>
                  <a:pt x="413175" y="71284"/>
                </a:lnTo>
                <a:lnTo>
                  <a:pt x="412959" y="71068"/>
                </a:lnTo>
                <a:lnTo>
                  <a:pt x="412739" y="70863"/>
                </a:lnTo>
                <a:lnTo>
                  <a:pt x="412514" y="70667"/>
                </a:lnTo>
                <a:lnTo>
                  <a:pt x="412283" y="70480"/>
                </a:lnTo>
                <a:lnTo>
                  <a:pt x="412048" y="70303"/>
                </a:lnTo>
                <a:lnTo>
                  <a:pt x="411808" y="70136"/>
                </a:lnTo>
                <a:lnTo>
                  <a:pt x="411563" y="69978"/>
                </a:lnTo>
                <a:lnTo>
                  <a:pt x="411312" y="69829"/>
                </a:lnTo>
                <a:lnTo>
                  <a:pt x="411057" y="69691"/>
                </a:lnTo>
                <a:lnTo>
                  <a:pt x="410796" y="69562"/>
                </a:lnTo>
                <a:lnTo>
                  <a:pt x="410531" y="69442"/>
                </a:lnTo>
                <a:lnTo>
                  <a:pt x="410261" y="69332"/>
                </a:lnTo>
                <a:lnTo>
                  <a:pt x="409985" y="69232"/>
                </a:lnTo>
                <a:lnTo>
                  <a:pt x="409705" y="69141"/>
                </a:lnTo>
                <a:lnTo>
                  <a:pt x="409419" y="69059"/>
                </a:lnTo>
                <a:lnTo>
                  <a:pt x="409129" y="68988"/>
                </a:lnTo>
                <a:lnTo>
                  <a:pt x="408834" y="68925"/>
                </a:lnTo>
                <a:lnTo>
                  <a:pt x="408533" y="68873"/>
                </a:lnTo>
                <a:lnTo>
                  <a:pt x="408228" y="68830"/>
                </a:lnTo>
                <a:lnTo>
                  <a:pt x="407917" y="68796"/>
                </a:lnTo>
                <a:lnTo>
                  <a:pt x="407602" y="68772"/>
                </a:lnTo>
                <a:lnTo>
                  <a:pt x="407281" y="68758"/>
                </a:lnTo>
                <a:lnTo>
                  <a:pt x="406956" y="68753"/>
                </a:lnTo>
                <a:lnTo>
                  <a:pt x="406623" y="68758"/>
                </a:lnTo>
                <a:lnTo>
                  <a:pt x="406296" y="68772"/>
                </a:lnTo>
                <a:lnTo>
                  <a:pt x="405974" y="68796"/>
                </a:lnTo>
                <a:lnTo>
                  <a:pt x="405657" y="68830"/>
                </a:lnTo>
                <a:lnTo>
                  <a:pt x="405346" y="68873"/>
                </a:lnTo>
                <a:lnTo>
                  <a:pt x="405039" y="68925"/>
                </a:lnTo>
                <a:lnTo>
                  <a:pt x="404739" y="68988"/>
                </a:lnTo>
                <a:lnTo>
                  <a:pt x="404443" y="69059"/>
                </a:lnTo>
                <a:lnTo>
                  <a:pt x="404153" y="69141"/>
                </a:lnTo>
                <a:lnTo>
                  <a:pt x="403868" y="69232"/>
                </a:lnTo>
                <a:lnTo>
                  <a:pt x="403589" y="69332"/>
                </a:lnTo>
                <a:lnTo>
                  <a:pt x="403315" y="69442"/>
                </a:lnTo>
                <a:lnTo>
                  <a:pt x="403046" y="69562"/>
                </a:lnTo>
                <a:lnTo>
                  <a:pt x="402782" y="69691"/>
                </a:lnTo>
                <a:lnTo>
                  <a:pt x="402524" y="69829"/>
                </a:lnTo>
                <a:lnTo>
                  <a:pt x="402271" y="69978"/>
                </a:lnTo>
                <a:lnTo>
                  <a:pt x="402023" y="70136"/>
                </a:lnTo>
                <a:lnTo>
                  <a:pt x="401781" y="70303"/>
                </a:lnTo>
                <a:lnTo>
                  <a:pt x="401544" y="70480"/>
                </a:lnTo>
                <a:lnTo>
                  <a:pt x="401312" y="70667"/>
                </a:lnTo>
                <a:lnTo>
                  <a:pt x="401086" y="70863"/>
                </a:lnTo>
                <a:lnTo>
                  <a:pt x="400865" y="71068"/>
                </a:lnTo>
                <a:lnTo>
                  <a:pt x="400649" y="71284"/>
                </a:lnTo>
                <a:lnTo>
                  <a:pt x="400439" y="71509"/>
                </a:lnTo>
                <a:lnTo>
                  <a:pt x="400236" y="71745"/>
                </a:lnTo>
                <a:lnTo>
                  <a:pt x="400041" y="71995"/>
                </a:lnTo>
                <a:lnTo>
                  <a:pt x="399855" y="72260"/>
                </a:lnTo>
                <a:lnTo>
                  <a:pt x="399677" y="72538"/>
                </a:lnTo>
                <a:lnTo>
                  <a:pt x="399508" y="72829"/>
                </a:lnTo>
                <a:lnTo>
                  <a:pt x="399348" y="73135"/>
                </a:lnTo>
                <a:lnTo>
                  <a:pt x="399197" y="73454"/>
                </a:lnTo>
                <a:lnTo>
                  <a:pt x="399054" y="73788"/>
                </a:lnTo>
                <a:lnTo>
                  <a:pt x="398920" y="74135"/>
                </a:lnTo>
                <a:lnTo>
                  <a:pt x="398794" y="74496"/>
                </a:lnTo>
                <a:lnTo>
                  <a:pt x="398677" y="74870"/>
                </a:lnTo>
                <a:lnTo>
                  <a:pt x="398569" y="75259"/>
                </a:lnTo>
                <a:lnTo>
                  <a:pt x="398470" y="75661"/>
                </a:lnTo>
                <a:lnTo>
                  <a:pt x="398379" y="76077"/>
                </a:lnTo>
                <a:lnTo>
                  <a:pt x="398297" y="76507"/>
                </a:lnTo>
                <a:lnTo>
                  <a:pt x="398223" y="76951"/>
                </a:lnTo>
                <a:lnTo>
                  <a:pt x="398158" y="77409"/>
                </a:lnTo>
                <a:lnTo>
                  <a:pt x="398102" y="77880"/>
                </a:lnTo>
                <a:lnTo>
                  <a:pt x="398054" y="78366"/>
                </a:lnTo>
                <a:lnTo>
                  <a:pt x="398015" y="78865"/>
                </a:lnTo>
                <a:lnTo>
                  <a:pt x="397985" y="79378"/>
                </a:lnTo>
                <a:lnTo>
                  <a:pt x="397963" y="79904"/>
                </a:lnTo>
                <a:lnTo>
                  <a:pt x="397950" y="80445"/>
                </a:lnTo>
                <a:lnTo>
                  <a:pt x="397946" y="80999"/>
                </a:lnTo>
                <a:lnTo>
                  <a:pt x="397946" y="90796"/>
                </a:lnTo>
                <a:lnTo>
                  <a:pt x="352198" y="90796"/>
                </a:lnTo>
                <a:lnTo>
                  <a:pt x="352198" y="64554"/>
                </a:lnTo>
                <a:lnTo>
                  <a:pt x="367943" y="64554"/>
                </a:lnTo>
                <a:lnTo>
                  <a:pt x="367945" y="65107"/>
                </a:lnTo>
                <a:lnTo>
                  <a:pt x="367952" y="65643"/>
                </a:lnTo>
                <a:close/>
                <a:moveTo>
                  <a:pt x="857193" y="7056"/>
                </a:moveTo>
                <a:lnTo>
                  <a:pt x="857035" y="6811"/>
                </a:lnTo>
                <a:lnTo>
                  <a:pt x="856867" y="6571"/>
                </a:lnTo>
                <a:lnTo>
                  <a:pt x="856690" y="6337"/>
                </a:lnTo>
                <a:lnTo>
                  <a:pt x="856504" y="6108"/>
                </a:lnTo>
                <a:lnTo>
                  <a:pt x="856308" y="5885"/>
                </a:lnTo>
                <a:lnTo>
                  <a:pt x="856102" y="5667"/>
                </a:lnTo>
                <a:lnTo>
                  <a:pt x="855887" y="5455"/>
                </a:lnTo>
                <a:lnTo>
                  <a:pt x="855662" y="5248"/>
                </a:lnTo>
                <a:lnTo>
                  <a:pt x="855426" y="5048"/>
                </a:lnTo>
                <a:lnTo>
                  <a:pt x="855177" y="4857"/>
                </a:lnTo>
                <a:lnTo>
                  <a:pt x="854915" y="4674"/>
                </a:lnTo>
                <a:lnTo>
                  <a:pt x="854640" y="4500"/>
                </a:lnTo>
                <a:lnTo>
                  <a:pt x="854352" y="4334"/>
                </a:lnTo>
                <a:lnTo>
                  <a:pt x="854052" y="4177"/>
                </a:lnTo>
                <a:lnTo>
                  <a:pt x="853738" y="4028"/>
                </a:lnTo>
                <a:lnTo>
                  <a:pt x="853412" y="3888"/>
                </a:lnTo>
                <a:lnTo>
                  <a:pt x="853072" y="3756"/>
                </a:lnTo>
                <a:lnTo>
                  <a:pt x="852720" y="3633"/>
                </a:lnTo>
                <a:lnTo>
                  <a:pt x="852355" y="3518"/>
                </a:lnTo>
                <a:lnTo>
                  <a:pt x="851977" y="3411"/>
                </a:lnTo>
                <a:lnTo>
                  <a:pt x="851586" y="3314"/>
                </a:lnTo>
                <a:lnTo>
                  <a:pt x="851182" y="3224"/>
                </a:lnTo>
                <a:lnTo>
                  <a:pt x="850765" y="3144"/>
                </a:lnTo>
                <a:lnTo>
                  <a:pt x="850336" y="3071"/>
                </a:lnTo>
                <a:lnTo>
                  <a:pt x="849893" y="3007"/>
                </a:lnTo>
                <a:lnTo>
                  <a:pt x="849438" y="2952"/>
                </a:lnTo>
                <a:lnTo>
                  <a:pt x="848969" y="2905"/>
                </a:lnTo>
                <a:lnTo>
                  <a:pt x="848488" y="2867"/>
                </a:lnTo>
                <a:lnTo>
                  <a:pt x="847994" y="2837"/>
                </a:lnTo>
                <a:lnTo>
                  <a:pt x="847486" y="2816"/>
                </a:lnTo>
                <a:lnTo>
                  <a:pt x="846966" y="2803"/>
                </a:lnTo>
                <a:lnTo>
                  <a:pt x="846433" y="2799"/>
                </a:lnTo>
                <a:lnTo>
                  <a:pt x="822379" y="2624"/>
                </a:lnTo>
                <a:lnTo>
                  <a:pt x="821846" y="2628"/>
                </a:lnTo>
                <a:lnTo>
                  <a:pt x="821326" y="2641"/>
                </a:lnTo>
                <a:lnTo>
                  <a:pt x="820818" y="2663"/>
                </a:lnTo>
                <a:lnTo>
                  <a:pt x="820324" y="2693"/>
                </a:lnTo>
                <a:lnTo>
                  <a:pt x="819843" y="2732"/>
                </a:lnTo>
                <a:lnTo>
                  <a:pt x="819374" y="2780"/>
                </a:lnTo>
                <a:lnTo>
                  <a:pt x="818919" y="2836"/>
                </a:lnTo>
                <a:lnTo>
                  <a:pt x="818476" y="2901"/>
                </a:lnTo>
                <a:lnTo>
                  <a:pt x="818047" y="2975"/>
                </a:lnTo>
                <a:lnTo>
                  <a:pt x="817630" y="3057"/>
                </a:lnTo>
                <a:lnTo>
                  <a:pt x="817226" y="3148"/>
                </a:lnTo>
                <a:lnTo>
                  <a:pt x="816835" y="3247"/>
                </a:lnTo>
                <a:lnTo>
                  <a:pt x="816457" y="3356"/>
                </a:lnTo>
                <a:lnTo>
                  <a:pt x="816092" y="3472"/>
                </a:lnTo>
                <a:lnTo>
                  <a:pt x="815740" y="3598"/>
                </a:lnTo>
                <a:lnTo>
                  <a:pt x="815400" y="3732"/>
                </a:lnTo>
                <a:lnTo>
                  <a:pt x="815074" y="3875"/>
                </a:lnTo>
                <a:lnTo>
                  <a:pt x="814760" y="4026"/>
                </a:lnTo>
                <a:lnTo>
                  <a:pt x="814460" y="4187"/>
                </a:lnTo>
                <a:lnTo>
                  <a:pt x="814172" y="4355"/>
                </a:lnTo>
                <a:lnTo>
                  <a:pt x="813897" y="4533"/>
                </a:lnTo>
                <a:lnTo>
                  <a:pt x="813635" y="4719"/>
                </a:lnTo>
                <a:lnTo>
                  <a:pt x="813386" y="4914"/>
                </a:lnTo>
                <a:lnTo>
                  <a:pt x="813150" y="5117"/>
                </a:lnTo>
                <a:lnTo>
                  <a:pt x="812925" y="5328"/>
                </a:lnTo>
                <a:lnTo>
                  <a:pt x="812710" y="5543"/>
                </a:lnTo>
                <a:lnTo>
                  <a:pt x="812504" y="5764"/>
                </a:lnTo>
                <a:lnTo>
                  <a:pt x="812308" y="5991"/>
                </a:lnTo>
                <a:lnTo>
                  <a:pt x="812122" y="6222"/>
                </a:lnTo>
                <a:lnTo>
                  <a:pt x="811945" y="6459"/>
                </a:lnTo>
                <a:lnTo>
                  <a:pt x="811777" y="6702"/>
                </a:lnTo>
                <a:lnTo>
                  <a:pt x="811619" y="6949"/>
                </a:lnTo>
                <a:lnTo>
                  <a:pt x="811471" y="7202"/>
                </a:lnTo>
                <a:lnTo>
                  <a:pt x="811332" y="7460"/>
                </a:lnTo>
                <a:lnTo>
                  <a:pt x="811203" y="7724"/>
                </a:lnTo>
                <a:lnTo>
                  <a:pt x="811084" y="7993"/>
                </a:lnTo>
                <a:lnTo>
                  <a:pt x="810974" y="8267"/>
                </a:lnTo>
                <a:lnTo>
                  <a:pt x="810873" y="8546"/>
                </a:lnTo>
                <a:lnTo>
                  <a:pt x="810782" y="8831"/>
                </a:lnTo>
                <a:lnTo>
                  <a:pt x="810701" y="9121"/>
                </a:lnTo>
                <a:lnTo>
                  <a:pt x="810629" y="9417"/>
                </a:lnTo>
                <a:lnTo>
                  <a:pt x="810567" y="9718"/>
                </a:lnTo>
                <a:lnTo>
                  <a:pt x="810514" y="10024"/>
                </a:lnTo>
                <a:lnTo>
                  <a:pt x="810471" y="10335"/>
                </a:lnTo>
                <a:lnTo>
                  <a:pt x="810438" y="10652"/>
                </a:lnTo>
                <a:lnTo>
                  <a:pt x="810414" y="10974"/>
                </a:lnTo>
                <a:lnTo>
                  <a:pt x="810400" y="11301"/>
                </a:lnTo>
                <a:lnTo>
                  <a:pt x="810395" y="11634"/>
                </a:lnTo>
                <a:lnTo>
                  <a:pt x="810400" y="11966"/>
                </a:lnTo>
                <a:lnTo>
                  <a:pt x="810414" y="12294"/>
                </a:lnTo>
                <a:lnTo>
                  <a:pt x="810438" y="12616"/>
                </a:lnTo>
                <a:lnTo>
                  <a:pt x="810471" y="12933"/>
                </a:lnTo>
                <a:lnTo>
                  <a:pt x="810514" y="13244"/>
                </a:lnTo>
                <a:lnTo>
                  <a:pt x="810567" y="13550"/>
                </a:lnTo>
                <a:lnTo>
                  <a:pt x="810629" y="13851"/>
                </a:lnTo>
                <a:lnTo>
                  <a:pt x="810701" y="14146"/>
                </a:lnTo>
                <a:lnTo>
                  <a:pt x="810782" y="14436"/>
                </a:lnTo>
                <a:lnTo>
                  <a:pt x="810873" y="14721"/>
                </a:lnTo>
                <a:lnTo>
                  <a:pt x="810974" y="15001"/>
                </a:lnTo>
                <a:lnTo>
                  <a:pt x="811084" y="15275"/>
                </a:lnTo>
                <a:lnTo>
                  <a:pt x="811203" y="15544"/>
                </a:lnTo>
                <a:lnTo>
                  <a:pt x="811332" y="15807"/>
                </a:lnTo>
                <a:lnTo>
                  <a:pt x="811471" y="16066"/>
                </a:lnTo>
                <a:lnTo>
                  <a:pt x="811619" y="16318"/>
                </a:lnTo>
                <a:lnTo>
                  <a:pt x="811777" y="16566"/>
                </a:lnTo>
                <a:lnTo>
                  <a:pt x="811945" y="16808"/>
                </a:lnTo>
                <a:lnTo>
                  <a:pt x="812122" y="17045"/>
                </a:lnTo>
                <a:lnTo>
                  <a:pt x="812308" y="17277"/>
                </a:lnTo>
                <a:lnTo>
                  <a:pt x="812504" y="17503"/>
                </a:lnTo>
                <a:lnTo>
                  <a:pt x="812710" y="17724"/>
                </a:lnTo>
                <a:lnTo>
                  <a:pt x="812925" y="17940"/>
                </a:lnTo>
                <a:lnTo>
                  <a:pt x="813150" y="18150"/>
                </a:lnTo>
                <a:lnTo>
                  <a:pt x="813386" y="18354"/>
                </a:lnTo>
                <a:lnTo>
                  <a:pt x="813635" y="18549"/>
                </a:lnTo>
                <a:lnTo>
                  <a:pt x="813897" y="18735"/>
                </a:lnTo>
                <a:lnTo>
                  <a:pt x="814172" y="18912"/>
                </a:lnTo>
                <a:lnTo>
                  <a:pt x="814460" y="19081"/>
                </a:lnTo>
                <a:lnTo>
                  <a:pt x="814760" y="19241"/>
                </a:lnTo>
                <a:lnTo>
                  <a:pt x="815074" y="19393"/>
                </a:lnTo>
                <a:lnTo>
                  <a:pt x="815400" y="19535"/>
                </a:lnTo>
                <a:lnTo>
                  <a:pt x="815740" y="19670"/>
                </a:lnTo>
                <a:lnTo>
                  <a:pt x="816092" y="19795"/>
                </a:lnTo>
                <a:lnTo>
                  <a:pt x="816457" y="19912"/>
                </a:lnTo>
                <a:lnTo>
                  <a:pt x="816835" y="20020"/>
                </a:lnTo>
                <a:lnTo>
                  <a:pt x="817226" y="20120"/>
                </a:lnTo>
                <a:lnTo>
                  <a:pt x="817630" y="20211"/>
                </a:lnTo>
                <a:lnTo>
                  <a:pt x="818047" y="20293"/>
                </a:lnTo>
                <a:lnTo>
                  <a:pt x="818476" y="20366"/>
                </a:lnTo>
                <a:lnTo>
                  <a:pt x="818919" y="20431"/>
                </a:lnTo>
                <a:lnTo>
                  <a:pt x="819374" y="20488"/>
                </a:lnTo>
                <a:lnTo>
                  <a:pt x="819843" y="20535"/>
                </a:lnTo>
                <a:lnTo>
                  <a:pt x="820324" y="20574"/>
                </a:lnTo>
                <a:lnTo>
                  <a:pt x="820818" y="20604"/>
                </a:lnTo>
                <a:lnTo>
                  <a:pt x="821326" y="20626"/>
                </a:lnTo>
                <a:lnTo>
                  <a:pt x="821846" y="20639"/>
                </a:lnTo>
                <a:lnTo>
                  <a:pt x="822379" y="20643"/>
                </a:lnTo>
                <a:lnTo>
                  <a:pt x="826490" y="20643"/>
                </a:lnTo>
                <a:lnTo>
                  <a:pt x="800511" y="82661"/>
                </a:lnTo>
                <a:lnTo>
                  <a:pt x="774706" y="20818"/>
                </a:lnTo>
                <a:lnTo>
                  <a:pt x="778905" y="20818"/>
                </a:lnTo>
                <a:lnTo>
                  <a:pt x="779438" y="20814"/>
                </a:lnTo>
                <a:lnTo>
                  <a:pt x="779958" y="20801"/>
                </a:lnTo>
                <a:lnTo>
                  <a:pt x="780464" y="20779"/>
                </a:lnTo>
                <a:lnTo>
                  <a:pt x="780958" y="20748"/>
                </a:lnTo>
                <a:lnTo>
                  <a:pt x="781439" y="20708"/>
                </a:lnTo>
                <a:lnTo>
                  <a:pt x="781906" y="20660"/>
                </a:lnTo>
                <a:lnTo>
                  <a:pt x="782361" y="20603"/>
                </a:lnTo>
                <a:lnTo>
                  <a:pt x="782802" y="20537"/>
                </a:lnTo>
                <a:lnTo>
                  <a:pt x="783231" y="20462"/>
                </a:lnTo>
                <a:lnTo>
                  <a:pt x="783646" y="20378"/>
                </a:lnTo>
                <a:lnTo>
                  <a:pt x="784048" y="20286"/>
                </a:lnTo>
                <a:lnTo>
                  <a:pt x="784438" y="20184"/>
                </a:lnTo>
                <a:lnTo>
                  <a:pt x="784814" y="20074"/>
                </a:lnTo>
                <a:lnTo>
                  <a:pt x="785177" y="19955"/>
                </a:lnTo>
                <a:lnTo>
                  <a:pt x="785527" y="19827"/>
                </a:lnTo>
                <a:lnTo>
                  <a:pt x="785864" y="19691"/>
                </a:lnTo>
                <a:lnTo>
                  <a:pt x="786188" y="19546"/>
                </a:lnTo>
                <a:lnTo>
                  <a:pt x="786499" y="19391"/>
                </a:lnTo>
                <a:lnTo>
                  <a:pt x="786796" y="19229"/>
                </a:lnTo>
                <a:lnTo>
                  <a:pt x="787081" y="19057"/>
                </a:lnTo>
                <a:lnTo>
                  <a:pt x="787353" y="18876"/>
                </a:lnTo>
                <a:lnTo>
                  <a:pt x="787611" y="18687"/>
                </a:lnTo>
                <a:lnTo>
                  <a:pt x="787857" y="18489"/>
                </a:lnTo>
                <a:lnTo>
                  <a:pt x="788089" y="18282"/>
                </a:lnTo>
                <a:lnTo>
                  <a:pt x="788311" y="18068"/>
                </a:lnTo>
                <a:lnTo>
                  <a:pt x="788523" y="17849"/>
                </a:lnTo>
                <a:lnTo>
                  <a:pt x="788725" y="17624"/>
                </a:lnTo>
                <a:lnTo>
                  <a:pt x="788918" y="17395"/>
                </a:lnTo>
                <a:lnTo>
                  <a:pt x="789102" y="17160"/>
                </a:lnTo>
                <a:lnTo>
                  <a:pt x="789276" y="16920"/>
                </a:lnTo>
                <a:lnTo>
                  <a:pt x="789441" y="16675"/>
                </a:lnTo>
                <a:lnTo>
                  <a:pt x="789596" y="16425"/>
                </a:lnTo>
                <a:lnTo>
                  <a:pt x="789742" y="16170"/>
                </a:lnTo>
                <a:lnTo>
                  <a:pt x="789878" y="15910"/>
                </a:lnTo>
                <a:lnTo>
                  <a:pt x="790006" y="15644"/>
                </a:lnTo>
                <a:lnTo>
                  <a:pt x="790123" y="15373"/>
                </a:lnTo>
                <a:lnTo>
                  <a:pt x="790231" y="15097"/>
                </a:lnTo>
                <a:lnTo>
                  <a:pt x="790330" y="14816"/>
                </a:lnTo>
                <a:lnTo>
                  <a:pt x="790420" y="14530"/>
                </a:lnTo>
                <a:lnTo>
                  <a:pt x="790500" y="14239"/>
                </a:lnTo>
                <a:lnTo>
                  <a:pt x="790570" y="13942"/>
                </a:lnTo>
                <a:lnTo>
                  <a:pt x="790632" y="13640"/>
                </a:lnTo>
                <a:lnTo>
                  <a:pt x="790683" y="13333"/>
                </a:lnTo>
                <a:lnTo>
                  <a:pt x="790726" y="13021"/>
                </a:lnTo>
                <a:lnTo>
                  <a:pt x="790759" y="12704"/>
                </a:lnTo>
                <a:lnTo>
                  <a:pt x="790782" y="12382"/>
                </a:lnTo>
                <a:lnTo>
                  <a:pt x="790796" y="12054"/>
                </a:lnTo>
                <a:lnTo>
                  <a:pt x="790801" y="11721"/>
                </a:lnTo>
                <a:lnTo>
                  <a:pt x="790796" y="11389"/>
                </a:lnTo>
                <a:lnTo>
                  <a:pt x="790782" y="11062"/>
                </a:lnTo>
                <a:lnTo>
                  <a:pt x="790758" y="10740"/>
                </a:lnTo>
                <a:lnTo>
                  <a:pt x="790725" y="10424"/>
                </a:lnTo>
                <a:lnTo>
                  <a:pt x="790682" y="10113"/>
                </a:lnTo>
                <a:lnTo>
                  <a:pt x="790629" y="9808"/>
                </a:lnTo>
                <a:lnTo>
                  <a:pt x="790567" y="9508"/>
                </a:lnTo>
                <a:lnTo>
                  <a:pt x="790495" y="9214"/>
                </a:lnTo>
                <a:lnTo>
                  <a:pt x="790414" y="8925"/>
                </a:lnTo>
                <a:lnTo>
                  <a:pt x="790323" y="8642"/>
                </a:lnTo>
                <a:lnTo>
                  <a:pt x="790222" y="8364"/>
                </a:lnTo>
                <a:lnTo>
                  <a:pt x="790112" y="8091"/>
                </a:lnTo>
                <a:lnTo>
                  <a:pt x="789993" y="7824"/>
                </a:lnTo>
                <a:lnTo>
                  <a:pt x="789864" y="7563"/>
                </a:lnTo>
                <a:lnTo>
                  <a:pt x="789725" y="7307"/>
                </a:lnTo>
                <a:lnTo>
                  <a:pt x="789576" y="7056"/>
                </a:lnTo>
                <a:lnTo>
                  <a:pt x="789419" y="6811"/>
                </a:lnTo>
                <a:lnTo>
                  <a:pt x="789251" y="6571"/>
                </a:lnTo>
                <a:lnTo>
                  <a:pt x="789074" y="6337"/>
                </a:lnTo>
                <a:lnTo>
                  <a:pt x="788888" y="6108"/>
                </a:lnTo>
                <a:lnTo>
                  <a:pt x="788692" y="5885"/>
                </a:lnTo>
                <a:lnTo>
                  <a:pt x="788486" y="5667"/>
                </a:lnTo>
                <a:lnTo>
                  <a:pt x="788271" y="5455"/>
                </a:lnTo>
                <a:lnTo>
                  <a:pt x="788046" y="5248"/>
                </a:lnTo>
                <a:lnTo>
                  <a:pt x="787810" y="5048"/>
                </a:lnTo>
                <a:lnTo>
                  <a:pt x="787561" y="4857"/>
                </a:lnTo>
                <a:lnTo>
                  <a:pt x="787300" y="4674"/>
                </a:lnTo>
                <a:lnTo>
                  <a:pt x="787026" y="4500"/>
                </a:lnTo>
                <a:lnTo>
                  <a:pt x="786740" y="4334"/>
                </a:lnTo>
                <a:lnTo>
                  <a:pt x="786441" y="4177"/>
                </a:lnTo>
                <a:lnTo>
                  <a:pt x="786130" y="4028"/>
                </a:lnTo>
                <a:lnTo>
                  <a:pt x="785805" y="3888"/>
                </a:lnTo>
                <a:lnTo>
                  <a:pt x="785469" y="3756"/>
                </a:lnTo>
                <a:lnTo>
                  <a:pt x="785119" y="3633"/>
                </a:lnTo>
                <a:lnTo>
                  <a:pt x="784757" y="3518"/>
                </a:lnTo>
                <a:lnTo>
                  <a:pt x="784383" y="3411"/>
                </a:lnTo>
                <a:lnTo>
                  <a:pt x="783996" y="3314"/>
                </a:lnTo>
                <a:lnTo>
                  <a:pt x="783596" y="3224"/>
                </a:lnTo>
                <a:lnTo>
                  <a:pt x="783184" y="3144"/>
                </a:lnTo>
                <a:lnTo>
                  <a:pt x="782759" y="3071"/>
                </a:lnTo>
                <a:lnTo>
                  <a:pt x="782321" y="3007"/>
                </a:lnTo>
                <a:lnTo>
                  <a:pt x="781871" y="2952"/>
                </a:lnTo>
                <a:lnTo>
                  <a:pt x="781408" y="2905"/>
                </a:lnTo>
                <a:lnTo>
                  <a:pt x="780933" y="2867"/>
                </a:lnTo>
                <a:lnTo>
                  <a:pt x="780445" y="2837"/>
                </a:lnTo>
                <a:lnTo>
                  <a:pt x="779944" y="2816"/>
                </a:lnTo>
                <a:lnTo>
                  <a:pt x="779431" y="2803"/>
                </a:lnTo>
                <a:lnTo>
                  <a:pt x="778905" y="2799"/>
                </a:lnTo>
                <a:lnTo>
                  <a:pt x="754675" y="2624"/>
                </a:lnTo>
                <a:lnTo>
                  <a:pt x="754142" y="2628"/>
                </a:lnTo>
                <a:lnTo>
                  <a:pt x="753622" y="2641"/>
                </a:lnTo>
                <a:lnTo>
                  <a:pt x="753115" y="2663"/>
                </a:lnTo>
                <a:lnTo>
                  <a:pt x="752621" y="2693"/>
                </a:lnTo>
                <a:lnTo>
                  <a:pt x="752139" y="2732"/>
                </a:lnTo>
                <a:lnTo>
                  <a:pt x="751671" y="2780"/>
                </a:lnTo>
                <a:lnTo>
                  <a:pt x="751215" y="2836"/>
                </a:lnTo>
                <a:lnTo>
                  <a:pt x="750773" y="2901"/>
                </a:lnTo>
                <a:lnTo>
                  <a:pt x="750343" y="2975"/>
                </a:lnTo>
                <a:lnTo>
                  <a:pt x="749926" y="3057"/>
                </a:lnTo>
                <a:lnTo>
                  <a:pt x="749523" y="3148"/>
                </a:lnTo>
                <a:lnTo>
                  <a:pt x="749132" y="3247"/>
                </a:lnTo>
                <a:lnTo>
                  <a:pt x="748753" y="3356"/>
                </a:lnTo>
                <a:lnTo>
                  <a:pt x="748388" y="3472"/>
                </a:lnTo>
                <a:lnTo>
                  <a:pt x="748036" y="3598"/>
                </a:lnTo>
                <a:lnTo>
                  <a:pt x="747697" y="3732"/>
                </a:lnTo>
                <a:lnTo>
                  <a:pt x="747370" y="3875"/>
                </a:lnTo>
                <a:lnTo>
                  <a:pt x="747057" y="4026"/>
                </a:lnTo>
                <a:lnTo>
                  <a:pt x="746756" y="4187"/>
                </a:lnTo>
                <a:lnTo>
                  <a:pt x="746468" y="4355"/>
                </a:lnTo>
                <a:lnTo>
                  <a:pt x="746194" y="4533"/>
                </a:lnTo>
                <a:lnTo>
                  <a:pt x="745932" y="4719"/>
                </a:lnTo>
                <a:lnTo>
                  <a:pt x="745683" y="4914"/>
                </a:lnTo>
                <a:lnTo>
                  <a:pt x="745447" y="5117"/>
                </a:lnTo>
                <a:lnTo>
                  <a:pt x="745222" y="5328"/>
                </a:lnTo>
                <a:lnTo>
                  <a:pt x="745007" y="5543"/>
                </a:lnTo>
                <a:lnTo>
                  <a:pt x="744801" y="5764"/>
                </a:lnTo>
                <a:lnTo>
                  <a:pt x="744605" y="5991"/>
                </a:lnTo>
                <a:lnTo>
                  <a:pt x="744418" y="6222"/>
                </a:lnTo>
                <a:lnTo>
                  <a:pt x="744241" y="6459"/>
                </a:lnTo>
                <a:lnTo>
                  <a:pt x="744074" y="6702"/>
                </a:lnTo>
                <a:lnTo>
                  <a:pt x="743916" y="6949"/>
                </a:lnTo>
                <a:lnTo>
                  <a:pt x="743768" y="7202"/>
                </a:lnTo>
                <a:lnTo>
                  <a:pt x="743629" y="7460"/>
                </a:lnTo>
                <a:lnTo>
                  <a:pt x="743500" y="7724"/>
                </a:lnTo>
                <a:lnTo>
                  <a:pt x="743380" y="7993"/>
                </a:lnTo>
                <a:lnTo>
                  <a:pt x="743270" y="8267"/>
                </a:lnTo>
                <a:lnTo>
                  <a:pt x="743170" y="8546"/>
                </a:lnTo>
                <a:lnTo>
                  <a:pt x="743079" y="8831"/>
                </a:lnTo>
                <a:lnTo>
                  <a:pt x="742998" y="9121"/>
                </a:lnTo>
                <a:lnTo>
                  <a:pt x="742926" y="9417"/>
                </a:lnTo>
                <a:lnTo>
                  <a:pt x="742864" y="9718"/>
                </a:lnTo>
                <a:lnTo>
                  <a:pt x="742811" y="10024"/>
                </a:lnTo>
                <a:lnTo>
                  <a:pt x="742768" y="10335"/>
                </a:lnTo>
                <a:lnTo>
                  <a:pt x="742734" y="10652"/>
                </a:lnTo>
                <a:lnTo>
                  <a:pt x="742711" y="10974"/>
                </a:lnTo>
                <a:lnTo>
                  <a:pt x="742696" y="11301"/>
                </a:lnTo>
                <a:lnTo>
                  <a:pt x="742691" y="11634"/>
                </a:lnTo>
                <a:lnTo>
                  <a:pt x="742699" y="11968"/>
                </a:lnTo>
                <a:lnTo>
                  <a:pt x="742721" y="12299"/>
                </a:lnTo>
                <a:lnTo>
                  <a:pt x="742757" y="12628"/>
                </a:lnTo>
                <a:lnTo>
                  <a:pt x="742808" y="12955"/>
                </a:lnTo>
                <a:lnTo>
                  <a:pt x="742874" y="13278"/>
                </a:lnTo>
                <a:lnTo>
                  <a:pt x="742954" y="13600"/>
                </a:lnTo>
                <a:lnTo>
                  <a:pt x="743049" y="13918"/>
                </a:lnTo>
                <a:lnTo>
                  <a:pt x="743158" y="14235"/>
                </a:lnTo>
                <a:lnTo>
                  <a:pt x="743282" y="14548"/>
                </a:lnTo>
                <a:lnTo>
                  <a:pt x="743420" y="14859"/>
                </a:lnTo>
                <a:lnTo>
                  <a:pt x="743573" y="15168"/>
                </a:lnTo>
                <a:lnTo>
                  <a:pt x="743741" y="15474"/>
                </a:lnTo>
                <a:lnTo>
                  <a:pt x="743923" y="15777"/>
                </a:lnTo>
                <a:lnTo>
                  <a:pt x="744120" y="16078"/>
                </a:lnTo>
                <a:lnTo>
                  <a:pt x="744331" y="16376"/>
                </a:lnTo>
                <a:lnTo>
                  <a:pt x="744557" y="16672"/>
                </a:lnTo>
                <a:lnTo>
                  <a:pt x="744798" y="16965"/>
                </a:lnTo>
                <a:lnTo>
                  <a:pt x="745053" y="17256"/>
                </a:lnTo>
                <a:lnTo>
                  <a:pt x="745323" y="17544"/>
                </a:lnTo>
                <a:lnTo>
                  <a:pt x="745607" y="17829"/>
                </a:lnTo>
                <a:lnTo>
                  <a:pt x="745906" y="18112"/>
                </a:lnTo>
                <a:lnTo>
                  <a:pt x="746219" y="18393"/>
                </a:lnTo>
                <a:lnTo>
                  <a:pt x="746547" y="18671"/>
                </a:lnTo>
                <a:lnTo>
                  <a:pt x="746890" y="18946"/>
                </a:lnTo>
                <a:lnTo>
                  <a:pt x="747065" y="19084"/>
                </a:lnTo>
                <a:lnTo>
                  <a:pt x="747255" y="19217"/>
                </a:lnTo>
                <a:lnTo>
                  <a:pt x="747460" y="19344"/>
                </a:lnTo>
                <a:lnTo>
                  <a:pt x="747680" y="19465"/>
                </a:lnTo>
                <a:lnTo>
                  <a:pt x="747914" y="19580"/>
                </a:lnTo>
                <a:lnTo>
                  <a:pt x="748164" y="19689"/>
                </a:lnTo>
                <a:lnTo>
                  <a:pt x="748428" y="19792"/>
                </a:lnTo>
                <a:lnTo>
                  <a:pt x="748708" y="19889"/>
                </a:lnTo>
                <a:lnTo>
                  <a:pt x="749002" y="19980"/>
                </a:lnTo>
                <a:lnTo>
                  <a:pt x="749311" y="20066"/>
                </a:lnTo>
                <a:lnTo>
                  <a:pt x="749635" y="20145"/>
                </a:lnTo>
                <a:lnTo>
                  <a:pt x="749973" y="20219"/>
                </a:lnTo>
                <a:lnTo>
                  <a:pt x="750327" y="20287"/>
                </a:lnTo>
                <a:lnTo>
                  <a:pt x="750696" y="20349"/>
                </a:lnTo>
                <a:lnTo>
                  <a:pt x="751079" y="20405"/>
                </a:lnTo>
                <a:lnTo>
                  <a:pt x="751477" y="20455"/>
                </a:lnTo>
                <a:lnTo>
                  <a:pt x="751891" y="20499"/>
                </a:lnTo>
                <a:lnTo>
                  <a:pt x="752319" y="20537"/>
                </a:lnTo>
                <a:lnTo>
                  <a:pt x="752762" y="20570"/>
                </a:lnTo>
                <a:lnTo>
                  <a:pt x="753220" y="20596"/>
                </a:lnTo>
                <a:lnTo>
                  <a:pt x="753692" y="20617"/>
                </a:lnTo>
                <a:lnTo>
                  <a:pt x="754180" y="20632"/>
                </a:lnTo>
                <a:lnTo>
                  <a:pt x="754683" y="20640"/>
                </a:lnTo>
                <a:lnTo>
                  <a:pt x="755200" y="20643"/>
                </a:lnTo>
                <a:lnTo>
                  <a:pt x="791938" y="108815"/>
                </a:lnTo>
                <a:lnTo>
                  <a:pt x="809170" y="108815"/>
                </a:lnTo>
                <a:lnTo>
                  <a:pt x="845996" y="20818"/>
                </a:lnTo>
                <a:lnTo>
                  <a:pt x="846506" y="20815"/>
                </a:lnTo>
                <a:lnTo>
                  <a:pt x="847002" y="20807"/>
                </a:lnTo>
                <a:lnTo>
                  <a:pt x="847483" y="20792"/>
                </a:lnTo>
                <a:lnTo>
                  <a:pt x="847950" y="20771"/>
                </a:lnTo>
                <a:lnTo>
                  <a:pt x="848402" y="20745"/>
                </a:lnTo>
                <a:lnTo>
                  <a:pt x="848839" y="20713"/>
                </a:lnTo>
                <a:lnTo>
                  <a:pt x="849262" y="20674"/>
                </a:lnTo>
                <a:lnTo>
                  <a:pt x="849670" y="20630"/>
                </a:lnTo>
                <a:lnTo>
                  <a:pt x="850064" y="20580"/>
                </a:lnTo>
                <a:lnTo>
                  <a:pt x="850443" y="20525"/>
                </a:lnTo>
                <a:lnTo>
                  <a:pt x="850807" y="20463"/>
                </a:lnTo>
                <a:lnTo>
                  <a:pt x="851157" y="20395"/>
                </a:lnTo>
                <a:lnTo>
                  <a:pt x="851492" y="20322"/>
                </a:lnTo>
                <a:lnTo>
                  <a:pt x="851813" y="20243"/>
                </a:lnTo>
                <a:lnTo>
                  <a:pt x="852119" y="20157"/>
                </a:lnTo>
                <a:lnTo>
                  <a:pt x="852411" y="20066"/>
                </a:lnTo>
                <a:lnTo>
                  <a:pt x="852688" y="19969"/>
                </a:lnTo>
                <a:lnTo>
                  <a:pt x="852950" y="19867"/>
                </a:lnTo>
                <a:lnTo>
                  <a:pt x="853198" y="19758"/>
                </a:lnTo>
                <a:lnTo>
                  <a:pt x="853431" y="19643"/>
                </a:lnTo>
                <a:lnTo>
                  <a:pt x="853650" y="19523"/>
                </a:lnTo>
                <a:lnTo>
                  <a:pt x="853854" y="19397"/>
                </a:lnTo>
                <a:lnTo>
                  <a:pt x="854044" y="19264"/>
                </a:lnTo>
                <a:lnTo>
                  <a:pt x="854218" y="19126"/>
                </a:lnTo>
                <a:lnTo>
                  <a:pt x="854561" y="18843"/>
                </a:lnTo>
                <a:lnTo>
                  <a:pt x="854889" y="18558"/>
                </a:lnTo>
                <a:lnTo>
                  <a:pt x="855203" y="18271"/>
                </a:lnTo>
                <a:lnTo>
                  <a:pt x="855501" y="17981"/>
                </a:lnTo>
                <a:lnTo>
                  <a:pt x="855786" y="17690"/>
                </a:lnTo>
                <a:lnTo>
                  <a:pt x="856055" y="17396"/>
                </a:lnTo>
                <a:lnTo>
                  <a:pt x="856311" y="17099"/>
                </a:lnTo>
                <a:lnTo>
                  <a:pt x="856551" y="16801"/>
                </a:lnTo>
                <a:lnTo>
                  <a:pt x="856777" y="16500"/>
                </a:lnTo>
                <a:lnTo>
                  <a:pt x="856988" y="16197"/>
                </a:lnTo>
                <a:lnTo>
                  <a:pt x="857185" y="15892"/>
                </a:lnTo>
                <a:lnTo>
                  <a:pt x="857367" y="15584"/>
                </a:lnTo>
                <a:lnTo>
                  <a:pt x="857535" y="15275"/>
                </a:lnTo>
                <a:lnTo>
                  <a:pt x="857572" y="15201"/>
                </a:lnTo>
                <a:lnTo>
                  <a:pt x="857601" y="15275"/>
                </a:lnTo>
                <a:lnTo>
                  <a:pt x="857721" y="15544"/>
                </a:lnTo>
                <a:lnTo>
                  <a:pt x="857850" y="15807"/>
                </a:lnTo>
                <a:lnTo>
                  <a:pt x="857989" y="16066"/>
                </a:lnTo>
                <a:lnTo>
                  <a:pt x="858137" y="16318"/>
                </a:lnTo>
                <a:lnTo>
                  <a:pt x="858295" y="16566"/>
                </a:lnTo>
                <a:lnTo>
                  <a:pt x="858462" y="16808"/>
                </a:lnTo>
                <a:lnTo>
                  <a:pt x="858639" y="17045"/>
                </a:lnTo>
                <a:lnTo>
                  <a:pt x="858826" y="17277"/>
                </a:lnTo>
                <a:lnTo>
                  <a:pt x="859022" y="17503"/>
                </a:lnTo>
                <a:lnTo>
                  <a:pt x="859228" y="17724"/>
                </a:lnTo>
                <a:lnTo>
                  <a:pt x="859443" y="17940"/>
                </a:lnTo>
                <a:lnTo>
                  <a:pt x="859668" y="18150"/>
                </a:lnTo>
                <a:lnTo>
                  <a:pt x="859904" y="18354"/>
                </a:lnTo>
                <a:lnTo>
                  <a:pt x="860153" y="18549"/>
                </a:lnTo>
                <a:lnTo>
                  <a:pt x="860415" y="18735"/>
                </a:lnTo>
                <a:lnTo>
                  <a:pt x="860690" y="18912"/>
                </a:lnTo>
                <a:lnTo>
                  <a:pt x="860977" y="19081"/>
                </a:lnTo>
                <a:lnTo>
                  <a:pt x="861278" y="19241"/>
                </a:lnTo>
                <a:lnTo>
                  <a:pt x="861591" y="19393"/>
                </a:lnTo>
                <a:lnTo>
                  <a:pt x="861918" y="19535"/>
                </a:lnTo>
                <a:lnTo>
                  <a:pt x="862257" y="19670"/>
                </a:lnTo>
                <a:lnTo>
                  <a:pt x="862609" y="19795"/>
                </a:lnTo>
                <a:lnTo>
                  <a:pt x="862975" y="19912"/>
                </a:lnTo>
                <a:lnTo>
                  <a:pt x="863353" y="20020"/>
                </a:lnTo>
                <a:lnTo>
                  <a:pt x="863744" y="20120"/>
                </a:lnTo>
                <a:lnTo>
                  <a:pt x="864147" y="20211"/>
                </a:lnTo>
                <a:lnTo>
                  <a:pt x="864564" y="20293"/>
                </a:lnTo>
                <a:lnTo>
                  <a:pt x="864994" y="20366"/>
                </a:lnTo>
                <a:lnTo>
                  <a:pt x="865437" y="20431"/>
                </a:lnTo>
                <a:lnTo>
                  <a:pt x="865892" y="20488"/>
                </a:lnTo>
                <a:lnTo>
                  <a:pt x="866360" y="20535"/>
                </a:lnTo>
                <a:lnTo>
                  <a:pt x="866842" y="20574"/>
                </a:lnTo>
                <a:lnTo>
                  <a:pt x="867336" y="20604"/>
                </a:lnTo>
                <a:lnTo>
                  <a:pt x="867843" y="20626"/>
                </a:lnTo>
                <a:lnTo>
                  <a:pt x="868363" y="20639"/>
                </a:lnTo>
                <a:lnTo>
                  <a:pt x="868896" y="20643"/>
                </a:lnTo>
                <a:lnTo>
                  <a:pt x="871695" y="20643"/>
                </a:lnTo>
                <a:lnTo>
                  <a:pt x="871695" y="90796"/>
                </a:lnTo>
                <a:lnTo>
                  <a:pt x="868896" y="90796"/>
                </a:lnTo>
                <a:lnTo>
                  <a:pt x="868370" y="90800"/>
                </a:lnTo>
                <a:lnTo>
                  <a:pt x="867857" y="90813"/>
                </a:lnTo>
                <a:lnTo>
                  <a:pt x="867356" y="90834"/>
                </a:lnTo>
                <a:lnTo>
                  <a:pt x="866867" y="90864"/>
                </a:lnTo>
                <a:lnTo>
                  <a:pt x="866391" y="90902"/>
                </a:lnTo>
                <a:lnTo>
                  <a:pt x="865928" y="90949"/>
                </a:lnTo>
                <a:lnTo>
                  <a:pt x="865476" y="91005"/>
                </a:lnTo>
                <a:lnTo>
                  <a:pt x="865038" y="91068"/>
                </a:lnTo>
                <a:lnTo>
                  <a:pt x="864611" y="91141"/>
                </a:lnTo>
                <a:lnTo>
                  <a:pt x="864198" y="91221"/>
                </a:lnTo>
                <a:lnTo>
                  <a:pt x="863796" y="91311"/>
                </a:lnTo>
                <a:lnTo>
                  <a:pt x="863407" y="91408"/>
                </a:lnTo>
                <a:lnTo>
                  <a:pt x="863031" y="91515"/>
                </a:lnTo>
                <a:lnTo>
                  <a:pt x="862667" y="91630"/>
                </a:lnTo>
                <a:lnTo>
                  <a:pt x="862315" y="91753"/>
                </a:lnTo>
                <a:lnTo>
                  <a:pt x="861976" y="91885"/>
                </a:lnTo>
                <a:lnTo>
                  <a:pt x="861650" y="92025"/>
                </a:lnTo>
                <a:lnTo>
                  <a:pt x="861335" y="92174"/>
                </a:lnTo>
                <a:lnTo>
                  <a:pt x="861034" y="92331"/>
                </a:lnTo>
                <a:lnTo>
                  <a:pt x="860744" y="92497"/>
                </a:lnTo>
                <a:lnTo>
                  <a:pt x="860467" y="92671"/>
                </a:lnTo>
                <a:lnTo>
                  <a:pt x="860203" y="92854"/>
                </a:lnTo>
                <a:lnTo>
                  <a:pt x="859951" y="93046"/>
                </a:lnTo>
                <a:lnTo>
                  <a:pt x="859712" y="93245"/>
                </a:lnTo>
                <a:lnTo>
                  <a:pt x="859483" y="93452"/>
                </a:lnTo>
                <a:lnTo>
                  <a:pt x="859265" y="93665"/>
                </a:lnTo>
                <a:lnTo>
                  <a:pt x="859056" y="93882"/>
                </a:lnTo>
                <a:lnTo>
                  <a:pt x="858856" y="94106"/>
                </a:lnTo>
                <a:lnTo>
                  <a:pt x="858667" y="94334"/>
                </a:lnTo>
                <a:lnTo>
                  <a:pt x="858487" y="94568"/>
                </a:lnTo>
                <a:lnTo>
                  <a:pt x="858317" y="94808"/>
                </a:lnTo>
                <a:lnTo>
                  <a:pt x="858157" y="95053"/>
                </a:lnTo>
                <a:lnTo>
                  <a:pt x="858006" y="95304"/>
                </a:lnTo>
                <a:lnTo>
                  <a:pt x="857865" y="95560"/>
                </a:lnTo>
                <a:lnTo>
                  <a:pt x="857734" y="95821"/>
                </a:lnTo>
                <a:lnTo>
                  <a:pt x="857612" y="96088"/>
                </a:lnTo>
                <a:lnTo>
                  <a:pt x="857501" y="96361"/>
                </a:lnTo>
                <a:lnTo>
                  <a:pt x="857398" y="96639"/>
                </a:lnTo>
                <a:lnTo>
                  <a:pt x="857306" y="96922"/>
                </a:lnTo>
                <a:lnTo>
                  <a:pt x="857224" y="97211"/>
                </a:lnTo>
                <a:lnTo>
                  <a:pt x="857151" y="97505"/>
                </a:lnTo>
                <a:lnTo>
                  <a:pt x="857087" y="97805"/>
                </a:lnTo>
                <a:lnTo>
                  <a:pt x="857034" y="98110"/>
                </a:lnTo>
                <a:lnTo>
                  <a:pt x="856990" y="98421"/>
                </a:lnTo>
                <a:lnTo>
                  <a:pt x="856956" y="98737"/>
                </a:lnTo>
                <a:lnTo>
                  <a:pt x="856932" y="99059"/>
                </a:lnTo>
                <a:lnTo>
                  <a:pt x="856917" y="99386"/>
                </a:lnTo>
                <a:lnTo>
                  <a:pt x="856913" y="99718"/>
                </a:lnTo>
                <a:lnTo>
                  <a:pt x="856917" y="100051"/>
                </a:lnTo>
                <a:lnTo>
                  <a:pt x="856932" y="100379"/>
                </a:lnTo>
                <a:lnTo>
                  <a:pt x="856956" y="100701"/>
                </a:lnTo>
                <a:lnTo>
                  <a:pt x="856989" y="101018"/>
                </a:lnTo>
                <a:lnTo>
                  <a:pt x="857032" y="101330"/>
                </a:lnTo>
                <a:lnTo>
                  <a:pt x="857085" y="101637"/>
                </a:lnTo>
                <a:lnTo>
                  <a:pt x="857147" y="101939"/>
                </a:lnTo>
                <a:lnTo>
                  <a:pt x="857219" y="102236"/>
                </a:lnTo>
                <a:lnTo>
                  <a:pt x="857300" y="102527"/>
                </a:lnTo>
                <a:lnTo>
                  <a:pt x="857391" y="102813"/>
                </a:lnTo>
                <a:lnTo>
                  <a:pt x="857491" y="103094"/>
                </a:lnTo>
                <a:lnTo>
                  <a:pt x="857601" y="103370"/>
                </a:lnTo>
                <a:lnTo>
                  <a:pt x="857721" y="103641"/>
                </a:lnTo>
                <a:lnTo>
                  <a:pt x="857850" y="103907"/>
                </a:lnTo>
                <a:lnTo>
                  <a:pt x="857989" y="104167"/>
                </a:lnTo>
                <a:lnTo>
                  <a:pt x="858137" y="104422"/>
                </a:lnTo>
                <a:lnTo>
                  <a:pt x="858295" y="104672"/>
                </a:lnTo>
                <a:lnTo>
                  <a:pt x="858462" y="104917"/>
                </a:lnTo>
                <a:lnTo>
                  <a:pt x="858639" y="105157"/>
                </a:lnTo>
                <a:lnTo>
                  <a:pt x="858826" y="105392"/>
                </a:lnTo>
                <a:lnTo>
                  <a:pt x="859022" y="105621"/>
                </a:lnTo>
                <a:lnTo>
                  <a:pt x="859228" y="105846"/>
                </a:lnTo>
                <a:lnTo>
                  <a:pt x="859443" y="106065"/>
                </a:lnTo>
                <a:lnTo>
                  <a:pt x="859668" y="106279"/>
                </a:lnTo>
                <a:lnTo>
                  <a:pt x="859904" y="106486"/>
                </a:lnTo>
                <a:lnTo>
                  <a:pt x="860153" y="106684"/>
                </a:lnTo>
                <a:lnTo>
                  <a:pt x="860415" y="106873"/>
                </a:lnTo>
                <a:lnTo>
                  <a:pt x="860690" y="107054"/>
                </a:lnTo>
                <a:lnTo>
                  <a:pt x="860977" y="107226"/>
                </a:lnTo>
                <a:lnTo>
                  <a:pt x="861278" y="107389"/>
                </a:lnTo>
                <a:lnTo>
                  <a:pt x="861591" y="107543"/>
                </a:lnTo>
                <a:lnTo>
                  <a:pt x="861918" y="107688"/>
                </a:lnTo>
                <a:lnTo>
                  <a:pt x="862257" y="107825"/>
                </a:lnTo>
                <a:lnTo>
                  <a:pt x="862609" y="107952"/>
                </a:lnTo>
                <a:lnTo>
                  <a:pt x="862975" y="108071"/>
                </a:lnTo>
                <a:lnTo>
                  <a:pt x="863353" y="108181"/>
                </a:lnTo>
                <a:lnTo>
                  <a:pt x="863744" y="108283"/>
                </a:lnTo>
                <a:lnTo>
                  <a:pt x="864147" y="108375"/>
                </a:lnTo>
                <a:lnTo>
                  <a:pt x="864564" y="108459"/>
                </a:lnTo>
                <a:lnTo>
                  <a:pt x="864994" y="108534"/>
                </a:lnTo>
                <a:lnTo>
                  <a:pt x="865437" y="108600"/>
                </a:lnTo>
                <a:lnTo>
                  <a:pt x="865892" y="108657"/>
                </a:lnTo>
                <a:lnTo>
                  <a:pt x="866360" y="108705"/>
                </a:lnTo>
                <a:lnTo>
                  <a:pt x="866842" y="108745"/>
                </a:lnTo>
                <a:lnTo>
                  <a:pt x="867336" y="108776"/>
                </a:lnTo>
                <a:lnTo>
                  <a:pt x="867843" y="108798"/>
                </a:lnTo>
                <a:lnTo>
                  <a:pt x="868363" y="108811"/>
                </a:lnTo>
                <a:lnTo>
                  <a:pt x="868896" y="108815"/>
                </a:lnTo>
                <a:lnTo>
                  <a:pt x="953307" y="108815"/>
                </a:lnTo>
                <a:lnTo>
                  <a:pt x="953307" y="80999"/>
                </a:lnTo>
                <a:lnTo>
                  <a:pt x="953303" y="80445"/>
                </a:lnTo>
                <a:lnTo>
                  <a:pt x="953290" y="79904"/>
                </a:lnTo>
                <a:lnTo>
                  <a:pt x="953268" y="79378"/>
                </a:lnTo>
                <a:lnTo>
                  <a:pt x="953238" y="78865"/>
                </a:lnTo>
                <a:lnTo>
                  <a:pt x="953199" y="78366"/>
                </a:lnTo>
                <a:lnTo>
                  <a:pt x="953151" y="77880"/>
                </a:lnTo>
                <a:lnTo>
                  <a:pt x="953095" y="77409"/>
                </a:lnTo>
                <a:lnTo>
                  <a:pt x="953030" y="76951"/>
                </a:lnTo>
                <a:lnTo>
                  <a:pt x="952956" y="76507"/>
                </a:lnTo>
                <a:lnTo>
                  <a:pt x="952874" y="76077"/>
                </a:lnTo>
                <a:lnTo>
                  <a:pt x="952783" y="75661"/>
                </a:lnTo>
                <a:lnTo>
                  <a:pt x="952684" y="75259"/>
                </a:lnTo>
                <a:lnTo>
                  <a:pt x="952575" y="74870"/>
                </a:lnTo>
                <a:lnTo>
                  <a:pt x="952459" y="74496"/>
                </a:lnTo>
                <a:lnTo>
                  <a:pt x="952333" y="74135"/>
                </a:lnTo>
                <a:lnTo>
                  <a:pt x="952199" y="73788"/>
                </a:lnTo>
                <a:lnTo>
                  <a:pt x="952056" y="73454"/>
                </a:lnTo>
                <a:lnTo>
                  <a:pt x="951905" y="73135"/>
                </a:lnTo>
                <a:lnTo>
                  <a:pt x="951744" y="72829"/>
                </a:lnTo>
                <a:lnTo>
                  <a:pt x="951576" y="72538"/>
                </a:lnTo>
                <a:lnTo>
                  <a:pt x="951398" y="72260"/>
                </a:lnTo>
                <a:lnTo>
                  <a:pt x="951212" y="71995"/>
                </a:lnTo>
                <a:lnTo>
                  <a:pt x="951017" y="71745"/>
                </a:lnTo>
                <a:lnTo>
                  <a:pt x="950814" y="71509"/>
                </a:lnTo>
                <a:lnTo>
                  <a:pt x="950604" y="71284"/>
                </a:lnTo>
                <a:lnTo>
                  <a:pt x="950388" y="71068"/>
                </a:lnTo>
                <a:lnTo>
                  <a:pt x="950168" y="70863"/>
                </a:lnTo>
                <a:lnTo>
                  <a:pt x="949943" y="70667"/>
                </a:lnTo>
                <a:lnTo>
                  <a:pt x="949713" y="70480"/>
                </a:lnTo>
                <a:lnTo>
                  <a:pt x="949477" y="70303"/>
                </a:lnTo>
                <a:lnTo>
                  <a:pt x="949237" y="70136"/>
                </a:lnTo>
                <a:lnTo>
                  <a:pt x="948992" y="69978"/>
                </a:lnTo>
                <a:lnTo>
                  <a:pt x="948741" y="69829"/>
                </a:lnTo>
                <a:lnTo>
                  <a:pt x="948486" y="69691"/>
                </a:lnTo>
                <a:lnTo>
                  <a:pt x="948226" y="69562"/>
                </a:lnTo>
                <a:lnTo>
                  <a:pt x="947960" y="69442"/>
                </a:lnTo>
                <a:lnTo>
                  <a:pt x="947690" y="69332"/>
                </a:lnTo>
                <a:lnTo>
                  <a:pt x="947414" y="69232"/>
                </a:lnTo>
                <a:lnTo>
                  <a:pt x="947134" y="69141"/>
                </a:lnTo>
                <a:lnTo>
                  <a:pt x="946849" y="69059"/>
                </a:lnTo>
                <a:lnTo>
                  <a:pt x="946558" y="68988"/>
                </a:lnTo>
                <a:lnTo>
                  <a:pt x="946263" y="68925"/>
                </a:lnTo>
                <a:lnTo>
                  <a:pt x="945962" y="68873"/>
                </a:lnTo>
                <a:lnTo>
                  <a:pt x="945657" y="68830"/>
                </a:lnTo>
                <a:lnTo>
                  <a:pt x="945346" y="68796"/>
                </a:lnTo>
                <a:lnTo>
                  <a:pt x="945031" y="68772"/>
                </a:lnTo>
                <a:lnTo>
                  <a:pt x="944710" y="68758"/>
                </a:lnTo>
                <a:lnTo>
                  <a:pt x="944385" y="68753"/>
                </a:lnTo>
                <a:lnTo>
                  <a:pt x="944052" y="68758"/>
                </a:lnTo>
                <a:lnTo>
                  <a:pt x="943725" y="68772"/>
                </a:lnTo>
                <a:lnTo>
                  <a:pt x="943403" y="68796"/>
                </a:lnTo>
                <a:lnTo>
                  <a:pt x="943086" y="68830"/>
                </a:lnTo>
                <a:lnTo>
                  <a:pt x="942775" y="68873"/>
                </a:lnTo>
                <a:lnTo>
                  <a:pt x="942469" y="68925"/>
                </a:lnTo>
                <a:lnTo>
                  <a:pt x="942168" y="68988"/>
                </a:lnTo>
                <a:lnTo>
                  <a:pt x="941872" y="69059"/>
                </a:lnTo>
                <a:lnTo>
                  <a:pt x="941582" y="69141"/>
                </a:lnTo>
                <a:lnTo>
                  <a:pt x="941297" y="69232"/>
                </a:lnTo>
                <a:lnTo>
                  <a:pt x="941018" y="69332"/>
                </a:lnTo>
                <a:lnTo>
                  <a:pt x="940744" y="69442"/>
                </a:lnTo>
                <a:lnTo>
                  <a:pt x="940475" y="69562"/>
                </a:lnTo>
                <a:lnTo>
                  <a:pt x="940211" y="69691"/>
                </a:lnTo>
                <a:lnTo>
                  <a:pt x="939953" y="69829"/>
                </a:lnTo>
                <a:lnTo>
                  <a:pt x="939700" y="69978"/>
                </a:lnTo>
                <a:lnTo>
                  <a:pt x="939452" y="70136"/>
                </a:lnTo>
                <a:lnTo>
                  <a:pt x="939210" y="70303"/>
                </a:lnTo>
                <a:lnTo>
                  <a:pt x="938973" y="70480"/>
                </a:lnTo>
                <a:lnTo>
                  <a:pt x="938742" y="70667"/>
                </a:lnTo>
                <a:lnTo>
                  <a:pt x="938515" y="70863"/>
                </a:lnTo>
                <a:lnTo>
                  <a:pt x="938294" y="71068"/>
                </a:lnTo>
                <a:lnTo>
                  <a:pt x="938078" y="71284"/>
                </a:lnTo>
                <a:lnTo>
                  <a:pt x="937868" y="71509"/>
                </a:lnTo>
                <a:lnTo>
                  <a:pt x="937665" y="71745"/>
                </a:lnTo>
                <a:lnTo>
                  <a:pt x="937470" y="71995"/>
                </a:lnTo>
                <a:lnTo>
                  <a:pt x="937284" y="72260"/>
                </a:lnTo>
                <a:lnTo>
                  <a:pt x="937106" y="72538"/>
                </a:lnTo>
                <a:lnTo>
                  <a:pt x="936937" y="72829"/>
                </a:lnTo>
                <a:lnTo>
                  <a:pt x="936777" y="73135"/>
                </a:lnTo>
                <a:lnTo>
                  <a:pt x="936626" y="73454"/>
                </a:lnTo>
                <a:lnTo>
                  <a:pt x="936483" y="73788"/>
                </a:lnTo>
                <a:lnTo>
                  <a:pt x="936349" y="74135"/>
                </a:lnTo>
                <a:lnTo>
                  <a:pt x="936223" y="74496"/>
                </a:lnTo>
                <a:lnTo>
                  <a:pt x="936107" y="74870"/>
                </a:lnTo>
                <a:lnTo>
                  <a:pt x="935998" y="75259"/>
                </a:lnTo>
                <a:lnTo>
                  <a:pt x="935899" y="75661"/>
                </a:lnTo>
                <a:lnTo>
                  <a:pt x="935808" y="76077"/>
                </a:lnTo>
                <a:lnTo>
                  <a:pt x="935726" y="76507"/>
                </a:lnTo>
                <a:lnTo>
                  <a:pt x="935652" y="76951"/>
                </a:lnTo>
                <a:lnTo>
                  <a:pt x="935587" y="77409"/>
                </a:lnTo>
                <a:lnTo>
                  <a:pt x="935531" y="77880"/>
                </a:lnTo>
                <a:lnTo>
                  <a:pt x="935483" y="78366"/>
                </a:lnTo>
                <a:lnTo>
                  <a:pt x="935444" y="78865"/>
                </a:lnTo>
                <a:lnTo>
                  <a:pt x="935414" y="79378"/>
                </a:lnTo>
                <a:lnTo>
                  <a:pt x="935392" y="79904"/>
                </a:lnTo>
                <a:lnTo>
                  <a:pt x="935379" y="80445"/>
                </a:lnTo>
                <a:lnTo>
                  <a:pt x="935375" y="80999"/>
                </a:lnTo>
                <a:lnTo>
                  <a:pt x="935375" y="90796"/>
                </a:lnTo>
                <a:lnTo>
                  <a:pt x="889627" y="90796"/>
                </a:lnTo>
                <a:lnTo>
                  <a:pt x="889627" y="64554"/>
                </a:lnTo>
                <a:lnTo>
                  <a:pt x="905372" y="64554"/>
                </a:lnTo>
                <a:lnTo>
                  <a:pt x="905374" y="65107"/>
                </a:lnTo>
                <a:lnTo>
                  <a:pt x="905381" y="65643"/>
                </a:lnTo>
                <a:lnTo>
                  <a:pt x="905393" y="66161"/>
                </a:lnTo>
                <a:lnTo>
                  <a:pt x="905409" y="66661"/>
                </a:lnTo>
                <a:lnTo>
                  <a:pt x="905429" y="67145"/>
                </a:lnTo>
                <a:lnTo>
                  <a:pt x="905454" y="67611"/>
                </a:lnTo>
                <a:lnTo>
                  <a:pt x="905484" y="68060"/>
                </a:lnTo>
                <a:lnTo>
                  <a:pt x="905518" y="68492"/>
                </a:lnTo>
                <a:lnTo>
                  <a:pt x="905557" y="68906"/>
                </a:lnTo>
                <a:lnTo>
                  <a:pt x="905600" y="69304"/>
                </a:lnTo>
                <a:lnTo>
                  <a:pt x="905648" y="69683"/>
                </a:lnTo>
                <a:lnTo>
                  <a:pt x="905700" y="70046"/>
                </a:lnTo>
                <a:lnTo>
                  <a:pt x="905757" y="70391"/>
                </a:lnTo>
                <a:lnTo>
                  <a:pt x="905819" y="70720"/>
                </a:lnTo>
                <a:lnTo>
                  <a:pt x="905885" y="71030"/>
                </a:lnTo>
                <a:lnTo>
                  <a:pt x="905955" y="71324"/>
                </a:lnTo>
                <a:lnTo>
                  <a:pt x="906030" y="71600"/>
                </a:lnTo>
                <a:lnTo>
                  <a:pt x="906110" y="71859"/>
                </a:lnTo>
                <a:lnTo>
                  <a:pt x="906194" y="72101"/>
                </a:lnTo>
                <a:lnTo>
                  <a:pt x="906283" y="72325"/>
                </a:lnTo>
                <a:lnTo>
                  <a:pt x="906377" y="72532"/>
                </a:lnTo>
                <a:lnTo>
                  <a:pt x="906475" y="72722"/>
                </a:lnTo>
                <a:lnTo>
                  <a:pt x="906577" y="72895"/>
                </a:lnTo>
                <a:lnTo>
                  <a:pt x="906684" y="73050"/>
                </a:lnTo>
                <a:lnTo>
                  <a:pt x="906914" y="73356"/>
                </a:lnTo>
                <a:lnTo>
                  <a:pt x="907152" y="73649"/>
                </a:lnTo>
                <a:lnTo>
                  <a:pt x="907398" y="73929"/>
                </a:lnTo>
                <a:lnTo>
                  <a:pt x="907651" y="74196"/>
                </a:lnTo>
                <a:lnTo>
                  <a:pt x="907913" y="74450"/>
                </a:lnTo>
                <a:lnTo>
                  <a:pt x="908182" y="74691"/>
                </a:lnTo>
                <a:lnTo>
                  <a:pt x="908459" y="74919"/>
                </a:lnTo>
                <a:lnTo>
                  <a:pt x="908745" y="75134"/>
                </a:lnTo>
                <a:lnTo>
                  <a:pt x="909038" y="75336"/>
                </a:lnTo>
                <a:lnTo>
                  <a:pt x="909339" y="75524"/>
                </a:lnTo>
                <a:lnTo>
                  <a:pt x="909648" y="75700"/>
                </a:lnTo>
                <a:lnTo>
                  <a:pt x="909964" y="75863"/>
                </a:lnTo>
                <a:lnTo>
                  <a:pt x="910289" y="76013"/>
                </a:lnTo>
                <a:lnTo>
                  <a:pt x="910622" y="76149"/>
                </a:lnTo>
                <a:lnTo>
                  <a:pt x="910962" y="76273"/>
                </a:lnTo>
                <a:lnTo>
                  <a:pt x="911310" y="76384"/>
                </a:lnTo>
                <a:lnTo>
                  <a:pt x="911667" y="76482"/>
                </a:lnTo>
                <a:lnTo>
                  <a:pt x="912031" y="76566"/>
                </a:lnTo>
                <a:lnTo>
                  <a:pt x="912403" y="76638"/>
                </a:lnTo>
                <a:lnTo>
                  <a:pt x="912783" y="76696"/>
                </a:lnTo>
                <a:lnTo>
                  <a:pt x="913171" y="76742"/>
                </a:lnTo>
                <a:lnTo>
                  <a:pt x="913567" y="76775"/>
                </a:lnTo>
                <a:lnTo>
                  <a:pt x="913970" y="76794"/>
                </a:lnTo>
                <a:lnTo>
                  <a:pt x="914382" y="76801"/>
                </a:lnTo>
                <a:lnTo>
                  <a:pt x="914772" y="76794"/>
                </a:lnTo>
                <a:lnTo>
                  <a:pt x="915156" y="76775"/>
                </a:lnTo>
                <a:lnTo>
                  <a:pt x="915533" y="76743"/>
                </a:lnTo>
                <a:lnTo>
                  <a:pt x="915903" y="76698"/>
                </a:lnTo>
                <a:lnTo>
                  <a:pt x="916266" y="76640"/>
                </a:lnTo>
                <a:lnTo>
                  <a:pt x="916623" y="76569"/>
                </a:lnTo>
                <a:lnTo>
                  <a:pt x="916973" y="76486"/>
                </a:lnTo>
                <a:lnTo>
                  <a:pt x="917317" y="76389"/>
                </a:lnTo>
                <a:lnTo>
                  <a:pt x="917654" y="76280"/>
                </a:lnTo>
                <a:lnTo>
                  <a:pt x="917984" y="76158"/>
                </a:lnTo>
                <a:lnTo>
                  <a:pt x="918307" y="76023"/>
                </a:lnTo>
                <a:lnTo>
                  <a:pt x="918624" y="75875"/>
                </a:lnTo>
                <a:lnTo>
                  <a:pt x="918934" y="75715"/>
                </a:lnTo>
                <a:lnTo>
                  <a:pt x="919238" y="75541"/>
                </a:lnTo>
                <a:lnTo>
                  <a:pt x="919534" y="75355"/>
                </a:lnTo>
                <a:lnTo>
                  <a:pt x="919824" y="75156"/>
                </a:lnTo>
                <a:lnTo>
                  <a:pt x="920108" y="74944"/>
                </a:lnTo>
                <a:lnTo>
                  <a:pt x="920385" y="74719"/>
                </a:lnTo>
                <a:lnTo>
                  <a:pt x="920655" y="74481"/>
                </a:lnTo>
                <a:lnTo>
                  <a:pt x="920918" y="74230"/>
                </a:lnTo>
                <a:lnTo>
                  <a:pt x="921175" y="73967"/>
                </a:lnTo>
                <a:lnTo>
                  <a:pt x="921424" y="73691"/>
                </a:lnTo>
                <a:lnTo>
                  <a:pt x="921668" y="73401"/>
                </a:lnTo>
                <a:lnTo>
                  <a:pt x="921904" y="73099"/>
                </a:lnTo>
                <a:lnTo>
                  <a:pt x="922019" y="72940"/>
                </a:lnTo>
                <a:lnTo>
                  <a:pt x="922128" y="72764"/>
                </a:lnTo>
                <a:lnTo>
                  <a:pt x="922232" y="72570"/>
                </a:lnTo>
                <a:lnTo>
                  <a:pt x="922332" y="72359"/>
                </a:lnTo>
                <a:lnTo>
                  <a:pt x="922427" y="72132"/>
                </a:lnTo>
                <a:lnTo>
                  <a:pt x="922517" y="71887"/>
                </a:lnTo>
                <a:lnTo>
                  <a:pt x="922602" y="71625"/>
                </a:lnTo>
                <a:lnTo>
                  <a:pt x="922682" y="71346"/>
                </a:lnTo>
                <a:lnTo>
                  <a:pt x="922757" y="71050"/>
                </a:lnTo>
                <a:lnTo>
                  <a:pt x="922828" y="70736"/>
                </a:lnTo>
                <a:lnTo>
                  <a:pt x="922893" y="70406"/>
                </a:lnTo>
                <a:lnTo>
                  <a:pt x="922954" y="70058"/>
                </a:lnTo>
                <a:lnTo>
                  <a:pt x="923010" y="69694"/>
                </a:lnTo>
                <a:lnTo>
                  <a:pt x="923061" y="69312"/>
                </a:lnTo>
                <a:lnTo>
                  <a:pt x="923107" y="68913"/>
                </a:lnTo>
                <a:lnTo>
                  <a:pt x="923148" y="68497"/>
                </a:lnTo>
                <a:lnTo>
                  <a:pt x="923185" y="68064"/>
                </a:lnTo>
                <a:lnTo>
                  <a:pt x="923216" y="67614"/>
                </a:lnTo>
                <a:lnTo>
                  <a:pt x="923243" y="67147"/>
                </a:lnTo>
                <a:lnTo>
                  <a:pt x="923265" y="66663"/>
                </a:lnTo>
                <a:lnTo>
                  <a:pt x="923282" y="66161"/>
                </a:lnTo>
                <a:lnTo>
                  <a:pt x="923294" y="65643"/>
                </a:lnTo>
                <a:lnTo>
                  <a:pt x="923301" y="65107"/>
                </a:lnTo>
                <a:lnTo>
                  <a:pt x="923304" y="64554"/>
                </a:lnTo>
                <a:lnTo>
                  <a:pt x="923304" y="46535"/>
                </a:lnTo>
                <a:lnTo>
                  <a:pt x="923300" y="45981"/>
                </a:lnTo>
                <a:lnTo>
                  <a:pt x="923287" y="45440"/>
                </a:lnTo>
                <a:lnTo>
                  <a:pt x="923265" y="44914"/>
                </a:lnTo>
                <a:lnTo>
                  <a:pt x="923235" y="44401"/>
                </a:lnTo>
                <a:lnTo>
                  <a:pt x="923196" y="43902"/>
                </a:lnTo>
                <a:lnTo>
                  <a:pt x="923148" y="43416"/>
                </a:lnTo>
                <a:lnTo>
                  <a:pt x="923092" y="42945"/>
                </a:lnTo>
                <a:lnTo>
                  <a:pt x="923027" y="42487"/>
                </a:lnTo>
                <a:lnTo>
                  <a:pt x="922953" y="42043"/>
                </a:lnTo>
                <a:lnTo>
                  <a:pt x="922871" y="41613"/>
                </a:lnTo>
                <a:lnTo>
                  <a:pt x="922780" y="41197"/>
                </a:lnTo>
                <a:lnTo>
                  <a:pt x="922681" y="40795"/>
                </a:lnTo>
                <a:lnTo>
                  <a:pt x="922572" y="40406"/>
                </a:lnTo>
                <a:lnTo>
                  <a:pt x="922456" y="40032"/>
                </a:lnTo>
                <a:lnTo>
                  <a:pt x="922330" y="39671"/>
                </a:lnTo>
                <a:lnTo>
                  <a:pt x="922196" y="39324"/>
                </a:lnTo>
                <a:lnTo>
                  <a:pt x="922053" y="38990"/>
                </a:lnTo>
                <a:lnTo>
                  <a:pt x="921902" y="38671"/>
                </a:lnTo>
                <a:lnTo>
                  <a:pt x="921741" y="38365"/>
                </a:lnTo>
                <a:lnTo>
                  <a:pt x="921573" y="38073"/>
                </a:lnTo>
                <a:lnTo>
                  <a:pt x="921395" y="37796"/>
                </a:lnTo>
                <a:lnTo>
                  <a:pt x="921209" y="37531"/>
                </a:lnTo>
                <a:lnTo>
                  <a:pt x="921014" y="37281"/>
                </a:lnTo>
                <a:lnTo>
                  <a:pt x="920811" y="37044"/>
                </a:lnTo>
                <a:lnTo>
                  <a:pt x="920601" y="36820"/>
                </a:lnTo>
                <a:lnTo>
                  <a:pt x="920385" y="36604"/>
                </a:lnTo>
                <a:lnTo>
                  <a:pt x="920165" y="36399"/>
                </a:lnTo>
                <a:lnTo>
                  <a:pt x="919940" y="36203"/>
                </a:lnTo>
                <a:lnTo>
                  <a:pt x="919710" y="36016"/>
                </a:lnTo>
                <a:lnTo>
                  <a:pt x="919474" y="35839"/>
                </a:lnTo>
                <a:lnTo>
                  <a:pt x="919234" y="35672"/>
                </a:lnTo>
                <a:lnTo>
                  <a:pt x="918989" y="35514"/>
                </a:lnTo>
                <a:lnTo>
                  <a:pt x="918738" y="35365"/>
                </a:lnTo>
                <a:lnTo>
                  <a:pt x="918483" y="35227"/>
                </a:lnTo>
                <a:lnTo>
                  <a:pt x="918223" y="35098"/>
                </a:lnTo>
                <a:lnTo>
                  <a:pt x="917957" y="34978"/>
                </a:lnTo>
                <a:lnTo>
                  <a:pt x="917687" y="34868"/>
                </a:lnTo>
                <a:lnTo>
                  <a:pt x="917411" y="34767"/>
                </a:lnTo>
                <a:lnTo>
                  <a:pt x="917131" y="34677"/>
                </a:lnTo>
                <a:lnTo>
                  <a:pt x="916846" y="34595"/>
                </a:lnTo>
                <a:lnTo>
                  <a:pt x="916555" y="34524"/>
                </a:lnTo>
                <a:lnTo>
                  <a:pt x="916260" y="34461"/>
                </a:lnTo>
                <a:lnTo>
                  <a:pt x="915959" y="34409"/>
                </a:lnTo>
                <a:lnTo>
                  <a:pt x="915654" y="34366"/>
                </a:lnTo>
                <a:lnTo>
                  <a:pt x="915343" y="34332"/>
                </a:lnTo>
                <a:lnTo>
                  <a:pt x="915028" y="34308"/>
                </a:lnTo>
                <a:lnTo>
                  <a:pt x="914707" y="34294"/>
                </a:lnTo>
                <a:lnTo>
                  <a:pt x="914382" y="34289"/>
                </a:lnTo>
                <a:lnTo>
                  <a:pt x="913970" y="34296"/>
                </a:lnTo>
                <a:lnTo>
                  <a:pt x="913567" y="34315"/>
                </a:lnTo>
                <a:lnTo>
                  <a:pt x="913171" y="34348"/>
                </a:lnTo>
                <a:lnTo>
                  <a:pt x="912783" y="34393"/>
                </a:lnTo>
                <a:lnTo>
                  <a:pt x="912403" y="34452"/>
                </a:lnTo>
                <a:lnTo>
                  <a:pt x="912031" y="34524"/>
                </a:lnTo>
                <a:lnTo>
                  <a:pt x="911667" y="34608"/>
                </a:lnTo>
                <a:lnTo>
                  <a:pt x="911310" y="34706"/>
                </a:lnTo>
                <a:lnTo>
                  <a:pt x="910962" y="34817"/>
                </a:lnTo>
                <a:lnTo>
                  <a:pt x="910622" y="34940"/>
                </a:lnTo>
                <a:lnTo>
                  <a:pt x="910289" y="35077"/>
                </a:lnTo>
                <a:lnTo>
                  <a:pt x="909964" y="35227"/>
                </a:lnTo>
                <a:lnTo>
                  <a:pt x="909648" y="35389"/>
                </a:lnTo>
                <a:lnTo>
                  <a:pt x="909339" y="35565"/>
                </a:lnTo>
                <a:lnTo>
                  <a:pt x="909038" y="35754"/>
                </a:lnTo>
                <a:lnTo>
                  <a:pt x="908745" y="35956"/>
                </a:lnTo>
                <a:lnTo>
                  <a:pt x="908459" y="36171"/>
                </a:lnTo>
                <a:lnTo>
                  <a:pt x="908182" y="36399"/>
                </a:lnTo>
                <a:lnTo>
                  <a:pt x="907913" y="36640"/>
                </a:lnTo>
                <a:lnTo>
                  <a:pt x="907651" y="36894"/>
                </a:lnTo>
                <a:lnTo>
                  <a:pt x="907398" y="37160"/>
                </a:lnTo>
                <a:lnTo>
                  <a:pt x="907152" y="37440"/>
                </a:lnTo>
                <a:lnTo>
                  <a:pt x="906914" y="37733"/>
                </a:lnTo>
                <a:lnTo>
                  <a:pt x="906684" y="38039"/>
                </a:lnTo>
                <a:lnTo>
                  <a:pt x="906577" y="38195"/>
                </a:lnTo>
                <a:lnTo>
                  <a:pt x="906475" y="38367"/>
                </a:lnTo>
                <a:lnTo>
                  <a:pt x="906377" y="38557"/>
                </a:lnTo>
                <a:lnTo>
                  <a:pt x="906283" y="38764"/>
                </a:lnTo>
                <a:lnTo>
                  <a:pt x="906194" y="38989"/>
                </a:lnTo>
                <a:lnTo>
                  <a:pt x="906110" y="39231"/>
                </a:lnTo>
                <a:lnTo>
                  <a:pt x="906030" y="39490"/>
                </a:lnTo>
                <a:lnTo>
                  <a:pt x="905955" y="39766"/>
                </a:lnTo>
                <a:lnTo>
                  <a:pt x="905885" y="40059"/>
                </a:lnTo>
                <a:lnTo>
                  <a:pt x="905819" y="40370"/>
                </a:lnTo>
                <a:lnTo>
                  <a:pt x="905757" y="40698"/>
                </a:lnTo>
                <a:lnTo>
                  <a:pt x="905700" y="41044"/>
                </a:lnTo>
                <a:lnTo>
                  <a:pt x="905648" y="41406"/>
                </a:lnTo>
                <a:lnTo>
                  <a:pt x="905600" y="41786"/>
                </a:lnTo>
                <a:lnTo>
                  <a:pt x="905557" y="42183"/>
                </a:lnTo>
                <a:lnTo>
                  <a:pt x="905518" y="42598"/>
                </a:lnTo>
                <a:lnTo>
                  <a:pt x="905484" y="43029"/>
                </a:lnTo>
                <a:lnTo>
                  <a:pt x="905454" y="43478"/>
                </a:lnTo>
                <a:lnTo>
                  <a:pt x="905429" y="43945"/>
                </a:lnTo>
                <a:lnTo>
                  <a:pt x="905409" y="44428"/>
                </a:lnTo>
                <a:lnTo>
                  <a:pt x="905393" y="44929"/>
                </a:lnTo>
                <a:lnTo>
                  <a:pt x="905381" y="45447"/>
                </a:lnTo>
                <a:lnTo>
                  <a:pt x="905374" y="45983"/>
                </a:lnTo>
                <a:lnTo>
                  <a:pt x="905372" y="46535"/>
                </a:lnTo>
                <a:lnTo>
                  <a:pt x="889627" y="46535"/>
                </a:lnTo>
                <a:lnTo>
                  <a:pt x="889627" y="20643"/>
                </a:lnTo>
                <a:lnTo>
                  <a:pt x="931439" y="20643"/>
                </a:lnTo>
                <a:lnTo>
                  <a:pt x="931439" y="30090"/>
                </a:lnTo>
                <a:lnTo>
                  <a:pt x="931443" y="30645"/>
                </a:lnTo>
                <a:lnTo>
                  <a:pt x="931456" y="31185"/>
                </a:lnTo>
                <a:lnTo>
                  <a:pt x="931478" y="31712"/>
                </a:lnTo>
                <a:lnTo>
                  <a:pt x="931508" y="32225"/>
                </a:lnTo>
                <a:lnTo>
                  <a:pt x="931547" y="32724"/>
                </a:lnTo>
                <a:lnTo>
                  <a:pt x="931595" y="33209"/>
                </a:lnTo>
                <a:lnTo>
                  <a:pt x="931651" y="33681"/>
                </a:lnTo>
                <a:lnTo>
                  <a:pt x="931716" y="34138"/>
                </a:lnTo>
                <a:lnTo>
                  <a:pt x="931789" y="34582"/>
                </a:lnTo>
                <a:lnTo>
                  <a:pt x="931872" y="35012"/>
                </a:lnTo>
                <a:lnTo>
                  <a:pt x="931963" y="35428"/>
                </a:lnTo>
                <a:lnTo>
                  <a:pt x="932062" y="35831"/>
                </a:lnTo>
                <a:lnTo>
                  <a:pt x="932170" y="36219"/>
                </a:lnTo>
                <a:lnTo>
                  <a:pt x="932287" y="36594"/>
                </a:lnTo>
                <a:lnTo>
                  <a:pt x="932413" y="36955"/>
                </a:lnTo>
                <a:lnTo>
                  <a:pt x="932547" y="37302"/>
                </a:lnTo>
                <a:lnTo>
                  <a:pt x="932690" y="37635"/>
                </a:lnTo>
                <a:lnTo>
                  <a:pt x="932841" y="37955"/>
                </a:lnTo>
                <a:lnTo>
                  <a:pt x="933001" y="38260"/>
                </a:lnTo>
                <a:lnTo>
                  <a:pt x="933170" y="38552"/>
                </a:lnTo>
                <a:lnTo>
                  <a:pt x="933347" y="38830"/>
                </a:lnTo>
                <a:lnTo>
                  <a:pt x="933534" y="39094"/>
                </a:lnTo>
                <a:lnTo>
                  <a:pt x="933728" y="39345"/>
                </a:lnTo>
                <a:lnTo>
                  <a:pt x="933932" y="39581"/>
                </a:lnTo>
                <a:lnTo>
                  <a:pt x="934142" y="39806"/>
                </a:lnTo>
                <a:lnTo>
                  <a:pt x="934358" y="40021"/>
                </a:lnTo>
                <a:lnTo>
                  <a:pt x="934579" y="40227"/>
                </a:lnTo>
                <a:lnTo>
                  <a:pt x="934805" y="40423"/>
                </a:lnTo>
                <a:lnTo>
                  <a:pt x="935037" y="40610"/>
                </a:lnTo>
                <a:lnTo>
                  <a:pt x="935274" y="40787"/>
                </a:lnTo>
                <a:lnTo>
                  <a:pt x="935516" y="40954"/>
                </a:lnTo>
                <a:lnTo>
                  <a:pt x="935764" y="41112"/>
                </a:lnTo>
                <a:lnTo>
                  <a:pt x="936017" y="41260"/>
                </a:lnTo>
                <a:lnTo>
                  <a:pt x="936275" y="41399"/>
                </a:lnTo>
                <a:lnTo>
                  <a:pt x="936539" y="41528"/>
                </a:lnTo>
                <a:lnTo>
                  <a:pt x="936807" y="41648"/>
                </a:lnTo>
                <a:lnTo>
                  <a:pt x="937082" y="41758"/>
                </a:lnTo>
                <a:lnTo>
                  <a:pt x="937361" y="41858"/>
                </a:lnTo>
                <a:lnTo>
                  <a:pt x="937646" y="41949"/>
                </a:lnTo>
                <a:lnTo>
                  <a:pt x="937936" y="42030"/>
                </a:lnTo>
                <a:lnTo>
                  <a:pt x="938232" y="42102"/>
                </a:lnTo>
                <a:lnTo>
                  <a:pt x="938532" y="42164"/>
                </a:lnTo>
                <a:lnTo>
                  <a:pt x="938838" y="42217"/>
                </a:lnTo>
                <a:lnTo>
                  <a:pt x="939150" y="42260"/>
                </a:lnTo>
                <a:lnTo>
                  <a:pt x="939466" y="42293"/>
                </a:lnTo>
                <a:lnTo>
                  <a:pt x="939788" y="42317"/>
                </a:lnTo>
                <a:lnTo>
                  <a:pt x="940116" y="42332"/>
                </a:lnTo>
                <a:lnTo>
                  <a:pt x="940448" y="42337"/>
                </a:lnTo>
                <a:lnTo>
                  <a:pt x="940781" y="42332"/>
                </a:lnTo>
                <a:lnTo>
                  <a:pt x="941108" y="42317"/>
                </a:lnTo>
                <a:lnTo>
                  <a:pt x="941430" y="42293"/>
                </a:lnTo>
                <a:lnTo>
                  <a:pt x="941746" y="42260"/>
                </a:lnTo>
                <a:lnTo>
                  <a:pt x="942057" y="42217"/>
                </a:lnTo>
                <a:lnTo>
                  <a:pt x="942362" y="42164"/>
                </a:lnTo>
                <a:lnTo>
                  <a:pt x="942662" y="42102"/>
                </a:lnTo>
                <a:lnTo>
                  <a:pt x="942956" y="42030"/>
                </a:lnTo>
                <a:lnTo>
                  <a:pt x="943245" y="41949"/>
                </a:lnTo>
                <a:lnTo>
                  <a:pt x="943528" y="41858"/>
                </a:lnTo>
                <a:lnTo>
                  <a:pt x="943806" y="41758"/>
                </a:lnTo>
                <a:lnTo>
                  <a:pt x="944079" y="41648"/>
                </a:lnTo>
                <a:lnTo>
                  <a:pt x="944346" y="41528"/>
                </a:lnTo>
                <a:lnTo>
                  <a:pt x="944607" y="41399"/>
                </a:lnTo>
                <a:lnTo>
                  <a:pt x="944863" y="41260"/>
                </a:lnTo>
                <a:lnTo>
                  <a:pt x="945114" y="41112"/>
                </a:lnTo>
                <a:lnTo>
                  <a:pt x="945359" y="40954"/>
                </a:lnTo>
                <a:lnTo>
                  <a:pt x="945598" y="40787"/>
                </a:lnTo>
                <a:lnTo>
                  <a:pt x="945833" y="40610"/>
                </a:lnTo>
                <a:lnTo>
                  <a:pt x="946061" y="40423"/>
                </a:lnTo>
                <a:lnTo>
                  <a:pt x="946285" y="40227"/>
                </a:lnTo>
                <a:lnTo>
                  <a:pt x="946502" y="40021"/>
                </a:lnTo>
                <a:lnTo>
                  <a:pt x="946715" y="39806"/>
                </a:lnTo>
                <a:lnTo>
                  <a:pt x="946921" y="39581"/>
                </a:lnTo>
                <a:lnTo>
                  <a:pt x="947121" y="39345"/>
                </a:lnTo>
                <a:lnTo>
                  <a:pt x="947313" y="39094"/>
                </a:lnTo>
                <a:lnTo>
                  <a:pt x="947495" y="38830"/>
                </a:lnTo>
                <a:lnTo>
                  <a:pt x="947670" y="38552"/>
                </a:lnTo>
                <a:lnTo>
                  <a:pt x="947836" y="38260"/>
                </a:lnTo>
                <a:lnTo>
                  <a:pt x="947993" y="37955"/>
                </a:lnTo>
                <a:lnTo>
                  <a:pt x="948142" y="37635"/>
                </a:lnTo>
                <a:lnTo>
                  <a:pt x="948282" y="37302"/>
                </a:lnTo>
                <a:lnTo>
                  <a:pt x="948414" y="36955"/>
                </a:lnTo>
                <a:lnTo>
                  <a:pt x="948537" y="36594"/>
                </a:lnTo>
                <a:lnTo>
                  <a:pt x="948652" y="36219"/>
                </a:lnTo>
                <a:lnTo>
                  <a:pt x="948758" y="35831"/>
                </a:lnTo>
                <a:lnTo>
                  <a:pt x="948856" y="35428"/>
                </a:lnTo>
                <a:lnTo>
                  <a:pt x="948945" y="35012"/>
                </a:lnTo>
                <a:lnTo>
                  <a:pt x="949026" y="34582"/>
                </a:lnTo>
                <a:lnTo>
                  <a:pt x="949098" y="34138"/>
                </a:lnTo>
                <a:lnTo>
                  <a:pt x="949162" y="33681"/>
                </a:lnTo>
                <a:lnTo>
                  <a:pt x="949218" y="33209"/>
                </a:lnTo>
                <a:lnTo>
                  <a:pt x="949264" y="32724"/>
                </a:lnTo>
                <a:lnTo>
                  <a:pt x="949303" y="32225"/>
                </a:lnTo>
                <a:lnTo>
                  <a:pt x="949332" y="31712"/>
                </a:lnTo>
                <a:lnTo>
                  <a:pt x="949354" y="31185"/>
                </a:lnTo>
                <a:lnTo>
                  <a:pt x="949366" y="30645"/>
                </a:lnTo>
                <a:lnTo>
                  <a:pt x="949371" y="30090"/>
                </a:lnTo>
                <a:lnTo>
                  <a:pt x="949371" y="2712"/>
                </a:lnTo>
                <a:lnTo>
                  <a:pt x="868896" y="2624"/>
                </a:lnTo>
                <a:lnTo>
                  <a:pt x="868363" y="2628"/>
                </a:lnTo>
                <a:lnTo>
                  <a:pt x="867843" y="2641"/>
                </a:lnTo>
                <a:lnTo>
                  <a:pt x="867336" y="2663"/>
                </a:lnTo>
                <a:lnTo>
                  <a:pt x="866842" y="2693"/>
                </a:lnTo>
                <a:lnTo>
                  <a:pt x="866360" y="2732"/>
                </a:lnTo>
                <a:lnTo>
                  <a:pt x="865892" y="2780"/>
                </a:lnTo>
                <a:lnTo>
                  <a:pt x="865437" y="2836"/>
                </a:lnTo>
                <a:lnTo>
                  <a:pt x="864994" y="2901"/>
                </a:lnTo>
                <a:lnTo>
                  <a:pt x="864564" y="2975"/>
                </a:lnTo>
                <a:lnTo>
                  <a:pt x="864147" y="3057"/>
                </a:lnTo>
                <a:lnTo>
                  <a:pt x="863744" y="3148"/>
                </a:lnTo>
                <a:lnTo>
                  <a:pt x="863353" y="3247"/>
                </a:lnTo>
                <a:lnTo>
                  <a:pt x="862975" y="3356"/>
                </a:lnTo>
                <a:lnTo>
                  <a:pt x="862609" y="3472"/>
                </a:lnTo>
                <a:lnTo>
                  <a:pt x="862257" y="3598"/>
                </a:lnTo>
                <a:lnTo>
                  <a:pt x="861918" y="3732"/>
                </a:lnTo>
                <a:lnTo>
                  <a:pt x="861591" y="3875"/>
                </a:lnTo>
                <a:lnTo>
                  <a:pt x="861278" y="4026"/>
                </a:lnTo>
                <a:lnTo>
                  <a:pt x="860977" y="4187"/>
                </a:lnTo>
                <a:lnTo>
                  <a:pt x="860690" y="4355"/>
                </a:lnTo>
                <a:lnTo>
                  <a:pt x="860415" y="4533"/>
                </a:lnTo>
                <a:lnTo>
                  <a:pt x="860153" y="4719"/>
                </a:lnTo>
                <a:lnTo>
                  <a:pt x="859904" y="4914"/>
                </a:lnTo>
                <a:lnTo>
                  <a:pt x="859668" y="5117"/>
                </a:lnTo>
                <a:lnTo>
                  <a:pt x="859443" y="5328"/>
                </a:lnTo>
                <a:lnTo>
                  <a:pt x="859228" y="5543"/>
                </a:lnTo>
                <a:lnTo>
                  <a:pt x="859022" y="5764"/>
                </a:lnTo>
                <a:lnTo>
                  <a:pt x="858826" y="5991"/>
                </a:lnTo>
                <a:lnTo>
                  <a:pt x="858639" y="6222"/>
                </a:lnTo>
                <a:lnTo>
                  <a:pt x="858462" y="6459"/>
                </a:lnTo>
                <a:lnTo>
                  <a:pt x="858295" y="6702"/>
                </a:lnTo>
                <a:lnTo>
                  <a:pt x="858137" y="6949"/>
                </a:lnTo>
                <a:lnTo>
                  <a:pt x="857989" y="7202"/>
                </a:lnTo>
                <a:lnTo>
                  <a:pt x="857850" y="7460"/>
                </a:lnTo>
                <a:lnTo>
                  <a:pt x="857721" y="7724"/>
                </a:lnTo>
                <a:lnTo>
                  <a:pt x="857643" y="7900"/>
                </a:lnTo>
                <a:lnTo>
                  <a:pt x="857609" y="7824"/>
                </a:lnTo>
                <a:lnTo>
                  <a:pt x="857480" y="7563"/>
                </a:lnTo>
                <a:lnTo>
                  <a:pt x="857341" y="7307"/>
                </a:lnTo>
                <a:lnTo>
                  <a:pt x="857193" y="7056"/>
                </a:lnTo>
                <a:close/>
                <a:moveTo>
                  <a:pt x="1017225" y="69724"/>
                </a:moveTo>
                <a:lnTo>
                  <a:pt x="1018485" y="70524"/>
                </a:lnTo>
                <a:lnTo>
                  <a:pt x="1019771" y="71417"/>
                </a:lnTo>
                <a:lnTo>
                  <a:pt x="1021082" y="72403"/>
                </a:lnTo>
                <a:lnTo>
                  <a:pt x="1022420" y="73482"/>
                </a:lnTo>
                <a:lnTo>
                  <a:pt x="1023783" y="74655"/>
                </a:lnTo>
                <a:lnTo>
                  <a:pt x="1025172" y="75920"/>
                </a:lnTo>
                <a:lnTo>
                  <a:pt x="1026587" y="77278"/>
                </a:lnTo>
                <a:lnTo>
                  <a:pt x="1028028" y="78729"/>
                </a:lnTo>
                <a:lnTo>
                  <a:pt x="1029494" y="80274"/>
                </a:lnTo>
                <a:lnTo>
                  <a:pt x="1030987" y="81911"/>
                </a:lnTo>
                <a:lnTo>
                  <a:pt x="1032505" y="83641"/>
                </a:lnTo>
                <a:lnTo>
                  <a:pt x="1034049" y="85465"/>
                </a:lnTo>
                <a:lnTo>
                  <a:pt x="1035619" y="87381"/>
                </a:lnTo>
                <a:lnTo>
                  <a:pt x="1037214" y="89391"/>
                </a:lnTo>
                <a:lnTo>
                  <a:pt x="1038836" y="91493"/>
                </a:lnTo>
                <a:lnTo>
                  <a:pt x="1040483" y="93689"/>
                </a:lnTo>
                <a:lnTo>
                  <a:pt x="1042156" y="95977"/>
                </a:lnTo>
                <a:lnTo>
                  <a:pt x="1043855" y="98359"/>
                </a:lnTo>
                <a:lnTo>
                  <a:pt x="1045579" y="100833"/>
                </a:lnTo>
                <a:lnTo>
                  <a:pt x="1047330" y="103401"/>
                </a:lnTo>
                <a:lnTo>
                  <a:pt x="1049106" y="106062"/>
                </a:lnTo>
                <a:lnTo>
                  <a:pt x="1050908" y="108815"/>
                </a:lnTo>
                <a:lnTo>
                  <a:pt x="1061143" y="108815"/>
                </a:lnTo>
                <a:lnTo>
                  <a:pt x="1061676" y="108811"/>
                </a:lnTo>
                <a:lnTo>
                  <a:pt x="1062195" y="108798"/>
                </a:lnTo>
                <a:lnTo>
                  <a:pt x="1062702" y="108776"/>
                </a:lnTo>
                <a:lnTo>
                  <a:pt x="1063196" y="108746"/>
                </a:lnTo>
                <a:lnTo>
                  <a:pt x="1063676" y="108707"/>
                </a:lnTo>
                <a:lnTo>
                  <a:pt x="1064144" y="108660"/>
                </a:lnTo>
                <a:lnTo>
                  <a:pt x="1064599" y="108603"/>
                </a:lnTo>
                <a:lnTo>
                  <a:pt x="1065040" y="108538"/>
                </a:lnTo>
                <a:lnTo>
                  <a:pt x="1065468" y="108465"/>
                </a:lnTo>
                <a:lnTo>
                  <a:pt x="1065884" y="108383"/>
                </a:lnTo>
                <a:lnTo>
                  <a:pt x="1066286" y="108292"/>
                </a:lnTo>
                <a:lnTo>
                  <a:pt x="1066675" y="108192"/>
                </a:lnTo>
                <a:lnTo>
                  <a:pt x="1067051" y="108084"/>
                </a:lnTo>
                <a:lnTo>
                  <a:pt x="1067415" y="107967"/>
                </a:lnTo>
                <a:lnTo>
                  <a:pt x="1067765" y="107842"/>
                </a:lnTo>
                <a:lnTo>
                  <a:pt x="1068102" y="107707"/>
                </a:lnTo>
                <a:lnTo>
                  <a:pt x="1068425" y="107565"/>
                </a:lnTo>
                <a:lnTo>
                  <a:pt x="1068736" y="107413"/>
                </a:lnTo>
                <a:lnTo>
                  <a:pt x="1069034" y="107253"/>
                </a:lnTo>
                <a:lnTo>
                  <a:pt x="1069319" y="107084"/>
                </a:lnTo>
                <a:lnTo>
                  <a:pt x="1069591" y="106907"/>
                </a:lnTo>
                <a:lnTo>
                  <a:pt x="1069849" y="106721"/>
                </a:lnTo>
                <a:lnTo>
                  <a:pt x="1070095" y="106526"/>
                </a:lnTo>
                <a:lnTo>
                  <a:pt x="1070327" y="106322"/>
                </a:lnTo>
                <a:lnTo>
                  <a:pt x="1070549" y="106112"/>
                </a:lnTo>
                <a:lnTo>
                  <a:pt x="1070760" y="105896"/>
                </a:lnTo>
                <a:lnTo>
                  <a:pt x="1070963" y="105675"/>
                </a:lnTo>
                <a:lnTo>
                  <a:pt x="1071156" y="105449"/>
                </a:lnTo>
                <a:lnTo>
                  <a:pt x="1071339" y="105217"/>
                </a:lnTo>
                <a:lnTo>
                  <a:pt x="1071514" y="104980"/>
                </a:lnTo>
                <a:lnTo>
                  <a:pt x="1071678" y="104738"/>
                </a:lnTo>
                <a:lnTo>
                  <a:pt x="1071834" y="104490"/>
                </a:lnTo>
                <a:lnTo>
                  <a:pt x="1071980" y="104237"/>
                </a:lnTo>
                <a:lnTo>
                  <a:pt x="1072116" y="103979"/>
                </a:lnTo>
                <a:lnTo>
                  <a:pt x="1072243" y="103716"/>
                </a:lnTo>
                <a:lnTo>
                  <a:pt x="1072361" y="103447"/>
                </a:lnTo>
                <a:lnTo>
                  <a:pt x="1072469" y="103173"/>
                </a:lnTo>
                <a:lnTo>
                  <a:pt x="1072568" y="102893"/>
                </a:lnTo>
                <a:lnTo>
                  <a:pt x="1072658" y="102608"/>
                </a:lnTo>
                <a:lnTo>
                  <a:pt x="1072738" y="102318"/>
                </a:lnTo>
                <a:lnTo>
                  <a:pt x="1072808" y="102023"/>
                </a:lnTo>
                <a:lnTo>
                  <a:pt x="1072869" y="101722"/>
                </a:lnTo>
                <a:lnTo>
                  <a:pt x="1072921" y="101416"/>
                </a:lnTo>
                <a:lnTo>
                  <a:pt x="1072964" y="101105"/>
                </a:lnTo>
                <a:lnTo>
                  <a:pt x="1072997" y="100788"/>
                </a:lnTo>
                <a:lnTo>
                  <a:pt x="1073020" y="100466"/>
                </a:lnTo>
                <a:lnTo>
                  <a:pt x="1073034" y="100138"/>
                </a:lnTo>
                <a:lnTo>
                  <a:pt x="1073039" y="99806"/>
                </a:lnTo>
                <a:lnTo>
                  <a:pt x="1073032" y="99472"/>
                </a:lnTo>
                <a:lnTo>
                  <a:pt x="1073012" y="99140"/>
                </a:lnTo>
                <a:lnTo>
                  <a:pt x="1072977" y="98811"/>
                </a:lnTo>
                <a:lnTo>
                  <a:pt x="1072930" y="98485"/>
                </a:lnTo>
                <a:lnTo>
                  <a:pt x="1072868" y="98161"/>
                </a:lnTo>
                <a:lnTo>
                  <a:pt x="1072793" y="97840"/>
                </a:lnTo>
                <a:lnTo>
                  <a:pt x="1072704" y="97521"/>
                </a:lnTo>
                <a:lnTo>
                  <a:pt x="1072602" y="97205"/>
                </a:lnTo>
                <a:lnTo>
                  <a:pt x="1072485" y="96891"/>
                </a:lnTo>
                <a:lnTo>
                  <a:pt x="1072356" y="96580"/>
                </a:lnTo>
                <a:lnTo>
                  <a:pt x="1072212" y="96272"/>
                </a:lnTo>
                <a:lnTo>
                  <a:pt x="1072055" y="95966"/>
                </a:lnTo>
                <a:lnTo>
                  <a:pt x="1071884" y="95663"/>
                </a:lnTo>
                <a:lnTo>
                  <a:pt x="1071699" y="95362"/>
                </a:lnTo>
                <a:lnTo>
                  <a:pt x="1071501" y="95063"/>
                </a:lnTo>
                <a:lnTo>
                  <a:pt x="1071289" y="94768"/>
                </a:lnTo>
                <a:lnTo>
                  <a:pt x="1071064" y="94474"/>
                </a:lnTo>
                <a:lnTo>
                  <a:pt x="1070825" y="94184"/>
                </a:lnTo>
                <a:lnTo>
                  <a:pt x="1070572" y="93896"/>
                </a:lnTo>
                <a:lnTo>
                  <a:pt x="1070305" y="93610"/>
                </a:lnTo>
                <a:lnTo>
                  <a:pt x="1070025" y="93327"/>
                </a:lnTo>
                <a:lnTo>
                  <a:pt x="1069731" y="93047"/>
                </a:lnTo>
                <a:lnTo>
                  <a:pt x="1069424" y="92769"/>
                </a:lnTo>
                <a:lnTo>
                  <a:pt x="1069103" y="92494"/>
                </a:lnTo>
                <a:lnTo>
                  <a:pt x="1068912" y="92355"/>
                </a:lnTo>
                <a:lnTo>
                  <a:pt x="1068706" y="92223"/>
                </a:lnTo>
                <a:lnTo>
                  <a:pt x="1068483" y="92096"/>
                </a:lnTo>
                <a:lnTo>
                  <a:pt x="1068245" y="91975"/>
                </a:lnTo>
                <a:lnTo>
                  <a:pt x="1067990" y="91860"/>
                </a:lnTo>
                <a:lnTo>
                  <a:pt x="1067719" y="91751"/>
                </a:lnTo>
                <a:lnTo>
                  <a:pt x="1067433" y="91648"/>
                </a:lnTo>
                <a:lnTo>
                  <a:pt x="1067130" y="91551"/>
                </a:lnTo>
                <a:lnTo>
                  <a:pt x="1066811" y="91459"/>
                </a:lnTo>
                <a:lnTo>
                  <a:pt x="1066475" y="91374"/>
                </a:lnTo>
                <a:lnTo>
                  <a:pt x="1066124" y="91294"/>
                </a:lnTo>
                <a:lnTo>
                  <a:pt x="1065757" y="91221"/>
                </a:lnTo>
                <a:lnTo>
                  <a:pt x="1065373" y="91153"/>
                </a:lnTo>
                <a:lnTo>
                  <a:pt x="1064974" y="91091"/>
                </a:lnTo>
                <a:lnTo>
                  <a:pt x="1064558" y="91035"/>
                </a:lnTo>
                <a:lnTo>
                  <a:pt x="1064126" y="90985"/>
                </a:lnTo>
                <a:lnTo>
                  <a:pt x="1063679" y="90941"/>
                </a:lnTo>
                <a:lnTo>
                  <a:pt x="1063215" y="90902"/>
                </a:lnTo>
                <a:lnTo>
                  <a:pt x="1062735" y="90870"/>
                </a:lnTo>
                <a:lnTo>
                  <a:pt x="1062238" y="90843"/>
                </a:lnTo>
                <a:lnTo>
                  <a:pt x="1061726" y="90823"/>
                </a:lnTo>
                <a:lnTo>
                  <a:pt x="1061198" y="90808"/>
                </a:lnTo>
                <a:lnTo>
                  <a:pt x="1060654" y="90799"/>
                </a:lnTo>
                <a:lnTo>
                  <a:pt x="1060093" y="90796"/>
                </a:lnTo>
                <a:lnTo>
                  <a:pt x="1059529" y="89928"/>
                </a:lnTo>
                <a:lnTo>
                  <a:pt x="1058975" y="89080"/>
                </a:lnTo>
                <a:lnTo>
                  <a:pt x="1058431" y="88251"/>
                </a:lnTo>
                <a:lnTo>
                  <a:pt x="1057896" y="87441"/>
                </a:lnTo>
                <a:lnTo>
                  <a:pt x="1057372" y="86651"/>
                </a:lnTo>
                <a:lnTo>
                  <a:pt x="1056857" y="85880"/>
                </a:lnTo>
                <a:lnTo>
                  <a:pt x="1056351" y="85128"/>
                </a:lnTo>
                <a:lnTo>
                  <a:pt x="1055855" y="84395"/>
                </a:lnTo>
                <a:lnTo>
                  <a:pt x="1055369" y="83682"/>
                </a:lnTo>
                <a:lnTo>
                  <a:pt x="1054893" y="82989"/>
                </a:lnTo>
                <a:lnTo>
                  <a:pt x="1054427" y="82314"/>
                </a:lnTo>
                <a:lnTo>
                  <a:pt x="1053970" y="81659"/>
                </a:lnTo>
                <a:lnTo>
                  <a:pt x="1053523" y="81024"/>
                </a:lnTo>
                <a:lnTo>
                  <a:pt x="1053085" y="80407"/>
                </a:lnTo>
                <a:lnTo>
                  <a:pt x="1052658" y="79810"/>
                </a:lnTo>
                <a:lnTo>
                  <a:pt x="1052240" y="79233"/>
                </a:lnTo>
                <a:lnTo>
                  <a:pt x="1051832" y="78675"/>
                </a:lnTo>
                <a:lnTo>
                  <a:pt x="1051433" y="78136"/>
                </a:lnTo>
                <a:lnTo>
                  <a:pt x="1051044" y="77616"/>
                </a:lnTo>
                <a:lnTo>
                  <a:pt x="1050665" y="77116"/>
                </a:lnTo>
                <a:lnTo>
                  <a:pt x="1050296" y="76635"/>
                </a:lnTo>
                <a:lnTo>
                  <a:pt x="1049936" y="76173"/>
                </a:lnTo>
                <a:lnTo>
                  <a:pt x="1049587" y="75731"/>
                </a:lnTo>
                <a:lnTo>
                  <a:pt x="1049246" y="75308"/>
                </a:lnTo>
                <a:lnTo>
                  <a:pt x="1048708" y="74668"/>
                </a:lnTo>
                <a:lnTo>
                  <a:pt x="1048173" y="74037"/>
                </a:lnTo>
                <a:lnTo>
                  <a:pt x="1047641" y="73416"/>
                </a:lnTo>
                <a:lnTo>
                  <a:pt x="1047111" y="72804"/>
                </a:lnTo>
                <a:lnTo>
                  <a:pt x="1046584" y="72202"/>
                </a:lnTo>
                <a:lnTo>
                  <a:pt x="1046059" y="71610"/>
                </a:lnTo>
                <a:lnTo>
                  <a:pt x="1045538" y="71027"/>
                </a:lnTo>
                <a:lnTo>
                  <a:pt x="1045019" y="70455"/>
                </a:lnTo>
                <a:lnTo>
                  <a:pt x="1044502" y="69891"/>
                </a:lnTo>
                <a:lnTo>
                  <a:pt x="1043989" y="69338"/>
                </a:lnTo>
                <a:lnTo>
                  <a:pt x="1043478" y="68794"/>
                </a:lnTo>
                <a:lnTo>
                  <a:pt x="1042970" y="68260"/>
                </a:lnTo>
                <a:lnTo>
                  <a:pt x="1042465" y="67735"/>
                </a:lnTo>
                <a:lnTo>
                  <a:pt x="1041963" y="67220"/>
                </a:lnTo>
                <a:lnTo>
                  <a:pt x="1041463" y="66715"/>
                </a:lnTo>
                <a:lnTo>
                  <a:pt x="1040966" y="66219"/>
                </a:lnTo>
                <a:lnTo>
                  <a:pt x="1040471" y="65734"/>
                </a:lnTo>
                <a:lnTo>
                  <a:pt x="1039980" y="65257"/>
                </a:lnTo>
                <a:lnTo>
                  <a:pt x="1039491" y="64791"/>
                </a:lnTo>
                <a:lnTo>
                  <a:pt x="1039005" y="64334"/>
                </a:lnTo>
                <a:lnTo>
                  <a:pt x="1038522" y="63887"/>
                </a:lnTo>
                <a:lnTo>
                  <a:pt x="1038041" y="63449"/>
                </a:lnTo>
                <a:lnTo>
                  <a:pt x="1037563" y="63021"/>
                </a:lnTo>
                <a:lnTo>
                  <a:pt x="1037088" y="62603"/>
                </a:lnTo>
                <a:lnTo>
                  <a:pt x="1037903" y="62155"/>
                </a:lnTo>
                <a:lnTo>
                  <a:pt x="1038701" y="61702"/>
                </a:lnTo>
                <a:lnTo>
                  <a:pt x="1039481" y="61244"/>
                </a:lnTo>
                <a:lnTo>
                  <a:pt x="1040244" y="60780"/>
                </a:lnTo>
                <a:lnTo>
                  <a:pt x="1040990" y="60311"/>
                </a:lnTo>
                <a:lnTo>
                  <a:pt x="1041718" y="59836"/>
                </a:lnTo>
                <a:lnTo>
                  <a:pt x="1042430" y="59357"/>
                </a:lnTo>
                <a:lnTo>
                  <a:pt x="1043123" y="58872"/>
                </a:lnTo>
                <a:lnTo>
                  <a:pt x="1043800" y="58382"/>
                </a:lnTo>
                <a:lnTo>
                  <a:pt x="1044459" y="57886"/>
                </a:lnTo>
                <a:lnTo>
                  <a:pt x="1045101" y="57385"/>
                </a:lnTo>
                <a:lnTo>
                  <a:pt x="1045726" y="56879"/>
                </a:lnTo>
                <a:lnTo>
                  <a:pt x="1046333" y="56367"/>
                </a:lnTo>
                <a:lnTo>
                  <a:pt x="1046923" y="55850"/>
                </a:lnTo>
                <a:lnTo>
                  <a:pt x="1047496" y="55328"/>
                </a:lnTo>
                <a:lnTo>
                  <a:pt x="1048051" y="54801"/>
                </a:lnTo>
                <a:lnTo>
                  <a:pt x="1048589" y="54268"/>
                </a:lnTo>
                <a:lnTo>
                  <a:pt x="1049110" y="53730"/>
                </a:lnTo>
                <a:lnTo>
                  <a:pt x="1049613" y="53186"/>
                </a:lnTo>
                <a:lnTo>
                  <a:pt x="1050099" y="52638"/>
                </a:lnTo>
                <a:lnTo>
                  <a:pt x="1050568" y="52084"/>
                </a:lnTo>
                <a:lnTo>
                  <a:pt x="1051020" y="51524"/>
                </a:lnTo>
                <a:lnTo>
                  <a:pt x="1051454" y="50959"/>
                </a:lnTo>
                <a:lnTo>
                  <a:pt x="1051871" y="50389"/>
                </a:lnTo>
                <a:lnTo>
                  <a:pt x="1052270" y="49814"/>
                </a:lnTo>
                <a:lnTo>
                  <a:pt x="1052653" y="49233"/>
                </a:lnTo>
                <a:lnTo>
                  <a:pt x="1053019" y="48647"/>
                </a:lnTo>
                <a:lnTo>
                  <a:pt x="1053367" y="48055"/>
                </a:lnTo>
                <a:lnTo>
                  <a:pt x="1053699" y="47459"/>
                </a:lnTo>
                <a:lnTo>
                  <a:pt x="1054014" y="46856"/>
                </a:lnTo>
                <a:lnTo>
                  <a:pt x="1054311" y="46249"/>
                </a:lnTo>
                <a:lnTo>
                  <a:pt x="1054592" y="45636"/>
                </a:lnTo>
                <a:lnTo>
                  <a:pt x="1054856" y="45018"/>
                </a:lnTo>
                <a:lnTo>
                  <a:pt x="1055102" y="44395"/>
                </a:lnTo>
                <a:lnTo>
                  <a:pt x="1055332" y="43766"/>
                </a:lnTo>
                <a:lnTo>
                  <a:pt x="1055544" y="43132"/>
                </a:lnTo>
                <a:lnTo>
                  <a:pt x="1055740" y="42493"/>
                </a:lnTo>
                <a:lnTo>
                  <a:pt x="1055919" y="41848"/>
                </a:lnTo>
                <a:lnTo>
                  <a:pt x="1056080" y="41198"/>
                </a:lnTo>
                <a:lnTo>
                  <a:pt x="1056225" y="40543"/>
                </a:lnTo>
                <a:lnTo>
                  <a:pt x="1056352" y="39882"/>
                </a:lnTo>
                <a:lnTo>
                  <a:pt x="1056463" y="39216"/>
                </a:lnTo>
                <a:lnTo>
                  <a:pt x="1056556" y="38545"/>
                </a:lnTo>
                <a:lnTo>
                  <a:pt x="1056633" y="37868"/>
                </a:lnTo>
                <a:lnTo>
                  <a:pt x="1056693" y="37187"/>
                </a:lnTo>
                <a:lnTo>
                  <a:pt x="1056735" y="36499"/>
                </a:lnTo>
                <a:lnTo>
                  <a:pt x="1056761" y="35807"/>
                </a:lnTo>
                <a:lnTo>
                  <a:pt x="1056769" y="35109"/>
                </a:lnTo>
                <a:lnTo>
                  <a:pt x="1056751" y="33993"/>
                </a:lnTo>
                <a:lnTo>
                  <a:pt x="1056696" y="32890"/>
                </a:lnTo>
                <a:lnTo>
                  <a:pt x="1056606" y="31802"/>
                </a:lnTo>
                <a:lnTo>
                  <a:pt x="1056479" y="30728"/>
                </a:lnTo>
                <a:lnTo>
                  <a:pt x="1056315" y="29667"/>
                </a:lnTo>
                <a:lnTo>
                  <a:pt x="1056116" y="28622"/>
                </a:lnTo>
                <a:lnTo>
                  <a:pt x="1055880" y="27590"/>
                </a:lnTo>
                <a:lnTo>
                  <a:pt x="1055608" y="26572"/>
                </a:lnTo>
                <a:lnTo>
                  <a:pt x="1055299" y="25569"/>
                </a:lnTo>
                <a:lnTo>
                  <a:pt x="1054954" y="24579"/>
                </a:lnTo>
                <a:lnTo>
                  <a:pt x="1054573" y="23604"/>
                </a:lnTo>
                <a:lnTo>
                  <a:pt x="1054156" y="22643"/>
                </a:lnTo>
                <a:lnTo>
                  <a:pt x="1053702" y="21696"/>
                </a:lnTo>
                <a:lnTo>
                  <a:pt x="1053212" y="20763"/>
                </a:lnTo>
                <a:lnTo>
                  <a:pt x="1052686" y="19845"/>
                </a:lnTo>
                <a:lnTo>
                  <a:pt x="1052123" y="18940"/>
                </a:lnTo>
                <a:lnTo>
                  <a:pt x="1051524" y="18050"/>
                </a:lnTo>
                <a:lnTo>
                  <a:pt x="1050889" y="17174"/>
                </a:lnTo>
                <a:lnTo>
                  <a:pt x="1050218" y="16312"/>
                </a:lnTo>
                <a:lnTo>
                  <a:pt x="1049510" y="15464"/>
                </a:lnTo>
                <a:lnTo>
                  <a:pt x="1048766" y="14630"/>
                </a:lnTo>
                <a:lnTo>
                  <a:pt x="1047986" y="13810"/>
                </a:lnTo>
                <a:lnTo>
                  <a:pt x="1047169" y="13005"/>
                </a:lnTo>
                <a:lnTo>
                  <a:pt x="1046316" y="12213"/>
                </a:lnTo>
                <a:lnTo>
                  <a:pt x="1045430" y="11445"/>
                </a:lnTo>
                <a:lnTo>
                  <a:pt x="1044515" y="10710"/>
                </a:lnTo>
                <a:lnTo>
                  <a:pt x="1043570" y="10007"/>
                </a:lnTo>
                <a:lnTo>
                  <a:pt x="1042595" y="9337"/>
                </a:lnTo>
                <a:lnTo>
                  <a:pt x="1041591" y="8699"/>
                </a:lnTo>
                <a:lnTo>
                  <a:pt x="1040557" y="8095"/>
                </a:lnTo>
                <a:lnTo>
                  <a:pt x="1039493" y="7523"/>
                </a:lnTo>
                <a:lnTo>
                  <a:pt x="1038400" y="6983"/>
                </a:lnTo>
                <a:lnTo>
                  <a:pt x="1037277" y="6477"/>
                </a:lnTo>
                <a:lnTo>
                  <a:pt x="1036125" y="6003"/>
                </a:lnTo>
                <a:lnTo>
                  <a:pt x="1034943" y="5561"/>
                </a:lnTo>
                <a:lnTo>
                  <a:pt x="1033731" y="5153"/>
                </a:lnTo>
                <a:lnTo>
                  <a:pt x="1032490" y="4777"/>
                </a:lnTo>
                <a:lnTo>
                  <a:pt x="1031219" y="4434"/>
                </a:lnTo>
                <a:lnTo>
                  <a:pt x="1029918" y="4123"/>
                </a:lnTo>
                <a:lnTo>
                  <a:pt x="1028588" y="3845"/>
                </a:lnTo>
                <a:lnTo>
                  <a:pt x="1027229" y="3600"/>
                </a:lnTo>
                <a:lnTo>
                  <a:pt x="1025839" y="3387"/>
                </a:lnTo>
                <a:lnTo>
                  <a:pt x="1024421" y="3208"/>
                </a:lnTo>
                <a:lnTo>
                  <a:pt x="1022972" y="3061"/>
                </a:lnTo>
                <a:lnTo>
                  <a:pt x="1021494" y="2946"/>
                </a:lnTo>
                <a:lnTo>
                  <a:pt x="1019986" y="2864"/>
                </a:lnTo>
                <a:lnTo>
                  <a:pt x="1018449" y="2815"/>
                </a:lnTo>
                <a:lnTo>
                  <a:pt x="1016882" y="2799"/>
                </a:lnTo>
                <a:lnTo>
                  <a:pt x="976295" y="2624"/>
                </a:lnTo>
                <a:lnTo>
                  <a:pt x="975762" y="2628"/>
                </a:lnTo>
                <a:lnTo>
                  <a:pt x="975242" y="2641"/>
                </a:lnTo>
                <a:lnTo>
                  <a:pt x="974734" y="2663"/>
                </a:lnTo>
                <a:lnTo>
                  <a:pt x="974240" y="2693"/>
                </a:lnTo>
                <a:lnTo>
                  <a:pt x="973759" y="2732"/>
                </a:lnTo>
                <a:lnTo>
                  <a:pt x="973290" y="2780"/>
                </a:lnTo>
                <a:lnTo>
                  <a:pt x="972835" y="2836"/>
                </a:lnTo>
                <a:lnTo>
                  <a:pt x="972392" y="2901"/>
                </a:lnTo>
                <a:lnTo>
                  <a:pt x="971963" y="2975"/>
                </a:lnTo>
                <a:lnTo>
                  <a:pt x="971546" y="3057"/>
                </a:lnTo>
                <a:lnTo>
                  <a:pt x="971142" y="3148"/>
                </a:lnTo>
                <a:lnTo>
                  <a:pt x="970751" y="3247"/>
                </a:lnTo>
                <a:lnTo>
                  <a:pt x="970373" y="3356"/>
                </a:lnTo>
                <a:lnTo>
                  <a:pt x="970008" y="3472"/>
                </a:lnTo>
                <a:lnTo>
                  <a:pt x="969656" y="3598"/>
                </a:lnTo>
                <a:lnTo>
                  <a:pt x="969316" y="3732"/>
                </a:lnTo>
                <a:lnTo>
                  <a:pt x="968990" y="3875"/>
                </a:lnTo>
                <a:lnTo>
                  <a:pt x="968676" y="4026"/>
                </a:lnTo>
                <a:lnTo>
                  <a:pt x="968376" y="4187"/>
                </a:lnTo>
                <a:lnTo>
                  <a:pt x="968088" y="4355"/>
                </a:lnTo>
                <a:lnTo>
                  <a:pt x="967813" y="4533"/>
                </a:lnTo>
                <a:lnTo>
                  <a:pt x="967551" y="4719"/>
                </a:lnTo>
                <a:lnTo>
                  <a:pt x="967302" y="4914"/>
                </a:lnTo>
                <a:lnTo>
                  <a:pt x="967066" y="5117"/>
                </a:lnTo>
                <a:lnTo>
                  <a:pt x="966841" y="5328"/>
                </a:lnTo>
                <a:lnTo>
                  <a:pt x="966626" y="5543"/>
                </a:lnTo>
                <a:lnTo>
                  <a:pt x="966421" y="5764"/>
                </a:lnTo>
                <a:lnTo>
                  <a:pt x="966224" y="5991"/>
                </a:lnTo>
                <a:lnTo>
                  <a:pt x="966038" y="6222"/>
                </a:lnTo>
                <a:lnTo>
                  <a:pt x="965861" y="6459"/>
                </a:lnTo>
                <a:lnTo>
                  <a:pt x="965693" y="6702"/>
                </a:lnTo>
                <a:lnTo>
                  <a:pt x="965536" y="6949"/>
                </a:lnTo>
                <a:lnTo>
                  <a:pt x="965387" y="7202"/>
                </a:lnTo>
                <a:lnTo>
                  <a:pt x="965249" y="7460"/>
                </a:lnTo>
                <a:lnTo>
                  <a:pt x="965119" y="7724"/>
                </a:lnTo>
                <a:lnTo>
                  <a:pt x="965000" y="7993"/>
                </a:lnTo>
                <a:lnTo>
                  <a:pt x="964890" y="8267"/>
                </a:lnTo>
                <a:lnTo>
                  <a:pt x="964789" y="8546"/>
                </a:lnTo>
                <a:lnTo>
                  <a:pt x="964698" y="8831"/>
                </a:lnTo>
                <a:lnTo>
                  <a:pt x="964617" y="9121"/>
                </a:lnTo>
                <a:lnTo>
                  <a:pt x="964545" y="9417"/>
                </a:lnTo>
                <a:lnTo>
                  <a:pt x="964483" y="9718"/>
                </a:lnTo>
                <a:lnTo>
                  <a:pt x="964431" y="10024"/>
                </a:lnTo>
                <a:lnTo>
                  <a:pt x="964387" y="10335"/>
                </a:lnTo>
                <a:lnTo>
                  <a:pt x="964354" y="10652"/>
                </a:lnTo>
                <a:lnTo>
                  <a:pt x="964330" y="10974"/>
                </a:lnTo>
                <a:lnTo>
                  <a:pt x="964316" y="11301"/>
                </a:lnTo>
                <a:lnTo>
                  <a:pt x="964311" y="11634"/>
                </a:lnTo>
                <a:lnTo>
                  <a:pt x="964316" y="11966"/>
                </a:lnTo>
                <a:lnTo>
                  <a:pt x="964330" y="12294"/>
                </a:lnTo>
                <a:lnTo>
                  <a:pt x="964354" y="12616"/>
                </a:lnTo>
                <a:lnTo>
                  <a:pt x="964387" y="12933"/>
                </a:lnTo>
                <a:lnTo>
                  <a:pt x="964431" y="13244"/>
                </a:lnTo>
                <a:lnTo>
                  <a:pt x="964483" y="13550"/>
                </a:lnTo>
                <a:lnTo>
                  <a:pt x="964545" y="13851"/>
                </a:lnTo>
                <a:lnTo>
                  <a:pt x="964617" y="14146"/>
                </a:lnTo>
                <a:lnTo>
                  <a:pt x="964698" y="14436"/>
                </a:lnTo>
                <a:lnTo>
                  <a:pt x="964789" y="14721"/>
                </a:lnTo>
                <a:lnTo>
                  <a:pt x="964890" y="15001"/>
                </a:lnTo>
                <a:lnTo>
                  <a:pt x="965000" y="15275"/>
                </a:lnTo>
                <a:lnTo>
                  <a:pt x="965119" y="15544"/>
                </a:lnTo>
                <a:lnTo>
                  <a:pt x="965249" y="15807"/>
                </a:lnTo>
                <a:lnTo>
                  <a:pt x="965387" y="16066"/>
                </a:lnTo>
                <a:lnTo>
                  <a:pt x="965536" y="16318"/>
                </a:lnTo>
                <a:lnTo>
                  <a:pt x="965693" y="16566"/>
                </a:lnTo>
                <a:lnTo>
                  <a:pt x="965861" y="16808"/>
                </a:lnTo>
                <a:lnTo>
                  <a:pt x="966038" y="17045"/>
                </a:lnTo>
                <a:lnTo>
                  <a:pt x="966224" y="17277"/>
                </a:lnTo>
                <a:lnTo>
                  <a:pt x="966421" y="17503"/>
                </a:lnTo>
                <a:lnTo>
                  <a:pt x="966626" y="17724"/>
                </a:lnTo>
                <a:lnTo>
                  <a:pt x="966841" y="17940"/>
                </a:lnTo>
                <a:lnTo>
                  <a:pt x="967066" y="18150"/>
                </a:lnTo>
                <a:lnTo>
                  <a:pt x="967302" y="18354"/>
                </a:lnTo>
                <a:lnTo>
                  <a:pt x="967551" y="18549"/>
                </a:lnTo>
                <a:lnTo>
                  <a:pt x="967813" y="18735"/>
                </a:lnTo>
                <a:lnTo>
                  <a:pt x="968088" y="18912"/>
                </a:lnTo>
                <a:lnTo>
                  <a:pt x="968376" y="19081"/>
                </a:lnTo>
                <a:lnTo>
                  <a:pt x="968676" y="19241"/>
                </a:lnTo>
                <a:lnTo>
                  <a:pt x="968990" y="19393"/>
                </a:lnTo>
                <a:lnTo>
                  <a:pt x="969316" y="19535"/>
                </a:lnTo>
                <a:lnTo>
                  <a:pt x="969656" y="19670"/>
                </a:lnTo>
                <a:lnTo>
                  <a:pt x="970008" y="19795"/>
                </a:lnTo>
                <a:lnTo>
                  <a:pt x="970373" y="19912"/>
                </a:lnTo>
                <a:lnTo>
                  <a:pt x="970751" y="20020"/>
                </a:lnTo>
                <a:lnTo>
                  <a:pt x="971142" y="20120"/>
                </a:lnTo>
                <a:lnTo>
                  <a:pt x="971546" y="20211"/>
                </a:lnTo>
                <a:lnTo>
                  <a:pt x="971963" y="20293"/>
                </a:lnTo>
                <a:lnTo>
                  <a:pt x="972392" y="20366"/>
                </a:lnTo>
                <a:lnTo>
                  <a:pt x="972835" y="20431"/>
                </a:lnTo>
                <a:lnTo>
                  <a:pt x="973290" y="20488"/>
                </a:lnTo>
                <a:lnTo>
                  <a:pt x="973759" y="20535"/>
                </a:lnTo>
                <a:lnTo>
                  <a:pt x="974240" y="20574"/>
                </a:lnTo>
                <a:lnTo>
                  <a:pt x="974734" y="20604"/>
                </a:lnTo>
                <a:lnTo>
                  <a:pt x="975242" y="20626"/>
                </a:lnTo>
                <a:lnTo>
                  <a:pt x="975762" y="20639"/>
                </a:lnTo>
                <a:lnTo>
                  <a:pt x="976295" y="20643"/>
                </a:lnTo>
                <a:lnTo>
                  <a:pt x="979094" y="20643"/>
                </a:lnTo>
                <a:lnTo>
                  <a:pt x="979094" y="90796"/>
                </a:lnTo>
                <a:lnTo>
                  <a:pt x="976295" y="90796"/>
                </a:lnTo>
                <a:lnTo>
                  <a:pt x="975769" y="90800"/>
                </a:lnTo>
                <a:lnTo>
                  <a:pt x="975255" y="90813"/>
                </a:lnTo>
                <a:lnTo>
                  <a:pt x="974754" y="90834"/>
                </a:lnTo>
                <a:lnTo>
                  <a:pt x="974266" y="90864"/>
                </a:lnTo>
                <a:lnTo>
                  <a:pt x="973790" y="90902"/>
                </a:lnTo>
                <a:lnTo>
                  <a:pt x="973326" y="90949"/>
                </a:lnTo>
                <a:lnTo>
                  <a:pt x="972875" y="91005"/>
                </a:lnTo>
                <a:lnTo>
                  <a:pt x="972436" y="91068"/>
                </a:lnTo>
                <a:lnTo>
                  <a:pt x="972010" y="91141"/>
                </a:lnTo>
                <a:lnTo>
                  <a:pt x="971596" y="91221"/>
                </a:lnTo>
                <a:lnTo>
                  <a:pt x="971195" y="91311"/>
                </a:lnTo>
                <a:lnTo>
                  <a:pt x="970806" y="91408"/>
                </a:lnTo>
                <a:lnTo>
                  <a:pt x="970429" y="91515"/>
                </a:lnTo>
                <a:lnTo>
                  <a:pt x="970065" y="91630"/>
                </a:lnTo>
                <a:lnTo>
                  <a:pt x="969714" y="91753"/>
                </a:lnTo>
                <a:lnTo>
                  <a:pt x="969375" y="91885"/>
                </a:lnTo>
                <a:lnTo>
                  <a:pt x="969048" y="92025"/>
                </a:lnTo>
                <a:lnTo>
                  <a:pt x="968734" y="92174"/>
                </a:lnTo>
                <a:lnTo>
                  <a:pt x="968432" y="92331"/>
                </a:lnTo>
                <a:lnTo>
                  <a:pt x="968143" y="92497"/>
                </a:lnTo>
                <a:lnTo>
                  <a:pt x="967866" y="92671"/>
                </a:lnTo>
                <a:lnTo>
                  <a:pt x="967601" y="92854"/>
                </a:lnTo>
                <a:lnTo>
                  <a:pt x="967350" y="93046"/>
                </a:lnTo>
                <a:lnTo>
                  <a:pt x="967110" y="93245"/>
                </a:lnTo>
                <a:lnTo>
                  <a:pt x="966882" y="93452"/>
                </a:lnTo>
                <a:lnTo>
                  <a:pt x="966663" y="93665"/>
                </a:lnTo>
                <a:lnTo>
                  <a:pt x="966454" y="93882"/>
                </a:lnTo>
                <a:lnTo>
                  <a:pt x="966255" y="94106"/>
                </a:lnTo>
                <a:lnTo>
                  <a:pt x="966065" y="94334"/>
                </a:lnTo>
                <a:lnTo>
                  <a:pt x="965885" y="94568"/>
                </a:lnTo>
                <a:lnTo>
                  <a:pt x="965715" y="94808"/>
                </a:lnTo>
                <a:lnTo>
                  <a:pt x="965555" y="95053"/>
                </a:lnTo>
                <a:lnTo>
                  <a:pt x="965404" y="95304"/>
                </a:lnTo>
                <a:lnTo>
                  <a:pt x="965263" y="95560"/>
                </a:lnTo>
                <a:lnTo>
                  <a:pt x="965132" y="95821"/>
                </a:lnTo>
                <a:lnTo>
                  <a:pt x="965011" y="96088"/>
                </a:lnTo>
                <a:lnTo>
                  <a:pt x="964899" y="96361"/>
                </a:lnTo>
                <a:lnTo>
                  <a:pt x="964797" y="96639"/>
                </a:lnTo>
                <a:lnTo>
                  <a:pt x="964705" y="96922"/>
                </a:lnTo>
                <a:lnTo>
                  <a:pt x="964622" y="97211"/>
                </a:lnTo>
                <a:lnTo>
                  <a:pt x="964549" y="97505"/>
                </a:lnTo>
                <a:lnTo>
                  <a:pt x="964486" y="97805"/>
                </a:lnTo>
                <a:lnTo>
                  <a:pt x="964432" y="98110"/>
                </a:lnTo>
                <a:lnTo>
                  <a:pt x="964389" y="98421"/>
                </a:lnTo>
                <a:lnTo>
                  <a:pt x="964355" y="98737"/>
                </a:lnTo>
                <a:lnTo>
                  <a:pt x="964330" y="99059"/>
                </a:lnTo>
                <a:lnTo>
                  <a:pt x="964316" y="99386"/>
                </a:lnTo>
                <a:lnTo>
                  <a:pt x="964311" y="99718"/>
                </a:lnTo>
                <a:lnTo>
                  <a:pt x="964316" y="100051"/>
                </a:lnTo>
                <a:lnTo>
                  <a:pt x="964330" y="100379"/>
                </a:lnTo>
                <a:lnTo>
                  <a:pt x="964354" y="100701"/>
                </a:lnTo>
                <a:lnTo>
                  <a:pt x="964387" y="101018"/>
                </a:lnTo>
                <a:lnTo>
                  <a:pt x="964431" y="101330"/>
                </a:lnTo>
                <a:lnTo>
                  <a:pt x="964483" y="101637"/>
                </a:lnTo>
                <a:lnTo>
                  <a:pt x="964545" y="101939"/>
                </a:lnTo>
                <a:lnTo>
                  <a:pt x="964617" y="102236"/>
                </a:lnTo>
                <a:lnTo>
                  <a:pt x="964698" y="102527"/>
                </a:lnTo>
                <a:lnTo>
                  <a:pt x="964789" y="102813"/>
                </a:lnTo>
                <a:lnTo>
                  <a:pt x="964890" y="103094"/>
                </a:lnTo>
                <a:lnTo>
                  <a:pt x="965000" y="103370"/>
                </a:lnTo>
                <a:lnTo>
                  <a:pt x="965119" y="103641"/>
                </a:lnTo>
                <a:lnTo>
                  <a:pt x="965249" y="103907"/>
                </a:lnTo>
                <a:lnTo>
                  <a:pt x="965387" y="104167"/>
                </a:lnTo>
                <a:lnTo>
                  <a:pt x="965536" y="104422"/>
                </a:lnTo>
                <a:lnTo>
                  <a:pt x="965693" y="104672"/>
                </a:lnTo>
                <a:lnTo>
                  <a:pt x="965861" y="104917"/>
                </a:lnTo>
                <a:lnTo>
                  <a:pt x="966038" y="105157"/>
                </a:lnTo>
                <a:lnTo>
                  <a:pt x="966224" y="105392"/>
                </a:lnTo>
                <a:lnTo>
                  <a:pt x="966421" y="105621"/>
                </a:lnTo>
                <a:lnTo>
                  <a:pt x="966626" y="105846"/>
                </a:lnTo>
                <a:lnTo>
                  <a:pt x="966841" y="106065"/>
                </a:lnTo>
                <a:lnTo>
                  <a:pt x="967066" y="106279"/>
                </a:lnTo>
                <a:lnTo>
                  <a:pt x="967302" y="106486"/>
                </a:lnTo>
                <a:lnTo>
                  <a:pt x="967551" y="106684"/>
                </a:lnTo>
                <a:lnTo>
                  <a:pt x="967813" y="106873"/>
                </a:lnTo>
                <a:lnTo>
                  <a:pt x="968088" y="107054"/>
                </a:lnTo>
                <a:lnTo>
                  <a:pt x="968376" y="107226"/>
                </a:lnTo>
                <a:lnTo>
                  <a:pt x="968676" y="107389"/>
                </a:lnTo>
                <a:lnTo>
                  <a:pt x="968990" y="107543"/>
                </a:lnTo>
                <a:lnTo>
                  <a:pt x="969316" y="107688"/>
                </a:lnTo>
                <a:lnTo>
                  <a:pt x="969656" y="107825"/>
                </a:lnTo>
                <a:lnTo>
                  <a:pt x="970008" y="107952"/>
                </a:lnTo>
                <a:lnTo>
                  <a:pt x="970373" y="108071"/>
                </a:lnTo>
                <a:lnTo>
                  <a:pt x="970751" y="108181"/>
                </a:lnTo>
                <a:lnTo>
                  <a:pt x="971142" y="108283"/>
                </a:lnTo>
                <a:lnTo>
                  <a:pt x="971546" y="108375"/>
                </a:lnTo>
                <a:lnTo>
                  <a:pt x="971963" y="108459"/>
                </a:lnTo>
                <a:lnTo>
                  <a:pt x="972392" y="108534"/>
                </a:lnTo>
                <a:lnTo>
                  <a:pt x="972835" y="108600"/>
                </a:lnTo>
                <a:lnTo>
                  <a:pt x="973290" y="108657"/>
                </a:lnTo>
                <a:lnTo>
                  <a:pt x="973759" y="108705"/>
                </a:lnTo>
                <a:lnTo>
                  <a:pt x="974240" y="108745"/>
                </a:lnTo>
                <a:lnTo>
                  <a:pt x="974734" y="108776"/>
                </a:lnTo>
                <a:lnTo>
                  <a:pt x="975242" y="108798"/>
                </a:lnTo>
                <a:lnTo>
                  <a:pt x="975762" y="108811"/>
                </a:lnTo>
                <a:lnTo>
                  <a:pt x="976295" y="108815"/>
                </a:lnTo>
                <a:lnTo>
                  <a:pt x="1003498" y="108815"/>
                </a:lnTo>
                <a:lnTo>
                  <a:pt x="1004031" y="108811"/>
                </a:lnTo>
                <a:lnTo>
                  <a:pt x="1004551" y="108798"/>
                </a:lnTo>
                <a:lnTo>
                  <a:pt x="1005059" y="108776"/>
                </a:lnTo>
                <a:lnTo>
                  <a:pt x="1005553" y="108746"/>
                </a:lnTo>
                <a:lnTo>
                  <a:pt x="1006034" y="108707"/>
                </a:lnTo>
                <a:lnTo>
                  <a:pt x="1006503" y="108660"/>
                </a:lnTo>
                <a:lnTo>
                  <a:pt x="1006958" y="108603"/>
                </a:lnTo>
                <a:lnTo>
                  <a:pt x="1007401" y="108538"/>
                </a:lnTo>
                <a:lnTo>
                  <a:pt x="1007830" y="108465"/>
                </a:lnTo>
                <a:lnTo>
                  <a:pt x="1008247" y="108383"/>
                </a:lnTo>
                <a:lnTo>
                  <a:pt x="1008651" y="108292"/>
                </a:lnTo>
                <a:lnTo>
                  <a:pt x="1009042" y="108192"/>
                </a:lnTo>
                <a:lnTo>
                  <a:pt x="1009420" y="108084"/>
                </a:lnTo>
                <a:lnTo>
                  <a:pt x="1009785" y="107967"/>
                </a:lnTo>
                <a:lnTo>
                  <a:pt x="1010137" y="107842"/>
                </a:lnTo>
                <a:lnTo>
                  <a:pt x="1010477" y="107707"/>
                </a:lnTo>
                <a:lnTo>
                  <a:pt x="1010803" y="107565"/>
                </a:lnTo>
                <a:lnTo>
                  <a:pt x="1011117" y="107413"/>
                </a:lnTo>
                <a:lnTo>
                  <a:pt x="1011417" y="107253"/>
                </a:lnTo>
                <a:lnTo>
                  <a:pt x="1011705" y="107084"/>
                </a:lnTo>
                <a:lnTo>
                  <a:pt x="1011980" y="106907"/>
                </a:lnTo>
                <a:lnTo>
                  <a:pt x="1012242" y="106721"/>
                </a:lnTo>
                <a:lnTo>
                  <a:pt x="1012491" y="106526"/>
                </a:lnTo>
                <a:lnTo>
                  <a:pt x="1012727" y="106322"/>
                </a:lnTo>
                <a:lnTo>
                  <a:pt x="1012952" y="106112"/>
                </a:lnTo>
                <a:lnTo>
                  <a:pt x="1013167" y="105896"/>
                </a:lnTo>
                <a:lnTo>
                  <a:pt x="1013373" y="105675"/>
                </a:lnTo>
                <a:lnTo>
                  <a:pt x="1013569" y="105449"/>
                </a:lnTo>
                <a:lnTo>
                  <a:pt x="1013755" y="105217"/>
                </a:lnTo>
                <a:lnTo>
                  <a:pt x="1013932" y="104980"/>
                </a:lnTo>
                <a:lnTo>
                  <a:pt x="1014100" y="104738"/>
                </a:lnTo>
                <a:lnTo>
                  <a:pt x="1014258" y="104490"/>
                </a:lnTo>
                <a:lnTo>
                  <a:pt x="1014406" y="104237"/>
                </a:lnTo>
                <a:lnTo>
                  <a:pt x="1014545" y="103979"/>
                </a:lnTo>
                <a:lnTo>
                  <a:pt x="1014674" y="103716"/>
                </a:lnTo>
                <a:lnTo>
                  <a:pt x="1014793" y="103447"/>
                </a:lnTo>
                <a:lnTo>
                  <a:pt x="1014903" y="103173"/>
                </a:lnTo>
                <a:lnTo>
                  <a:pt x="1015004" y="102893"/>
                </a:lnTo>
                <a:lnTo>
                  <a:pt x="1015095" y="102608"/>
                </a:lnTo>
                <a:lnTo>
                  <a:pt x="1015176" y="102318"/>
                </a:lnTo>
                <a:lnTo>
                  <a:pt x="1015248" y="102023"/>
                </a:lnTo>
                <a:lnTo>
                  <a:pt x="1015310" y="101722"/>
                </a:lnTo>
                <a:lnTo>
                  <a:pt x="1015363" y="101416"/>
                </a:lnTo>
                <a:lnTo>
                  <a:pt x="1015406" y="101105"/>
                </a:lnTo>
                <a:lnTo>
                  <a:pt x="1015439" y="100788"/>
                </a:lnTo>
                <a:lnTo>
                  <a:pt x="1015463" y="100466"/>
                </a:lnTo>
                <a:lnTo>
                  <a:pt x="1015477" y="100138"/>
                </a:lnTo>
                <a:lnTo>
                  <a:pt x="1015482" y="99806"/>
                </a:lnTo>
                <a:lnTo>
                  <a:pt x="1015477" y="99473"/>
                </a:lnTo>
                <a:lnTo>
                  <a:pt x="1015463" y="99146"/>
                </a:lnTo>
                <a:lnTo>
                  <a:pt x="1015439" y="98824"/>
                </a:lnTo>
                <a:lnTo>
                  <a:pt x="1015406" y="98507"/>
                </a:lnTo>
                <a:lnTo>
                  <a:pt x="1015363" y="98196"/>
                </a:lnTo>
                <a:lnTo>
                  <a:pt x="1015310" y="97890"/>
                </a:lnTo>
                <a:lnTo>
                  <a:pt x="1015248" y="97589"/>
                </a:lnTo>
                <a:lnTo>
                  <a:pt x="1015176" y="97293"/>
                </a:lnTo>
                <a:lnTo>
                  <a:pt x="1015095" y="97003"/>
                </a:lnTo>
                <a:lnTo>
                  <a:pt x="1015004" y="96718"/>
                </a:lnTo>
                <a:lnTo>
                  <a:pt x="1014903" y="96439"/>
                </a:lnTo>
                <a:lnTo>
                  <a:pt x="1014793" y="96165"/>
                </a:lnTo>
                <a:lnTo>
                  <a:pt x="1014674" y="95896"/>
                </a:lnTo>
                <a:lnTo>
                  <a:pt x="1014545" y="95632"/>
                </a:lnTo>
                <a:lnTo>
                  <a:pt x="1014406" y="95374"/>
                </a:lnTo>
                <a:lnTo>
                  <a:pt x="1014258" y="95121"/>
                </a:lnTo>
                <a:lnTo>
                  <a:pt x="1014100" y="94874"/>
                </a:lnTo>
                <a:lnTo>
                  <a:pt x="1013932" y="94631"/>
                </a:lnTo>
                <a:lnTo>
                  <a:pt x="1013755" y="94394"/>
                </a:lnTo>
                <a:lnTo>
                  <a:pt x="1013569" y="94163"/>
                </a:lnTo>
                <a:lnTo>
                  <a:pt x="1013373" y="93936"/>
                </a:lnTo>
                <a:lnTo>
                  <a:pt x="1013167" y="93715"/>
                </a:lnTo>
                <a:lnTo>
                  <a:pt x="1012952" y="93500"/>
                </a:lnTo>
                <a:lnTo>
                  <a:pt x="1012727" y="93289"/>
                </a:lnTo>
                <a:lnTo>
                  <a:pt x="1012491" y="93086"/>
                </a:lnTo>
                <a:lnTo>
                  <a:pt x="1012242" y="92891"/>
                </a:lnTo>
                <a:lnTo>
                  <a:pt x="1011980" y="92705"/>
                </a:lnTo>
                <a:lnTo>
                  <a:pt x="1011705" y="92527"/>
                </a:lnTo>
                <a:lnTo>
                  <a:pt x="1011417" y="92359"/>
                </a:lnTo>
                <a:lnTo>
                  <a:pt x="1011117" y="92198"/>
                </a:lnTo>
                <a:lnTo>
                  <a:pt x="1010803" y="92047"/>
                </a:lnTo>
                <a:lnTo>
                  <a:pt x="1010477" y="91904"/>
                </a:lnTo>
                <a:lnTo>
                  <a:pt x="1010137" y="91770"/>
                </a:lnTo>
                <a:lnTo>
                  <a:pt x="1009785" y="91644"/>
                </a:lnTo>
                <a:lnTo>
                  <a:pt x="1009420" y="91528"/>
                </a:lnTo>
                <a:lnTo>
                  <a:pt x="1009042" y="91419"/>
                </a:lnTo>
                <a:lnTo>
                  <a:pt x="1008651" y="91320"/>
                </a:lnTo>
                <a:lnTo>
                  <a:pt x="1008247" y="91229"/>
                </a:lnTo>
                <a:lnTo>
                  <a:pt x="1007830" y="91147"/>
                </a:lnTo>
                <a:lnTo>
                  <a:pt x="1007401" y="91073"/>
                </a:lnTo>
                <a:lnTo>
                  <a:pt x="1006958" y="91008"/>
                </a:lnTo>
                <a:lnTo>
                  <a:pt x="1006503" y="90952"/>
                </a:lnTo>
                <a:lnTo>
                  <a:pt x="1006034" y="90904"/>
                </a:lnTo>
                <a:lnTo>
                  <a:pt x="1005553" y="90865"/>
                </a:lnTo>
                <a:lnTo>
                  <a:pt x="1005059" y="90835"/>
                </a:lnTo>
                <a:lnTo>
                  <a:pt x="1004551" y="90813"/>
                </a:lnTo>
                <a:lnTo>
                  <a:pt x="1004031" y="90800"/>
                </a:lnTo>
                <a:lnTo>
                  <a:pt x="1003498" y="90796"/>
                </a:lnTo>
                <a:lnTo>
                  <a:pt x="997026" y="90796"/>
                </a:lnTo>
                <a:lnTo>
                  <a:pt x="997026" y="68403"/>
                </a:lnTo>
                <a:lnTo>
                  <a:pt x="1014782" y="68403"/>
                </a:lnTo>
                <a:lnTo>
                  <a:pt x="1015991" y="69017"/>
                </a:lnTo>
                <a:lnTo>
                  <a:pt x="1017225" y="69724"/>
                </a:lnTo>
                <a:close/>
                <a:moveTo>
                  <a:pt x="1018440" y="20826"/>
                </a:moveTo>
                <a:lnTo>
                  <a:pt x="1019282" y="20848"/>
                </a:lnTo>
                <a:lnTo>
                  <a:pt x="1020106" y="20886"/>
                </a:lnTo>
                <a:lnTo>
                  <a:pt x="1020913" y="20938"/>
                </a:lnTo>
                <a:lnTo>
                  <a:pt x="1021702" y="21006"/>
                </a:lnTo>
                <a:lnTo>
                  <a:pt x="1022474" y="21088"/>
                </a:lnTo>
                <a:lnTo>
                  <a:pt x="1023229" y="21186"/>
                </a:lnTo>
                <a:lnTo>
                  <a:pt x="1023967" y="21298"/>
                </a:lnTo>
                <a:lnTo>
                  <a:pt x="1024687" y="21426"/>
                </a:lnTo>
                <a:lnTo>
                  <a:pt x="1025390" y="21568"/>
                </a:lnTo>
                <a:lnTo>
                  <a:pt x="1026076" y="21726"/>
                </a:lnTo>
                <a:lnTo>
                  <a:pt x="1026744" y="21898"/>
                </a:lnTo>
                <a:lnTo>
                  <a:pt x="1027395" y="22086"/>
                </a:lnTo>
                <a:lnTo>
                  <a:pt x="1028029" y="22288"/>
                </a:lnTo>
                <a:lnTo>
                  <a:pt x="1028645" y="22505"/>
                </a:lnTo>
                <a:lnTo>
                  <a:pt x="1029244" y="22738"/>
                </a:lnTo>
                <a:lnTo>
                  <a:pt x="1029826" y="22985"/>
                </a:lnTo>
                <a:lnTo>
                  <a:pt x="1030391" y="23248"/>
                </a:lnTo>
                <a:lnTo>
                  <a:pt x="1030938" y="23525"/>
                </a:lnTo>
                <a:lnTo>
                  <a:pt x="1031468" y="23818"/>
                </a:lnTo>
                <a:lnTo>
                  <a:pt x="1031980" y="24125"/>
                </a:lnTo>
                <a:lnTo>
                  <a:pt x="1032475" y="24447"/>
                </a:lnTo>
                <a:lnTo>
                  <a:pt x="1032953" y="24785"/>
                </a:lnTo>
                <a:lnTo>
                  <a:pt x="1033414" y="25137"/>
                </a:lnTo>
                <a:lnTo>
                  <a:pt x="1033856" y="25498"/>
                </a:lnTo>
                <a:lnTo>
                  <a:pt x="1034280" y="25862"/>
                </a:lnTo>
                <a:lnTo>
                  <a:pt x="1034685" y="26228"/>
                </a:lnTo>
                <a:lnTo>
                  <a:pt x="1035071" y="26597"/>
                </a:lnTo>
                <a:lnTo>
                  <a:pt x="1035438" y="26968"/>
                </a:lnTo>
                <a:lnTo>
                  <a:pt x="1035787" y="27342"/>
                </a:lnTo>
                <a:lnTo>
                  <a:pt x="1036116" y="27718"/>
                </a:lnTo>
                <a:lnTo>
                  <a:pt x="1036427" y="28097"/>
                </a:lnTo>
                <a:lnTo>
                  <a:pt x="1036719" y="28479"/>
                </a:lnTo>
                <a:lnTo>
                  <a:pt x="1036992" y="28863"/>
                </a:lnTo>
                <a:lnTo>
                  <a:pt x="1037246" y="29249"/>
                </a:lnTo>
                <a:lnTo>
                  <a:pt x="1037481" y="29639"/>
                </a:lnTo>
                <a:lnTo>
                  <a:pt x="1037698" y="30031"/>
                </a:lnTo>
                <a:lnTo>
                  <a:pt x="1037896" y="30425"/>
                </a:lnTo>
                <a:lnTo>
                  <a:pt x="1038075" y="30822"/>
                </a:lnTo>
                <a:lnTo>
                  <a:pt x="1038235" y="31222"/>
                </a:lnTo>
                <a:lnTo>
                  <a:pt x="1038376" y="31624"/>
                </a:lnTo>
                <a:lnTo>
                  <a:pt x="1038498" y="32028"/>
                </a:lnTo>
                <a:lnTo>
                  <a:pt x="1038602" y="32436"/>
                </a:lnTo>
                <a:lnTo>
                  <a:pt x="1038687" y="32845"/>
                </a:lnTo>
                <a:lnTo>
                  <a:pt x="1038753" y="33258"/>
                </a:lnTo>
                <a:lnTo>
                  <a:pt x="1038800" y="33673"/>
                </a:lnTo>
                <a:lnTo>
                  <a:pt x="1038828" y="34090"/>
                </a:lnTo>
                <a:lnTo>
                  <a:pt x="1038837" y="34511"/>
                </a:lnTo>
                <a:lnTo>
                  <a:pt x="1038832" y="34794"/>
                </a:lnTo>
                <a:lnTo>
                  <a:pt x="1038818" y="35078"/>
                </a:lnTo>
                <a:lnTo>
                  <a:pt x="1038793" y="35362"/>
                </a:lnTo>
                <a:lnTo>
                  <a:pt x="1038758" y="35647"/>
                </a:lnTo>
                <a:lnTo>
                  <a:pt x="1038714" y="35931"/>
                </a:lnTo>
                <a:lnTo>
                  <a:pt x="1038660" y="36216"/>
                </a:lnTo>
                <a:lnTo>
                  <a:pt x="1038595" y="36502"/>
                </a:lnTo>
                <a:lnTo>
                  <a:pt x="1038521" y="36788"/>
                </a:lnTo>
                <a:lnTo>
                  <a:pt x="1038437" y="37074"/>
                </a:lnTo>
                <a:lnTo>
                  <a:pt x="1038344" y="37360"/>
                </a:lnTo>
                <a:lnTo>
                  <a:pt x="1038240" y="37647"/>
                </a:lnTo>
                <a:lnTo>
                  <a:pt x="1038127" y="37934"/>
                </a:lnTo>
                <a:lnTo>
                  <a:pt x="1038003" y="38221"/>
                </a:lnTo>
                <a:lnTo>
                  <a:pt x="1037870" y="38508"/>
                </a:lnTo>
                <a:lnTo>
                  <a:pt x="1037727" y="38796"/>
                </a:lnTo>
                <a:lnTo>
                  <a:pt x="1037574" y="39085"/>
                </a:lnTo>
                <a:lnTo>
                  <a:pt x="1037411" y="39373"/>
                </a:lnTo>
                <a:lnTo>
                  <a:pt x="1037238" y="39662"/>
                </a:lnTo>
                <a:lnTo>
                  <a:pt x="1037056" y="39951"/>
                </a:lnTo>
                <a:lnTo>
                  <a:pt x="1036863" y="40241"/>
                </a:lnTo>
                <a:lnTo>
                  <a:pt x="1036661" y="40530"/>
                </a:lnTo>
                <a:lnTo>
                  <a:pt x="1036448" y="40821"/>
                </a:lnTo>
                <a:lnTo>
                  <a:pt x="1036226" y="41111"/>
                </a:lnTo>
                <a:lnTo>
                  <a:pt x="1035994" y="41402"/>
                </a:lnTo>
                <a:lnTo>
                  <a:pt x="1035748" y="41692"/>
                </a:lnTo>
                <a:lnTo>
                  <a:pt x="1035483" y="41981"/>
                </a:lnTo>
                <a:lnTo>
                  <a:pt x="1035200" y="42268"/>
                </a:lnTo>
                <a:lnTo>
                  <a:pt x="1034897" y="42555"/>
                </a:lnTo>
                <a:lnTo>
                  <a:pt x="1034576" y="42840"/>
                </a:lnTo>
                <a:lnTo>
                  <a:pt x="1034237" y="43124"/>
                </a:lnTo>
                <a:lnTo>
                  <a:pt x="1033878" y="43407"/>
                </a:lnTo>
                <a:lnTo>
                  <a:pt x="1033501" y="43688"/>
                </a:lnTo>
                <a:lnTo>
                  <a:pt x="1033106" y="43969"/>
                </a:lnTo>
                <a:lnTo>
                  <a:pt x="1032691" y="44248"/>
                </a:lnTo>
                <a:lnTo>
                  <a:pt x="1032258" y="44526"/>
                </a:lnTo>
                <a:lnTo>
                  <a:pt x="1031807" y="44803"/>
                </a:lnTo>
                <a:lnTo>
                  <a:pt x="1031336" y="45078"/>
                </a:lnTo>
                <a:lnTo>
                  <a:pt x="1030847" y="45353"/>
                </a:lnTo>
                <a:lnTo>
                  <a:pt x="1030339" y="45626"/>
                </a:lnTo>
                <a:lnTo>
                  <a:pt x="1029813" y="45898"/>
                </a:lnTo>
                <a:lnTo>
                  <a:pt x="1029268" y="46169"/>
                </a:lnTo>
                <a:lnTo>
                  <a:pt x="1028704" y="46438"/>
                </a:lnTo>
                <a:lnTo>
                  <a:pt x="1028122" y="46707"/>
                </a:lnTo>
                <a:lnTo>
                  <a:pt x="1027521" y="46974"/>
                </a:lnTo>
                <a:lnTo>
                  <a:pt x="1026901" y="47240"/>
                </a:lnTo>
                <a:lnTo>
                  <a:pt x="1026262" y="47505"/>
                </a:lnTo>
                <a:lnTo>
                  <a:pt x="1025605" y="47768"/>
                </a:lnTo>
                <a:lnTo>
                  <a:pt x="1024929" y="48030"/>
                </a:lnTo>
                <a:lnTo>
                  <a:pt x="1024416" y="48222"/>
                </a:lnTo>
                <a:lnTo>
                  <a:pt x="1023897" y="48406"/>
                </a:lnTo>
                <a:lnTo>
                  <a:pt x="1023372" y="48582"/>
                </a:lnTo>
                <a:lnTo>
                  <a:pt x="1022842" y="48750"/>
                </a:lnTo>
                <a:lnTo>
                  <a:pt x="1022306" y="48909"/>
                </a:lnTo>
                <a:lnTo>
                  <a:pt x="1021764" y="49060"/>
                </a:lnTo>
                <a:lnTo>
                  <a:pt x="1021216" y="49203"/>
                </a:lnTo>
                <a:lnTo>
                  <a:pt x="1020662" y="49338"/>
                </a:lnTo>
                <a:lnTo>
                  <a:pt x="1020103" y="49465"/>
                </a:lnTo>
                <a:lnTo>
                  <a:pt x="1019538" y="49583"/>
                </a:lnTo>
                <a:lnTo>
                  <a:pt x="1018967" y="49693"/>
                </a:lnTo>
                <a:lnTo>
                  <a:pt x="1018391" y="49796"/>
                </a:lnTo>
                <a:lnTo>
                  <a:pt x="1017808" y="49890"/>
                </a:lnTo>
                <a:lnTo>
                  <a:pt x="1017220" y="49975"/>
                </a:lnTo>
                <a:lnTo>
                  <a:pt x="1016626" y="50053"/>
                </a:lnTo>
                <a:lnTo>
                  <a:pt x="1016026" y="50122"/>
                </a:lnTo>
                <a:lnTo>
                  <a:pt x="1015421" y="50184"/>
                </a:lnTo>
                <a:lnTo>
                  <a:pt x="1014810" y="50237"/>
                </a:lnTo>
                <a:lnTo>
                  <a:pt x="1014193" y="50282"/>
                </a:lnTo>
                <a:lnTo>
                  <a:pt x="1013570" y="50319"/>
                </a:lnTo>
                <a:lnTo>
                  <a:pt x="1012941" y="50347"/>
                </a:lnTo>
                <a:lnTo>
                  <a:pt x="1012307" y="50368"/>
                </a:lnTo>
                <a:lnTo>
                  <a:pt x="1011667" y="50380"/>
                </a:lnTo>
                <a:lnTo>
                  <a:pt x="1011021" y="50384"/>
                </a:lnTo>
                <a:lnTo>
                  <a:pt x="997026" y="50384"/>
                </a:lnTo>
                <a:lnTo>
                  <a:pt x="997026" y="20643"/>
                </a:lnTo>
                <a:lnTo>
                  <a:pt x="1017581" y="20818"/>
                </a:lnTo>
                <a:lnTo>
                  <a:pt x="1018440" y="20826"/>
                </a:lnTo>
                <a:close/>
                <a:moveTo>
                  <a:pt x="74796" y="6448"/>
                </a:moveTo>
                <a:lnTo>
                  <a:pt x="74297" y="6161"/>
                </a:lnTo>
                <a:lnTo>
                  <a:pt x="73794" y="5881"/>
                </a:lnTo>
                <a:lnTo>
                  <a:pt x="73288" y="5608"/>
                </a:lnTo>
                <a:lnTo>
                  <a:pt x="72779" y="5341"/>
                </a:lnTo>
                <a:lnTo>
                  <a:pt x="72267" y="5081"/>
                </a:lnTo>
                <a:lnTo>
                  <a:pt x="71751" y="4827"/>
                </a:lnTo>
                <a:lnTo>
                  <a:pt x="71232" y="4580"/>
                </a:lnTo>
                <a:lnTo>
                  <a:pt x="70711" y="4340"/>
                </a:lnTo>
                <a:lnTo>
                  <a:pt x="70186" y="4106"/>
                </a:lnTo>
                <a:lnTo>
                  <a:pt x="69657" y="3879"/>
                </a:lnTo>
                <a:lnTo>
                  <a:pt x="69126" y="3658"/>
                </a:lnTo>
                <a:lnTo>
                  <a:pt x="68591" y="3444"/>
                </a:lnTo>
                <a:lnTo>
                  <a:pt x="68053" y="3236"/>
                </a:lnTo>
                <a:lnTo>
                  <a:pt x="67512" y="3036"/>
                </a:lnTo>
                <a:lnTo>
                  <a:pt x="66968" y="2841"/>
                </a:lnTo>
                <a:lnTo>
                  <a:pt x="66421" y="2654"/>
                </a:lnTo>
                <a:lnTo>
                  <a:pt x="65870" y="2473"/>
                </a:lnTo>
                <a:lnTo>
                  <a:pt x="65316" y="2299"/>
                </a:lnTo>
                <a:lnTo>
                  <a:pt x="64759" y="2131"/>
                </a:lnTo>
                <a:lnTo>
                  <a:pt x="64199" y="1970"/>
                </a:lnTo>
                <a:lnTo>
                  <a:pt x="63636" y="1815"/>
                </a:lnTo>
                <a:lnTo>
                  <a:pt x="63069" y="1667"/>
                </a:lnTo>
                <a:lnTo>
                  <a:pt x="62499" y="1525"/>
                </a:lnTo>
                <a:lnTo>
                  <a:pt x="61926" y="1390"/>
                </a:lnTo>
                <a:lnTo>
                  <a:pt x="61348" y="1260"/>
                </a:lnTo>
                <a:lnTo>
                  <a:pt x="60768" y="1138"/>
                </a:lnTo>
                <a:lnTo>
                  <a:pt x="60184" y="1021"/>
                </a:lnTo>
                <a:lnTo>
                  <a:pt x="59596" y="911"/>
                </a:lnTo>
                <a:lnTo>
                  <a:pt x="59005" y="807"/>
                </a:lnTo>
                <a:lnTo>
                  <a:pt x="58410" y="709"/>
                </a:lnTo>
                <a:lnTo>
                  <a:pt x="57812" y="618"/>
                </a:lnTo>
                <a:lnTo>
                  <a:pt x="57211" y="533"/>
                </a:lnTo>
                <a:lnTo>
                  <a:pt x="56605" y="454"/>
                </a:lnTo>
                <a:lnTo>
                  <a:pt x="55997" y="381"/>
                </a:lnTo>
                <a:lnTo>
                  <a:pt x="55385" y="315"/>
                </a:lnTo>
                <a:lnTo>
                  <a:pt x="54769" y="255"/>
                </a:lnTo>
                <a:lnTo>
                  <a:pt x="54150" y="202"/>
                </a:lnTo>
                <a:lnTo>
                  <a:pt x="53528" y="154"/>
                </a:lnTo>
                <a:lnTo>
                  <a:pt x="52902" y="113"/>
                </a:lnTo>
                <a:lnTo>
                  <a:pt x="52272" y="79"/>
                </a:lnTo>
                <a:lnTo>
                  <a:pt x="51639" y="50"/>
                </a:lnTo>
                <a:lnTo>
                  <a:pt x="51002" y="28"/>
                </a:lnTo>
                <a:lnTo>
                  <a:pt x="50362" y="13"/>
                </a:lnTo>
                <a:lnTo>
                  <a:pt x="49719" y="3"/>
                </a:lnTo>
                <a:lnTo>
                  <a:pt x="49072" y="0"/>
                </a:lnTo>
                <a:lnTo>
                  <a:pt x="47996" y="11"/>
                </a:lnTo>
                <a:lnTo>
                  <a:pt x="46924" y="46"/>
                </a:lnTo>
                <a:lnTo>
                  <a:pt x="45857" y="103"/>
                </a:lnTo>
                <a:lnTo>
                  <a:pt x="44795" y="183"/>
                </a:lnTo>
                <a:lnTo>
                  <a:pt x="43739" y="285"/>
                </a:lnTo>
                <a:lnTo>
                  <a:pt x="42686" y="411"/>
                </a:lnTo>
                <a:lnTo>
                  <a:pt x="41639" y="559"/>
                </a:lnTo>
                <a:lnTo>
                  <a:pt x="40597" y="731"/>
                </a:lnTo>
                <a:lnTo>
                  <a:pt x="39559" y="925"/>
                </a:lnTo>
                <a:lnTo>
                  <a:pt x="38527" y="1142"/>
                </a:lnTo>
                <a:lnTo>
                  <a:pt x="37499" y="1382"/>
                </a:lnTo>
                <a:lnTo>
                  <a:pt x="36476" y="1644"/>
                </a:lnTo>
                <a:lnTo>
                  <a:pt x="35458" y="1930"/>
                </a:lnTo>
                <a:lnTo>
                  <a:pt x="34445" y="2238"/>
                </a:lnTo>
                <a:lnTo>
                  <a:pt x="33436" y="2569"/>
                </a:lnTo>
                <a:lnTo>
                  <a:pt x="32433" y="2923"/>
                </a:lnTo>
                <a:lnTo>
                  <a:pt x="31434" y="3300"/>
                </a:lnTo>
                <a:lnTo>
                  <a:pt x="30440" y="3699"/>
                </a:lnTo>
                <a:lnTo>
                  <a:pt x="29451" y="4122"/>
                </a:lnTo>
                <a:lnTo>
                  <a:pt x="28467" y="4567"/>
                </a:lnTo>
                <a:lnTo>
                  <a:pt x="27488" y="5035"/>
                </a:lnTo>
                <a:lnTo>
                  <a:pt x="26514" y="5526"/>
                </a:lnTo>
                <a:lnTo>
                  <a:pt x="25544" y="6040"/>
                </a:lnTo>
                <a:lnTo>
                  <a:pt x="24580" y="6577"/>
                </a:lnTo>
                <a:lnTo>
                  <a:pt x="23626" y="7134"/>
                </a:lnTo>
                <a:lnTo>
                  <a:pt x="22690" y="7711"/>
                </a:lnTo>
                <a:lnTo>
                  <a:pt x="21772" y="8307"/>
                </a:lnTo>
                <a:lnTo>
                  <a:pt x="20871" y="8923"/>
                </a:lnTo>
                <a:lnTo>
                  <a:pt x="19987" y="9558"/>
                </a:lnTo>
                <a:lnTo>
                  <a:pt x="19121" y="10212"/>
                </a:lnTo>
                <a:lnTo>
                  <a:pt x="18272" y="10886"/>
                </a:lnTo>
                <a:lnTo>
                  <a:pt x="17441" y="11579"/>
                </a:lnTo>
                <a:lnTo>
                  <a:pt x="16627" y="12291"/>
                </a:lnTo>
                <a:lnTo>
                  <a:pt x="15831" y="13022"/>
                </a:lnTo>
                <a:lnTo>
                  <a:pt x="15052" y="13773"/>
                </a:lnTo>
                <a:lnTo>
                  <a:pt x="14291" y="14544"/>
                </a:lnTo>
                <a:lnTo>
                  <a:pt x="13547" y="15333"/>
                </a:lnTo>
                <a:lnTo>
                  <a:pt x="12820" y="16142"/>
                </a:lnTo>
                <a:lnTo>
                  <a:pt x="12111" y="16971"/>
                </a:lnTo>
                <a:lnTo>
                  <a:pt x="11420" y="17818"/>
                </a:lnTo>
                <a:lnTo>
                  <a:pt x="10746" y="18685"/>
                </a:lnTo>
                <a:lnTo>
                  <a:pt x="10089" y="19572"/>
                </a:lnTo>
                <a:lnTo>
                  <a:pt x="9450" y="20477"/>
                </a:lnTo>
                <a:lnTo>
                  <a:pt x="8829" y="21402"/>
                </a:lnTo>
                <a:lnTo>
                  <a:pt x="8224" y="22347"/>
                </a:lnTo>
                <a:lnTo>
                  <a:pt x="7638" y="23310"/>
                </a:lnTo>
                <a:lnTo>
                  <a:pt x="7068" y="24293"/>
                </a:lnTo>
                <a:lnTo>
                  <a:pt x="6517" y="25296"/>
                </a:lnTo>
                <a:lnTo>
                  <a:pt x="5985" y="26311"/>
                </a:lnTo>
                <a:lnTo>
                  <a:pt x="5476" y="27333"/>
                </a:lnTo>
                <a:lnTo>
                  <a:pt x="4989" y="28361"/>
                </a:lnTo>
                <a:lnTo>
                  <a:pt x="4525" y="29396"/>
                </a:lnTo>
                <a:lnTo>
                  <a:pt x="4084" y="30437"/>
                </a:lnTo>
                <a:lnTo>
                  <a:pt x="3666" y="31485"/>
                </a:lnTo>
                <a:lnTo>
                  <a:pt x="3270" y="32539"/>
                </a:lnTo>
                <a:lnTo>
                  <a:pt x="2896" y="33600"/>
                </a:lnTo>
                <a:lnTo>
                  <a:pt x="2546" y="34668"/>
                </a:lnTo>
                <a:lnTo>
                  <a:pt x="2217" y="35742"/>
                </a:lnTo>
                <a:lnTo>
                  <a:pt x="1912" y="36822"/>
                </a:lnTo>
                <a:lnTo>
                  <a:pt x="1629" y="37910"/>
                </a:lnTo>
                <a:lnTo>
                  <a:pt x="1369" y="39003"/>
                </a:lnTo>
                <a:lnTo>
                  <a:pt x="1131" y="40104"/>
                </a:lnTo>
                <a:lnTo>
                  <a:pt x="916" y="41210"/>
                </a:lnTo>
                <a:lnTo>
                  <a:pt x="724" y="42324"/>
                </a:lnTo>
                <a:lnTo>
                  <a:pt x="554" y="43444"/>
                </a:lnTo>
                <a:lnTo>
                  <a:pt x="407" y="44570"/>
                </a:lnTo>
                <a:lnTo>
                  <a:pt x="283" y="45703"/>
                </a:lnTo>
                <a:lnTo>
                  <a:pt x="181" y="46843"/>
                </a:lnTo>
                <a:lnTo>
                  <a:pt x="102" y="47989"/>
                </a:lnTo>
                <a:lnTo>
                  <a:pt x="45" y="49142"/>
                </a:lnTo>
                <a:lnTo>
                  <a:pt x="11" y="50301"/>
                </a:lnTo>
                <a:lnTo>
                  <a:pt x="0" y="51466"/>
                </a:lnTo>
                <a:lnTo>
                  <a:pt x="0" y="63655"/>
                </a:lnTo>
                <a:lnTo>
                  <a:pt x="13" y="64769"/>
                </a:lnTo>
                <a:lnTo>
                  <a:pt x="50" y="65876"/>
                </a:lnTo>
                <a:lnTo>
                  <a:pt x="113" y="66976"/>
                </a:lnTo>
                <a:lnTo>
                  <a:pt x="202" y="68069"/>
                </a:lnTo>
                <a:lnTo>
                  <a:pt x="315" y="69155"/>
                </a:lnTo>
                <a:lnTo>
                  <a:pt x="454" y="70233"/>
                </a:lnTo>
                <a:lnTo>
                  <a:pt x="618" y="71305"/>
                </a:lnTo>
                <a:lnTo>
                  <a:pt x="807" y="72369"/>
                </a:lnTo>
                <a:lnTo>
                  <a:pt x="1021" y="73426"/>
                </a:lnTo>
                <a:lnTo>
                  <a:pt x="1260" y="74476"/>
                </a:lnTo>
                <a:lnTo>
                  <a:pt x="1525" y="75518"/>
                </a:lnTo>
                <a:lnTo>
                  <a:pt x="1815" y="76554"/>
                </a:lnTo>
                <a:lnTo>
                  <a:pt x="2130" y="77582"/>
                </a:lnTo>
                <a:lnTo>
                  <a:pt x="2470" y="78604"/>
                </a:lnTo>
                <a:lnTo>
                  <a:pt x="2836" y="79618"/>
                </a:lnTo>
                <a:lnTo>
                  <a:pt x="3227" y="80625"/>
                </a:lnTo>
                <a:lnTo>
                  <a:pt x="3643" y="81625"/>
                </a:lnTo>
                <a:lnTo>
                  <a:pt x="4084" y="82617"/>
                </a:lnTo>
                <a:lnTo>
                  <a:pt x="4550" y="83603"/>
                </a:lnTo>
                <a:lnTo>
                  <a:pt x="5042" y="84581"/>
                </a:lnTo>
                <a:lnTo>
                  <a:pt x="5559" y="85553"/>
                </a:lnTo>
                <a:lnTo>
                  <a:pt x="6101" y="86517"/>
                </a:lnTo>
                <a:lnTo>
                  <a:pt x="6668" y="87474"/>
                </a:lnTo>
                <a:lnTo>
                  <a:pt x="7260" y="88423"/>
                </a:lnTo>
                <a:lnTo>
                  <a:pt x="7871" y="89359"/>
                </a:lnTo>
                <a:lnTo>
                  <a:pt x="8491" y="90274"/>
                </a:lnTo>
                <a:lnTo>
                  <a:pt x="9123" y="91167"/>
                </a:lnTo>
                <a:lnTo>
                  <a:pt x="9765" y="92039"/>
                </a:lnTo>
                <a:lnTo>
                  <a:pt x="10418" y="92890"/>
                </a:lnTo>
                <a:lnTo>
                  <a:pt x="11082" y="93720"/>
                </a:lnTo>
                <a:lnTo>
                  <a:pt x="11756" y="94529"/>
                </a:lnTo>
                <a:lnTo>
                  <a:pt x="12440" y="95316"/>
                </a:lnTo>
                <a:lnTo>
                  <a:pt x="13136" y="96082"/>
                </a:lnTo>
                <a:lnTo>
                  <a:pt x="13842" y="96828"/>
                </a:lnTo>
                <a:lnTo>
                  <a:pt x="14559" y="97552"/>
                </a:lnTo>
                <a:lnTo>
                  <a:pt x="15286" y="98255"/>
                </a:lnTo>
                <a:lnTo>
                  <a:pt x="16024" y="98936"/>
                </a:lnTo>
                <a:lnTo>
                  <a:pt x="16772" y="99597"/>
                </a:lnTo>
                <a:lnTo>
                  <a:pt x="17531" y="100236"/>
                </a:lnTo>
                <a:lnTo>
                  <a:pt x="18301" y="100854"/>
                </a:lnTo>
                <a:lnTo>
                  <a:pt x="19082" y="101451"/>
                </a:lnTo>
                <a:lnTo>
                  <a:pt x="19873" y="102027"/>
                </a:lnTo>
                <a:lnTo>
                  <a:pt x="20674" y="102582"/>
                </a:lnTo>
                <a:lnTo>
                  <a:pt x="21487" y="103115"/>
                </a:lnTo>
                <a:lnTo>
                  <a:pt x="22310" y="103628"/>
                </a:lnTo>
                <a:lnTo>
                  <a:pt x="23143" y="104119"/>
                </a:lnTo>
                <a:lnTo>
                  <a:pt x="23987" y="104589"/>
                </a:lnTo>
                <a:lnTo>
                  <a:pt x="24842" y="105038"/>
                </a:lnTo>
                <a:lnTo>
                  <a:pt x="25912" y="105574"/>
                </a:lnTo>
                <a:lnTo>
                  <a:pt x="26992" y="106088"/>
                </a:lnTo>
                <a:lnTo>
                  <a:pt x="28084" y="106579"/>
                </a:lnTo>
                <a:lnTo>
                  <a:pt x="29187" y="107047"/>
                </a:lnTo>
                <a:lnTo>
                  <a:pt x="30300" y="107493"/>
                </a:lnTo>
                <a:lnTo>
                  <a:pt x="31424" y="107915"/>
                </a:lnTo>
                <a:lnTo>
                  <a:pt x="32560" y="108315"/>
                </a:lnTo>
                <a:lnTo>
                  <a:pt x="33706" y="108692"/>
                </a:lnTo>
                <a:lnTo>
                  <a:pt x="34863" y="109045"/>
                </a:lnTo>
                <a:lnTo>
                  <a:pt x="36031" y="109377"/>
                </a:lnTo>
                <a:lnTo>
                  <a:pt x="37210" y="109685"/>
                </a:lnTo>
                <a:lnTo>
                  <a:pt x="38400" y="109970"/>
                </a:lnTo>
                <a:lnTo>
                  <a:pt x="39601" y="110233"/>
                </a:lnTo>
                <a:lnTo>
                  <a:pt x="40813" y="110473"/>
                </a:lnTo>
                <a:lnTo>
                  <a:pt x="42036" y="110690"/>
                </a:lnTo>
                <a:lnTo>
                  <a:pt x="43270" y="110884"/>
                </a:lnTo>
                <a:lnTo>
                  <a:pt x="44514" y="111055"/>
                </a:lnTo>
                <a:lnTo>
                  <a:pt x="45770" y="111203"/>
                </a:lnTo>
                <a:lnTo>
                  <a:pt x="47036" y="111329"/>
                </a:lnTo>
                <a:lnTo>
                  <a:pt x="48314" y="111432"/>
                </a:lnTo>
                <a:lnTo>
                  <a:pt x="49602" y="111512"/>
                </a:lnTo>
                <a:lnTo>
                  <a:pt x="50902" y="111569"/>
                </a:lnTo>
                <a:lnTo>
                  <a:pt x="52212" y="111603"/>
                </a:lnTo>
                <a:lnTo>
                  <a:pt x="53533" y="111615"/>
                </a:lnTo>
                <a:lnTo>
                  <a:pt x="54666" y="111606"/>
                </a:lnTo>
                <a:lnTo>
                  <a:pt x="55791" y="111582"/>
                </a:lnTo>
                <a:lnTo>
                  <a:pt x="56908" y="111541"/>
                </a:lnTo>
                <a:lnTo>
                  <a:pt x="58016" y="111483"/>
                </a:lnTo>
                <a:lnTo>
                  <a:pt x="59116" y="111410"/>
                </a:lnTo>
                <a:lnTo>
                  <a:pt x="60208" y="111319"/>
                </a:lnTo>
                <a:lnTo>
                  <a:pt x="61292" y="111213"/>
                </a:lnTo>
                <a:lnTo>
                  <a:pt x="62368" y="111090"/>
                </a:lnTo>
                <a:lnTo>
                  <a:pt x="63435" y="110950"/>
                </a:lnTo>
                <a:lnTo>
                  <a:pt x="64494" y="110794"/>
                </a:lnTo>
                <a:lnTo>
                  <a:pt x="65545" y="110622"/>
                </a:lnTo>
                <a:lnTo>
                  <a:pt x="66588" y="110434"/>
                </a:lnTo>
                <a:lnTo>
                  <a:pt x="67623" y="110229"/>
                </a:lnTo>
                <a:lnTo>
                  <a:pt x="68649" y="110007"/>
                </a:lnTo>
                <a:lnTo>
                  <a:pt x="69668" y="109769"/>
                </a:lnTo>
                <a:lnTo>
                  <a:pt x="70678" y="109515"/>
                </a:lnTo>
                <a:lnTo>
                  <a:pt x="71679" y="109245"/>
                </a:lnTo>
                <a:lnTo>
                  <a:pt x="72673" y="108958"/>
                </a:lnTo>
                <a:lnTo>
                  <a:pt x="73658" y="108654"/>
                </a:lnTo>
                <a:lnTo>
                  <a:pt x="74636" y="108334"/>
                </a:lnTo>
                <a:lnTo>
                  <a:pt x="75605" y="107998"/>
                </a:lnTo>
                <a:lnTo>
                  <a:pt x="76566" y="107645"/>
                </a:lnTo>
                <a:lnTo>
                  <a:pt x="77518" y="107276"/>
                </a:lnTo>
                <a:lnTo>
                  <a:pt x="78463" y="106891"/>
                </a:lnTo>
                <a:lnTo>
                  <a:pt x="79157" y="106595"/>
                </a:lnTo>
                <a:lnTo>
                  <a:pt x="79841" y="106290"/>
                </a:lnTo>
                <a:lnTo>
                  <a:pt x="80514" y="105975"/>
                </a:lnTo>
                <a:lnTo>
                  <a:pt x="81177" y="105652"/>
                </a:lnTo>
                <a:lnTo>
                  <a:pt x="81829" y="105319"/>
                </a:lnTo>
                <a:lnTo>
                  <a:pt x="82470" y="104978"/>
                </a:lnTo>
                <a:lnTo>
                  <a:pt x="83101" y="104627"/>
                </a:lnTo>
                <a:lnTo>
                  <a:pt x="83721" y="104267"/>
                </a:lnTo>
                <a:lnTo>
                  <a:pt x="84330" y="103898"/>
                </a:lnTo>
                <a:lnTo>
                  <a:pt x="84929" y="103520"/>
                </a:lnTo>
                <a:lnTo>
                  <a:pt x="85517" y="103132"/>
                </a:lnTo>
                <a:lnTo>
                  <a:pt x="86095" y="102736"/>
                </a:lnTo>
                <a:lnTo>
                  <a:pt x="86661" y="102331"/>
                </a:lnTo>
                <a:lnTo>
                  <a:pt x="87218" y="101916"/>
                </a:lnTo>
                <a:lnTo>
                  <a:pt x="87763" y="101492"/>
                </a:lnTo>
                <a:lnTo>
                  <a:pt x="88298" y="101060"/>
                </a:lnTo>
                <a:lnTo>
                  <a:pt x="88823" y="100618"/>
                </a:lnTo>
                <a:lnTo>
                  <a:pt x="89336" y="100167"/>
                </a:lnTo>
                <a:lnTo>
                  <a:pt x="89840" y="99706"/>
                </a:lnTo>
                <a:lnTo>
                  <a:pt x="90332" y="99237"/>
                </a:lnTo>
                <a:lnTo>
                  <a:pt x="90814" y="98759"/>
                </a:lnTo>
                <a:lnTo>
                  <a:pt x="91285" y="98271"/>
                </a:lnTo>
                <a:lnTo>
                  <a:pt x="91746" y="97775"/>
                </a:lnTo>
                <a:lnTo>
                  <a:pt x="92196" y="97269"/>
                </a:lnTo>
                <a:lnTo>
                  <a:pt x="92495" y="96920"/>
                </a:lnTo>
                <a:lnTo>
                  <a:pt x="92782" y="96573"/>
                </a:lnTo>
                <a:lnTo>
                  <a:pt x="93057" y="96228"/>
                </a:lnTo>
                <a:lnTo>
                  <a:pt x="93318" y="95884"/>
                </a:lnTo>
                <a:lnTo>
                  <a:pt x="93567" y="95542"/>
                </a:lnTo>
                <a:lnTo>
                  <a:pt x="93803" y="95203"/>
                </a:lnTo>
                <a:lnTo>
                  <a:pt x="94026" y="94865"/>
                </a:lnTo>
                <a:lnTo>
                  <a:pt x="94237" y="94528"/>
                </a:lnTo>
                <a:lnTo>
                  <a:pt x="94434" y="94194"/>
                </a:lnTo>
                <a:lnTo>
                  <a:pt x="94619" y="93861"/>
                </a:lnTo>
                <a:lnTo>
                  <a:pt x="94792" y="93531"/>
                </a:lnTo>
                <a:lnTo>
                  <a:pt x="94951" y="93202"/>
                </a:lnTo>
                <a:lnTo>
                  <a:pt x="95098" y="92875"/>
                </a:lnTo>
                <a:lnTo>
                  <a:pt x="95232" y="92549"/>
                </a:lnTo>
                <a:lnTo>
                  <a:pt x="95353" y="92226"/>
                </a:lnTo>
                <a:lnTo>
                  <a:pt x="95461" y="91904"/>
                </a:lnTo>
                <a:lnTo>
                  <a:pt x="95557" y="91584"/>
                </a:lnTo>
                <a:lnTo>
                  <a:pt x="95640" y="91266"/>
                </a:lnTo>
                <a:lnTo>
                  <a:pt x="95710" y="90950"/>
                </a:lnTo>
                <a:lnTo>
                  <a:pt x="95767" y="90636"/>
                </a:lnTo>
                <a:lnTo>
                  <a:pt x="95812" y="90323"/>
                </a:lnTo>
                <a:lnTo>
                  <a:pt x="95844" y="90013"/>
                </a:lnTo>
                <a:lnTo>
                  <a:pt x="95863" y="89704"/>
                </a:lnTo>
                <a:lnTo>
                  <a:pt x="95870" y="89397"/>
                </a:lnTo>
                <a:lnTo>
                  <a:pt x="95865" y="89092"/>
                </a:lnTo>
                <a:lnTo>
                  <a:pt x="95851" y="88791"/>
                </a:lnTo>
                <a:lnTo>
                  <a:pt x="95827" y="88493"/>
                </a:lnTo>
                <a:lnTo>
                  <a:pt x="95794" y="88199"/>
                </a:lnTo>
                <a:lnTo>
                  <a:pt x="95752" y="87908"/>
                </a:lnTo>
                <a:lnTo>
                  <a:pt x="95700" y="87620"/>
                </a:lnTo>
                <a:lnTo>
                  <a:pt x="95639" y="87335"/>
                </a:lnTo>
                <a:lnTo>
                  <a:pt x="95568" y="87054"/>
                </a:lnTo>
                <a:lnTo>
                  <a:pt x="95488" y="86777"/>
                </a:lnTo>
                <a:lnTo>
                  <a:pt x="95399" y="86502"/>
                </a:lnTo>
                <a:lnTo>
                  <a:pt x="95300" y="86231"/>
                </a:lnTo>
                <a:lnTo>
                  <a:pt x="95192" y="85963"/>
                </a:lnTo>
                <a:lnTo>
                  <a:pt x="95074" y="85699"/>
                </a:lnTo>
                <a:lnTo>
                  <a:pt x="94947" y="85438"/>
                </a:lnTo>
                <a:lnTo>
                  <a:pt x="94810" y="85180"/>
                </a:lnTo>
                <a:lnTo>
                  <a:pt x="94664" y="84926"/>
                </a:lnTo>
                <a:lnTo>
                  <a:pt x="94509" y="84675"/>
                </a:lnTo>
                <a:lnTo>
                  <a:pt x="94344" y="84427"/>
                </a:lnTo>
                <a:lnTo>
                  <a:pt x="94170" y="84183"/>
                </a:lnTo>
                <a:lnTo>
                  <a:pt x="93986" y="83942"/>
                </a:lnTo>
                <a:lnTo>
                  <a:pt x="93793" y="83704"/>
                </a:lnTo>
                <a:lnTo>
                  <a:pt x="93591" y="83470"/>
                </a:lnTo>
                <a:lnTo>
                  <a:pt x="93379" y="83239"/>
                </a:lnTo>
                <a:lnTo>
                  <a:pt x="93158" y="83011"/>
                </a:lnTo>
                <a:lnTo>
                  <a:pt x="92930" y="82790"/>
                </a:lnTo>
                <a:lnTo>
                  <a:pt x="92700" y="82578"/>
                </a:lnTo>
                <a:lnTo>
                  <a:pt x="92466" y="82376"/>
                </a:lnTo>
                <a:lnTo>
                  <a:pt x="92230" y="82183"/>
                </a:lnTo>
                <a:lnTo>
                  <a:pt x="91990" y="81999"/>
                </a:lnTo>
                <a:lnTo>
                  <a:pt x="91747" y="81825"/>
                </a:lnTo>
                <a:lnTo>
                  <a:pt x="91502" y="81660"/>
                </a:lnTo>
                <a:lnTo>
                  <a:pt x="91253" y="81505"/>
                </a:lnTo>
                <a:lnTo>
                  <a:pt x="91001" y="81359"/>
                </a:lnTo>
                <a:lnTo>
                  <a:pt x="90746" y="81222"/>
                </a:lnTo>
                <a:lnTo>
                  <a:pt x="90488" y="81095"/>
                </a:lnTo>
                <a:lnTo>
                  <a:pt x="90228" y="80977"/>
                </a:lnTo>
                <a:lnTo>
                  <a:pt x="89964" y="80869"/>
                </a:lnTo>
                <a:lnTo>
                  <a:pt x="89697" y="80770"/>
                </a:lnTo>
                <a:lnTo>
                  <a:pt x="89427" y="80681"/>
                </a:lnTo>
                <a:lnTo>
                  <a:pt x="89154" y="80601"/>
                </a:lnTo>
                <a:lnTo>
                  <a:pt x="88878" y="80530"/>
                </a:lnTo>
                <a:lnTo>
                  <a:pt x="88598" y="80469"/>
                </a:lnTo>
                <a:lnTo>
                  <a:pt x="88316" y="80417"/>
                </a:lnTo>
                <a:lnTo>
                  <a:pt x="88031" y="80375"/>
                </a:lnTo>
                <a:lnTo>
                  <a:pt x="87743" y="80342"/>
                </a:lnTo>
                <a:lnTo>
                  <a:pt x="87452" y="80318"/>
                </a:lnTo>
                <a:lnTo>
                  <a:pt x="87157" y="80304"/>
                </a:lnTo>
                <a:lnTo>
                  <a:pt x="86860" y="80299"/>
                </a:lnTo>
                <a:lnTo>
                  <a:pt x="86693" y="80301"/>
                </a:lnTo>
                <a:lnTo>
                  <a:pt x="86528" y="80305"/>
                </a:lnTo>
                <a:lnTo>
                  <a:pt x="86364" y="80312"/>
                </a:lnTo>
                <a:lnTo>
                  <a:pt x="86201" y="80322"/>
                </a:lnTo>
                <a:lnTo>
                  <a:pt x="86041" y="80335"/>
                </a:lnTo>
                <a:lnTo>
                  <a:pt x="85881" y="80351"/>
                </a:lnTo>
                <a:lnTo>
                  <a:pt x="85724" y="80370"/>
                </a:lnTo>
                <a:lnTo>
                  <a:pt x="85567" y="80391"/>
                </a:lnTo>
                <a:lnTo>
                  <a:pt x="85413" y="80416"/>
                </a:lnTo>
                <a:lnTo>
                  <a:pt x="85259" y="80443"/>
                </a:lnTo>
                <a:lnTo>
                  <a:pt x="85108" y="80473"/>
                </a:lnTo>
                <a:lnTo>
                  <a:pt x="84957" y="80506"/>
                </a:lnTo>
                <a:lnTo>
                  <a:pt x="84809" y="80542"/>
                </a:lnTo>
                <a:lnTo>
                  <a:pt x="84662" y="80580"/>
                </a:lnTo>
                <a:lnTo>
                  <a:pt x="84516" y="80622"/>
                </a:lnTo>
                <a:lnTo>
                  <a:pt x="84372" y="80666"/>
                </a:lnTo>
                <a:lnTo>
                  <a:pt x="84229" y="80714"/>
                </a:lnTo>
                <a:lnTo>
                  <a:pt x="84088" y="80764"/>
                </a:lnTo>
                <a:lnTo>
                  <a:pt x="83949" y="80817"/>
                </a:lnTo>
                <a:lnTo>
                  <a:pt x="83811" y="80873"/>
                </a:lnTo>
                <a:lnTo>
                  <a:pt x="83674" y="80932"/>
                </a:lnTo>
                <a:lnTo>
                  <a:pt x="83539" y="80993"/>
                </a:lnTo>
                <a:lnTo>
                  <a:pt x="83406" y="81058"/>
                </a:lnTo>
                <a:lnTo>
                  <a:pt x="83274" y="81125"/>
                </a:lnTo>
                <a:lnTo>
                  <a:pt x="83140" y="81197"/>
                </a:lnTo>
                <a:lnTo>
                  <a:pt x="83003" y="81276"/>
                </a:lnTo>
                <a:lnTo>
                  <a:pt x="82861" y="81362"/>
                </a:lnTo>
                <a:lnTo>
                  <a:pt x="82715" y="81454"/>
                </a:lnTo>
                <a:lnTo>
                  <a:pt x="82564" y="81554"/>
                </a:lnTo>
                <a:lnTo>
                  <a:pt x="82410" y="81660"/>
                </a:lnTo>
                <a:lnTo>
                  <a:pt x="82251" y="81773"/>
                </a:lnTo>
                <a:lnTo>
                  <a:pt x="82088" y="81893"/>
                </a:lnTo>
                <a:lnTo>
                  <a:pt x="81920" y="82019"/>
                </a:lnTo>
                <a:lnTo>
                  <a:pt x="81749" y="82152"/>
                </a:lnTo>
                <a:lnTo>
                  <a:pt x="81573" y="82292"/>
                </a:lnTo>
                <a:lnTo>
                  <a:pt x="81393" y="82439"/>
                </a:lnTo>
                <a:lnTo>
                  <a:pt x="81209" y="82593"/>
                </a:lnTo>
                <a:lnTo>
                  <a:pt x="81020" y="82753"/>
                </a:lnTo>
                <a:lnTo>
                  <a:pt x="80827" y="82920"/>
                </a:lnTo>
                <a:lnTo>
                  <a:pt x="80630" y="83094"/>
                </a:lnTo>
                <a:lnTo>
                  <a:pt x="80429" y="83275"/>
                </a:lnTo>
                <a:lnTo>
                  <a:pt x="80223" y="83463"/>
                </a:lnTo>
                <a:lnTo>
                  <a:pt x="80013" y="83657"/>
                </a:lnTo>
                <a:lnTo>
                  <a:pt x="79799" y="83858"/>
                </a:lnTo>
                <a:lnTo>
                  <a:pt x="79581" y="84066"/>
                </a:lnTo>
                <a:lnTo>
                  <a:pt x="79358" y="84281"/>
                </a:lnTo>
                <a:lnTo>
                  <a:pt x="79131" y="84502"/>
                </a:lnTo>
                <a:lnTo>
                  <a:pt x="78900" y="84731"/>
                </a:lnTo>
                <a:lnTo>
                  <a:pt x="78522" y="85109"/>
                </a:lnTo>
                <a:lnTo>
                  <a:pt x="78145" y="85477"/>
                </a:lnTo>
                <a:lnTo>
                  <a:pt x="77771" y="85834"/>
                </a:lnTo>
                <a:lnTo>
                  <a:pt x="77398" y="86181"/>
                </a:lnTo>
                <a:lnTo>
                  <a:pt x="77027" y="86518"/>
                </a:lnTo>
                <a:lnTo>
                  <a:pt x="76658" y="86843"/>
                </a:lnTo>
                <a:lnTo>
                  <a:pt x="76291" y="87158"/>
                </a:lnTo>
                <a:lnTo>
                  <a:pt x="75926" y="87463"/>
                </a:lnTo>
                <a:lnTo>
                  <a:pt x="75562" y="87757"/>
                </a:lnTo>
                <a:lnTo>
                  <a:pt x="75201" y="88041"/>
                </a:lnTo>
                <a:lnTo>
                  <a:pt x="74841" y="88314"/>
                </a:lnTo>
                <a:lnTo>
                  <a:pt x="74483" y="88576"/>
                </a:lnTo>
                <a:lnTo>
                  <a:pt x="74126" y="88828"/>
                </a:lnTo>
                <a:lnTo>
                  <a:pt x="73772" y="89069"/>
                </a:lnTo>
                <a:lnTo>
                  <a:pt x="73419" y="89300"/>
                </a:lnTo>
                <a:lnTo>
                  <a:pt x="73068" y="89520"/>
                </a:lnTo>
                <a:lnTo>
                  <a:pt x="72719" y="89729"/>
                </a:lnTo>
                <a:lnTo>
                  <a:pt x="72372" y="89928"/>
                </a:lnTo>
                <a:lnTo>
                  <a:pt x="72027" y="90116"/>
                </a:lnTo>
                <a:lnTo>
                  <a:pt x="71683" y="90294"/>
                </a:lnTo>
                <a:lnTo>
                  <a:pt x="71342" y="90462"/>
                </a:lnTo>
                <a:lnTo>
                  <a:pt x="71002" y="90618"/>
                </a:lnTo>
                <a:lnTo>
                  <a:pt x="70664" y="90764"/>
                </a:lnTo>
                <a:lnTo>
                  <a:pt x="70328" y="90900"/>
                </a:lnTo>
                <a:lnTo>
                  <a:pt x="69746" y="91120"/>
                </a:lnTo>
                <a:lnTo>
                  <a:pt x="69155" y="91331"/>
                </a:lnTo>
                <a:lnTo>
                  <a:pt x="68552" y="91532"/>
                </a:lnTo>
                <a:lnTo>
                  <a:pt x="67939" y="91724"/>
                </a:lnTo>
                <a:lnTo>
                  <a:pt x="67315" y="91906"/>
                </a:lnTo>
                <a:lnTo>
                  <a:pt x="66681" y="92079"/>
                </a:lnTo>
                <a:lnTo>
                  <a:pt x="66036" y="92243"/>
                </a:lnTo>
                <a:lnTo>
                  <a:pt x="65381" y="92397"/>
                </a:lnTo>
                <a:lnTo>
                  <a:pt x="64714" y="92542"/>
                </a:lnTo>
                <a:lnTo>
                  <a:pt x="64038" y="92678"/>
                </a:lnTo>
                <a:lnTo>
                  <a:pt x="63350" y="92804"/>
                </a:lnTo>
                <a:lnTo>
                  <a:pt x="62652" y="92921"/>
                </a:lnTo>
                <a:lnTo>
                  <a:pt x="61943" y="93029"/>
                </a:lnTo>
                <a:lnTo>
                  <a:pt x="61224" y="93127"/>
                </a:lnTo>
                <a:lnTo>
                  <a:pt x="60494" y="93216"/>
                </a:lnTo>
                <a:lnTo>
                  <a:pt x="59753" y="93296"/>
                </a:lnTo>
                <a:lnTo>
                  <a:pt x="59002" y="93366"/>
                </a:lnTo>
                <a:lnTo>
                  <a:pt x="58240" y="93427"/>
                </a:lnTo>
                <a:lnTo>
                  <a:pt x="57468" y="93478"/>
                </a:lnTo>
                <a:lnTo>
                  <a:pt x="56684" y="93520"/>
                </a:lnTo>
                <a:lnTo>
                  <a:pt x="55891" y="93553"/>
                </a:lnTo>
                <a:lnTo>
                  <a:pt x="55086" y="93577"/>
                </a:lnTo>
                <a:lnTo>
                  <a:pt x="54271" y="93591"/>
                </a:lnTo>
                <a:lnTo>
                  <a:pt x="53446" y="93595"/>
                </a:lnTo>
                <a:lnTo>
                  <a:pt x="52066" y="93580"/>
                </a:lnTo>
                <a:lnTo>
                  <a:pt x="50712" y="93535"/>
                </a:lnTo>
                <a:lnTo>
                  <a:pt x="49383" y="93460"/>
                </a:lnTo>
                <a:lnTo>
                  <a:pt x="48079" y="93354"/>
                </a:lnTo>
                <a:lnTo>
                  <a:pt x="46801" y="93219"/>
                </a:lnTo>
                <a:lnTo>
                  <a:pt x="45548" y="93054"/>
                </a:lnTo>
                <a:lnTo>
                  <a:pt x="44321" y="92858"/>
                </a:lnTo>
                <a:lnTo>
                  <a:pt x="43119" y="92632"/>
                </a:lnTo>
                <a:lnTo>
                  <a:pt x="41942" y="92376"/>
                </a:lnTo>
                <a:lnTo>
                  <a:pt x="40791" y="92090"/>
                </a:lnTo>
                <a:lnTo>
                  <a:pt x="39665" y="91774"/>
                </a:lnTo>
                <a:lnTo>
                  <a:pt x="38564" y="91428"/>
                </a:lnTo>
                <a:lnTo>
                  <a:pt x="37489" y="91052"/>
                </a:lnTo>
                <a:lnTo>
                  <a:pt x="36439" y="90646"/>
                </a:lnTo>
                <a:lnTo>
                  <a:pt x="35415" y="90209"/>
                </a:lnTo>
                <a:lnTo>
                  <a:pt x="34415" y="89743"/>
                </a:lnTo>
                <a:lnTo>
                  <a:pt x="33442" y="89246"/>
                </a:lnTo>
                <a:lnTo>
                  <a:pt x="32493" y="88720"/>
                </a:lnTo>
                <a:lnTo>
                  <a:pt x="31570" y="88163"/>
                </a:lnTo>
                <a:lnTo>
                  <a:pt x="30672" y="87576"/>
                </a:lnTo>
                <a:lnTo>
                  <a:pt x="29800" y="86959"/>
                </a:lnTo>
                <a:lnTo>
                  <a:pt x="28953" y="86312"/>
                </a:lnTo>
                <a:lnTo>
                  <a:pt x="28131" y="85635"/>
                </a:lnTo>
                <a:lnTo>
                  <a:pt x="27335" y="84927"/>
                </a:lnTo>
                <a:lnTo>
                  <a:pt x="26568" y="84197"/>
                </a:lnTo>
                <a:lnTo>
                  <a:pt x="25833" y="83452"/>
                </a:lnTo>
                <a:lnTo>
                  <a:pt x="25131" y="82693"/>
                </a:lnTo>
                <a:lnTo>
                  <a:pt x="24462" y="81918"/>
                </a:lnTo>
                <a:lnTo>
                  <a:pt x="23825" y="81128"/>
                </a:lnTo>
                <a:lnTo>
                  <a:pt x="23221" y="80324"/>
                </a:lnTo>
                <a:lnTo>
                  <a:pt x="22650" y="79504"/>
                </a:lnTo>
                <a:lnTo>
                  <a:pt x="22111" y="78670"/>
                </a:lnTo>
                <a:lnTo>
                  <a:pt x="21605" y="77821"/>
                </a:lnTo>
                <a:lnTo>
                  <a:pt x="21132" y="76957"/>
                </a:lnTo>
                <a:lnTo>
                  <a:pt x="20691" y="76078"/>
                </a:lnTo>
                <a:lnTo>
                  <a:pt x="20283" y="75184"/>
                </a:lnTo>
                <a:lnTo>
                  <a:pt x="19907" y="74275"/>
                </a:lnTo>
                <a:lnTo>
                  <a:pt x="19564" y="73351"/>
                </a:lnTo>
                <a:lnTo>
                  <a:pt x="19254" y="72413"/>
                </a:lnTo>
                <a:lnTo>
                  <a:pt x="18977" y="71459"/>
                </a:lnTo>
                <a:lnTo>
                  <a:pt x="18732" y="70491"/>
                </a:lnTo>
                <a:lnTo>
                  <a:pt x="18520" y="69507"/>
                </a:lnTo>
                <a:lnTo>
                  <a:pt x="18340" y="68509"/>
                </a:lnTo>
                <a:lnTo>
                  <a:pt x="18193" y="67496"/>
                </a:lnTo>
                <a:lnTo>
                  <a:pt x="18079" y="66468"/>
                </a:lnTo>
                <a:lnTo>
                  <a:pt x="17997" y="65425"/>
                </a:lnTo>
                <a:lnTo>
                  <a:pt x="17948" y="64367"/>
                </a:lnTo>
                <a:lnTo>
                  <a:pt x="17932" y="63294"/>
                </a:lnTo>
                <a:lnTo>
                  <a:pt x="17932" y="51647"/>
                </a:lnTo>
                <a:lnTo>
                  <a:pt x="17941" y="50747"/>
                </a:lnTo>
                <a:lnTo>
                  <a:pt x="17968" y="49858"/>
                </a:lnTo>
                <a:lnTo>
                  <a:pt x="18012" y="48979"/>
                </a:lnTo>
                <a:lnTo>
                  <a:pt x="18075" y="48110"/>
                </a:lnTo>
                <a:lnTo>
                  <a:pt x="18156" y="47252"/>
                </a:lnTo>
                <a:lnTo>
                  <a:pt x="18254" y="46404"/>
                </a:lnTo>
                <a:lnTo>
                  <a:pt x="18371" y="45567"/>
                </a:lnTo>
                <a:lnTo>
                  <a:pt x="18505" y="44739"/>
                </a:lnTo>
                <a:lnTo>
                  <a:pt x="18658" y="43922"/>
                </a:lnTo>
                <a:lnTo>
                  <a:pt x="18828" y="43116"/>
                </a:lnTo>
                <a:lnTo>
                  <a:pt x="19016" y="42320"/>
                </a:lnTo>
                <a:lnTo>
                  <a:pt x="19222" y="41534"/>
                </a:lnTo>
                <a:lnTo>
                  <a:pt x="19446" y="40758"/>
                </a:lnTo>
                <a:lnTo>
                  <a:pt x="19688" y="39993"/>
                </a:lnTo>
                <a:lnTo>
                  <a:pt x="19948" y="39238"/>
                </a:lnTo>
                <a:lnTo>
                  <a:pt x="20226" y="38493"/>
                </a:lnTo>
                <a:lnTo>
                  <a:pt x="20521" y="37759"/>
                </a:lnTo>
                <a:lnTo>
                  <a:pt x="20835" y="37035"/>
                </a:lnTo>
                <a:lnTo>
                  <a:pt x="21166" y="36322"/>
                </a:lnTo>
                <a:lnTo>
                  <a:pt x="21516" y="35618"/>
                </a:lnTo>
                <a:lnTo>
                  <a:pt x="21883" y="34925"/>
                </a:lnTo>
                <a:lnTo>
                  <a:pt x="22268" y="34243"/>
                </a:lnTo>
                <a:lnTo>
                  <a:pt x="22672" y="33571"/>
                </a:lnTo>
                <a:lnTo>
                  <a:pt x="23093" y="32909"/>
                </a:lnTo>
                <a:lnTo>
                  <a:pt x="23525" y="32259"/>
                </a:lnTo>
                <a:lnTo>
                  <a:pt x="23964" y="31625"/>
                </a:lnTo>
                <a:lnTo>
                  <a:pt x="24407" y="31006"/>
                </a:lnTo>
                <a:lnTo>
                  <a:pt x="24857" y="30403"/>
                </a:lnTo>
                <a:lnTo>
                  <a:pt x="25311" y="29814"/>
                </a:lnTo>
                <a:lnTo>
                  <a:pt x="25771" y="29241"/>
                </a:lnTo>
                <a:lnTo>
                  <a:pt x="26237" y="28683"/>
                </a:lnTo>
                <a:lnTo>
                  <a:pt x="26708" y="28140"/>
                </a:lnTo>
                <a:lnTo>
                  <a:pt x="27185" y="27612"/>
                </a:lnTo>
                <a:lnTo>
                  <a:pt x="27667" y="27100"/>
                </a:lnTo>
                <a:lnTo>
                  <a:pt x="28154" y="26603"/>
                </a:lnTo>
                <a:lnTo>
                  <a:pt x="28647" y="26121"/>
                </a:lnTo>
                <a:lnTo>
                  <a:pt x="29146" y="25654"/>
                </a:lnTo>
                <a:lnTo>
                  <a:pt x="29649" y="25202"/>
                </a:lnTo>
                <a:lnTo>
                  <a:pt x="30159" y="24766"/>
                </a:lnTo>
                <a:lnTo>
                  <a:pt x="30674" y="24345"/>
                </a:lnTo>
                <a:lnTo>
                  <a:pt x="31194" y="23939"/>
                </a:lnTo>
                <a:lnTo>
                  <a:pt x="31720" y="23548"/>
                </a:lnTo>
                <a:lnTo>
                  <a:pt x="32251" y="23173"/>
                </a:lnTo>
                <a:lnTo>
                  <a:pt x="32787" y="22813"/>
                </a:lnTo>
                <a:lnTo>
                  <a:pt x="33330" y="22468"/>
                </a:lnTo>
                <a:lnTo>
                  <a:pt x="33877" y="22138"/>
                </a:lnTo>
                <a:lnTo>
                  <a:pt x="34430" y="21823"/>
                </a:lnTo>
                <a:lnTo>
                  <a:pt x="34989" y="21524"/>
                </a:lnTo>
                <a:lnTo>
                  <a:pt x="35552" y="21238"/>
                </a:lnTo>
                <a:lnTo>
                  <a:pt x="36121" y="20964"/>
                </a:lnTo>
                <a:lnTo>
                  <a:pt x="36693" y="20702"/>
                </a:lnTo>
                <a:lnTo>
                  <a:pt x="37270" y="20453"/>
                </a:lnTo>
                <a:lnTo>
                  <a:pt x="37852" y="20216"/>
                </a:lnTo>
                <a:lnTo>
                  <a:pt x="38439" y="19990"/>
                </a:lnTo>
                <a:lnTo>
                  <a:pt x="39029" y="19778"/>
                </a:lnTo>
                <a:lnTo>
                  <a:pt x="39625" y="19577"/>
                </a:lnTo>
                <a:lnTo>
                  <a:pt x="40225" y="19388"/>
                </a:lnTo>
                <a:lnTo>
                  <a:pt x="40829" y="19212"/>
                </a:lnTo>
                <a:lnTo>
                  <a:pt x="41439" y="19047"/>
                </a:lnTo>
                <a:lnTo>
                  <a:pt x="42052" y="18895"/>
                </a:lnTo>
                <a:lnTo>
                  <a:pt x="42670" y="18755"/>
                </a:lnTo>
                <a:lnTo>
                  <a:pt x="43293" y="18628"/>
                </a:lnTo>
                <a:lnTo>
                  <a:pt x="43921" y="18512"/>
                </a:lnTo>
                <a:lnTo>
                  <a:pt x="44553" y="18409"/>
                </a:lnTo>
                <a:lnTo>
                  <a:pt x="45189" y="18317"/>
                </a:lnTo>
                <a:lnTo>
                  <a:pt x="45830" y="18238"/>
                </a:lnTo>
                <a:lnTo>
                  <a:pt x="46476" y="18171"/>
                </a:lnTo>
                <a:lnTo>
                  <a:pt x="47126" y="18117"/>
                </a:lnTo>
                <a:lnTo>
                  <a:pt x="47780" y="18074"/>
                </a:lnTo>
                <a:lnTo>
                  <a:pt x="48440" y="18044"/>
                </a:lnTo>
                <a:lnTo>
                  <a:pt x="49103" y="18025"/>
                </a:lnTo>
                <a:lnTo>
                  <a:pt x="49772" y="18019"/>
                </a:lnTo>
                <a:lnTo>
                  <a:pt x="50311" y="18023"/>
                </a:lnTo>
                <a:lnTo>
                  <a:pt x="50850" y="18036"/>
                </a:lnTo>
                <a:lnTo>
                  <a:pt x="51389" y="18056"/>
                </a:lnTo>
                <a:lnTo>
                  <a:pt x="51928" y="18085"/>
                </a:lnTo>
                <a:lnTo>
                  <a:pt x="52467" y="18122"/>
                </a:lnTo>
                <a:lnTo>
                  <a:pt x="53005" y="18167"/>
                </a:lnTo>
                <a:lnTo>
                  <a:pt x="53544" y="18221"/>
                </a:lnTo>
                <a:lnTo>
                  <a:pt x="54082" y="18283"/>
                </a:lnTo>
                <a:lnTo>
                  <a:pt x="54620" y="18353"/>
                </a:lnTo>
                <a:lnTo>
                  <a:pt x="55158" y="18431"/>
                </a:lnTo>
                <a:lnTo>
                  <a:pt x="55696" y="18517"/>
                </a:lnTo>
                <a:lnTo>
                  <a:pt x="56234" y="18612"/>
                </a:lnTo>
                <a:lnTo>
                  <a:pt x="56771" y="18715"/>
                </a:lnTo>
                <a:lnTo>
                  <a:pt x="57309" y="18826"/>
                </a:lnTo>
                <a:lnTo>
                  <a:pt x="57846" y="18945"/>
                </a:lnTo>
                <a:lnTo>
                  <a:pt x="58383" y="19073"/>
                </a:lnTo>
                <a:lnTo>
                  <a:pt x="58920" y="19208"/>
                </a:lnTo>
                <a:lnTo>
                  <a:pt x="59456" y="19352"/>
                </a:lnTo>
                <a:lnTo>
                  <a:pt x="59993" y="19505"/>
                </a:lnTo>
                <a:lnTo>
                  <a:pt x="60530" y="19665"/>
                </a:lnTo>
                <a:lnTo>
                  <a:pt x="61066" y="19834"/>
                </a:lnTo>
                <a:lnTo>
                  <a:pt x="61602" y="20011"/>
                </a:lnTo>
                <a:lnTo>
                  <a:pt x="62138" y="20196"/>
                </a:lnTo>
                <a:lnTo>
                  <a:pt x="62674" y="20389"/>
                </a:lnTo>
                <a:lnTo>
                  <a:pt x="63205" y="20589"/>
                </a:lnTo>
                <a:lnTo>
                  <a:pt x="63726" y="20795"/>
                </a:lnTo>
                <a:lnTo>
                  <a:pt x="64237" y="21006"/>
                </a:lnTo>
                <a:lnTo>
                  <a:pt x="64738" y="21223"/>
                </a:lnTo>
                <a:lnTo>
                  <a:pt x="65229" y="21445"/>
                </a:lnTo>
                <a:lnTo>
                  <a:pt x="65711" y="21673"/>
                </a:lnTo>
                <a:lnTo>
                  <a:pt x="66182" y="21906"/>
                </a:lnTo>
                <a:lnTo>
                  <a:pt x="66644" y="22145"/>
                </a:lnTo>
                <a:lnTo>
                  <a:pt x="67096" y="22389"/>
                </a:lnTo>
                <a:lnTo>
                  <a:pt x="67538" y="22639"/>
                </a:lnTo>
                <a:lnTo>
                  <a:pt x="67970" y="22894"/>
                </a:lnTo>
                <a:lnTo>
                  <a:pt x="68392" y="23155"/>
                </a:lnTo>
                <a:lnTo>
                  <a:pt x="68805" y="23421"/>
                </a:lnTo>
                <a:lnTo>
                  <a:pt x="69207" y="23693"/>
                </a:lnTo>
                <a:lnTo>
                  <a:pt x="69600" y="23970"/>
                </a:lnTo>
                <a:lnTo>
                  <a:pt x="69983" y="24253"/>
                </a:lnTo>
                <a:lnTo>
                  <a:pt x="70356" y="24541"/>
                </a:lnTo>
                <a:lnTo>
                  <a:pt x="70719" y="24834"/>
                </a:lnTo>
                <a:lnTo>
                  <a:pt x="71072" y="25134"/>
                </a:lnTo>
                <a:lnTo>
                  <a:pt x="71415" y="25438"/>
                </a:lnTo>
                <a:lnTo>
                  <a:pt x="71748" y="25748"/>
                </a:lnTo>
                <a:lnTo>
                  <a:pt x="72072" y="26064"/>
                </a:lnTo>
                <a:lnTo>
                  <a:pt x="72386" y="26385"/>
                </a:lnTo>
                <a:lnTo>
                  <a:pt x="72689" y="26712"/>
                </a:lnTo>
                <a:lnTo>
                  <a:pt x="72840" y="26883"/>
                </a:lnTo>
                <a:lnTo>
                  <a:pt x="72987" y="27060"/>
                </a:lnTo>
                <a:lnTo>
                  <a:pt x="73129" y="27242"/>
                </a:lnTo>
                <a:lnTo>
                  <a:pt x="73268" y="27431"/>
                </a:lnTo>
                <a:lnTo>
                  <a:pt x="73402" y="27625"/>
                </a:lnTo>
                <a:lnTo>
                  <a:pt x="73531" y="27825"/>
                </a:lnTo>
                <a:lnTo>
                  <a:pt x="73657" y="28031"/>
                </a:lnTo>
                <a:lnTo>
                  <a:pt x="73778" y="28242"/>
                </a:lnTo>
                <a:lnTo>
                  <a:pt x="73895" y="28460"/>
                </a:lnTo>
                <a:lnTo>
                  <a:pt x="74008" y="28683"/>
                </a:lnTo>
                <a:lnTo>
                  <a:pt x="74116" y="28912"/>
                </a:lnTo>
                <a:lnTo>
                  <a:pt x="74220" y="29147"/>
                </a:lnTo>
                <a:lnTo>
                  <a:pt x="74320" y="29387"/>
                </a:lnTo>
                <a:lnTo>
                  <a:pt x="74416" y="29634"/>
                </a:lnTo>
                <a:lnTo>
                  <a:pt x="74507" y="29886"/>
                </a:lnTo>
                <a:lnTo>
                  <a:pt x="74594" y="30144"/>
                </a:lnTo>
                <a:lnTo>
                  <a:pt x="74677" y="30408"/>
                </a:lnTo>
                <a:lnTo>
                  <a:pt x="74756" y="30677"/>
                </a:lnTo>
                <a:lnTo>
                  <a:pt x="74830" y="30953"/>
                </a:lnTo>
                <a:lnTo>
                  <a:pt x="74901" y="31234"/>
                </a:lnTo>
                <a:lnTo>
                  <a:pt x="74966" y="31521"/>
                </a:lnTo>
                <a:lnTo>
                  <a:pt x="75028" y="31814"/>
                </a:lnTo>
                <a:lnTo>
                  <a:pt x="75085" y="32112"/>
                </a:lnTo>
                <a:lnTo>
                  <a:pt x="75139" y="32417"/>
                </a:lnTo>
                <a:lnTo>
                  <a:pt x="75228" y="32872"/>
                </a:lnTo>
                <a:lnTo>
                  <a:pt x="75321" y="33314"/>
                </a:lnTo>
                <a:lnTo>
                  <a:pt x="75419" y="33745"/>
                </a:lnTo>
                <a:lnTo>
                  <a:pt x="75520" y="34163"/>
                </a:lnTo>
                <a:lnTo>
                  <a:pt x="75625" y="34569"/>
                </a:lnTo>
                <a:lnTo>
                  <a:pt x="75735" y="34963"/>
                </a:lnTo>
                <a:lnTo>
                  <a:pt x="75848" y="35345"/>
                </a:lnTo>
                <a:lnTo>
                  <a:pt x="75965" y="35714"/>
                </a:lnTo>
                <a:lnTo>
                  <a:pt x="76086" y="36072"/>
                </a:lnTo>
                <a:lnTo>
                  <a:pt x="76211" y="36417"/>
                </a:lnTo>
                <a:lnTo>
                  <a:pt x="76340" y="36750"/>
                </a:lnTo>
                <a:lnTo>
                  <a:pt x="76473" y="37070"/>
                </a:lnTo>
                <a:lnTo>
                  <a:pt x="76609" y="37379"/>
                </a:lnTo>
                <a:lnTo>
                  <a:pt x="76750" y="37675"/>
                </a:lnTo>
                <a:lnTo>
                  <a:pt x="76895" y="37959"/>
                </a:lnTo>
                <a:lnTo>
                  <a:pt x="77044" y="38231"/>
                </a:lnTo>
                <a:lnTo>
                  <a:pt x="77196" y="38491"/>
                </a:lnTo>
                <a:lnTo>
                  <a:pt x="77353" y="38738"/>
                </a:lnTo>
                <a:lnTo>
                  <a:pt x="77513" y="38973"/>
                </a:lnTo>
                <a:lnTo>
                  <a:pt x="77678" y="39197"/>
                </a:lnTo>
                <a:lnTo>
                  <a:pt x="77846" y="39407"/>
                </a:lnTo>
                <a:lnTo>
                  <a:pt x="78019" y="39606"/>
                </a:lnTo>
                <a:lnTo>
                  <a:pt x="78195" y="39792"/>
                </a:lnTo>
                <a:lnTo>
                  <a:pt x="78375" y="39967"/>
                </a:lnTo>
                <a:lnTo>
                  <a:pt x="78560" y="40131"/>
                </a:lnTo>
                <a:lnTo>
                  <a:pt x="78749" y="40289"/>
                </a:lnTo>
                <a:lnTo>
                  <a:pt x="78944" y="40440"/>
                </a:lnTo>
                <a:lnTo>
                  <a:pt x="79143" y="40584"/>
                </a:lnTo>
                <a:lnTo>
                  <a:pt x="79347" y="40721"/>
                </a:lnTo>
                <a:lnTo>
                  <a:pt x="79556" y="40850"/>
                </a:lnTo>
                <a:lnTo>
                  <a:pt x="79770" y="40973"/>
                </a:lnTo>
                <a:lnTo>
                  <a:pt x="79988" y="41089"/>
                </a:lnTo>
                <a:lnTo>
                  <a:pt x="80212" y="41198"/>
                </a:lnTo>
                <a:lnTo>
                  <a:pt x="80440" y="41299"/>
                </a:lnTo>
                <a:lnTo>
                  <a:pt x="80674" y="41394"/>
                </a:lnTo>
                <a:lnTo>
                  <a:pt x="80912" y="41482"/>
                </a:lnTo>
                <a:lnTo>
                  <a:pt x="81155" y="41562"/>
                </a:lnTo>
                <a:lnTo>
                  <a:pt x="81403" y="41636"/>
                </a:lnTo>
                <a:lnTo>
                  <a:pt x="81655" y="41703"/>
                </a:lnTo>
                <a:lnTo>
                  <a:pt x="81913" y="41762"/>
                </a:lnTo>
                <a:lnTo>
                  <a:pt x="82175" y="41815"/>
                </a:lnTo>
                <a:lnTo>
                  <a:pt x="82443" y="41860"/>
                </a:lnTo>
                <a:lnTo>
                  <a:pt x="82715" y="41899"/>
                </a:lnTo>
                <a:lnTo>
                  <a:pt x="82992" y="41931"/>
                </a:lnTo>
                <a:lnTo>
                  <a:pt x="83274" y="41955"/>
                </a:lnTo>
                <a:lnTo>
                  <a:pt x="83560" y="41973"/>
                </a:lnTo>
                <a:lnTo>
                  <a:pt x="83852" y="41983"/>
                </a:lnTo>
                <a:lnTo>
                  <a:pt x="84148" y="41987"/>
                </a:lnTo>
                <a:lnTo>
                  <a:pt x="84474" y="41982"/>
                </a:lnTo>
                <a:lnTo>
                  <a:pt x="84794" y="41967"/>
                </a:lnTo>
                <a:lnTo>
                  <a:pt x="85110" y="41944"/>
                </a:lnTo>
                <a:lnTo>
                  <a:pt x="85420" y="41910"/>
                </a:lnTo>
                <a:lnTo>
                  <a:pt x="85726" y="41867"/>
                </a:lnTo>
                <a:lnTo>
                  <a:pt x="86026" y="41814"/>
                </a:lnTo>
                <a:lnTo>
                  <a:pt x="86322" y="41752"/>
                </a:lnTo>
                <a:lnTo>
                  <a:pt x="86612" y="41680"/>
                </a:lnTo>
                <a:lnTo>
                  <a:pt x="86897" y="41598"/>
                </a:lnTo>
                <a:lnTo>
                  <a:pt x="87178" y="41507"/>
                </a:lnTo>
                <a:lnTo>
                  <a:pt x="87453" y="41407"/>
                </a:lnTo>
                <a:lnTo>
                  <a:pt x="87724" y="41296"/>
                </a:lnTo>
                <a:lnTo>
                  <a:pt x="87989" y="41177"/>
                </a:lnTo>
                <a:lnTo>
                  <a:pt x="88249" y="41047"/>
                </a:lnTo>
                <a:lnTo>
                  <a:pt x="88505" y="40908"/>
                </a:lnTo>
                <a:lnTo>
                  <a:pt x="88755" y="40760"/>
                </a:lnTo>
                <a:lnTo>
                  <a:pt x="89000" y="40601"/>
                </a:lnTo>
                <a:lnTo>
                  <a:pt x="89241" y="40434"/>
                </a:lnTo>
                <a:lnTo>
                  <a:pt x="89476" y="40256"/>
                </a:lnTo>
                <a:lnTo>
                  <a:pt x="89706" y="40069"/>
                </a:lnTo>
                <a:lnTo>
                  <a:pt x="89932" y="39873"/>
                </a:lnTo>
                <a:lnTo>
                  <a:pt x="90152" y="39667"/>
                </a:lnTo>
                <a:lnTo>
                  <a:pt x="90367" y="39451"/>
                </a:lnTo>
                <a:lnTo>
                  <a:pt x="90577" y="39226"/>
                </a:lnTo>
                <a:lnTo>
                  <a:pt x="90781" y="38989"/>
                </a:lnTo>
                <a:lnTo>
                  <a:pt x="90976" y="38739"/>
                </a:lnTo>
                <a:lnTo>
                  <a:pt x="91162" y="38477"/>
                </a:lnTo>
                <a:lnTo>
                  <a:pt x="91339" y="38201"/>
                </a:lnTo>
                <a:lnTo>
                  <a:pt x="91508" y="37913"/>
                </a:lnTo>
                <a:lnTo>
                  <a:pt x="91668" y="37611"/>
                </a:lnTo>
                <a:lnTo>
                  <a:pt x="91820" y="37297"/>
                </a:lnTo>
                <a:lnTo>
                  <a:pt x="91962" y="36970"/>
                </a:lnTo>
                <a:lnTo>
                  <a:pt x="92097" y="36630"/>
                </a:lnTo>
                <a:lnTo>
                  <a:pt x="92222" y="36276"/>
                </a:lnTo>
                <a:lnTo>
                  <a:pt x="92339" y="35910"/>
                </a:lnTo>
                <a:lnTo>
                  <a:pt x="92447" y="35531"/>
                </a:lnTo>
                <a:lnTo>
                  <a:pt x="92547" y="35140"/>
                </a:lnTo>
                <a:lnTo>
                  <a:pt x="92638" y="34735"/>
                </a:lnTo>
                <a:lnTo>
                  <a:pt x="92720" y="34317"/>
                </a:lnTo>
                <a:lnTo>
                  <a:pt x="92793" y="33886"/>
                </a:lnTo>
                <a:lnTo>
                  <a:pt x="92858" y="33443"/>
                </a:lnTo>
                <a:lnTo>
                  <a:pt x="92915" y="32986"/>
                </a:lnTo>
                <a:lnTo>
                  <a:pt x="92962" y="32517"/>
                </a:lnTo>
                <a:lnTo>
                  <a:pt x="93001" y="32034"/>
                </a:lnTo>
                <a:lnTo>
                  <a:pt x="93031" y="31539"/>
                </a:lnTo>
                <a:lnTo>
                  <a:pt x="93053" y="31031"/>
                </a:lnTo>
                <a:lnTo>
                  <a:pt x="93066" y="30510"/>
                </a:lnTo>
                <a:lnTo>
                  <a:pt x="93070" y="29976"/>
                </a:lnTo>
                <a:lnTo>
                  <a:pt x="93070" y="14723"/>
                </a:lnTo>
                <a:lnTo>
                  <a:pt x="93066" y="14188"/>
                </a:lnTo>
                <a:lnTo>
                  <a:pt x="93053" y="13667"/>
                </a:lnTo>
                <a:lnTo>
                  <a:pt x="93031" y="13159"/>
                </a:lnTo>
                <a:lnTo>
                  <a:pt x="93001" y="12664"/>
                </a:lnTo>
                <a:lnTo>
                  <a:pt x="92962" y="12182"/>
                </a:lnTo>
                <a:lnTo>
                  <a:pt x="92915" y="11714"/>
                </a:lnTo>
                <a:lnTo>
                  <a:pt x="92858" y="11258"/>
                </a:lnTo>
                <a:lnTo>
                  <a:pt x="92793" y="10816"/>
                </a:lnTo>
                <a:lnTo>
                  <a:pt x="92720" y="10386"/>
                </a:lnTo>
                <a:lnTo>
                  <a:pt x="92638" y="9970"/>
                </a:lnTo>
                <a:lnTo>
                  <a:pt x="92547" y="9567"/>
                </a:lnTo>
                <a:lnTo>
                  <a:pt x="92447" y="9176"/>
                </a:lnTo>
                <a:lnTo>
                  <a:pt x="92339" y="8799"/>
                </a:lnTo>
                <a:lnTo>
                  <a:pt x="92222" y="8435"/>
                </a:lnTo>
                <a:lnTo>
                  <a:pt x="92097" y="8085"/>
                </a:lnTo>
                <a:lnTo>
                  <a:pt x="91962" y="7747"/>
                </a:lnTo>
                <a:lnTo>
                  <a:pt x="91820" y="7422"/>
                </a:lnTo>
                <a:lnTo>
                  <a:pt x="91668" y="7111"/>
                </a:lnTo>
                <a:lnTo>
                  <a:pt x="91508" y="6812"/>
                </a:lnTo>
                <a:lnTo>
                  <a:pt x="91339" y="6527"/>
                </a:lnTo>
                <a:lnTo>
                  <a:pt x="91162" y="6254"/>
                </a:lnTo>
                <a:lnTo>
                  <a:pt x="90976" y="5995"/>
                </a:lnTo>
                <a:lnTo>
                  <a:pt x="90781" y="5749"/>
                </a:lnTo>
                <a:lnTo>
                  <a:pt x="90577" y="5516"/>
                </a:lnTo>
                <a:lnTo>
                  <a:pt x="90367" y="5295"/>
                </a:lnTo>
                <a:lnTo>
                  <a:pt x="90152" y="5082"/>
                </a:lnTo>
                <a:lnTo>
                  <a:pt x="89932" y="4879"/>
                </a:lnTo>
                <a:lnTo>
                  <a:pt x="89706" y="4686"/>
                </a:lnTo>
                <a:lnTo>
                  <a:pt x="89476" y="4502"/>
                </a:lnTo>
                <a:lnTo>
                  <a:pt x="89241" y="4327"/>
                </a:lnTo>
                <a:lnTo>
                  <a:pt x="89000" y="4162"/>
                </a:lnTo>
                <a:lnTo>
                  <a:pt x="88755" y="4007"/>
                </a:lnTo>
                <a:lnTo>
                  <a:pt x="88505" y="3860"/>
                </a:lnTo>
                <a:lnTo>
                  <a:pt x="88249" y="3724"/>
                </a:lnTo>
                <a:lnTo>
                  <a:pt x="87989" y="3596"/>
                </a:lnTo>
                <a:lnTo>
                  <a:pt x="87724" y="3478"/>
                </a:lnTo>
                <a:lnTo>
                  <a:pt x="87453" y="3370"/>
                </a:lnTo>
                <a:lnTo>
                  <a:pt x="87178" y="3271"/>
                </a:lnTo>
                <a:lnTo>
                  <a:pt x="86897" y="3181"/>
                </a:lnTo>
                <a:lnTo>
                  <a:pt x="86612" y="3101"/>
                </a:lnTo>
                <a:lnTo>
                  <a:pt x="86322" y="3030"/>
                </a:lnTo>
                <a:lnTo>
                  <a:pt x="86026" y="2969"/>
                </a:lnTo>
                <a:lnTo>
                  <a:pt x="85726" y="2917"/>
                </a:lnTo>
                <a:lnTo>
                  <a:pt x="85420" y="2875"/>
                </a:lnTo>
                <a:lnTo>
                  <a:pt x="85110" y="2842"/>
                </a:lnTo>
                <a:lnTo>
                  <a:pt x="84794" y="2818"/>
                </a:lnTo>
                <a:lnTo>
                  <a:pt x="84474" y="2804"/>
                </a:lnTo>
                <a:lnTo>
                  <a:pt x="84148" y="2799"/>
                </a:lnTo>
                <a:lnTo>
                  <a:pt x="83959" y="2801"/>
                </a:lnTo>
                <a:lnTo>
                  <a:pt x="83771" y="2807"/>
                </a:lnTo>
                <a:lnTo>
                  <a:pt x="83584" y="2817"/>
                </a:lnTo>
                <a:lnTo>
                  <a:pt x="83399" y="2831"/>
                </a:lnTo>
                <a:lnTo>
                  <a:pt x="83214" y="2848"/>
                </a:lnTo>
                <a:lnTo>
                  <a:pt x="83030" y="2870"/>
                </a:lnTo>
                <a:lnTo>
                  <a:pt x="82848" y="2896"/>
                </a:lnTo>
                <a:lnTo>
                  <a:pt x="82666" y="2925"/>
                </a:lnTo>
                <a:lnTo>
                  <a:pt x="82486" y="2959"/>
                </a:lnTo>
                <a:lnTo>
                  <a:pt x="82306" y="2997"/>
                </a:lnTo>
                <a:lnTo>
                  <a:pt x="82128" y="3038"/>
                </a:lnTo>
                <a:lnTo>
                  <a:pt x="81951" y="3083"/>
                </a:lnTo>
                <a:lnTo>
                  <a:pt x="81774" y="3133"/>
                </a:lnTo>
                <a:lnTo>
                  <a:pt x="81599" y="3186"/>
                </a:lnTo>
                <a:lnTo>
                  <a:pt x="81425" y="3243"/>
                </a:lnTo>
                <a:lnTo>
                  <a:pt x="81252" y="3305"/>
                </a:lnTo>
                <a:lnTo>
                  <a:pt x="81080" y="3370"/>
                </a:lnTo>
                <a:lnTo>
                  <a:pt x="80909" y="3439"/>
                </a:lnTo>
                <a:lnTo>
                  <a:pt x="80739" y="3512"/>
                </a:lnTo>
                <a:lnTo>
                  <a:pt x="80570" y="3589"/>
                </a:lnTo>
                <a:lnTo>
                  <a:pt x="80403" y="3670"/>
                </a:lnTo>
                <a:lnTo>
                  <a:pt x="80236" y="3755"/>
                </a:lnTo>
                <a:lnTo>
                  <a:pt x="80070" y="3843"/>
                </a:lnTo>
                <a:lnTo>
                  <a:pt x="79906" y="3936"/>
                </a:lnTo>
                <a:lnTo>
                  <a:pt x="79742" y="4033"/>
                </a:lnTo>
                <a:lnTo>
                  <a:pt x="79580" y="4134"/>
                </a:lnTo>
                <a:lnTo>
                  <a:pt x="79419" y="4238"/>
                </a:lnTo>
                <a:lnTo>
                  <a:pt x="79258" y="4347"/>
                </a:lnTo>
                <a:lnTo>
                  <a:pt x="79099" y="4459"/>
                </a:lnTo>
                <a:lnTo>
                  <a:pt x="78941" y="4576"/>
                </a:lnTo>
                <a:lnTo>
                  <a:pt x="78784" y="4696"/>
                </a:lnTo>
                <a:lnTo>
                  <a:pt x="78628" y="4821"/>
                </a:lnTo>
                <a:lnTo>
                  <a:pt x="78473" y="4949"/>
                </a:lnTo>
                <a:lnTo>
                  <a:pt x="78319" y="5081"/>
                </a:lnTo>
                <a:lnTo>
                  <a:pt x="78166" y="5218"/>
                </a:lnTo>
                <a:lnTo>
                  <a:pt x="78014" y="5358"/>
                </a:lnTo>
                <a:lnTo>
                  <a:pt x="77864" y="5502"/>
                </a:lnTo>
                <a:lnTo>
                  <a:pt x="77714" y="5650"/>
                </a:lnTo>
                <a:lnTo>
                  <a:pt x="77565" y="5802"/>
                </a:lnTo>
                <a:lnTo>
                  <a:pt x="77418" y="5958"/>
                </a:lnTo>
                <a:lnTo>
                  <a:pt x="77271" y="6118"/>
                </a:lnTo>
                <a:lnTo>
                  <a:pt x="77126" y="6282"/>
                </a:lnTo>
                <a:lnTo>
                  <a:pt x="76982" y="6449"/>
                </a:lnTo>
                <a:lnTo>
                  <a:pt x="76838" y="6621"/>
                </a:lnTo>
                <a:lnTo>
                  <a:pt x="76696" y="6797"/>
                </a:lnTo>
                <a:lnTo>
                  <a:pt x="76555" y="6977"/>
                </a:lnTo>
                <a:lnTo>
                  <a:pt x="76415" y="7160"/>
                </a:lnTo>
                <a:lnTo>
                  <a:pt x="76276" y="7348"/>
                </a:lnTo>
                <a:lnTo>
                  <a:pt x="75786" y="7041"/>
                </a:lnTo>
                <a:lnTo>
                  <a:pt x="75293" y="6741"/>
                </a:lnTo>
                <a:lnTo>
                  <a:pt x="74796" y="6448"/>
                </a:lnTo>
                <a:close/>
                <a:moveTo>
                  <a:pt x="205742" y="49972"/>
                </a:moveTo>
                <a:lnTo>
                  <a:pt x="205558" y="48068"/>
                </a:lnTo>
                <a:lnTo>
                  <a:pt x="205321" y="46193"/>
                </a:lnTo>
                <a:lnTo>
                  <a:pt x="205031" y="44346"/>
                </a:lnTo>
                <a:lnTo>
                  <a:pt x="204688" y="42527"/>
                </a:lnTo>
                <a:lnTo>
                  <a:pt x="204293" y="40736"/>
                </a:lnTo>
                <a:lnTo>
                  <a:pt x="203845" y="38973"/>
                </a:lnTo>
                <a:lnTo>
                  <a:pt x="203345" y="37239"/>
                </a:lnTo>
                <a:lnTo>
                  <a:pt x="202791" y="35533"/>
                </a:lnTo>
                <a:lnTo>
                  <a:pt x="202185" y="33854"/>
                </a:lnTo>
                <a:lnTo>
                  <a:pt x="201527" y="32205"/>
                </a:lnTo>
                <a:lnTo>
                  <a:pt x="200815" y="30583"/>
                </a:lnTo>
                <a:lnTo>
                  <a:pt x="200051" y="28989"/>
                </a:lnTo>
                <a:lnTo>
                  <a:pt x="199234" y="27424"/>
                </a:lnTo>
                <a:lnTo>
                  <a:pt x="198365" y="25886"/>
                </a:lnTo>
                <a:lnTo>
                  <a:pt x="197443" y="24377"/>
                </a:lnTo>
                <a:lnTo>
                  <a:pt x="196468" y="22896"/>
                </a:lnTo>
                <a:lnTo>
                  <a:pt x="195440" y="21444"/>
                </a:lnTo>
                <a:lnTo>
                  <a:pt x="194360" y="20019"/>
                </a:lnTo>
                <a:lnTo>
                  <a:pt x="193227" y="18623"/>
                </a:lnTo>
                <a:lnTo>
                  <a:pt x="192041" y="17255"/>
                </a:lnTo>
                <a:lnTo>
                  <a:pt x="190803" y="15914"/>
                </a:lnTo>
                <a:lnTo>
                  <a:pt x="189530" y="14616"/>
                </a:lnTo>
                <a:lnTo>
                  <a:pt x="188241" y="13373"/>
                </a:lnTo>
                <a:lnTo>
                  <a:pt x="186935" y="12185"/>
                </a:lnTo>
                <a:lnTo>
                  <a:pt x="185612" y="11052"/>
                </a:lnTo>
                <a:lnTo>
                  <a:pt x="184273" y="9974"/>
                </a:lnTo>
                <a:lnTo>
                  <a:pt x="182917" y="8952"/>
                </a:lnTo>
                <a:lnTo>
                  <a:pt x="181545" y="7985"/>
                </a:lnTo>
                <a:lnTo>
                  <a:pt x="180156" y="7073"/>
                </a:lnTo>
                <a:lnTo>
                  <a:pt x="178750" y="6217"/>
                </a:lnTo>
                <a:lnTo>
                  <a:pt x="177328" y="5415"/>
                </a:lnTo>
                <a:lnTo>
                  <a:pt x="175890" y="4669"/>
                </a:lnTo>
                <a:lnTo>
                  <a:pt x="174435" y="3979"/>
                </a:lnTo>
                <a:lnTo>
                  <a:pt x="172963" y="3343"/>
                </a:lnTo>
                <a:lnTo>
                  <a:pt x="171475" y="2763"/>
                </a:lnTo>
                <a:lnTo>
                  <a:pt x="169970" y="2238"/>
                </a:lnTo>
                <a:lnTo>
                  <a:pt x="168449" y="1768"/>
                </a:lnTo>
                <a:lnTo>
                  <a:pt x="166911" y="1354"/>
                </a:lnTo>
                <a:lnTo>
                  <a:pt x="165357" y="995"/>
                </a:lnTo>
                <a:lnTo>
                  <a:pt x="163786" y="691"/>
                </a:lnTo>
                <a:lnTo>
                  <a:pt x="162198" y="442"/>
                </a:lnTo>
                <a:lnTo>
                  <a:pt x="160594" y="249"/>
                </a:lnTo>
                <a:lnTo>
                  <a:pt x="158974" y="111"/>
                </a:lnTo>
                <a:lnTo>
                  <a:pt x="157337" y="28"/>
                </a:lnTo>
                <a:lnTo>
                  <a:pt x="155683" y="0"/>
                </a:lnTo>
                <a:lnTo>
                  <a:pt x="154195" y="23"/>
                </a:lnTo>
                <a:lnTo>
                  <a:pt x="152719" y="92"/>
                </a:lnTo>
                <a:lnTo>
                  <a:pt x="151255" y="207"/>
                </a:lnTo>
                <a:lnTo>
                  <a:pt x="149803" y="368"/>
                </a:lnTo>
                <a:lnTo>
                  <a:pt x="148363" y="575"/>
                </a:lnTo>
                <a:lnTo>
                  <a:pt x="146936" y="827"/>
                </a:lnTo>
                <a:lnTo>
                  <a:pt x="145520" y="1126"/>
                </a:lnTo>
                <a:lnTo>
                  <a:pt x="144117" y="1471"/>
                </a:lnTo>
                <a:lnTo>
                  <a:pt x="142726" y="1862"/>
                </a:lnTo>
                <a:lnTo>
                  <a:pt x="141347" y="2298"/>
                </a:lnTo>
                <a:lnTo>
                  <a:pt x="139981" y="2781"/>
                </a:lnTo>
                <a:lnTo>
                  <a:pt x="138626" y="3310"/>
                </a:lnTo>
                <a:lnTo>
                  <a:pt x="137283" y="3884"/>
                </a:lnTo>
                <a:lnTo>
                  <a:pt x="135953" y="4505"/>
                </a:lnTo>
                <a:lnTo>
                  <a:pt x="134635" y="5171"/>
                </a:lnTo>
                <a:lnTo>
                  <a:pt x="133329" y="5884"/>
                </a:lnTo>
                <a:lnTo>
                  <a:pt x="132035" y="6642"/>
                </a:lnTo>
                <a:lnTo>
                  <a:pt x="130753" y="7447"/>
                </a:lnTo>
                <a:lnTo>
                  <a:pt x="129484" y="8297"/>
                </a:lnTo>
                <a:lnTo>
                  <a:pt x="128226" y="9193"/>
                </a:lnTo>
                <a:lnTo>
                  <a:pt x="126981" y="10136"/>
                </a:lnTo>
                <a:lnTo>
                  <a:pt x="125748" y="11124"/>
                </a:lnTo>
                <a:lnTo>
                  <a:pt x="124527" y="12158"/>
                </a:lnTo>
                <a:lnTo>
                  <a:pt x="123318" y="13238"/>
                </a:lnTo>
                <a:lnTo>
                  <a:pt x="121862" y="14629"/>
                </a:lnTo>
                <a:lnTo>
                  <a:pt x="120468" y="16053"/>
                </a:lnTo>
                <a:lnTo>
                  <a:pt x="119136" y="17510"/>
                </a:lnTo>
                <a:lnTo>
                  <a:pt x="117866" y="19001"/>
                </a:lnTo>
                <a:lnTo>
                  <a:pt x="116658" y="20526"/>
                </a:lnTo>
                <a:lnTo>
                  <a:pt x="115511" y="22084"/>
                </a:lnTo>
                <a:lnTo>
                  <a:pt x="114427" y="23675"/>
                </a:lnTo>
                <a:lnTo>
                  <a:pt x="113405" y="25300"/>
                </a:lnTo>
                <a:lnTo>
                  <a:pt x="112444" y="26958"/>
                </a:lnTo>
                <a:lnTo>
                  <a:pt x="111546" y="28650"/>
                </a:lnTo>
                <a:lnTo>
                  <a:pt x="110710" y="30376"/>
                </a:lnTo>
                <a:lnTo>
                  <a:pt x="109935" y="32134"/>
                </a:lnTo>
                <a:lnTo>
                  <a:pt x="109223" y="33927"/>
                </a:lnTo>
                <a:lnTo>
                  <a:pt x="108572" y="35752"/>
                </a:lnTo>
                <a:lnTo>
                  <a:pt x="107983" y="37612"/>
                </a:lnTo>
                <a:lnTo>
                  <a:pt x="107457" y="39504"/>
                </a:lnTo>
                <a:lnTo>
                  <a:pt x="106992" y="41431"/>
                </a:lnTo>
                <a:lnTo>
                  <a:pt x="106589" y="43390"/>
                </a:lnTo>
                <a:lnTo>
                  <a:pt x="106248" y="45383"/>
                </a:lnTo>
                <a:lnTo>
                  <a:pt x="105970" y="47410"/>
                </a:lnTo>
                <a:lnTo>
                  <a:pt x="105753" y="49470"/>
                </a:lnTo>
                <a:lnTo>
                  <a:pt x="105598" y="51563"/>
                </a:lnTo>
                <a:lnTo>
                  <a:pt x="105505" y="53691"/>
                </a:lnTo>
                <a:lnTo>
                  <a:pt x="105474" y="55851"/>
                </a:lnTo>
                <a:lnTo>
                  <a:pt x="105505" y="58012"/>
                </a:lnTo>
                <a:lnTo>
                  <a:pt x="105598" y="60138"/>
                </a:lnTo>
                <a:lnTo>
                  <a:pt x="105753" y="62231"/>
                </a:lnTo>
                <a:lnTo>
                  <a:pt x="105970" y="64290"/>
                </a:lnTo>
                <a:lnTo>
                  <a:pt x="106248" y="66316"/>
                </a:lnTo>
                <a:lnTo>
                  <a:pt x="106589" y="68307"/>
                </a:lnTo>
                <a:lnTo>
                  <a:pt x="106992" y="70265"/>
                </a:lnTo>
                <a:lnTo>
                  <a:pt x="107457" y="72189"/>
                </a:lnTo>
                <a:lnTo>
                  <a:pt x="107983" y="74079"/>
                </a:lnTo>
                <a:lnTo>
                  <a:pt x="108572" y="75936"/>
                </a:lnTo>
                <a:lnTo>
                  <a:pt x="109223" y="77758"/>
                </a:lnTo>
                <a:lnTo>
                  <a:pt x="109935" y="79547"/>
                </a:lnTo>
                <a:lnTo>
                  <a:pt x="110710" y="81302"/>
                </a:lnTo>
                <a:lnTo>
                  <a:pt x="111546" y="83023"/>
                </a:lnTo>
                <a:lnTo>
                  <a:pt x="112444" y="84711"/>
                </a:lnTo>
                <a:lnTo>
                  <a:pt x="113405" y="86364"/>
                </a:lnTo>
                <a:lnTo>
                  <a:pt x="114427" y="87984"/>
                </a:lnTo>
                <a:lnTo>
                  <a:pt x="115511" y="89570"/>
                </a:lnTo>
                <a:lnTo>
                  <a:pt x="116658" y="91122"/>
                </a:lnTo>
                <a:lnTo>
                  <a:pt x="117866" y="92641"/>
                </a:lnTo>
                <a:lnTo>
                  <a:pt x="119136" y="94125"/>
                </a:lnTo>
                <a:lnTo>
                  <a:pt x="120468" y="95576"/>
                </a:lnTo>
                <a:lnTo>
                  <a:pt x="121862" y="96993"/>
                </a:lnTo>
                <a:lnTo>
                  <a:pt x="123318" y="98376"/>
                </a:lnTo>
                <a:lnTo>
                  <a:pt x="124527" y="99456"/>
                </a:lnTo>
                <a:lnTo>
                  <a:pt x="125748" y="100491"/>
                </a:lnTo>
                <a:lnTo>
                  <a:pt x="126981" y="101479"/>
                </a:lnTo>
                <a:lnTo>
                  <a:pt x="128226" y="102421"/>
                </a:lnTo>
                <a:lnTo>
                  <a:pt x="129484" y="103318"/>
                </a:lnTo>
                <a:lnTo>
                  <a:pt x="130753" y="104168"/>
                </a:lnTo>
                <a:lnTo>
                  <a:pt x="132035" y="104972"/>
                </a:lnTo>
                <a:lnTo>
                  <a:pt x="133329" y="105731"/>
                </a:lnTo>
                <a:lnTo>
                  <a:pt x="134635" y="106443"/>
                </a:lnTo>
                <a:lnTo>
                  <a:pt x="135953" y="107110"/>
                </a:lnTo>
                <a:lnTo>
                  <a:pt x="137283" y="107730"/>
                </a:lnTo>
                <a:lnTo>
                  <a:pt x="138626" y="108305"/>
                </a:lnTo>
                <a:lnTo>
                  <a:pt x="139981" y="108834"/>
                </a:lnTo>
                <a:lnTo>
                  <a:pt x="141347" y="109316"/>
                </a:lnTo>
                <a:lnTo>
                  <a:pt x="142726" y="109753"/>
                </a:lnTo>
                <a:lnTo>
                  <a:pt x="144117" y="110144"/>
                </a:lnTo>
                <a:lnTo>
                  <a:pt x="145520" y="110488"/>
                </a:lnTo>
                <a:lnTo>
                  <a:pt x="146936" y="110787"/>
                </a:lnTo>
                <a:lnTo>
                  <a:pt x="148363" y="111040"/>
                </a:lnTo>
                <a:lnTo>
                  <a:pt x="149803" y="111247"/>
                </a:lnTo>
                <a:lnTo>
                  <a:pt x="151255" y="111408"/>
                </a:lnTo>
                <a:lnTo>
                  <a:pt x="152719" y="111523"/>
                </a:lnTo>
                <a:lnTo>
                  <a:pt x="154195" y="111592"/>
                </a:lnTo>
                <a:lnTo>
                  <a:pt x="155683" y="111615"/>
                </a:lnTo>
                <a:lnTo>
                  <a:pt x="157337" y="111587"/>
                </a:lnTo>
                <a:lnTo>
                  <a:pt x="158974" y="111504"/>
                </a:lnTo>
                <a:lnTo>
                  <a:pt x="160594" y="111366"/>
                </a:lnTo>
                <a:lnTo>
                  <a:pt x="162198" y="111173"/>
                </a:lnTo>
                <a:lnTo>
                  <a:pt x="163786" y="110924"/>
                </a:lnTo>
                <a:lnTo>
                  <a:pt x="165357" y="110620"/>
                </a:lnTo>
                <a:lnTo>
                  <a:pt x="166911" y="110261"/>
                </a:lnTo>
                <a:lnTo>
                  <a:pt x="168449" y="109847"/>
                </a:lnTo>
                <a:lnTo>
                  <a:pt x="169970" y="109377"/>
                </a:lnTo>
                <a:lnTo>
                  <a:pt x="171475" y="108852"/>
                </a:lnTo>
                <a:lnTo>
                  <a:pt x="172963" y="108272"/>
                </a:lnTo>
                <a:lnTo>
                  <a:pt x="174435" y="107637"/>
                </a:lnTo>
                <a:lnTo>
                  <a:pt x="175890" y="106946"/>
                </a:lnTo>
                <a:lnTo>
                  <a:pt x="177328" y="106200"/>
                </a:lnTo>
                <a:lnTo>
                  <a:pt x="178750" y="105399"/>
                </a:lnTo>
                <a:lnTo>
                  <a:pt x="180156" y="104543"/>
                </a:lnTo>
                <a:lnTo>
                  <a:pt x="181545" y="103631"/>
                </a:lnTo>
                <a:lnTo>
                  <a:pt x="182917" y="102664"/>
                </a:lnTo>
                <a:lnTo>
                  <a:pt x="184273" y="101642"/>
                </a:lnTo>
                <a:lnTo>
                  <a:pt x="185612" y="100565"/>
                </a:lnTo>
                <a:lnTo>
                  <a:pt x="186935" y="99432"/>
                </a:lnTo>
                <a:lnTo>
                  <a:pt x="188241" y="98244"/>
                </a:lnTo>
                <a:lnTo>
                  <a:pt x="189530" y="97001"/>
                </a:lnTo>
                <a:lnTo>
                  <a:pt x="190803" y="95703"/>
                </a:lnTo>
                <a:lnTo>
                  <a:pt x="192041" y="94363"/>
                </a:lnTo>
                <a:lnTo>
                  <a:pt x="193227" y="92995"/>
                </a:lnTo>
                <a:lnTo>
                  <a:pt x="194360" y="91599"/>
                </a:lnTo>
                <a:lnTo>
                  <a:pt x="195440" y="90175"/>
                </a:lnTo>
                <a:lnTo>
                  <a:pt x="196468" y="88724"/>
                </a:lnTo>
                <a:lnTo>
                  <a:pt x="197443" y="87244"/>
                </a:lnTo>
                <a:lnTo>
                  <a:pt x="198365" y="85737"/>
                </a:lnTo>
                <a:lnTo>
                  <a:pt x="199234" y="84202"/>
                </a:lnTo>
                <a:lnTo>
                  <a:pt x="200051" y="82639"/>
                </a:lnTo>
                <a:lnTo>
                  <a:pt x="200815" y="81048"/>
                </a:lnTo>
                <a:lnTo>
                  <a:pt x="201527" y="79429"/>
                </a:lnTo>
                <a:lnTo>
                  <a:pt x="202185" y="77783"/>
                </a:lnTo>
                <a:lnTo>
                  <a:pt x="202791" y="76108"/>
                </a:lnTo>
                <a:lnTo>
                  <a:pt x="203345" y="74406"/>
                </a:lnTo>
                <a:lnTo>
                  <a:pt x="203845" y="72676"/>
                </a:lnTo>
                <a:lnTo>
                  <a:pt x="204293" y="70918"/>
                </a:lnTo>
                <a:lnTo>
                  <a:pt x="204688" y="69132"/>
                </a:lnTo>
                <a:lnTo>
                  <a:pt x="205031" y="67318"/>
                </a:lnTo>
                <a:lnTo>
                  <a:pt x="205321" y="65477"/>
                </a:lnTo>
                <a:lnTo>
                  <a:pt x="205558" y="63607"/>
                </a:lnTo>
                <a:lnTo>
                  <a:pt x="205742" y="61710"/>
                </a:lnTo>
                <a:lnTo>
                  <a:pt x="205874" y="59785"/>
                </a:lnTo>
                <a:lnTo>
                  <a:pt x="205953" y="57832"/>
                </a:lnTo>
                <a:lnTo>
                  <a:pt x="205980" y="55851"/>
                </a:lnTo>
                <a:lnTo>
                  <a:pt x="205953" y="53863"/>
                </a:lnTo>
                <a:lnTo>
                  <a:pt x="205874" y="51903"/>
                </a:lnTo>
                <a:lnTo>
                  <a:pt x="205742" y="49972"/>
                </a:lnTo>
                <a:close/>
                <a:moveTo>
                  <a:pt x="187893" y="59856"/>
                </a:moveTo>
                <a:lnTo>
                  <a:pt x="187773" y="61152"/>
                </a:lnTo>
                <a:lnTo>
                  <a:pt x="187619" y="62428"/>
                </a:lnTo>
                <a:lnTo>
                  <a:pt x="187430" y="63684"/>
                </a:lnTo>
                <a:lnTo>
                  <a:pt x="187207" y="64920"/>
                </a:lnTo>
                <a:lnTo>
                  <a:pt x="186949" y="66136"/>
                </a:lnTo>
                <a:lnTo>
                  <a:pt x="186658" y="67333"/>
                </a:lnTo>
                <a:lnTo>
                  <a:pt x="186332" y="68510"/>
                </a:lnTo>
                <a:lnTo>
                  <a:pt x="185971" y="69667"/>
                </a:lnTo>
                <a:lnTo>
                  <a:pt x="185577" y="70805"/>
                </a:lnTo>
                <a:lnTo>
                  <a:pt x="185148" y="71922"/>
                </a:lnTo>
                <a:lnTo>
                  <a:pt x="184684" y="73020"/>
                </a:lnTo>
                <a:lnTo>
                  <a:pt x="184187" y="74098"/>
                </a:lnTo>
                <a:lnTo>
                  <a:pt x="183655" y="75157"/>
                </a:lnTo>
                <a:lnTo>
                  <a:pt x="183088" y="76195"/>
                </a:lnTo>
                <a:lnTo>
                  <a:pt x="182488" y="77214"/>
                </a:lnTo>
                <a:lnTo>
                  <a:pt x="181853" y="78214"/>
                </a:lnTo>
                <a:lnTo>
                  <a:pt x="181184" y="79193"/>
                </a:lnTo>
                <a:lnTo>
                  <a:pt x="180480" y="80152"/>
                </a:lnTo>
                <a:lnTo>
                  <a:pt x="179742" y="81092"/>
                </a:lnTo>
                <a:lnTo>
                  <a:pt x="178970" y="82012"/>
                </a:lnTo>
                <a:lnTo>
                  <a:pt x="178163" y="82913"/>
                </a:lnTo>
                <a:lnTo>
                  <a:pt x="177335" y="83784"/>
                </a:lnTo>
                <a:lnTo>
                  <a:pt x="176497" y="84619"/>
                </a:lnTo>
                <a:lnTo>
                  <a:pt x="175650" y="85416"/>
                </a:lnTo>
                <a:lnTo>
                  <a:pt x="174793" y="86177"/>
                </a:lnTo>
                <a:lnTo>
                  <a:pt x="173927" y="86900"/>
                </a:lnTo>
                <a:lnTo>
                  <a:pt x="173052" y="87586"/>
                </a:lnTo>
                <a:lnTo>
                  <a:pt x="172167" y="88235"/>
                </a:lnTo>
                <a:lnTo>
                  <a:pt x="171273" y="88847"/>
                </a:lnTo>
                <a:lnTo>
                  <a:pt x="170369" y="89422"/>
                </a:lnTo>
                <a:lnTo>
                  <a:pt x="169456" y="89960"/>
                </a:lnTo>
                <a:lnTo>
                  <a:pt x="168533" y="90461"/>
                </a:lnTo>
                <a:lnTo>
                  <a:pt x="167601" y="90925"/>
                </a:lnTo>
                <a:lnTo>
                  <a:pt x="166660" y="91351"/>
                </a:lnTo>
                <a:lnTo>
                  <a:pt x="165709" y="91741"/>
                </a:lnTo>
                <a:lnTo>
                  <a:pt x="164749" y="92093"/>
                </a:lnTo>
                <a:lnTo>
                  <a:pt x="163779" y="92408"/>
                </a:lnTo>
                <a:lnTo>
                  <a:pt x="162800" y="92687"/>
                </a:lnTo>
                <a:lnTo>
                  <a:pt x="161812" y="92928"/>
                </a:lnTo>
                <a:lnTo>
                  <a:pt x="160814" y="93132"/>
                </a:lnTo>
                <a:lnTo>
                  <a:pt x="159806" y="93299"/>
                </a:lnTo>
                <a:lnTo>
                  <a:pt x="158790" y="93428"/>
                </a:lnTo>
                <a:lnTo>
                  <a:pt x="157764" y="93521"/>
                </a:lnTo>
                <a:lnTo>
                  <a:pt x="156728" y="93577"/>
                </a:lnTo>
                <a:lnTo>
                  <a:pt x="155683" y="93595"/>
                </a:lnTo>
                <a:lnTo>
                  <a:pt x="154645" y="93577"/>
                </a:lnTo>
                <a:lnTo>
                  <a:pt x="153616" y="93521"/>
                </a:lnTo>
                <a:lnTo>
                  <a:pt x="152597" y="93428"/>
                </a:lnTo>
                <a:lnTo>
                  <a:pt x="151586" y="93297"/>
                </a:lnTo>
                <a:lnTo>
                  <a:pt x="150585" y="93130"/>
                </a:lnTo>
                <a:lnTo>
                  <a:pt x="149593" y="92925"/>
                </a:lnTo>
                <a:lnTo>
                  <a:pt x="148610" y="92683"/>
                </a:lnTo>
                <a:lnTo>
                  <a:pt x="147636" y="92403"/>
                </a:lnTo>
                <a:lnTo>
                  <a:pt x="146671" y="92087"/>
                </a:lnTo>
                <a:lnTo>
                  <a:pt x="145715" y="91733"/>
                </a:lnTo>
                <a:lnTo>
                  <a:pt x="144768" y="91342"/>
                </a:lnTo>
                <a:lnTo>
                  <a:pt x="143831" y="90914"/>
                </a:lnTo>
                <a:lnTo>
                  <a:pt x="142902" y="90448"/>
                </a:lnTo>
                <a:lnTo>
                  <a:pt x="141983" y="89945"/>
                </a:lnTo>
                <a:lnTo>
                  <a:pt x="141072" y="89405"/>
                </a:lnTo>
                <a:lnTo>
                  <a:pt x="140171" y="88828"/>
                </a:lnTo>
                <a:lnTo>
                  <a:pt x="139279" y="88214"/>
                </a:lnTo>
                <a:lnTo>
                  <a:pt x="138396" y="87562"/>
                </a:lnTo>
                <a:lnTo>
                  <a:pt x="137523" y="86873"/>
                </a:lnTo>
                <a:lnTo>
                  <a:pt x="136658" y="86146"/>
                </a:lnTo>
                <a:lnTo>
                  <a:pt x="135802" y="85383"/>
                </a:lnTo>
                <a:lnTo>
                  <a:pt x="134956" y="84582"/>
                </a:lnTo>
                <a:lnTo>
                  <a:pt x="134118" y="83744"/>
                </a:lnTo>
                <a:lnTo>
                  <a:pt x="133290" y="82869"/>
                </a:lnTo>
                <a:lnTo>
                  <a:pt x="132484" y="81965"/>
                </a:lnTo>
                <a:lnTo>
                  <a:pt x="131711" y="81042"/>
                </a:lnTo>
                <a:lnTo>
                  <a:pt x="130973" y="80100"/>
                </a:lnTo>
                <a:lnTo>
                  <a:pt x="130270" y="79138"/>
                </a:lnTo>
                <a:lnTo>
                  <a:pt x="129601" y="78157"/>
                </a:lnTo>
                <a:lnTo>
                  <a:pt x="128966" y="77157"/>
                </a:lnTo>
                <a:lnTo>
                  <a:pt x="128365" y="76137"/>
                </a:lnTo>
                <a:lnTo>
                  <a:pt x="127799" y="75099"/>
                </a:lnTo>
                <a:lnTo>
                  <a:pt x="127267" y="74040"/>
                </a:lnTo>
                <a:lnTo>
                  <a:pt x="126769" y="72963"/>
                </a:lnTo>
                <a:lnTo>
                  <a:pt x="126306" y="71866"/>
                </a:lnTo>
                <a:lnTo>
                  <a:pt x="125877" y="70750"/>
                </a:lnTo>
                <a:lnTo>
                  <a:pt x="125482" y="69615"/>
                </a:lnTo>
                <a:lnTo>
                  <a:pt x="125122" y="68460"/>
                </a:lnTo>
                <a:lnTo>
                  <a:pt x="124796" y="67286"/>
                </a:lnTo>
                <a:lnTo>
                  <a:pt x="124504" y="66093"/>
                </a:lnTo>
                <a:lnTo>
                  <a:pt x="124247" y="64880"/>
                </a:lnTo>
                <a:lnTo>
                  <a:pt x="124024" y="63648"/>
                </a:lnTo>
                <a:lnTo>
                  <a:pt x="123835" y="62397"/>
                </a:lnTo>
                <a:lnTo>
                  <a:pt x="123680" y="61126"/>
                </a:lnTo>
                <a:lnTo>
                  <a:pt x="123560" y="59836"/>
                </a:lnTo>
                <a:lnTo>
                  <a:pt x="123474" y="58527"/>
                </a:lnTo>
                <a:lnTo>
                  <a:pt x="123423" y="57199"/>
                </a:lnTo>
                <a:lnTo>
                  <a:pt x="123406" y="55851"/>
                </a:lnTo>
                <a:lnTo>
                  <a:pt x="123423" y="54503"/>
                </a:lnTo>
                <a:lnTo>
                  <a:pt x="123474" y="53175"/>
                </a:lnTo>
                <a:lnTo>
                  <a:pt x="123560" y="51865"/>
                </a:lnTo>
                <a:lnTo>
                  <a:pt x="123680" y="50575"/>
                </a:lnTo>
                <a:lnTo>
                  <a:pt x="123835" y="49303"/>
                </a:lnTo>
                <a:lnTo>
                  <a:pt x="124024" y="48051"/>
                </a:lnTo>
                <a:lnTo>
                  <a:pt x="124247" y="46819"/>
                </a:lnTo>
                <a:lnTo>
                  <a:pt x="124504" y="45605"/>
                </a:lnTo>
                <a:lnTo>
                  <a:pt x="124796" y="44410"/>
                </a:lnTo>
                <a:lnTo>
                  <a:pt x="125122" y="43235"/>
                </a:lnTo>
                <a:lnTo>
                  <a:pt x="125482" y="42079"/>
                </a:lnTo>
                <a:lnTo>
                  <a:pt x="125877" y="40942"/>
                </a:lnTo>
                <a:lnTo>
                  <a:pt x="126306" y="39824"/>
                </a:lnTo>
                <a:lnTo>
                  <a:pt x="126769" y="38725"/>
                </a:lnTo>
                <a:lnTo>
                  <a:pt x="127267" y="37646"/>
                </a:lnTo>
                <a:lnTo>
                  <a:pt x="127799" y="36585"/>
                </a:lnTo>
                <a:lnTo>
                  <a:pt x="128365" y="35544"/>
                </a:lnTo>
                <a:lnTo>
                  <a:pt x="128966" y="34522"/>
                </a:lnTo>
                <a:lnTo>
                  <a:pt x="129601" y="33519"/>
                </a:lnTo>
                <a:lnTo>
                  <a:pt x="130270" y="32535"/>
                </a:lnTo>
                <a:lnTo>
                  <a:pt x="130973" y="31571"/>
                </a:lnTo>
                <a:lnTo>
                  <a:pt x="131711" y="30625"/>
                </a:lnTo>
                <a:lnTo>
                  <a:pt x="132484" y="29699"/>
                </a:lnTo>
                <a:lnTo>
                  <a:pt x="133290" y="28792"/>
                </a:lnTo>
                <a:lnTo>
                  <a:pt x="134118" y="27913"/>
                </a:lnTo>
                <a:lnTo>
                  <a:pt x="134956" y="27071"/>
                </a:lnTo>
                <a:lnTo>
                  <a:pt x="135802" y="26267"/>
                </a:lnTo>
                <a:lnTo>
                  <a:pt x="136658" y="25500"/>
                </a:lnTo>
                <a:lnTo>
                  <a:pt x="137523" y="24771"/>
                </a:lnTo>
                <a:lnTo>
                  <a:pt x="138396" y="24079"/>
                </a:lnTo>
                <a:lnTo>
                  <a:pt x="139279" y="23424"/>
                </a:lnTo>
                <a:lnTo>
                  <a:pt x="140171" y="22807"/>
                </a:lnTo>
                <a:lnTo>
                  <a:pt x="141072" y="22227"/>
                </a:lnTo>
                <a:lnTo>
                  <a:pt x="141983" y="21685"/>
                </a:lnTo>
                <a:lnTo>
                  <a:pt x="142902" y="21180"/>
                </a:lnTo>
                <a:lnTo>
                  <a:pt x="143831" y="20712"/>
                </a:lnTo>
                <a:lnTo>
                  <a:pt x="144768" y="20282"/>
                </a:lnTo>
                <a:lnTo>
                  <a:pt x="145715" y="19890"/>
                </a:lnTo>
                <a:lnTo>
                  <a:pt x="146671" y="19534"/>
                </a:lnTo>
                <a:lnTo>
                  <a:pt x="147636" y="19216"/>
                </a:lnTo>
                <a:lnTo>
                  <a:pt x="148610" y="18936"/>
                </a:lnTo>
                <a:lnTo>
                  <a:pt x="149593" y="18693"/>
                </a:lnTo>
                <a:lnTo>
                  <a:pt x="150585" y="18487"/>
                </a:lnTo>
                <a:lnTo>
                  <a:pt x="151586" y="18319"/>
                </a:lnTo>
                <a:lnTo>
                  <a:pt x="152597" y="18188"/>
                </a:lnTo>
                <a:lnTo>
                  <a:pt x="153616" y="18094"/>
                </a:lnTo>
                <a:lnTo>
                  <a:pt x="154645" y="18038"/>
                </a:lnTo>
                <a:lnTo>
                  <a:pt x="155683" y="18019"/>
                </a:lnTo>
                <a:lnTo>
                  <a:pt x="156728" y="18038"/>
                </a:lnTo>
                <a:lnTo>
                  <a:pt x="157764" y="18094"/>
                </a:lnTo>
                <a:lnTo>
                  <a:pt x="158790" y="18187"/>
                </a:lnTo>
                <a:lnTo>
                  <a:pt x="159806" y="18317"/>
                </a:lnTo>
                <a:lnTo>
                  <a:pt x="160814" y="18485"/>
                </a:lnTo>
                <a:lnTo>
                  <a:pt x="161812" y="18690"/>
                </a:lnTo>
                <a:lnTo>
                  <a:pt x="162800" y="18932"/>
                </a:lnTo>
                <a:lnTo>
                  <a:pt x="163779" y="19211"/>
                </a:lnTo>
                <a:lnTo>
                  <a:pt x="164749" y="19528"/>
                </a:lnTo>
                <a:lnTo>
                  <a:pt x="165709" y="19882"/>
                </a:lnTo>
                <a:lnTo>
                  <a:pt x="166660" y="20273"/>
                </a:lnTo>
                <a:lnTo>
                  <a:pt x="167601" y="20702"/>
                </a:lnTo>
                <a:lnTo>
                  <a:pt x="168533" y="21167"/>
                </a:lnTo>
                <a:lnTo>
                  <a:pt x="169456" y="21670"/>
                </a:lnTo>
                <a:lnTo>
                  <a:pt x="170369" y="22210"/>
                </a:lnTo>
                <a:lnTo>
                  <a:pt x="171273" y="22788"/>
                </a:lnTo>
                <a:lnTo>
                  <a:pt x="172167" y="23402"/>
                </a:lnTo>
                <a:lnTo>
                  <a:pt x="173052" y="24054"/>
                </a:lnTo>
                <a:lnTo>
                  <a:pt x="173927" y="24744"/>
                </a:lnTo>
                <a:lnTo>
                  <a:pt x="174793" y="25470"/>
                </a:lnTo>
                <a:lnTo>
                  <a:pt x="175650" y="26234"/>
                </a:lnTo>
                <a:lnTo>
                  <a:pt x="176497" y="27035"/>
                </a:lnTo>
                <a:lnTo>
                  <a:pt x="177335" y="27873"/>
                </a:lnTo>
                <a:lnTo>
                  <a:pt x="178163" y="28748"/>
                </a:lnTo>
                <a:lnTo>
                  <a:pt x="178970" y="29652"/>
                </a:lnTo>
                <a:lnTo>
                  <a:pt x="179742" y="30575"/>
                </a:lnTo>
                <a:lnTo>
                  <a:pt x="180480" y="31518"/>
                </a:lnTo>
                <a:lnTo>
                  <a:pt x="181184" y="32481"/>
                </a:lnTo>
                <a:lnTo>
                  <a:pt x="181853" y="33463"/>
                </a:lnTo>
                <a:lnTo>
                  <a:pt x="182488" y="34465"/>
                </a:lnTo>
                <a:lnTo>
                  <a:pt x="183088" y="35486"/>
                </a:lnTo>
                <a:lnTo>
                  <a:pt x="183655" y="36527"/>
                </a:lnTo>
                <a:lnTo>
                  <a:pt x="184187" y="37588"/>
                </a:lnTo>
                <a:lnTo>
                  <a:pt x="184684" y="38668"/>
                </a:lnTo>
                <a:lnTo>
                  <a:pt x="185148" y="39768"/>
                </a:lnTo>
                <a:lnTo>
                  <a:pt x="185577" y="40887"/>
                </a:lnTo>
                <a:lnTo>
                  <a:pt x="185971" y="42026"/>
                </a:lnTo>
                <a:lnTo>
                  <a:pt x="186332" y="43185"/>
                </a:lnTo>
                <a:lnTo>
                  <a:pt x="186658" y="44363"/>
                </a:lnTo>
                <a:lnTo>
                  <a:pt x="186949" y="45561"/>
                </a:lnTo>
                <a:lnTo>
                  <a:pt x="187207" y="46779"/>
                </a:lnTo>
                <a:lnTo>
                  <a:pt x="187430" y="48016"/>
                </a:lnTo>
                <a:lnTo>
                  <a:pt x="187619" y="49273"/>
                </a:lnTo>
                <a:lnTo>
                  <a:pt x="187773" y="50549"/>
                </a:lnTo>
                <a:lnTo>
                  <a:pt x="187893" y="51845"/>
                </a:lnTo>
                <a:lnTo>
                  <a:pt x="187979" y="53161"/>
                </a:lnTo>
                <a:lnTo>
                  <a:pt x="188031" y="54496"/>
                </a:lnTo>
                <a:lnTo>
                  <a:pt x="188048" y="55851"/>
                </a:lnTo>
                <a:lnTo>
                  <a:pt x="188031" y="57206"/>
                </a:lnTo>
                <a:lnTo>
                  <a:pt x="187979" y="58541"/>
                </a:lnTo>
                <a:lnTo>
                  <a:pt x="187893" y="59856"/>
                </a:lnTo>
                <a:close/>
                <a:moveTo>
                  <a:pt x="611726" y="6161"/>
                </a:moveTo>
                <a:lnTo>
                  <a:pt x="611223" y="5881"/>
                </a:lnTo>
                <a:lnTo>
                  <a:pt x="610717" y="5608"/>
                </a:lnTo>
                <a:lnTo>
                  <a:pt x="610208" y="5341"/>
                </a:lnTo>
                <a:lnTo>
                  <a:pt x="609696" y="5081"/>
                </a:lnTo>
                <a:lnTo>
                  <a:pt x="609180" y="4827"/>
                </a:lnTo>
                <a:lnTo>
                  <a:pt x="608662" y="4580"/>
                </a:lnTo>
                <a:lnTo>
                  <a:pt x="608140" y="4340"/>
                </a:lnTo>
                <a:lnTo>
                  <a:pt x="607615" y="4106"/>
                </a:lnTo>
                <a:lnTo>
                  <a:pt x="607086" y="3879"/>
                </a:lnTo>
                <a:lnTo>
                  <a:pt x="606555" y="3658"/>
                </a:lnTo>
                <a:lnTo>
                  <a:pt x="606020" y="3444"/>
                </a:lnTo>
                <a:lnTo>
                  <a:pt x="605482" y="3236"/>
                </a:lnTo>
                <a:lnTo>
                  <a:pt x="604941" y="3036"/>
                </a:lnTo>
                <a:lnTo>
                  <a:pt x="604397" y="2841"/>
                </a:lnTo>
                <a:lnTo>
                  <a:pt x="603850" y="2654"/>
                </a:lnTo>
                <a:lnTo>
                  <a:pt x="603299" y="2473"/>
                </a:lnTo>
                <a:lnTo>
                  <a:pt x="602746" y="2299"/>
                </a:lnTo>
                <a:lnTo>
                  <a:pt x="602189" y="2131"/>
                </a:lnTo>
                <a:lnTo>
                  <a:pt x="601628" y="1970"/>
                </a:lnTo>
                <a:lnTo>
                  <a:pt x="601065" y="1815"/>
                </a:lnTo>
                <a:lnTo>
                  <a:pt x="600498" y="1667"/>
                </a:lnTo>
                <a:lnTo>
                  <a:pt x="599928" y="1525"/>
                </a:lnTo>
                <a:lnTo>
                  <a:pt x="599355" y="1390"/>
                </a:lnTo>
                <a:lnTo>
                  <a:pt x="598777" y="1260"/>
                </a:lnTo>
                <a:lnTo>
                  <a:pt x="598197" y="1138"/>
                </a:lnTo>
                <a:lnTo>
                  <a:pt x="597613" y="1021"/>
                </a:lnTo>
                <a:lnTo>
                  <a:pt x="597025" y="911"/>
                </a:lnTo>
                <a:lnTo>
                  <a:pt x="596434" y="807"/>
                </a:lnTo>
                <a:lnTo>
                  <a:pt x="595839" y="709"/>
                </a:lnTo>
                <a:lnTo>
                  <a:pt x="595241" y="618"/>
                </a:lnTo>
                <a:lnTo>
                  <a:pt x="594640" y="533"/>
                </a:lnTo>
                <a:lnTo>
                  <a:pt x="594035" y="454"/>
                </a:lnTo>
                <a:lnTo>
                  <a:pt x="593426" y="381"/>
                </a:lnTo>
                <a:lnTo>
                  <a:pt x="592814" y="315"/>
                </a:lnTo>
                <a:lnTo>
                  <a:pt x="592198" y="255"/>
                </a:lnTo>
                <a:lnTo>
                  <a:pt x="591579" y="202"/>
                </a:lnTo>
                <a:lnTo>
                  <a:pt x="590957" y="154"/>
                </a:lnTo>
                <a:lnTo>
                  <a:pt x="590331" y="113"/>
                </a:lnTo>
                <a:lnTo>
                  <a:pt x="589701" y="79"/>
                </a:lnTo>
                <a:lnTo>
                  <a:pt x="589068" y="50"/>
                </a:lnTo>
                <a:lnTo>
                  <a:pt x="588432" y="28"/>
                </a:lnTo>
                <a:lnTo>
                  <a:pt x="587792" y="13"/>
                </a:lnTo>
                <a:lnTo>
                  <a:pt x="587148" y="3"/>
                </a:lnTo>
                <a:lnTo>
                  <a:pt x="586501" y="0"/>
                </a:lnTo>
                <a:lnTo>
                  <a:pt x="585425" y="11"/>
                </a:lnTo>
                <a:lnTo>
                  <a:pt x="584353" y="46"/>
                </a:lnTo>
                <a:lnTo>
                  <a:pt x="583286" y="103"/>
                </a:lnTo>
                <a:lnTo>
                  <a:pt x="582225" y="183"/>
                </a:lnTo>
                <a:lnTo>
                  <a:pt x="581168" y="285"/>
                </a:lnTo>
                <a:lnTo>
                  <a:pt x="580116" y="411"/>
                </a:lnTo>
                <a:lnTo>
                  <a:pt x="579068" y="559"/>
                </a:lnTo>
                <a:lnTo>
                  <a:pt x="578026" y="731"/>
                </a:lnTo>
                <a:lnTo>
                  <a:pt x="576988" y="925"/>
                </a:lnTo>
                <a:lnTo>
                  <a:pt x="575956" y="1142"/>
                </a:lnTo>
                <a:lnTo>
                  <a:pt x="574928" y="1382"/>
                </a:lnTo>
                <a:lnTo>
                  <a:pt x="573905" y="1644"/>
                </a:lnTo>
                <a:lnTo>
                  <a:pt x="572887" y="1930"/>
                </a:lnTo>
                <a:lnTo>
                  <a:pt x="571874" y="2238"/>
                </a:lnTo>
                <a:lnTo>
                  <a:pt x="570865" y="2569"/>
                </a:lnTo>
                <a:lnTo>
                  <a:pt x="569862" y="2923"/>
                </a:lnTo>
                <a:lnTo>
                  <a:pt x="568863" y="3300"/>
                </a:lnTo>
                <a:lnTo>
                  <a:pt x="567869" y="3699"/>
                </a:lnTo>
                <a:lnTo>
                  <a:pt x="566881" y="4122"/>
                </a:lnTo>
                <a:lnTo>
                  <a:pt x="565896" y="4567"/>
                </a:lnTo>
                <a:lnTo>
                  <a:pt x="564917" y="5035"/>
                </a:lnTo>
                <a:lnTo>
                  <a:pt x="563943" y="5526"/>
                </a:lnTo>
                <a:lnTo>
                  <a:pt x="562973" y="6040"/>
                </a:lnTo>
                <a:lnTo>
                  <a:pt x="562009" y="6577"/>
                </a:lnTo>
                <a:lnTo>
                  <a:pt x="561055" y="7134"/>
                </a:lnTo>
                <a:lnTo>
                  <a:pt x="560119" y="7711"/>
                </a:lnTo>
                <a:lnTo>
                  <a:pt x="559201" y="8307"/>
                </a:lnTo>
                <a:lnTo>
                  <a:pt x="558300" y="8923"/>
                </a:lnTo>
                <a:lnTo>
                  <a:pt x="557416" y="9558"/>
                </a:lnTo>
                <a:lnTo>
                  <a:pt x="556550" y="10212"/>
                </a:lnTo>
                <a:lnTo>
                  <a:pt x="555701" y="10886"/>
                </a:lnTo>
                <a:lnTo>
                  <a:pt x="554870" y="11579"/>
                </a:lnTo>
                <a:lnTo>
                  <a:pt x="554056" y="12291"/>
                </a:lnTo>
                <a:lnTo>
                  <a:pt x="553260" y="13022"/>
                </a:lnTo>
                <a:lnTo>
                  <a:pt x="552481" y="13773"/>
                </a:lnTo>
                <a:lnTo>
                  <a:pt x="551720" y="14544"/>
                </a:lnTo>
                <a:lnTo>
                  <a:pt x="550976" y="15333"/>
                </a:lnTo>
                <a:lnTo>
                  <a:pt x="550250" y="16142"/>
                </a:lnTo>
                <a:lnTo>
                  <a:pt x="549541" y="16971"/>
                </a:lnTo>
                <a:lnTo>
                  <a:pt x="548849" y="17818"/>
                </a:lnTo>
                <a:lnTo>
                  <a:pt x="548175" y="18685"/>
                </a:lnTo>
                <a:lnTo>
                  <a:pt x="547518" y="19572"/>
                </a:lnTo>
                <a:lnTo>
                  <a:pt x="546879" y="20477"/>
                </a:lnTo>
                <a:lnTo>
                  <a:pt x="546258" y="21402"/>
                </a:lnTo>
                <a:lnTo>
                  <a:pt x="545654" y="22347"/>
                </a:lnTo>
                <a:lnTo>
                  <a:pt x="545067" y="23310"/>
                </a:lnTo>
                <a:lnTo>
                  <a:pt x="544498" y="24293"/>
                </a:lnTo>
                <a:lnTo>
                  <a:pt x="543946" y="25296"/>
                </a:lnTo>
                <a:lnTo>
                  <a:pt x="543414" y="26311"/>
                </a:lnTo>
                <a:lnTo>
                  <a:pt x="542905" y="27333"/>
                </a:lnTo>
                <a:lnTo>
                  <a:pt x="542418" y="28361"/>
                </a:lnTo>
                <a:lnTo>
                  <a:pt x="541955" y="29396"/>
                </a:lnTo>
                <a:lnTo>
                  <a:pt x="541513" y="30437"/>
                </a:lnTo>
                <a:lnTo>
                  <a:pt x="541095" y="31485"/>
                </a:lnTo>
                <a:lnTo>
                  <a:pt x="540699" y="32539"/>
                </a:lnTo>
                <a:lnTo>
                  <a:pt x="540325" y="33600"/>
                </a:lnTo>
                <a:lnTo>
                  <a:pt x="539975" y="34668"/>
                </a:lnTo>
                <a:lnTo>
                  <a:pt x="539647" y="35742"/>
                </a:lnTo>
                <a:lnTo>
                  <a:pt x="539341" y="36822"/>
                </a:lnTo>
                <a:lnTo>
                  <a:pt x="539058" y="37910"/>
                </a:lnTo>
                <a:lnTo>
                  <a:pt x="538798" y="39003"/>
                </a:lnTo>
                <a:lnTo>
                  <a:pt x="538560" y="40104"/>
                </a:lnTo>
                <a:lnTo>
                  <a:pt x="538346" y="41210"/>
                </a:lnTo>
                <a:lnTo>
                  <a:pt x="538153" y="42324"/>
                </a:lnTo>
                <a:lnTo>
                  <a:pt x="537983" y="43444"/>
                </a:lnTo>
                <a:lnTo>
                  <a:pt x="537836" y="44570"/>
                </a:lnTo>
                <a:lnTo>
                  <a:pt x="537712" y="45703"/>
                </a:lnTo>
                <a:lnTo>
                  <a:pt x="537610" y="46843"/>
                </a:lnTo>
                <a:lnTo>
                  <a:pt x="537531" y="47989"/>
                </a:lnTo>
                <a:lnTo>
                  <a:pt x="537474" y="49142"/>
                </a:lnTo>
                <a:lnTo>
                  <a:pt x="537440" y="50301"/>
                </a:lnTo>
                <a:lnTo>
                  <a:pt x="537429" y="51466"/>
                </a:lnTo>
                <a:lnTo>
                  <a:pt x="537429" y="63655"/>
                </a:lnTo>
                <a:lnTo>
                  <a:pt x="537442" y="64769"/>
                </a:lnTo>
                <a:lnTo>
                  <a:pt x="537480" y="65876"/>
                </a:lnTo>
                <a:lnTo>
                  <a:pt x="537543" y="66976"/>
                </a:lnTo>
                <a:lnTo>
                  <a:pt x="537631" y="68069"/>
                </a:lnTo>
                <a:lnTo>
                  <a:pt x="537744" y="69155"/>
                </a:lnTo>
                <a:lnTo>
                  <a:pt x="537883" y="70233"/>
                </a:lnTo>
                <a:lnTo>
                  <a:pt x="538047" y="71305"/>
                </a:lnTo>
                <a:lnTo>
                  <a:pt x="538236" y="72369"/>
                </a:lnTo>
                <a:lnTo>
                  <a:pt x="538450" y="73426"/>
                </a:lnTo>
                <a:lnTo>
                  <a:pt x="538690" y="74476"/>
                </a:lnTo>
                <a:lnTo>
                  <a:pt x="538954" y="75518"/>
                </a:lnTo>
                <a:lnTo>
                  <a:pt x="539244" y="76554"/>
                </a:lnTo>
                <a:lnTo>
                  <a:pt x="539559" y="77582"/>
                </a:lnTo>
                <a:lnTo>
                  <a:pt x="539900" y="78604"/>
                </a:lnTo>
                <a:lnTo>
                  <a:pt x="540265" y="79618"/>
                </a:lnTo>
                <a:lnTo>
                  <a:pt x="540656" y="80625"/>
                </a:lnTo>
                <a:lnTo>
                  <a:pt x="541072" y="81625"/>
                </a:lnTo>
                <a:lnTo>
                  <a:pt x="541513" y="82617"/>
                </a:lnTo>
                <a:lnTo>
                  <a:pt x="541979" y="83603"/>
                </a:lnTo>
                <a:lnTo>
                  <a:pt x="542471" y="84581"/>
                </a:lnTo>
                <a:lnTo>
                  <a:pt x="542988" y="85553"/>
                </a:lnTo>
                <a:lnTo>
                  <a:pt x="543530" y="86517"/>
                </a:lnTo>
                <a:lnTo>
                  <a:pt x="544097" y="87474"/>
                </a:lnTo>
                <a:lnTo>
                  <a:pt x="544689" y="88423"/>
                </a:lnTo>
                <a:lnTo>
                  <a:pt x="545300" y="89359"/>
                </a:lnTo>
                <a:lnTo>
                  <a:pt x="545921" y="90274"/>
                </a:lnTo>
                <a:lnTo>
                  <a:pt x="546552" y="91167"/>
                </a:lnTo>
                <a:lnTo>
                  <a:pt x="547194" y="92039"/>
                </a:lnTo>
                <a:lnTo>
                  <a:pt x="547847" y="92890"/>
                </a:lnTo>
                <a:lnTo>
                  <a:pt x="548511" y="93720"/>
                </a:lnTo>
                <a:lnTo>
                  <a:pt x="549185" y="94529"/>
                </a:lnTo>
                <a:lnTo>
                  <a:pt x="549870" y="95316"/>
                </a:lnTo>
                <a:lnTo>
                  <a:pt x="550565" y="96082"/>
                </a:lnTo>
                <a:lnTo>
                  <a:pt x="551271" y="96828"/>
                </a:lnTo>
                <a:lnTo>
                  <a:pt x="551988" y="97552"/>
                </a:lnTo>
                <a:lnTo>
                  <a:pt x="552715" y="98255"/>
                </a:lnTo>
                <a:lnTo>
                  <a:pt x="553453" y="98936"/>
                </a:lnTo>
                <a:lnTo>
                  <a:pt x="554201" y="99597"/>
                </a:lnTo>
                <a:lnTo>
                  <a:pt x="554960" y="100236"/>
                </a:lnTo>
                <a:lnTo>
                  <a:pt x="555730" y="100854"/>
                </a:lnTo>
                <a:lnTo>
                  <a:pt x="556511" y="101451"/>
                </a:lnTo>
                <a:lnTo>
                  <a:pt x="557302" y="102027"/>
                </a:lnTo>
                <a:lnTo>
                  <a:pt x="558103" y="102582"/>
                </a:lnTo>
                <a:lnTo>
                  <a:pt x="558916" y="103115"/>
                </a:lnTo>
                <a:lnTo>
                  <a:pt x="559739" y="103628"/>
                </a:lnTo>
                <a:lnTo>
                  <a:pt x="560572" y="104119"/>
                </a:lnTo>
                <a:lnTo>
                  <a:pt x="561416" y="104589"/>
                </a:lnTo>
                <a:lnTo>
                  <a:pt x="562271" y="105038"/>
                </a:lnTo>
                <a:lnTo>
                  <a:pt x="563341" y="105574"/>
                </a:lnTo>
                <a:lnTo>
                  <a:pt x="564422" y="106088"/>
                </a:lnTo>
                <a:lnTo>
                  <a:pt x="565513" y="106579"/>
                </a:lnTo>
                <a:lnTo>
                  <a:pt x="566616" y="107047"/>
                </a:lnTo>
                <a:lnTo>
                  <a:pt x="567729" y="107493"/>
                </a:lnTo>
                <a:lnTo>
                  <a:pt x="568854" y="107915"/>
                </a:lnTo>
                <a:lnTo>
                  <a:pt x="569989" y="108315"/>
                </a:lnTo>
                <a:lnTo>
                  <a:pt x="571135" y="108692"/>
                </a:lnTo>
                <a:lnTo>
                  <a:pt x="572292" y="109045"/>
                </a:lnTo>
                <a:lnTo>
                  <a:pt x="573460" y="109377"/>
                </a:lnTo>
                <a:lnTo>
                  <a:pt x="574639" y="109685"/>
                </a:lnTo>
                <a:lnTo>
                  <a:pt x="575829" y="109970"/>
                </a:lnTo>
                <a:lnTo>
                  <a:pt x="577030" y="110233"/>
                </a:lnTo>
                <a:lnTo>
                  <a:pt x="578242" y="110473"/>
                </a:lnTo>
                <a:lnTo>
                  <a:pt x="579465" y="110690"/>
                </a:lnTo>
                <a:lnTo>
                  <a:pt x="580699" y="110884"/>
                </a:lnTo>
                <a:lnTo>
                  <a:pt x="581943" y="111055"/>
                </a:lnTo>
                <a:lnTo>
                  <a:pt x="583199" y="111203"/>
                </a:lnTo>
                <a:lnTo>
                  <a:pt x="584465" y="111329"/>
                </a:lnTo>
                <a:lnTo>
                  <a:pt x="585743" y="111432"/>
                </a:lnTo>
                <a:lnTo>
                  <a:pt x="587031" y="111512"/>
                </a:lnTo>
                <a:lnTo>
                  <a:pt x="588331" y="111569"/>
                </a:lnTo>
                <a:lnTo>
                  <a:pt x="589641" y="111603"/>
                </a:lnTo>
                <a:lnTo>
                  <a:pt x="590962" y="111615"/>
                </a:lnTo>
                <a:lnTo>
                  <a:pt x="592095" y="111606"/>
                </a:lnTo>
                <a:lnTo>
                  <a:pt x="593220" y="111582"/>
                </a:lnTo>
                <a:lnTo>
                  <a:pt x="594337" y="111541"/>
                </a:lnTo>
                <a:lnTo>
                  <a:pt x="595445" y="111483"/>
                </a:lnTo>
                <a:lnTo>
                  <a:pt x="596545" y="111410"/>
                </a:lnTo>
                <a:lnTo>
                  <a:pt x="597637" y="111319"/>
                </a:lnTo>
                <a:lnTo>
                  <a:pt x="598721" y="111213"/>
                </a:lnTo>
                <a:lnTo>
                  <a:pt x="599797" y="111090"/>
                </a:lnTo>
                <a:lnTo>
                  <a:pt x="600864" y="110950"/>
                </a:lnTo>
                <a:lnTo>
                  <a:pt x="601923" y="110794"/>
                </a:lnTo>
                <a:lnTo>
                  <a:pt x="602974" y="110622"/>
                </a:lnTo>
                <a:lnTo>
                  <a:pt x="604017" y="110434"/>
                </a:lnTo>
                <a:lnTo>
                  <a:pt x="605052" y="110229"/>
                </a:lnTo>
                <a:lnTo>
                  <a:pt x="606078" y="110007"/>
                </a:lnTo>
                <a:lnTo>
                  <a:pt x="607097" y="109769"/>
                </a:lnTo>
                <a:lnTo>
                  <a:pt x="608107" y="109515"/>
                </a:lnTo>
                <a:lnTo>
                  <a:pt x="609108" y="109245"/>
                </a:lnTo>
                <a:lnTo>
                  <a:pt x="610102" y="108958"/>
                </a:lnTo>
                <a:lnTo>
                  <a:pt x="611088" y="108654"/>
                </a:lnTo>
                <a:lnTo>
                  <a:pt x="612065" y="108334"/>
                </a:lnTo>
                <a:lnTo>
                  <a:pt x="613034" y="107998"/>
                </a:lnTo>
                <a:lnTo>
                  <a:pt x="613995" y="107645"/>
                </a:lnTo>
                <a:lnTo>
                  <a:pt x="614947" y="107276"/>
                </a:lnTo>
                <a:lnTo>
                  <a:pt x="615892" y="106891"/>
                </a:lnTo>
                <a:lnTo>
                  <a:pt x="616586" y="106595"/>
                </a:lnTo>
                <a:lnTo>
                  <a:pt x="617270" y="106290"/>
                </a:lnTo>
                <a:lnTo>
                  <a:pt x="617943" y="105975"/>
                </a:lnTo>
                <a:lnTo>
                  <a:pt x="618606" y="105652"/>
                </a:lnTo>
                <a:lnTo>
                  <a:pt x="619258" y="105319"/>
                </a:lnTo>
                <a:lnTo>
                  <a:pt x="619899" y="104978"/>
                </a:lnTo>
                <a:lnTo>
                  <a:pt x="620530" y="104627"/>
                </a:lnTo>
                <a:lnTo>
                  <a:pt x="621150" y="104267"/>
                </a:lnTo>
                <a:lnTo>
                  <a:pt x="621759" y="103898"/>
                </a:lnTo>
                <a:lnTo>
                  <a:pt x="622358" y="103520"/>
                </a:lnTo>
                <a:lnTo>
                  <a:pt x="622946" y="103132"/>
                </a:lnTo>
                <a:lnTo>
                  <a:pt x="623524" y="102736"/>
                </a:lnTo>
                <a:lnTo>
                  <a:pt x="624091" y="102331"/>
                </a:lnTo>
                <a:lnTo>
                  <a:pt x="624647" y="101916"/>
                </a:lnTo>
                <a:lnTo>
                  <a:pt x="625192" y="101492"/>
                </a:lnTo>
                <a:lnTo>
                  <a:pt x="625727" y="101060"/>
                </a:lnTo>
                <a:lnTo>
                  <a:pt x="626252" y="100618"/>
                </a:lnTo>
                <a:lnTo>
                  <a:pt x="626766" y="100167"/>
                </a:lnTo>
                <a:lnTo>
                  <a:pt x="627269" y="99706"/>
                </a:lnTo>
                <a:lnTo>
                  <a:pt x="627761" y="99237"/>
                </a:lnTo>
                <a:lnTo>
                  <a:pt x="628243" y="98759"/>
                </a:lnTo>
                <a:lnTo>
                  <a:pt x="628714" y="98271"/>
                </a:lnTo>
                <a:lnTo>
                  <a:pt x="629175" y="97775"/>
                </a:lnTo>
                <a:lnTo>
                  <a:pt x="629625" y="97269"/>
                </a:lnTo>
                <a:lnTo>
                  <a:pt x="629925" y="96920"/>
                </a:lnTo>
                <a:lnTo>
                  <a:pt x="630212" y="96573"/>
                </a:lnTo>
                <a:lnTo>
                  <a:pt x="630486" y="96228"/>
                </a:lnTo>
                <a:lnTo>
                  <a:pt x="630747" y="95884"/>
                </a:lnTo>
                <a:lnTo>
                  <a:pt x="630996" y="95542"/>
                </a:lnTo>
                <a:lnTo>
                  <a:pt x="631232" y="95203"/>
                </a:lnTo>
                <a:lnTo>
                  <a:pt x="631455" y="94865"/>
                </a:lnTo>
                <a:lnTo>
                  <a:pt x="631666" y="94528"/>
                </a:lnTo>
                <a:lnTo>
                  <a:pt x="631864" y="94194"/>
                </a:lnTo>
                <a:lnTo>
                  <a:pt x="632049" y="93861"/>
                </a:lnTo>
                <a:lnTo>
                  <a:pt x="632221" y="93531"/>
                </a:lnTo>
                <a:lnTo>
                  <a:pt x="632380" y="93202"/>
                </a:lnTo>
                <a:lnTo>
                  <a:pt x="632527" y="92875"/>
                </a:lnTo>
                <a:lnTo>
                  <a:pt x="632661" y="92549"/>
                </a:lnTo>
                <a:lnTo>
                  <a:pt x="632782" y="92226"/>
                </a:lnTo>
                <a:lnTo>
                  <a:pt x="632890" y="91904"/>
                </a:lnTo>
                <a:lnTo>
                  <a:pt x="632986" y="91584"/>
                </a:lnTo>
                <a:lnTo>
                  <a:pt x="633069" y="91266"/>
                </a:lnTo>
                <a:lnTo>
                  <a:pt x="633139" y="90950"/>
                </a:lnTo>
                <a:lnTo>
                  <a:pt x="633197" y="90636"/>
                </a:lnTo>
                <a:lnTo>
                  <a:pt x="633241" y="90323"/>
                </a:lnTo>
                <a:lnTo>
                  <a:pt x="633273" y="90013"/>
                </a:lnTo>
                <a:lnTo>
                  <a:pt x="633292" y="89704"/>
                </a:lnTo>
                <a:lnTo>
                  <a:pt x="633299" y="89397"/>
                </a:lnTo>
                <a:lnTo>
                  <a:pt x="633294" y="89092"/>
                </a:lnTo>
                <a:lnTo>
                  <a:pt x="633280" y="88791"/>
                </a:lnTo>
                <a:lnTo>
                  <a:pt x="633256" y="88493"/>
                </a:lnTo>
                <a:lnTo>
                  <a:pt x="633223" y="88199"/>
                </a:lnTo>
                <a:lnTo>
                  <a:pt x="633181" y="87908"/>
                </a:lnTo>
                <a:lnTo>
                  <a:pt x="633129" y="87620"/>
                </a:lnTo>
                <a:lnTo>
                  <a:pt x="633068" y="87335"/>
                </a:lnTo>
                <a:lnTo>
                  <a:pt x="632997" y="87054"/>
                </a:lnTo>
                <a:lnTo>
                  <a:pt x="632917" y="86777"/>
                </a:lnTo>
                <a:lnTo>
                  <a:pt x="632828" y="86502"/>
                </a:lnTo>
                <a:lnTo>
                  <a:pt x="632729" y="86231"/>
                </a:lnTo>
                <a:lnTo>
                  <a:pt x="632621" y="85963"/>
                </a:lnTo>
                <a:lnTo>
                  <a:pt x="632503" y="85699"/>
                </a:lnTo>
                <a:lnTo>
                  <a:pt x="632376" y="85438"/>
                </a:lnTo>
                <a:lnTo>
                  <a:pt x="632239" y="85180"/>
                </a:lnTo>
                <a:lnTo>
                  <a:pt x="632093" y="84926"/>
                </a:lnTo>
                <a:lnTo>
                  <a:pt x="631938" y="84675"/>
                </a:lnTo>
                <a:lnTo>
                  <a:pt x="631773" y="84427"/>
                </a:lnTo>
                <a:lnTo>
                  <a:pt x="631599" y="84183"/>
                </a:lnTo>
                <a:lnTo>
                  <a:pt x="631416" y="83942"/>
                </a:lnTo>
                <a:lnTo>
                  <a:pt x="631223" y="83704"/>
                </a:lnTo>
                <a:lnTo>
                  <a:pt x="631020" y="83470"/>
                </a:lnTo>
                <a:lnTo>
                  <a:pt x="630808" y="83239"/>
                </a:lnTo>
                <a:lnTo>
                  <a:pt x="630587" y="83011"/>
                </a:lnTo>
                <a:lnTo>
                  <a:pt x="630360" y="82790"/>
                </a:lnTo>
                <a:lnTo>
                  <a:pt x="630129" y="82578"/>
                </a:lnTo>
                <a:lnTo>
                  <a:pt x="629895" y="82376"/>
                </a:lnTo>
                <a:lnTo>
                  <a:pt x="629659" y="82183"/>
                </a:lnTo>
                <a:lnTo>
                  <a:pt x="629419" y="81999"/>
                </a:lnTo>
                <a:lnTo>
                  <a:pt x="629177" y="81825"/>
                </a:lnTo>
                <a:lnTo>
                  <a:pt x="628931" y="81660"/>
                </a:lnTo>
                <a:lnTo>
                  <a:pt x="628682" y="81505"/>
                </a:lnTo>
                <a:lnTo>
                  <a:pt x="628430" y="81359"/>
                </a:lnTo>
                <a:lnTo>
                  <a:pt x="628175" y="81222"/>
                </a:lnTo>
                <a:lnTo>
                  <a:pt x="627918" y="81095"/>
                </a:lnTo>
                <a:lnTo>
                  <a:pt x="627657" y="80977"/>
                </a:lnTo>
                <a:lnTo>
                  <a:pt x="627393" y="80869"/>
                </a:lnTo>
                <a:lnTo>
                  <a:pt x="627126" y="80770"/>
                </a:lnTo>
                <a:lnTo>
                  <a:pt x="626856" y="80681"/>
                </a:lnTo>
                <a:lnTo>
                  <a:pt x="626583" y="80601"/>
                </a:lnTo>
                <a:lnTo>
                  <a:pt x="626307" y="80530"/>
                </a:lnTo>
                <a:lnTo>
                  <a:pt x="626028" y="80469"/>
                </a:lnTo>
                <a:lnTo>
                  <a:pt x="625745" y="80417"/>
                </a:lnTo>
                <a:lnTo>
                  <a:pt x="625460" y="80375"/>
                </a:lnTo>
                <a:lnTo>
                  <a:pt x="625172" y="80342"/>
                </a:lnTo>
                <a:lnTo>
                  <a:pt x="624881" y="80318"/>
                </a:lnTo>
                <a:lnTo>
                  <a:pt x="624586" y="80304"/>
                </a:lnTo>
                <a:lnTo>
                  <a:pt x="624289" y="80299"/>
                </a:lnTo>
                <a:lnTo>
                  <a:pt x="624122" y="80301"/>
                </a:lnTo>
                <a:lnTo>
                  <a:pt x="623957" y="80305"/>
                </a:lnTo>
                <a:lnTo>
                  <a:pt x="623793" y="80312"/>
                </a:lnTo>
                <a:lnTo>
                  <a:pt x="623631" y="80322"/>
                </a:lnTo>
                <a:lnTo>
                  <a:pt x="623470" y="80335"/>
                </a:lnTo>
                <a:lnTo>
                  <a:pt x="623310" y="80351"/>
                </a:lnTo>
                <a:lnTo>
                  <a:pt x="623153" y="80370"/>
                </a:lnTo>
                <a:lnTo>
                  <a:pt x="622996" y="80391"/>
                </a:lnTo>
                <a:lnTo>
                  <a:pt x="622842" y="80416"/>
                </a:lnTo>
                <a:lnTo>
                  <a:pt x="622688" y="80443"/>
                </a:lnTo>
                <a:lnTo>
                  <a:pt x="622537" y="80473"/>
                </a:lnTo>
                <a:lnTo>
                  <a:pt x="622386" y="80506"/>
                </a:lnTo>
                <a:lnTo>
                  <a:pt x="622238" y="80542"/>
                </a:lnTo>
                <a:lnTo>
                  <a:pt x="622091" y="80580"/>
                </a:lnTo>
                <a:lnTo>
                  <a:pt x="621945" y="80622"/>
                </a:lnTo>
                <a:lnTo>
                  <a:pt x="621801" y="80666"/>
                </a:lnTo>
                <a:lnTo>
                  <a:pt x="621658" y="80714"/>
                </a:lnTo>
                <a:lnTo>
                  <a:pt x="621517" y="80764"/>
                </a:lnTo>
                <a:lnTo>
                  <a:pt x="621378" y="80817"/>
                </a:lnTo>
                <a:lnTo>
                  <a:pt x="621240" y="80873"/>
                </a:lnTo>
                <a:lnTo>
                  <a:pt x="621103" y="80932"/>
                </a:lnTo>
                <a:lnTo>
                  <a:pt x="620968" y="80993"/>
                </a:lnTo>
                <a:lnTo>
                  <a:pt x="620835" y="81058"/>
                </a:lnTo>
                <a:lnTo>
                  <a:pt x="620703" y="81125"/>
                </a:lnTo>
                <a:lnTo>
                  <a:pt x="620569" y="81197"/>
                </a:lnTo>
                <a:lnTo>
                  <a:pt x="620432" y="81276"/>
                </a:lnTo>
                <a:lnTo>
                  <a:pt x="620290" y="81362"/>
                </a:lnTo>
                <a:lnTo>
                  <a:pt x="620144" y="81454"/>
                </a:lnTo>
                <a:lnTo>
                  <a:pt x="619993" y="81554"/>
                </a:lnTo>
                <a:lnTo>
                  <a:pt x="619839" y="81660"/>
                </a:lnTo>
                <a:lnTo>
                  <a:pt x="619680" y="81773"/>
                </a:lnTo>
                <a:lnTo>
                  <a:pt x="619517" y="81893"/>
                </a:lnTo>
                <a:lnTo>
                  <a:pt x="619350" y="82019"/>
                </a:lnTo>
                <a:lnTo>
                  <a:pt x="619178" y="82152"/>
                </a:lnTo>
                <a:lnTo>
                  <a:pt x="619002" y="82292"/>
                </a:lnTo>
                <a:lnTo>
                  <a:pt x="618822" y="82439"/>
                </a:lnTo>
                <a:lnTo>
                  <a:pt x="618638" y="82593"/>
                </a:lnTo>
                <a:lnTo>
                  <a:pt x="618449" y="82753"/>
                </a:lnTo>
                <a:lnTo>
                  <a:pt x="618256" y="82920"/>
                </a:lnTo>
                <a:lnTo>
                  <a:pt x="618059" y="83094"/>
                </a:lnTo>
                <a:lnTo>
                  <a:pt x="617858" y="83275"/>
                </a:lnTo>
                <a:lnTo>
                  <a:pt x="617652" y="83463"/>
                </a:lnTo>
                <a:lnTo>
                  <a:pt x="617442" y="83657"/>
                </a:lnTo>
                <a:lnTo>
                  <a:pt x="617228" y="83858"/>
                </a:lnTo>
                <a:lnTo>
                  <a:pt x="617010" y="84066"/>
                </a:lnTo>
                <a:lnTo>
                  <a:pt x="616787" y="84281"/>
                </a:lnTo>
                <a:lnTo>
                  <a:pt x="616560" y="84502"/>
                </a:lnTo>
                <a:lnTo>
                  <a:pt x="616329" y="84731"/>
                </a:lnTo>
                <a:lnTo>
                  <a:pt x="615951" y="85109"/>
                </a:lnTo>
                <a:lnTo>
                  <a:pt x="615575" y="85477"/>
                </a:lnTo>
                <a:lnTo>
                  <a:pt x="615200" y="85834"/>
                </a:lnTo>
                <a:lnTo>
                  <a:pt x="614827" y="86181"/>
                </a:lnTo>
                <a:lnTo>
                  <a:pt x="614457" y="86518"/>
                </a:lnTo>
                <a:lnTo>
                  <a:pt x="614088" y="86843"/>
                </a:lnTo>
                <a:lnTo>
                  <a:pt x="613720" y="87158"/>
                </a:lnTo>
                <a:lnTo>
                  <a:pt x="613355" y="87463"/>
                </a:lnTo>
                <a:lnTo>
                  <a:pt x="612991" y="87757"/>
                </a:lnTo>
                <a:lnTo>
                  <a:pt x="612630" y="88041"/>
                </a:lnTo>
                <a:lnTo>
                  <a:pt x="612270" y="88314"/>
                </a:lnTo>
                <a:lnTo>
                  <a:pt x="611912" y="88576"/>
                </a:lnTo>
                <a:lnTo>
                  <a:pt x="611555" y="88828"/>
                </a:lnTo>
                <a:lnTo>
                  <a:pt x="611201" y="89069"/>
                </a:lnTo>
                <a:lnTo>
                  <a:pt x="610848" y="89300"/>
                </a:lnTo>
                <a:lnTo>
                  <a:pt x="610498" y="89520"/>
                </a:lnTo>
                <a:lnTo>
                  <a:pt x="610149" y="89729"/>
                </a:lnTo>
                <a:lnTo>
                  <a:pt x="609801" y="89928"/>
                </a:lnTo>
                <a:lnTo>
                  <a:pt x="609456" y="90116"/>
                </a:lnTo>
                <a:lnTo>
                  <a:pt x="609113" y="90294"/>
                </a:lnTo>
                <a:lnTo>
                  <a:pt x="608771" y="90462"/>
                </a:lnTo>
                <a:lnTo>
                  <a:pt x="608431" y="90618"/>
                </a:lnTo>
                <a:lnTo>
                  <a:pt x="608093" y="90764"/>
                </a:lnTo>
                <a:lnTo>
                  <a:pt x="607757" y="90900"/>
                </a:lnTo>
                <a:lnTo>
                  <a:pt x="607176" y="91120"/>
                </a:lnTo>
                <a:lnTo>
                  <a:pt x="606584" y="91331"/>
                </a:lnTo>
                <a:lnTo>
                  <a:pt x="605981" y="91532"/>
                </a:lnTo>
                <a:lnTo>
                  <a:pt x="605368" y="91724"/>
                </a:lnTo>
                <a:lnTo>
                  <a:pt x="604745" y="91906"/>
                </a:lnTo>
                <a:lnTo>
                  <a:pt x="604110" y="92079"/>
                </a:lnTo>
                <a:lnTo>
                  <a:pt x="603465" y="92243"/>
                </a:lnTo>
                <a:lnTo>
                  <a:pt x="602810" y="92397"/>
                </a:lnTo>
                <a:lnTo>
                  <a:pt x="602144" y="92542"/>
                </a:lnTo>
                <a:lnTo>
                  <a:pt x="601467" y="92678"/>
                </a:lnTo>
                <a:lnTo>
                  <a:pt x="600779" y="92804"/>
                </a:lnTo>
                <a:lnTo>
                  <a:pt x="600081" y="92921"/>
                </a:lnTo>
                <a:lnTo>
                  <a:pt x="599372" y="93029"/>
                </a:lnTo>
                <a:lnTo>
                  <a:pt x="598653" y="93127"/>
                </a:lnTo>
                <a:lnTo>
                  <a:pt x="597923" y="93216"/>
                </a:lnTo>
                <a:lnTo>
                  <a:pt x="597182" y="93296"/>
                </a:lnTo>
                <a:lnTo>
                  <a:pt x="596431" y="93366"/>
                </a:lnTo>
                <a:lnTo>
                  <a:pt x="595669" y="93427"/>
                </a:lnTo>
                <a:lnTo>
                  <a:pt x="594897" y="93478"/>
                </a:lnTo>
                <a:lnTo>
                  <a:pt x="594114" y="93520"/>
                </a:lnTo>
                <a:lnTo>
                  <a:pt x="593320" y="93553"/>
                </a:lnTo>
                <a:lnTo>
                  <a:pt x="592515" y="93577"/>
                </a:lnTo>
                <a:lnTo>
                  <a:pt x="591700" y="93591"/>
                </a:lnTo>
                <a:lnTo>
                  <a:pt x="590875" y="93595"/>
                </a:lnTo>
                <a:lnTo>
                  <a:pt x="589495" y="93580"/>
                </a:lnTo>
                <a:lnTo>
                  <a:pt x="588141" y="93535"/>
                </a:lnTo>
                <a:lnTo>
                  <a:pt x="586812" y="93460"/>
                </a:lnTo>
                <a:lnTo>
                  <a:pt x="585508" y="93354"/>
                </a:lnTo>
                <a:lnTo>
                  <a:pt x="584230" y="93219"/>
                </a:lnTo>
                <a:lnTo>
                  <a:pt x="582978" y="93054"/>
                </a:lnTo>
                <a:lnTo>
                  <a:pt x="581750" y="92858"/>
                </a:lnTo>
                <a:lnTo>
                  <a:pt x="580548" y="92632"/>
                </a:lnTo>
                <a:lnTo>
                  <a:pt x="579371" y="92376"/>
                </a:lnTo>
                <a:lnTo>
                  <a:pt x="578220" y="92090"/>
                </a:lnTo>
                <a:lnTo>
                  <a:pt x="577094" y="91774"/>
                </a:lnTo>
                <a:lnTo>
                  <a:pt x="575993" y="91428"/>
                </a:lnTo>
                <a:lnTo>
                  <a:pt x="574918" y="91052"/>
                </a:lnTo>
                <a:lnTo>
                  <a:pt x="573868" y="90646"/>
                </a:lnTo>
                <a:lnTo>
                  <a:pt x="572844" y="90209"/>
                </a:lnTo>
                <a:lnTo>
                  <a:pt x="571845" y="89743"/>
                </a:lnTo>
                <a:lnTo>
                  <a:pt x="570871" y="89246"/>
                </a:lnTo>
                <a:lnTo>
                  <a:pt x="569922" y="88720"/>
                </a:lnTo>
                <a:lnTo>
                  <a:pt x="568999" y="88163"/>
                </a:lnTo>
                <a:lnTo>
                  <a:pt x="568101" y="87576"/>
                </a:lnTo>
                <a:lnTo>
                  <a:pt x="567229" y="86959"/>
                </a:lnTo>
                <a:lnTo>
                  <a:pt x="566382" y="86312"/>
                </a:lnTo>
                <a:lnTo>
                  <a:pt x="565560" y="85635"/>
                </a:lnTo>
                <a:lnTo>
                  <a:pt x="564764" y="84927"/>
                </a:lnTo>
                <a:lnTo>
                  <a:pt x="563997" y="84197"/>
                </a:lnTo>
                <a:lnTo>
                  <a:pt x="563262" y="83452"/>
                </a:lnTo>
                <a:lnTo>
                  <a:pt x="562560" y="82693"/>
                </a:lnTo>
                <a:lnTo>
                  <a:pt x="561891" y="81918"/>
                </a:lnTo>
                <a:lnTo>
                  <a:pt x="561254" y="81128"/>
                </a:lnTo>
                <a:lnTo>
                  <a:pt x="560650" y="80324"/>
                </a:lnTo>
                <a:lnTo>
                  <a:pt x="560079" y="79504"/>
                </a:lnTo>
                <a:lnTo>
                  <a:pt x="559540" y="78670"/>
                </a:lnTo>
                <a:lnTo>
                  <a:pt x="559034" y="77821"/>
                </a:lnTo>
                <a:lnTo>
                  <a:pt x="558561" y="76957"/>
                </a:lnTo>
                <a:lnTo>
                  <a:pt x="558120" y="76078"/>
                </a:lnTo>
                <a:lnTo>
                  <a:pt x="557712" y="75184"/>
                </a:lnTo>
                <a:lnTo>
                  <a:pt x="557336" y="74275"/>
                </a:lnTo>
                <a:lnTo>
                  <a:pt x="556993" y="73351"/>
                </a:lnTo>
                <a:lnTo>
                  <a:pt x="556683" y="72413"/>
                </a:lnTo>
                <a:lnTo>
                  <a:pt x="556406" y="71459"/>
                </a:lnTo>
                <a:lnTo>
                  <a:pt x="556161" y="70491"/>
                </a:lnTo>
                <a:lnTo>
                  <a:pt x="555949" y="69507"/>
                </a:lnTo>
                <a:lnTo>
                  <a:pt x="555769" y="68509"/>
                </a:lnTo>
                <a:lnTo>
                  <a:pt x="555622" y="67496"/>
                </a:lnTo>
                <a:lnTo>
                  <a:pt x="555508" y="66468"/>
                </a:lnTo>
                <a:lnTo>
                  <a:pt x="555426" y="65425"/>
                </a:lnTo>
                <a:lnTo>
                  <a:pt x="555377" y="64367"/>
                </a:lnTo>
                <a:lnTo>
                  <a:pt x="555361" y="63294"/>
                </a:lnTo>
                <a:lnTo>
                  <a:pt x="555361" y="51647"/>
                </a:lnTo>
                <a:lnTo>
                  <a:pt x="555370" y="50747"/>
                </a:lnTo>
                <a:lnTo>
                  <a:pt x="555397" y="49858"/>
                </a:lnTo>
                <a:lnTo>
                  <a:pt x="555442" y="48979"/>
                </a:lnTo>
                <a:lnTo>
                  <a:pt x="555504" y="48110"/>
                </a:lnTo>
                <a:lnTo>
                  <a:pt x="555585" y="47252"/>
                </a:lnTo>
                <a:lnTo>
                  <a:pt x="555683" y="46404"/>
                </a:lnTo>
                <a:lnTo>
                  <a:pt x="555800" y="45567"/>
                </a:lnTo>
                <a:lnTo>
                  <a:pt x="555934" y="44739"/>
                </a:lnTo>
                <a:lnTo>
                  <a:pt x="556087" y="43922"/>
                </a:lnTo>
                <a:lnTo>
                  <a:pt x="556257" y="43116"/>
                </a:lnTo>
                <a:lnTo>
                  <a:pt x="556445" y="42320"/>
                </a:lnTo>
                <a:lnTo>
                  <a:pt x="556651" y="41534"/>
                </a:lnTo>
                <a:lnTo>
                  <a:pt x="556875" y="40758"/>
                </a:lnTo>
                <a:lnTo>
                  <a:pt x="557117" y="39993"/>
                </a:lnTo>
                <a:lnTo>
                  <a:pt x="557377" y="39238"/>
                </a:lnTo>
                <a:lnTo>
                  <a:pt x="557655" y="38493"/>
                </a:lnTo>
                <a:lnTo>
                  <a:pt x="557950" y="37759"/>
                </a:lnTo>
                <a:lnTo>
                  <a:pt x="558264" y="37035"/>
                </a:lnTo>
                <a:lnTo>
                  <a:pt x="558595" y="36322"/>
                </a:lnTo>
                <a:lnTo>
                  <a:pt x="558945" y="35618"/>
                </a:lnTo>
                <a:lnTo>
                  <a:pt x="559312" y="34925"/>
                </a:lnTo>
                <a:lnTo>
                  <a:pt x="559697" y="34243"/>
                </a:lnTo>
                <a:lnTo>
                  <a:pt x="560101" y="33571"/>
                </a:lnTo>
                <a:lnTo>
                  <a:pt x="560522" y="32909"/>
                </a:lnTo>
                <a:lnTo>
                  <a:pt x="560955" y="32259"/>
                </a:lnTo>
                <a:lnTo>
                  <a:pt x="561393" y="31625"/>
                </a:lnTo>
                <a:lnTo>
                  <a:pt x="561837" y="31006"/>
                </a:lnTo>
                <a:lnTo>
                  <a:pt x="562286" y="30403"/>
                </a:lnTo>
                <a:lnTo>
                  <a:pt x="562740" y="29814"/>
                </a:lnTo>
                <a:lnTo>
                  <a:pt x="563201" y="29241"/>
                </a:lnTo>
                <a:lnTo>
                  <a:pt x="563666" y="28683"/>
                </a:lnTo>
                <a:lnTo>
                  <a:pt x="564137" y="28140"/>
                </a:lnTo>
                <a:lnTo>
                  <a:pt x="564614" y="27612"/>
                </a:lnTo>
                <a:lnTo>
                  <a:pt x="565096" y="27100"/>
                </a:lnTo>
                <a:lnTo>
                  <a:pt x="565583" y="26603"/>
                </a:lnTo>
                <a:lnTo>
                  <a:pt x="566076" y="26121"/>
                </a:lnTo>
                <a:lnTo>
                  <a:pt x="566575" y="25654"/>
                </a:lnTo>
                <a:lnTo>
                  <a:pt x="567079" y="25202"/>
                </a:lnTo>
                <a:lnTo>
                  <a:pt x="567588" y="24766"/>
                </a:lnTo>
                <a:lnTo>
                  <a:pt x="568103" y="24345"/>
                </a:lnTo>
                <a:lnTo>
                  <a:pt x="568623" y="23939"/>
                </a:lnTo>
                <a:lnTo>
                  <a:pt x="569149" y="23548"/>
                </a:lnTo>
                <a:lnTo>
                  <a:pt x="569680" y="23173"/>
                </a:lnTo>
                <a:lnTo>
                  <a:pt x="570217" y="22813"/>
                </a:lnTo>
                <a:lnTo>
                  <a:pt x="570759" y="22468"/>
                </a:lnTo>
                <a:lnTo>
                  <a:pt x="571306" y="22138"/>
                </a:lnTo>
                <a:lnTo>
                  <a:pt x="571859" y="21823"/>
                </a:lnTo>
                <a:lnTo>
                  <a:pt x="572418" y="21524"/>
                </a:lnTo>
                <a:lnTo>
                  <a:pt x="572982" y="21238"/>
                </a:lnTo>
                <a:lnTo>
                  <a:pt x="573550" y="20964"/>
                </a:lnTo>
                <a:lnTo>
                  <a:pt x="574122" y="20702"/>
                </a:lnTo>
                <a:lnTo>
                  <a:pt x="574700" y="20453"/>
                </a:lnTo>
                <a:lnTo>
                  <a:pt x="575281" y="20216"/>
                </a:lnTo>
                <a:lnTo>
                  <a:pt x="575868" y="19990"/>
                </a:lnTo>
                <a:lnTo>
                  <a:pt x="576459" y="19778"/>
                </a:lnTo>
                <a:lnTo>
                  <a:pt x="577054" y="19577"/>
                </a:lnTo>
                <a:lnTo>
                  <a:pt x="577654" y="19388"/>
                </a:lnTo>
                <a:lnTo>
                  <a:pt x="578259" y="19212"/>
                </a:lnTo>
                <a:lnTo>
                  <a:pt x="578868" y="19047"/>
                </a:lnTo>
                <a:lnTo>
                  <a:pt x="579481" y="18895"/>
                </a:lnTo>
                <a:lnTo>
                  <a:pt x="580100" y="18755"/>
                </a:lnTo>
                <a:lnTo>
                  <a:pt x="580722" y="18628"/>
                </a:lnTo>
                <a:lnTo>
                  <a:pt x="581350" y="18512"/>
                </a:lnTo>
                <a:lnTo>
                  <a:pt x="581982" y="18409"/>
                </a:lnTo>
                <a:lnTo>
                  <a:pt x="582618" y="18317"/>
                </a:lnTo>
                <a:lnTo>
                  <a:pt x="583259" y="18238"/>
                </a:lnTo>
                <a:lnTo>
                  <a:pt x="583905" y="18171"/>
                </a:lnTo>
                <a:lnTo>
                  <a:pt x="584555" y="18117"/>
                </a:lnTo>
                <a:lnTo>
                  <a:pt x="585209" y="18074"/>
                </a:lnTo>
                <a:lnTo>
                  <a:pt x="585869" y="18044"/>
                </a:lnTo>
                <a:lnTo>
                  <a:pt x="586532" y="18025"/>
                </a:lnTo>
                <a:lnTo>
                  <a:pt x="587201" y="18019"/>
                </a:lnTo>
                <a:lnTo>
                  <a:pt x="587740" y="18023"/>
                </a:lnTo>
                <a:lnTo>
                  <a:pt x="588279" y="18036"/>
                </a:lnTo>
                <a:lnTo>
                  <a:pt x="588818" y="18056"/>
                </a:lnTo>
                <a:lnTo>
                  <a:pt x="589357" y="18085"/>
                </a:lnTo>
                <a:lnTo>
                  <a:pt x="589896" y="18122"/>
                </a:lnTo>
                <a:lnTo>
                  <a:pt x="590435" y="18167"/>
                </a:lnTo>
                <a:lnTo>
                  <a:pt x="590973" y="18221"/>
                </a:lnTo>
                <a:lnTo>
                  <a:pt x="591511" y="18283"/>
                </a:lnTo>
                <a:lnTo>
                  <a:pt x="592049" y="18353"/>
                </a:lnTo>
                <a:lnTo>
                  <a:pt x="592587" y="18431"/>
                </a:lnTo>
                <a:lnTo>
                  <a:pt x="593125" y="18517"/>
                </a:lnTo>
                <a:lnTo>
                  <a:pt x="593663" y="18612"/>
                </a:lnTo>
                <a:lnTo>
                  <a:pt x="594200" y="18715"/>
                </a:lnTo>
                <a:lnTo>
                  <a:pt x="594738" y="18826"/>
                </a:lnTo>
                <a:lnTo>
                  <a:pt x="595275" y="18945"/>
                </a:lnTo>
                <a:lnTo>
                  <a:pt x="595812" y="19073"/>
                </a:lnTo>
                <a:lnTo>
                  <a:pt x="596349" y="19208"/>
                </a:lnTo>
                <a:lnTo>
                  <a:pt x="596886" y="19352"/>
                </a:lnTo>
                <a:lnTo>
                  <a:pt x="597422" y="19505"/>
                </a:lnTo>
                <a:lnTo>
                  <a:pt x="597959" y="19665"/>
                </a:lnTo>
                <a:lnTo>
                  <a:pt x="598495" y="19834"/>
                </a:lnTo>
                <a:lnTo>
                  <a:pt x="599031" y="20011"/>
                </a:lnTo>
                <a:lnTo>
                  <a:pt x="599567" y="20196"/>
                </a:lnTo>
                <a:lnTo>
                  <a:pt x="600103" y="20389"/>
                </a:lnTo>
                <a:lnTo>
                  <a:pt x="600634" y="20589"/>
                </a:lnTo>
                <a:lnTo>
                  <a:pt x="601155" y="20795"/>
                </a:lnTo>
                <a:lnTo>
                  <a:pt x="601666" y="21006"/>
                </a:lnTo>
                <a:lnTo>
                  <a:pt x="602167" y="21223"/>
                </a:lnTo>
                <a:lnTo>
                  <a:pt x="602658" y="21445"/>
                </a:lnTo>
                <a:lnTo>
                  <a:pt x="603140" y="21673"/>
                </a:lnTo>
                <a:lnTo>
                  <a:pt x="603611" y="21906"/>
                </a:lnTo>
                <a:lnTo>
                  <a:pt x="604073" y="22145"/>
                </a:lnTo>
                <a:lnTo>
                  <a:pt x="604525" y="22389"/>
                </a:lnTo>
                <a:lnTo>
                  <a:pt x="604967" y="22639"/>
                </a:lnTo>
                <a:lnTo>
                  <a:pt x="605399" y="22894"/>
                </a:lnTo>
                <a:lnTo>
                  <a:pt x="605821" y="23155"/>
                </a:lnTo>
                <a:lnTo>
                  <a:pt x="606234" y="23421"/>
                </a:lnTo>
                <a:lnTo>
                  <a:pt x="606636" y="23693"/>
                </a:lnTo>
                <a:lnTo>
                  <a:pt x="607029" y="23970"/>
                </a:lnTo>
                <a:lnTo>
                  <a:pt x="607412" y="24253"/>
                </a:lnTo>
                <a:lnTo>
                  <a:pt x="607785" y="24541"/>
                </a:lnTo>
                <a:lnTo>
                  <a:pt x="608148" y="24834"/>
                </a:lnTo>
                <a:lnTo>
                  <a:pt x="608501" y="25134"/>
                </a:lnTo>
                <a:lnTo>
                  <a:pt x="608844" y="25438"/>
                </a:lnTo>
                <a:lnTo>
                  <a:pt x="609178" y="25748"/>
                </a:lnTo>
                <a:lnTo>
                  <a:pt x="609501" y="26064"/>
                </a:lnTo>
                <a:lnTo>
                  <a:pt x="609815" y="26385"/>
                </a:lnTo>
                <a:lnTo>
                  <a:pt x="610119" y="26712"/>
                </a:lnTo>
                <a:lnTo>
                  <a:pt x="610269" y="26883"/>
                </a:lnTo>
                <a:lnTo>
                  <a:pt x="610416" y="27060"/>
                </a:lnTo>
                <a:lnTo>
                  <a:pt x="610559" y="27242"/>
                </a:lnTo>
                <a:lnTo>
                  <a:pt x="610697" y="27431"/>
                </a:lnTo>
                <a:lnTo>
                  <a:pt x="610831" y="27625"/>
                </a:lnTo>
                <a:lnTo>
                  <a:pt x="610960" y="27825"/>
                </a:lnTo>
                <a:lnTo>
                  <a:pt x="611086" y="28031"/>
                </a:lnTo>
                <a:lnTo>
                  <a:pt x="611207" y="28242"/>
                </a:lnTo>
                <a:lnTo>
                  <a:pt x="611324" y="28460"/>
                </a:lnTo>
                <a:lnTo>
                  <a:pt x="611437" y="28683"/>
                </a:lnTo>
                <a:lnTo>
                  <a:pt x="611545" y="28912"/>
                </a:lnTo>
                <a:lnTo>
                  <a:pt x="611649" y="29147"/>
                </a:lnTo>
                <a:lnTo>
                  <a:pt x="611749" y="29387"/>
                </a:lnTo>
                <a:lnTo>
                  <a:pt x="611845" y="29634"/>
                </a:lnTo>
                <a:lnTo>
                  <a:pt x="611936" y="29886"/>
                </a:lnTo>
                <a:lnTo>
                  <a:pt x="612023" y="30144"/>
                </a:lnTo>
                <a:lnTo>
                  <a:pt x="612106" y="30408"/>
                </a:lnTo>
                <a:lnTo>
                  <a:pt x="612185" y="30677"/>
                </a:lnTo>
                <a:lnTo>
                  <a:pt x="612259" y="30953"/>
                </a:lnTo>
                <a:lnTo>
                  <a:pt x="612330" y="31234"/>
                </a:lnTo>
                <a:lnTo>
                  <a:pt x="612396" y="31521"/>
                </a:lnTo>
                <a:lnTo>
                  <a:pt x="612457" y="31814"/>
                </a:lnTo>
                <a:lnTo>
                  <a:pt x="612515" y="32112"/>
                </a:lnTo>
                <a:lnTo>
                  <a:pt x="612568" y="32417"/>
                </a:lnTo>
                <a:lnTo>
                  <a:pt x="612657" y="32872"/>
                </a:lnTo>
                <a:lnTo>
                  <a:pt x="612751" y="33314"/>
                </a:lnTo>
                <a:lnTo>
                  <a:pt x="612848" y="33745"/>
                </a:lnTo>
                <a:lnTo>
                  <a:pt x="612949" y="34163"/>
                </a:lnTo>
                <a:lnTo>
                  <a:pt x="613054" y="34569"/>
                </a:lnTo>
                <a:lnTo>
                  <a:pt x="613164" y="34963"/>
                </a:lnTo>
                <a:lnTo>
                  <a:pt x="613277" y="35345"/>
                </a:lnTo>
                <a:lnTo>
                  <a:pt x="613394" y="35714"/>
                </a:lnTo>
                <a:lnTo>
                  <a:pt x="613515" y="36072"/>
                </a:lnTo>
                <a:lnTo>
                  <a:pt x="613640" y="36417"/>
                </a:lnTo>
                <a:lnTo>
                  <a:pt x="613769" y="36750"/>
                </a:lnTo>
                <a:lnTo>
                  <a:pt x="613902" y="37070"/>
                </a:lnTo>
                <a:lnTo>
                  <a:pt x="614039" y="37379"/>
                </a:lnTo>
                <a:lnTo>
                  <a:pt x="614179" y="37675"/>
                </a:lnTo>
                <a:lnTo>
                  <a:pt x="614324" y="37959"/>
                </a:lnTo>
                <a:lnTo>
                  <a:pt x="614473" y="38231"/>
                </a:lnTo>
                <a:lnTo>
                  <a:pt x="614625" y="38491"/>
                </a:lnTo>
                <a:lnTo>
                  <a:pt x="614782" y="38738"/>
                </a:lnTo>
                <a:lnTo>
                  <a:pt x="614942" y="38973"/>
                </a:lnTo>
                <a:lnTo>
                  <a:pt x="615107" y="39197"/>
                </a:lnTo>
                <a:lnTo>
                  <a:pt x="615275" y="39407"/>
                </a:lnTo>
                <a:lnTo>
                  <a:pt x="615448" y="39606"/>
                </a:lnTo>
                <a:lnTo>
                  <a:pt x="615624" y="39792"/>
                </a:lnTo>
                <a:lnTo>
                  <a:pt x="615804" y="39967"/>
                </a:lnTo>
                <a:lnTo>
                  <a:pt x="615989" y="40131"/>
                </a:lnTo>
                <a:lnTo>
                  <a:pt x="616178" y="40289"/>
                </a:lnTo>
                <a:lnTo>
                  <a:pt x="616373" y="40440"/>
                </a:lnTo>
                <a:lnTo>
                  <a:pt x="616572" y="40584"/>
                </a:lnTo>
                <a:lnTo>
                  <a:pt x="616776" y="40721"/>
                </a:lnTo>
                <a:lnTo>
                  <a:pt x="616985" y="40850"/>
                </a:lnTo>
                <a:lnTo>
                  <a:pt x="617199" y="40973"/>
                </a:lnTo>
                <a:lnTo>
                  <a:pt x="617418" y="41089"/>
                </a:lnTo>
                <a:lnTo>
                  <a:pt x="617641" y="41198"/>
                </a:lnTo>
                <a:lnTo>
                  <a:pt x="617870" y="41299"/>
                </a:lnTo>
                <a:lnTo>
                  <a:pt x="618103" y="41394"/>
                </a:lnTo>
                <a:lnTo>
                  <a:pt x="618341" y="41482"/>
                </a:lnTo>
                <a:lnTo>
                  <a:pt x="618584" y="41562"/>
                </a:lnTo>
                <a:lnTo>
                  <a:pt x="618832" y="41636"/>
                </a:lnTo>
                <a:lnTo>
                  <a:pt x="619084" y="41703"/>
                </a:lnTo>
                <a:lnTo>
                  <a:pt x="619342" y="41762"/>
                </a:lnTo>
                <a:lnTo>
                  <a:pt x="619604" y="41815"/>
                </a:lnTo>
                <a:lnTo>
                  <a:pt x="619872" y="41860"/>
                </a:lnTo>
                <a:lnTo>
                  <a:pt x="620144" y="41899"/>
                </a:lnTo>
                <a:lnTo>
                  <a:pt x="620421" y="41931"/>
                </a:lnTo>
                <a:lnTo>
                  <a:pt x="620703" y="41955"/>
                </a:lnTo>
                <a:lnTo>
                  <a:pt x="620989" y="41973"/>
                </a:lnTo>
                <a:lnTo>
                  <a:pt x="621281" y="41983"/>
                </a:lnTo>
                <a:lnTo>
                  <a:pt x="621577" y="41987"/>
                </a:lnTo>
                <a:lnTo>
                  <a:pt x="621903" y="41982"/>
                </a:lnTo>
                <a:lnTo>
                  <a:pt x="622223" y="41967"/>
                </a:lnTo>
                <a:lnTo>
                  <a:pt x="622539" y="41944"/>
                </a:lnTo>
                <a:lnTo>
                  <a:pt x="622849" y="41910"/>
                </a:lnTo>
                <a:lnTo>
                  <a:pt x="623155" y="41867"/>
                </a:lnTo>
                <a:lnTo>
                  <a:pt x="623455" y="41814"/>
                </a:lnTo>
                <a:lnTo>
                  <a:pt x="623751" y="41752"/>
                </a:lnTo>
                <a:lnTo>
                  <a:pt x="624041" y="41680"/>
                </a:lnTo>
                <a:lnTo>
                  <a:pt x="624327" y="41598"/>
                </a:lnTo>
                <a:lnTo>
                  <a:pt x="624607" y="41507"/>
                </a:lnTo>
                <a:lnTo>
                  <a:pt x="624882" y="41407"/>
                </a:lnTo>
                <a:lnTo>
                  <a:pt x="625153" y="41296"/>
                </a:lnTo>
                <a:lnTo>
                  <a:pt x="625418" y="41177"/>
                </a:lnTo>
                <a:lnTo>
                  <a:pt x="625679" y="41047"/>
                </a:lnTo>
                <a:lnTo>
                  <a:pt x="625934" y="40908"/>
                </a:lnTo>
                <a:lnTo>
                  <a:pt x="626184" y="40760"/>
                </a:lnTo>
                <a:lnTo>
                  <a:pt x="626430" y="40601"/>
                </a:lnTo>
                <a:lnTo>
                  <a:pt x="626670" y="40434"/>
                </a:lnTo>
                <a:lnTo>
                  <a:pt x="626905" y="40256"/>
                </a:lnTo>
                <a:lnTo>
                  <a:pt x="627136" y="40069"/>
                </a:lnTo>
                <a:lnTo>
                  <a:pt x="627361" y="39873"/>
                </a:lnTo>
                <a:lnTo>
                  <a:pt x="627581" y="39667"/>
                </a:lnTo>
                <a:lnTo>
                  <a:pt x="627796" y="39451"/>
                </a:lnTo>
                <a:lnTo>
                  <a:pt x="628007" y="39226"/>
                </a:lnTo>
                <a:lnTo>
                  <a:pt x="628210" y="38989"/>
                </a:lnTo>
                <a:lnTo>
                  <a:pt x="628405" y="38739"/>
                </a:lnTo>
                <a:lnTo>
                  <a:pt x="628591" y="38477"/>
                </a:lnTo>
                <a:lnTo>
                  <a:pt x="628768" y="38201"/>
                </a:lnTo>
                <a:lnTo>
                  <a:pt x="628937" y="37913"/>
                </a:lnTo>
                <a:lnTo>
                  <a:pt x="629097" y="37611"/>
                </a:lnTo>
                <a:lnTo>
                  <a:pt x="629249" y="37297"/>
                </a:lnTo>
                <a:lnTo>
                  <a:pt x="629392" y="36970"/>
                </a:lnTo>
                <a:lnTo>
                  <a:pt x="629526" y="36630"/>
                </a:lnTo>
                <a:lnTo>
                  <a:pt x="629651" y="36276"/>
                </a:lnTo>
                <a:lnTo>
                  <a:pt x="629768" y="35910"/>
                </a:lnTo>
                <a:lnTo>
                  <a:pt x="629876" y="35531"/>
                </a:lnTo>
                <a:lnTo>
                  <a:pt x="629976" y="35140"/>
                </a:lnTo>
                <a:lnTo>
                  <a:pt x="630067" y="34735"/>
                </a:lnTo>
                <a:lnTo>
                  <a:pt x="630149" y="34317"/>
                </a:lnTo>
                <a:lnTo>
                  <a:pt x="630223" y="33886"/>
                </a:lnTo>
                <a:lnTo>
                  <a:pt x="630287" y="33443"/>
                </a:lnTo>
                <a:lnTo>
                  <a:pt x="630344" y="32986"/>
                </a:lnTo>
                <a:lnTo>
                  <a:pt x="630391" y="32517"/>
                </a:lnTo>
                <a:lnTo>
                  <a:pt x="630430" y="32034"/>
                </a:lnTo>
                <a:lnTo>
                  <a:pt x="630461" y="31539"/>
                </a:lnTo>
                <a:lnTo>
                  <a:pt x="630482" y="31031"/>
                </a:lnTo>
                <a:lnTo>
                  <a:pt x="630495" y="30510"/>
                </a:lnTo>
                <a:lnTo>
                  <a:pt x="630500" y="29976"/>
                </a:lnTo>
                <a:lnTo>
                  <a:pt x="630500" y="14723"/>
                </a:lnTo>
                <a:lnTo>
                  <a:pt x="630495" y="14188"/>
                </a:lnTo>
                <a:lnTo>
                  <a:pt x="630482" y="13667"/>
                </a:lnTo>
                <a:lnTo>
                  <a:pt x="630461" y="13159"/>
                </a:lnTo>
                <a:lnTo>
                  <a:pt x="630430" y="12664"/>
                </a:lnTo>
                <a:lnTo>
                  <a:pt x="630391" y="12182"/>
                </a:lnTo>
                <a:lnTo>
                  <a:pt x="630344" y="11714"/>
                </a:lnTo>
                <a:lnTo>
                  <a:pt x="630287" y="11258"/>
                </a:lnTo>
                <a:lnTo>
                  <a:pt x="630223" y="10816"/>
                </a:lnTo>
                <a:lnTo>
                  <a:pt x="630149" y="10386"/>
                </a:lnTo>
                <a:lnTo>
                  <a:pt x="630067" y="9970"/>
                </a:lnTo>
                <a:lnTo>
                  <a:pt x="629976" y="9567"/>
                </a:lnTo>
                <a:lnTo>
                  <a:pt x="629876" y="9176"/>
                </a:lnTo>
                <a:lnTo>
                  <a:pt x="629768" y="8799"/>
                </a:lnTo>
                <a:lnTo>
                  <a:pt x="629651" y="8435"/>
                </a:lnTo>
                <a:lnTo>
                  <a:pt x="629526" y="8085"/>
                </a:lnTo>
                <a:lnTo>
                  <a:pt x="629392" y="7747"/>
                </a:lnTo>
                <a:lnTo>
                  <a:pt x="629249" y="7422"/>
                </a:lnTo>
                <a:lnTo>
                  <a:pt x="629097" y="7111"/>
                </a:lnTo>
                <a:lnTo>
                  <a:pt x="628937" y="6812"/>
                </a:lnTo>
                <a:lnTo>
                  <a:pt x="628768" y="6527"/>
                </a:lnTo>
                <a:lnTo>
                  <a:pt x="628591" y="6254"/>
                </a:lnTo>
                <a:lnTo>
                  <a:pt x="628405" y="5995"/>
                </a:lnTo>
                <a:lnTo>
                  <a:pt x="628210" y="5749"/>
                </a:lnTo>
                <a:lnTo>
                  <a:pt x="628007" y="5516"/>
                </a:lnTo>
                <a:lnTo>
                  <a:pt x="627796" y="5295"/>
                </a:lnTo>
                <a:lnTo>
                  <a:pt x="627581" y="5082"/>
                </a:lnTo>
                <a:lnTo>
                  <a:pt x="627361" y="4879"/>
                </a:lnTo>
                <a:lnTo>
                  <a:pt x="627136" y="4686"/>
                </a:lnTo>
                <a:lnTo>
                  <a:pt x="626905" y="4502"/>
                </a:lnTo>
                <a:lnTo>
                  <a:pt x="626670" y="4327"/>
                </a:lnTo>
                <a:lnTo>
                  <a:pt x="626430" y="4162"/>
                </a:lnTo>
                <a:lnTo>
                  <a:pt x="626184" y="4007"/>
                </a:lnTo>
                <a:lnTo>
                  <a:pt x="625934" y="3860"/>
                </a:lnTo>
                <a:lnTo>
                  <a:pt x="625679" y="3724"/>
                </a:lnTo>
                <a:lnTo>
                  <a:pt x="625418" y="3596"/>
                </a:lnTo>
                <a:lnTo>
                  <a:pt x="625153" y="3478"/>
                </a:lnTo>
                <a:lnTo>
                  <a:pt x="624882" y="3370"/>
                </a:lnTo>
                <a:lnTo>
                  <a:pt x="624607" y="3271"/>
                </a:lnTo>
                <a:lnTo>
                  <a:pt x="624327" y="3181"/>
                </a:lnTo>
                <a:lnTo>
                  <a:pt x="624041" y="3101"/>
                </a:lnTo>
                <a:lnTo>
                  <a:pt x="623751" y="3030"/>
                </a:lnTo>
                <a:lnTo>
                  <a:pt x="623455" y="2969"/>
                </a:lnTo>
                <a:lnTo>
                  <a:pt x="623155" y="2917"/>
                </a:lnTo>
                <a:lnTo>
                  <a:pt x="622849" y="2875"/>
                </a:lnTo>
                <a:lnTo>
                  <a:pt x="622539" y="2842"/>
                </a:lnTo>
                <a:lnTo>
                  <a:pt x="622223" y="2818"/>
                </a:lnTo>
                <a:lnTo>
                  <a:pt x="621903" y="2804"/>
                </a:lnTo>
                <a:lnTo>
                  <a:pt x="621577" y="2799"/>
                </a:lnTo>
                <a:lnTo>
                  <a:pt x="621388" y="2801"/>
                </a:lnTo>
                <a:lnTo>
                  <a:pt x="621200" y="2807"/>
                </a:lnTo>
                <a:lnTo>
                  <a:pt x="621014" y="2817"/>
                </a:lnTo>
                <a:lnTo>
                  <a:pt x="620828" y="2831"/>
                </a:lnTo>
                <a:lnTo>
                  <a:pt x="620643" y="2848"/>
                </a:lnTo>
                <a:lnTo>
                  <a:pt x="620459" y="2870"/>
                </a:lnTo>
                <a:lnTo>
                  <a:pt x="620277" y="2896"/>
                </a:lnTo>
                <a:lnTo>
                  <a:pt x="620095" y="2925"/>
                </a:lnTo>
                <a:lnTo>
                  <a:pt x="619915" y="2959"/>
                </a:lnTo>
                <a:lnTo>
                  <a:pt x="619735" y="2997"/>
                </a:lnTo>
                <a:lnTo>
                  <a:pt x="619557" y="3038"/>
                </a:lnTo>
                <a:lnTo>
                  <a:pt x="619380" y="3083"/>
                </a:lnTo>
                <a:lnTo>
                  <a:pt x="619203" y="3133"/>
                </a:lnTo>
                <a:lnTo>
                  <a:pt x="619028" y="3186"/>
                </a:lnTo>
                <a:lnTo>
                  <a:pt x="618854" y="3243"/>
                </a:lnTo>
                <a:lnTo>
                  <a:pt x="618681" y="3305"/>
                </a:lnTo>
                <a:lnTo>
                  <a:pt x="618509" y="3370"/>
                </a:lnTo>
                <a:lnTo>
                  <a:pt x="618338" y="3439"/>
                </a:lnTo>
                <a:lnTo>
                  <a:pt x="618168" y="3512"/>
                </a:lnTo>
                <a:lnTo>
                  <a:pt x="618000" y="3589"/>
                </a:lnTo>
                <a:lnTo>
                  <a:pt x="617832" y="3670"/>
                </a:lnTo>
                <a:lnTo>
                  <a:pt x="617665" y="3755"/>
                </a:lnTo>
                <a:lnTo>
                  <a:pt x="617500" y="3843"/>
                </a:lnTo>
                <a:lnTo>
                  <a:pt x="617335" y="3936"/>
                </a:lnTo>
                <a:lnTo>
                  <a:pt x="617171" y="4033"/>
                </a:lnTo>
                <a:lnTo>
                  <a:pt x="617009" y="4134"/>
                </a:lnTo>
                <a:lnTo>
                  <a:pt x="616848" y="4238"/>
                </a:lnTo>
                <a:lnTo>
                  <a:pt x="616687" y="4347"/>
                </a:lnTo>
                <a:lnTo>
                  <a:pt x="616528" y="4459"/>
                </a:lnTo>
                <a:lnTo>
                  <a:pt x="616370" y="4576"/>
                </a:lnTo>
                <a:lnTo>
                  <a:pt x="616213" y="4696"/>
                </a:lnTo>
                <a:lnTo>
                  <a:pt x="616057" y="4821"/>
                </a:lnTo>
                <a:lnTo>
                  <a:pt x="615902" y="4949"/>
                </a:lnTo>
                <a:lnTo>
                  <a:pt x="615748" y="5081"/>
                </a:lnTo>
                <a:lnTo>
                  <a:pt x="615595" y="5218"/>
                </a:lnTo>
                <a:lnTo>
                  <a:pt x="615443" y="5358"/>
                </a:lnTo>
                <a:lnTo>
                  <a:pt x="615293" y="5502"/>
                </a:lnTo>
                <a:lnTo>
                  <a:pt x="615143" y="5650"/>
                </a:lnTo>
                <a:lnTo>
                  <a:pt x="614994" y="5802"/>
                </a:lnTo>
                <a:lnTo>
                  <a:pt x="614847" y="5958"/>
                </a:lnTo>
                <a:lnTo>
                  <a:pt x="614700" y="6118"/>
                </a:lnTo>
                <a:lnTo>
                  <a:pt x="614555" y="6282"/>
                </a:lnTo>
                <a:lnTo>
                  <a:pt x="614411" y="6449"/>
                </a:lnTo>
                <a:lnTo>
                  <a:pt x="614267" y="6621"/>
                </a:lnTo>
                <a:lnTo>
                  <a:pt x="614125" y="6797"/>
                </a:lnTo>
                <a:lnTo>
                  <a:pt x="613984" y="6977"/>
                </a:lnTo>
                <a:lnTo>
                  <a:pt x="613844" y="7160"/>
                </a:lnTo>
                <a:lnTo>
                  <a:pt x="613705" y="7348"/>
                </a:lnTo>
                <a:lnTo>
                  <a:pt x="613215" y="7041"/>
                </a:lnTo>
                <a:lnTo>
                  <a:pt x="612722" y="6741"/>
                </a:lnTo>
                <a:lnTo>
                  <a:pt x="612225" y="6448"/>
                </a:lnTo>
                <a:lnTo>
                  <a:pt x="611726" y="6161"/>
                </a:lnTo>
                <a:close/>
                <a:moveTo>
                  <a:pt x="742987" y="48068"/>
                </a:moveTo>
                <a:lnTo>
                  <a:pt x="742750" y="46193"/>
                </a:lnTo>
                <a:lnTo>
                  <a:pt x="742460" y="44346"/>
                </a:lnTo>
                <a:lnTo>
                  <a:pt x="742118" y="42527"/>
                </a:lnTo>
                <a:lnTo>
                  <a:pt x="741722" y="40736"/>
                </a:lnTo>
                <a:lnTo>
                  <a:pt x="741274" y="38973"/>
                </a:lnTo>
                <a:lnTo>
                  <a:pt x="740774" y="37239"/>
                </a:lnTo>
                <a:lnTo>
                  <a:pt x="740221" y="35533"/>
                </a:lnTo>
                <a:lnTo>
                  <a:pt x="739615" y="33854"/>
                </a:lnTo>
                <a:lnTo>
                  <a:pt x="738956" y="32205"/>
                </a:lnTo>
                <a:lnTo>
                  <a:pt x="738244" y="30583"/>
                </a:lnTo>
                <a:lnTo>
                  <a:pt x="737480" y="28989"/>
                </a:lnTo>
                <a:lnTo>
                  <a:pt x="736664" y="27424"/>
                </a:lnTo>
                <a:lnTo>
                  <a:pt x="735794" y="25886"/>
                </a:lnTo>
                <a:lnTo>
                  <a:pt x="734872" y="24377"/>
                </a:lnTo>
                <a:lnTo>
                  <a:pt x="733897" y="22896"/>
                </a:lnTo>
                <a:lnTo>
                  <a:pt x="732869" y="21444"/>
                </a:lnTo>
                <a:lnTo>
                  <a:pt x="731789" y="20019"/>
                </a:lnTo>
                <a:lnTo>
                  <a:pt x="730656" y="18623"/>
                </a:lnTo>
                <a:lnTo>
                  <a:pt x="729471" y="17255"/>
                </a:lnTo>
                <a:lnTo>
                  <a:pt x="728232" y="15914"/>
                </a:lnTo>
                <a:lnTo>
                  <a:pt x="726959" y="14616"/>
                </a:lnTo>
                <a:lnTo>
                  <a:pt x="725670" y="13373"/>
                </a:lnTo>
                <a:lnTo>
                  <a:pt x="724364" y="12185"/>
                </a:lnTo>
                <a:lnTo>
                  <a:pt x="723041" y="11052"/>
                </a:lnTo>
                <a:lnTo>
                  <a:pt x="721702" y="9974"/>
                </a:lnTo>
                <a:lnTo>
                  <a:pt x="720346" y="8952"/>
                </a:lnTo>
                <a:lnTo>
                  <a:pt x="718974" y="7985"/>
                </a:lnTo>
                <a:lnTo>
                  <a:pt x="717585" y="7073"/>
                </a:lnTo>
                <a:lnTo>
                  <a:pt x="716179" y="6217"/>
                </a:lnTo>
                <a:lnTo>
                  <a:pt x="714758" y="5415"/>
                </a:lnTo>
                <a:lnTo>
                  <a:pt x="713319" y="4669"/>
                </a:lnTo>
                <a:lnTo>
                  <a:pt x="711864" y="3979"/>
                </a:lnTo>
                <a:lnTo>
                  <a:pt x="710392" y="3343"/>
                </a:lnTo>
                <a:lnTo>
                  <a:pt x="708904" y="2763"/>
                </a:lnTo>
                <a:lnTo>
                  <a:pt x="707399" y="2238"/>
                </a:lnTo>
                <a:lnTo>
                  <a:pt x="705878" y="1768"/>
                </a:lnTo>
                <a:lnTo>
                  <a:pt x="704340" y="1354"/>
                </a:lnTo>
                <a:lnTo>
                  <a:pt x="702786" y="995"/>
                </a:lnTo>
                <a:lnTo>
                  <a:pt x="701215" y="691"/>
                </a:lnTo>
                <a:lnTo>
                  <a:pt x="699628" y="442"/>
                </a:lnTo>
                <a:lnTo>
                  <a:pt x="698024" y="249"/>
                </a:lnTo>
                <a:lnTo>
                  <a:pt x="696403" y="111"/>
                </a:lnTo>
                <a:lnTo>
                  <a:pt x="694766" y="28"/>
                </a:lnTo>
                <a:lnTo>
                  <a:pt x="693112" y="0"/>
                </a:lnTo>
                <a:lnTo>
                  <a:pt x="691624" y="23"/>
                </a:lnTo>
                <a:lnTo>
                  <a:pt x="690148" y="92"/>
                </a:lnTo>
                <a:lnTo>
                  <a:pt x="688684" y="207"/>
                </a:lnTo>
                <a:lnTo>
                  <a:pt x="687232" y="368"/>
                </a:lnTo>
                <a:lnTo>
                  <a:pt x="685792" y="575"/>
                </a:lnTo>
                <a:lnTo>
                  <a:pt x="684365" y="827"/>
                </a:lnTo>
                <a:lnTo>
                  <a:pt x="682950" y="1126"/>
                </a:lnTo>
                <a:lnTo>
                  <a:pt x="681546" y="1471"/>
                </a:lnTo>
                <a:lnTo>
                  <a:pt x="680155" y="1862"/>
                </a:lnTo>
                <a:lnTo>
                  <a:pt x="678776" y="2298"/>
                </a:lnTo>
                <a:lnTo>
                  <a:pt x="677410" y="2781"/>
                </a:lnTo>
                <a:lnTo>
                  <a:pt x="676055" y="3310"/>
                </a:lnTo>
                <a:lnTo>
                  <a:pt x="674713" y="3884"/>
                </a:lnTo>
                <a:lnTo>
                  <a:pt x="673382" y="4505"/>
                </a:lnTo>
                <a:lnTo>
                  <a:pt x="672064" y="5171"/>
                </a:lnTo>
                <a:lnTo>
                  <a:pt x="670758" y="5884"/>
                </a:lnTo>
                <a:lnTo>
                  <a:pt x="669464" y="6642"/>
                </a:lnTo>
                <a:lnTo>
                  <a:pt x="668183" y="7447"/>
                </a:lnTo>
                <a:lnTo>
                  <a:pt x="666913" y="8297"/>
                </a:lnTo>
                <a:lnTo>
                  <a:pt x="665656" y="9193"/>
                </a:lnTo>
                <a:lnTo>
                  <a:pt x="664410" y="10136"/>
                </a:lnTo>
                <a:lnTo>
                  <a:pt x="663177" y="11124"/>
                </a:lnTo>
                <a:lnTo>
                  <a:pt x="661956" y="12158"/>
                </a:lnTo>
                <a:lnTo>
                  <a:pt x="660747" y="13238"/>
                </a:lnTo>
                <a:lnTo>
                  <a:pt x="659291" y="14629"/>
                </a:lnTo>
                <a:lnTo>
                  <a:pt x="657897" y="16053"/>
                </a:lnTo>
                <a:lnTo>
                  <a:pt x="656565" y="17510"/>
                </a:lnTo>
                <a:lnTo>
                  <a:pt x="655295" y="19001"/>
                </a:lnTo>
                <a:lnTo>
                  <a:pt x="654087" y="20526"/>
                </a:lnTo>
                <a:lnTo>
                  <a:pt x="652940" y="22084"/>
                </a:lnTo>
                <a:lnTo>
                  <a:pt x="651856" y="23675"/>
                </a:lnTo>
                <a:lnTo>
                  <a:pt x="650834" y="25300"/>
                </a:lnTo>
                <a:lnTo>
                  <a:pt x="649873" y="26958"/>
                </a:lnTo>
                <a:lnTo>
                  <a:pt x="648975" y="28650"/>
                </a:lnTo>
                <a:lnTo>
                  <a:pt x="648139" y="30376"/>
                </a:lnTo>
                <a:lnTo>
                  <a:pt x="647364" y="32134"/>
                </a:lnTo>
                <a:lnTo>
                  <a:pt x="646652" y="33927"/>
                </a:lnTo>
                <a:lnTo>
                  <a:pt x="646001" y="35752"/>
                </a:lnTo>
                <a:lnTo>
                  <a:pt x="645412" y="37612"/>
                </a:lnTo>
                <a:lnTo>
                  <a:pt x="644886" y="39504"/>
                </a:lnTo>
                <a:lnTo>
                  <a:pt x="644421" y="41431"/>
                </a:lnTo>
                <a:lnTo>
                  <a:pt x="644018" y="43390"/>
                </a:lnTo>
                <a:lnTo>
                  <a:pt x="643678" y="45383"/>
                </a:lnTo>
                <a:lnTo>
                  <a:pt x="643399" y="47410"/>
                </a:lnTo>
                <a:lnTo>
                  <a:pt x="643182" y="49470"/>
                </a:lnTo>
                <a:lnTo>
                  <a:pt x="643027" y="51563"/>
                </a:lnTo>
                <a:lnTo>
                  <a:pt x="642934" y="53691"/>
                </a:lnTo>
                <a:lnTo>
                  <a:pt x="642903" y="55851"/>
                </a:lnTo>
                <a:lnTo>
                  <a:pt x="642934" y="58012"/>
                </a:lnTo>
                <a:lnTo>
                  <a:pt x="643027" y="60138"/>
                </a:lnTo>
                <a:lnTo>
                  <a:pt x="643182" y="62231"/>
                </a:lnTo>
                <a:lnTo>
                  <a:pt x="643399" y="64290"/>
                </a:lnTo>
                <a:lnTo>
                  <a:pt x="643678" y="66316"/>
                </a:lnTo>
                <a:lnTo>
                  <a:pt x="644018" y="68307"/>
                </a:lnTo>
                <a:lnTo>
                  <a:pt x="644421" y="70265"/>
                </a:lnTo>
                <a:lnTo>
                  <a:pt x="644886" y="72189"/>
                </a:lnTo>
                <a:lnTo>
                  <a:pt x="645412" y="74079"/>
                </a:lnTo>
                <a:lnTo>
                  <a:pt x="646001" y="75936"/>
                </a:lnTo>
                <a:lnTo>
                  <a:pt x="646652" y="77758"/>
                </a:lnTo>
                <a:lnTo>
                  <a:pt x="647364" y="79547"/>
                </a:lnTo>
                <a:lnTo>
                  <a:pt x="648139" y="81302"/>
                </a:lnTo>
                <a:lnTo>
                  <a:pt x="648975" y="83023"/>
                </a:lnTo>
                <a:lnTo>
                  <a:pt x="649873" y="84711"/>
                </a:lnTo>
                <a:lnTo>
                  <a:pt x="650834" y="86364"/>
                </a:lnTo>
                <a:lnTo>
                  <a:pt x="651856" y="87984"/>
                </a:lnTo>
                <a:lnTo>
                  <a:pt x="652940" y="89570"/>
                </a:lnTo>
                <a:lnTo>
                  <a:pt x="654087" y="91122"/>
                </a:lnTo>
                <a:lnTo>
                  <a:pt x="655295" y="92641"/>
                </a:lnTo>
                <a:lnTo>
                  <a:pt x="656565" y="94125"/>
                </a:lnTo>
                <a:lnTo>
                  <a:pt x="657897" y="95576"/>
                </a:lnTo>
                <a:lnTo>
                  <a:pt x="659291" y="96993"/>
                </a:lnTo>
                <a:lnTo>
                  <a:pt x="660747" y="98376"/>
                </a:lnTo>
                <a:lnTo>
                  <a:pt x="661956" y="99456"/>
                </a:lnTo>
                <a:lnTo>
                  <a:pt x="663177" y="100491"/>
                </a:lnTo>
                <a:lnTo>
                  <a:pt x="664410" y="101479"/>
                </a:lnTo>
                <a:lnTo>
                  <a:pt x="665656" y="102421"/>
                </a:lnTo>
                <a:lnTo>
                  <a:pt x="666913" y="103318"/>
                </a:lnTo>
                <a:lnTo>
                  <a:pt x="668183" y="104168"/>
                </a:lnTo>
                <a:lnTo>
                  <a:pt x="669464" y="104972"/>
                </a:lnTo>
                <a:lnTo>
                  <a:pt x="670758" y="105731"/>
                </a:lnTo>
                <a:lnTo>
                  <a:pt x="672064" y="106443"/>
                </a:lnTo>
                <a:lnTo>
                  <a:pt x="673382" y="107110"/>
                </a:lnTo>
                <a:lnTo>
                  <a:pt x="674713" y="107730"/>
                </a:lnTo>
                <a:lnTo>
                  <a:pt x="676055" y="108305"/>
                </a:lnTo>
                <a:lnTo>
                  <a:pt x="677410" y="108834"/>
                </a:lnTo>
                <a:lnTo>
                  <a:pt x="678776" y="109316"/>
                </a:lnTo>
                <a:lnTo>
                  <a:pt x="680155" y="109753"/>
                </a:lnTo>
                <a:lnTo>
                  <a:pt x="681546" y="110144"/>
                </a:lnTo>
                <a:lnTo>
                  <a:pt x="682950" y="110488"/>
                </a:lnTo>
                <a:lnTo>
                  <a:pt x="684365" y="110787"/>
                </a:lnTo>
                <a:lnTo>
                  <a:pt x="685792" y="111040"/>
                </a:lnTo>
                <a:lnTo>
                  <a:pt x="687232" y="111247"/>
                </a:lnTo>
                <a:lnTo>
                  <a:pt x="688684" y="111408"/>
                </a:lnTo>
                <a:lnTo>
                  <a:pt x="690148" y="111523"/>
                </a:lnTo>
                <a:lnTo>
                  <a:pt x="691624" y="111592"/>
                </a:lnTo>
                <a:lnTo>
                  <a:pt x="693112" y="111615"/>
                </a:lnTo>
                <a:lnTo>
                  <a:pt x="694766" y="111587"/>
                </a:lnTo>
                <a:lnTo>
                  <a:pt x="696403" y="111504"/>
                </a:lnTo>
                <a:lnTo>
                  <a:pt x="698024" y="111366"/>
                </a:lnTo>
                <a:lnTo>
                  <a:pt x="699628" y="111173"/>
                </a:lnTo>
                <a:lnTo>
                  <a:pt x="701215" y="110924"/>
                </a:lnTo>
                <a:lnTo>
                  <a:pt x="702786" y="110620"/>
                </a:lnTo>
                <a:lnTo>
                  <a:pt x="704340" y="110261"/>
                </a:lnTo>
                <a:lnTo>
                  <a:pt x="705878" y="109847"/>
                </a:lnTo>
                <a:lnTo>
                  <a:pt x="707399" y="109377"/>
                </a:lnTo>
                <a:lnTo>
                  <a:pt x="708904" y="108852"/>
                </a:lnTo>
                <a:lnTo>
                  <a:pt x="710392" y="108272"/>
                </a:lnTo>
                <a:lnTo>
                  <a:pt x="711864" y="107637"/>
                </a:lnTo>
                <a:lnTo>
                  <a:pt x="713319" y="106946"/>
                </a:lnTo>
                <a:lnTo>
                  <a:pt x="714758" y="106200"/>
                </a:lnTo>
                <a:lnTo>
                  <a:pt x="716179" y="105399"/>
                </a:lnTo>
                <a:lnTo>
                  <a:pt x="717585" y="104543"/>
                </a:lnTo>
                <a:lnTo>
                  <a:pt x="718974" y="103631"/>
                </a:lnTo>
                <a:lnTo>
                  <a:pt x="720346" y="102664"/>
                </a:lnTo>
                <a:lnTo>
                  <a:pt x="721702" y="101642"/>
                </a:lnTo>
                <a:lnTo>
                  <a:pt x="723041" y="100565"/>
                </a:lnTo>
                <a:lnTo>
                  <a:pt x="724364" y="99432"/>
                </a:lnTo>
                <a:lnTo>
                  <a:pt x="725670" y="98244"/>
                </a:lnTo>
                <a:lnTo>
                  <a:pt x="726959" y="97001"/>
                </a:lnTo>
                <a:lnTo>
                  <a:pt x="728232" y="95703"/>
                </a:lnTo>
                <a:lnTo>
                  <a:pt x="729471" y="94363"/>
                </a:lnTo>
                <a:lnTo>
                  <a:pt x="730656" y="92995"/>
                </a:lnTo>
                <a:lnTo>
                  <a:pt x="731789" y="91599"/>
                </a:lnTo>
                <a:lnTo>
                  <a:pt x="732869" y="90175"/>
                </a:lnTo>
                <a:lnTo>
                  <a:pt x="733897" y="88724"/>
                </a:lnTo>
                <a:lnTo>
                  <a:pt x="734872" y="87244"/>
                </a:lnTo>
                <a:lnTo>
                  <a:pt x="735794" y="85737"/>
                </a:lnTo>
                <a:lnTo>
                  <a:pt x="736664" y="84202"/>
                </a:lnTo>
                <a:lnTo>
                  <a:pt x="737480" y="82639"/>
                </a:lnTo>
                <a:lnTo>
                  <a:pt x="738244" y="81048"/>
                </a:lnTo>
                <a:lnTo>
                  <a:pt x="738956" y="79429"/>
                </a:lnTo>
                <a:lnTo>
                  <a:pt x="739615" y="77783"/>
                </a:lnTo>
                <a:lnTo>
                  <a:pt x="740221" y="76108"/>
                </a:lnTo>
                <a:lnTo>
                  <a:pt x="740774" y="74406"/>
                </a:lnTo>
                <a:lnTo>
                  <a:pt x="741274" y="72676"/>
                </a:lnTo>
                <a:lnTo>
                  <a:pt x="741722" y="70918"/>
                </a:lnTo>
                <a:lnTo>
                  <a:pt x="742118" y="69132"/>
                </a:lnTo>
                <a:lnTo>
                  <a:pt x="742460" y="67318"/>
                </a:lnTo>
                <a:lnTo>
                  <a:pt x="742750" y="65477"/>
                </a:lnTo>
                <a:lnTo>
                  <a:pt x="742987" y="63607"/>
                </a:lnTo>
                <a:lnTo>
                  <a:pt x="743171" y="61710"/>
                </a:lnTo>
                <a:lnTo>
                  <a:pt x="743303" y="59785"/>
                </a:lnTo>
                <a:lnTo>
                  <a:pt x="743382" y="57832"/>
                </a:lnTo>
                <a:lnTo>
                  <a:pt x="743409" y="55851"/>
                </a:lnTo>
                <a:lnTo>
                  <a:pt x="743382" y="53863"/>
                </a:lnTo>
                <a:lnTo>
                  <a:pt x="743303" y="51903"/>
                </a:lnTo>
                <a:lnTo>
                  <a:pt x="743171" y="49972"/>
                </a:lnTo>
                <a:lnTo>
                  <a:pt x="742987" y="48068"/>
                </a:lnTo>
                <a:close/>
                <a:moveTo>
                  <a:pt x="725202" y="61152"/>
                </a:moveTo>
                <a:lnTo>
                  <a:pt x="725048" y="62428"/>
                </a:lnTo>
                <a:lnTo>
                  <a:pt x="724859" y="63684"/>
                </a:lnTo>
                <a:lnTo>
                  <a:pt x="724636" y="64920"/>
                </a:lnTo>
                <a:lnTo>
                  <a:pt x="724379" y="66136"/>
                </a:lnTo>
                <a:lnTo>
                  <a:pt x="724087" y="67333"/>
                </a:lnTo>
                <a:lnTo>
                  <a:pt x="723761" y="68510"/>
                </a:lnTo>
                <a:lnTo>
                  <a:pt x="723400" y="69667"/>
                </a:lnTo>
                <a:lnTo>
                  <a:pt x="723006" y="70805"/>
                </a:lnTo>
                <a:lnTo>
                  <a:pt x="722577" y="71922"/>
                </a:lnTo>
                <a:lnTo>
                  <a:pt x="722113" y="73020"/>
                </a:lnTo>
                <a:lnTo>
                  <a:pt x="721616" y="74098"/>
                </a:lnTo>
                <a:lnTo>
                  <a:pt x="721084" y="75157"/>
                </a:lnTo>
                <a:lnTo>
                  <a:pt x="720517" y="76195"/>
                </a:lnTo>
                <a:lnTo>
                  <a:pt x="719917" y="77214"/>
                </a:lnTo>
                <a:lnTo>
                  <a:pt x="719282" y="78214"/>
                </a:lnTo>
                <a:lnTo>
                  <a:pt x="718613" y="79193"/>
                </a:lnTo>
                <a:lnTo>
                  <a:pt x="717909" y="80152"/>
                </a:lnTo>
                <a:lnTo>
                  <a:pt x="717171" y="81092"/>
                </a:lnTo>
                <a:lnTo>
                  <a:pt x="716399" y="82012"/>
                </a:lnTo>
                <a:lnTo>
                  <a:pt x="715592" y="82913"/>
                </a:lnTo>
                <a:lnTo>
                  <a:pt x="714764" y="83784"/>
                </a:lnTo>
                <a:lnTo>
                  <a:pt x="713926" y="84619"/>
                </a:lnTo>
                <a:lnTo>
                  <a:pt x="713079" y="85416"/>
                </a:lnTo>
                <a:lnTo>
                  <a:pt x="712222" y="86177"/>
                </a:lnTo>
                <a:lnTo>
                  <a:pt x="711356" y="86900"/>
                </a:lnTo>
                <a:lnTo>
                  <a:pt x="710481" y="87586"/>
                </a:lnTo>
                <a:lnTo>
                  <a:pt x="709596" y="88235"/>
                </a:lnTo>
                <a:lnTo>
                  <a:pt x="708702" y="88847"/>
                </a:lnTo>
                <a:lnTo>
                  <a:pt x="707798" y="89422"/>
                </a:lnTo>
                <a:lnTo>
                  <a:pt x="706885" y="89960"/>
                </a:lnTo>
                <a:lnTo>
                  <a:pt x="705962" y="90461"/>
                </a:lnTo>
                <a:lnTo>
                  <a:pt x="705030" y="90925"/>
                </a:lnTo>
                <a:lnTo>
                  <a:pt x="704089" y="91351"/>
                </a:lnTo>
                <a:lnTo>
                  <a:pt x="703138" y="91741"/>
                </a:lnTo>
                <a:lnTo>
                  <a:pt x="702178" y="92093"/>
                </a:lnTo>
                <a:lnTo>
                  <a:pt x="701208" y="92408"/>
                </a:lnTo>
                <a:lnTo>
                  <a:pt x="700229" y="92687"/>
                </a:lnTo>
                <a:lnTo>
                  <a:pt x="699241" y="92928"/>
                </a:lnTo>
                <a:lnTo>
                  <a:pt x="698243" y="93132"/>
                </a:lnTo>
                <a:lnTo>
                  <a:pt x="697235" y="93299"/>
                </a:lnTo>
                <a:lnTo>
                  <a:pt x="696219" y="93428"/>
                </a:lnTo>
                <a:lnTo>
                  <a:pt x="695193" y="93521"/>
                </a:lnTo>
                <a:lnTo>
                  <a:pt x="694157" y="93577"/>
                </a:lnTo>
                <a:lnTo>
                  <a:pt x="693112" y="93595"/>
                </a:lnTo>
                <a:lnTo>
                  <a:pt x="692074" y="93577"/>
                </a:lnTo>
                <a:lnTo>
                  <a:pt x="691046" y="93521"/>
                </a:lnTo>
                <a:lnTo>
                  <a:pt x="690026" y="93428"/>
                </a:lnTo>
                <a:lnTo>
                  <a:pt x="689015" y="93297"/>
                </a:lnTo>
                <a:lnTo>
                  <a:pt x="688014" y="93130"/>
                </a:lnTo>
                <a:lnTo>
                  <a:pt x="687022" y="92925"/>
                </a:lnTo>
                <a:lnTo>
                  <a:pt x="686039" y="92683"/>
                </a:lnTo>
                <a:lnTo>
                  <a:pt x="685065" y="92403"/>
                </a:lnTo>
                <a:lnTo>
                  <a:pt x="684100" y="92087"/>
                </a:lnTo>
                <a:lnTo>
                  <a:pt x="683144" y="91733"/>
                </a:lnTo>
                <a:lnTo>
                  <a:pt x="682197" y="91342"/>
                </a:lnTo>
                <a:lnTo>
                  <a:pt x="681260" y="90914"/>
                </a:lnTo>
                <a:lnTo>
                  <a:pt x="680331" y="90448"/>
                </a:lnTo>
                <a:lnTo>
                  <a:pt x="679412" y="89945"/>
                </a:lnTo>
                <a:lnTo>
                  <a:pt x="678502" y="89405"/>
                </a:lnTo>
                <a:lnTo>
                  <a:pt x="677600" y="88828"/>
                </a:lnTo>
                <a:lnTo>
                  <a:pt x="676708" y="88214"/>
                </a:lnTo>
                <a:lnTo>
                  <a:pt x="675825" y="87562"/>
                </a:lnTo>
                <a:lnTo>
                  <a:pt x="674952" y="86873"/>
                </a:lnTo>
                <a:lnTo>
                  <a:pt x="674087" y="86146"/>
                </a:lnTo>
                <a:lnTo>
                  <a:pt x="673231" y="85383"/>
                </a:lnTo>
                <a:lnTo>
                  <a:pt x="672385" y="84582"/>
                </a:lnTo>
                <a:lnTo>
                  <a:pt x="671547" y="83744"/>
                </a:lnTo>
                <a:lnTo>
                  <a:pt x="670719" y="82869"/>
                </a:lnTo>
                <a:lnTo>
                  <a:pt x="669913" y="81965"/>
                </a:lnTo>
                <a:lnTo>
                  <a:pt x="669140" y="81042"/>
                </a:lnTo>
                <a:lnTo>
                  <a:pt x="668403" y="80100"/>
                </a:lnTo>
                <a:lnTo>
                  <a:pt x="667699" y="79138"/>
                </a:lnTo>
                <a:lnTo>
                  <a:pt x="667030" y="78157"/>
                </a:lnTo>
                <a:lnTo>
                  <a:pt x="666395" y="77157"/>
                </a:lnTo>
                <a:lnTo>
                  <a:pt x="665794" y="76137"/>
                </a:lnTo>
                <a:lnTo>
                  <a:pt x="665228" y="75099"/>
                </a:lnTo>
                <a:lnTo>
                  <a:pt x="664696" y="74040"/>
                </a:lnTo>
                <a:lnTo>
                  <a:pt x="664198" y="72963"/>
                </a:lnTo>
                <a:lnTo>
                  <a:pt x="663735" y="71866"/>
                </a:lnTo>
                <a:lnTo>
                  <a:pt x="663306" y="70750"/>
                </a:lnTo>
                <a:lnTo>
                  <a:pt x="662911" y="69615"/>
                </a:lnTo>
                <a:lnTo>
                  <a:pt x="662551" y="68460"/>
                </a:lnTo>
                <a:lnTo>
                  <a:pt x="662225" y="67286"/>
                </a:lnTo>
                <a:lnTo>
                  <a:pt x="661933" y="66093"/>
                </a:lnTo>
                <a:lnTo>
                  <a:pt x="661676" y="64880"/>
                </a:lnTo>
                <a:lnTo>
                  <a:pt x="661453" y="63648"/>
                </a:lnTo>
                <a:lnTo>
                  <a:pt x="661264" y="62397"/>
                </a:lnTo>
                <a:lnTo>
                  <a:pt x="661109" y="61126"/>
                </a:lnTo>
                <a:lnTo>
                  <a:pt x="660989" y="59836"/>
                </a:lnTo>
                <a:lnTo>
                  <a:pt x="660904" y="58527"/>
                </a:lnTo>
                <a:lnTo>
                  <a:pt x="660852" y="57199"/>
                </a:lnTo>
                <a:lnTo>
                  <a:pt x="660835" y="55851"/>
                </a:lnTo>
                <a:lnTo>
                  <a:pt x="660852" y="54503"/>
                </a:lnTo>
                <a:lnTo>
                  <a:pt x="660904" y="53175"/>
                </a:lnTo>
                <a:lnTo>
                  <a:pt x="660989" y="51865"/>
                </a:lnTo>
                <a:lnTo>
                  <a:pt x="661109" y="50575"/>
                </a:lnTo>
                <a:lnTo>
                  <a:pt x="661264" y="49303"/>
                </a:lnTo>
                <a:lnTo>
                  <a:pt x="661453" y="48051"/>
                </a:lnTo>
                <a:lnTo>
                  <a:pt x="661676" y="46819"/>
                </a:lnTo>
                <a:lnTo>
                  <a:pt x="661933" y="45605"/>
                </a:lnTo>
                <a:lnTo>
                  <a:pt x="662225" y="44410"/>
                </a:lnTo>
                <a:lnTo>
                  <a:pt x="662551" y="43235"/>
                </a:lnTo>
                <a:lnTo>
                  <a:pt x="662911" y="42079"/>
                </a:lnTo>
                <a:lnTo>
                  <a:pt x="663306" y="40942"/>
                </a:lnTo>
                <a:lnTo>
                  <a:pt x="663735" y="39824"/>
                </a:lnTo>
                <a:lnTo>
                  <a:pt x="664198" y="38725"/>
                </a:lnTo>
                <a:lnTo>
                  <a:pt x="664696" y="37646"/>
                </a:lnTo>
                <a:lnTo>
                  <a:pt x="665228" y="36585"/>
                </a:lnTo>
                <a:lnTo>
                  <a:pt x="665794" y="35544"/>
                </a:lnTo>
                <a:lnTo>
                  <a:pt x="666395" y="34522"/>
                </a:lnTo>
                <a:lnTo>
                  <a:pt x="667030" y="33519"/>
                </a:lnTo>
                <a:lnTo>
                  <a:pt x="667699" y="32535"/>
                </a:lnTo>
                <a:lnTo>
                  <a:pt x="668403" y="31571"/>
                </a:lnTo>
                <a:lnTo>
                  <a:pt x="669140" y="30625"/>
                </a:lnTo>
                <a:lnTo>
                  <a:pt x="669913" y="29699"/>
                </a:lnTo>
                <a:lnTo>
                  <a:pt x="670719" y="28792"/>
                </a:lnTo>
                <a:lnTo>
                  <a:pt x="671547" y="27913"/>
                </a:lnTo>
                <a:lnTo>
                  <a:pt x="672385" y="27071"/>
                </a:lnTo>
                <a:lnTo>
                  <a:pt x="673231" y="26267"/>
                </a:lnTo>
                <a:lnTo>
                  <a:pt x="674087" y="25500"/>
                </a:lnTo>
                <a:lnTo>
                  <a:pt x="674952" y="24771"/>
                </a:lnTo>
                <a:lnTo>
                  <a:pt x="675825" y="24079"/>
                </a:lnTo>
                <a:lnTo>
                  <a:pt x="676708" y="23424"/>
                </a:lnTo>
                <a:lnTo>
                  <a:pt x="677600" y="22807"/>
                </a:lnTo>
                <a:lnTo>
                  <a:pt x="678502" y="22227"/>
                </a:lnTo>
                <a:lnTo>
                  <a:pt x="679412" y="21685"/>
                </a:lnTo>
                <a:lnTo>
                  <a:pt x="680331" y="21180"/>
                </a:lnTo>
                <a:lnTo>
                  <a:pt x="681260" y="20712"/>
                </a:lnTo>
                <a:lnTo>
                  <a:pt x="682197" y="20282"/>
                </a:lnTo>
                <a:lnTo>
                  <a:pt x="683144" y="19890"/>
                </a:lnTo>
                <a:lnTo>
                  <a:pt x="684100" y="19534"/>
                </a:lnTo>
                <a:lnTo>
                  <a:pt x="685065" y="19216"/>
                </a:lnTo>
                <a:lnTo>
                  <a:pt x="686039" y="18936"/>
                </a:lnTo>
                <a:lnTo>
                  <a:pt x="687022" y="18693"/>
                </a:lnTo>
                <a:lnTo>
                  <a:pt x="688014" y="18487"/>
                </a:lnTo>
                <a:lnTo>
                  <a:pt x="689015" y="18319"/>
                </a:lnTo>
                <a:lnTo>
                  <a:pt x="690026" y="18188"/>
                </a:lnTo>
                <a:lnTo>
                  <a:pt x="691046" y="18094"/>
                </a:lnTo>
                <a:lnTo>
                  <a:pt x="692074" y="18038"/>
                </a:lnTo>
                <a:lnTo>
                  <a:pt x="693112" y="18019"/>
                </a:lnTo>
                <a:lnTo>
                  <a:pt x="694157" y="18038"/>
                </a:lnTo>
                <a:lnTo>
                  <a:pt x="695193" y="18094"/>
                </a:lnTo>
                <a:lnTo>
                  <a:pt x="696219" y="18187"/>
                </a:lnTo>
                <a:lnTo>
                  <a:pt x="697235" y="18317"/>
                </a:lnTo>
                <a:lnTo>
                  <a:pt x="698243" y="18485"/>
                </a:lnTo>
                <a:lnTo>
                  <a:pt x="699241" y="18690"/>
                </a:lnTo>
                <a:lnTo>
                  <a:pt x="700229" y="18932"/>
                </a:lnTo>
                <a:lnTo>
                  <a:pt x="701208" y="19211"/>
                </a:lnTo>
                <a:lnTo>
                  <a:pt x="702178" y="19528"/>
                </a:lnTo>
                <a:lnTo>
                  <a:pt x="703138" y="19882"/>
                </a:lnTo>
                <a:lnTo>
                  <a:pt x="704089" y="20273"/>
                </a:lnTo>
                <a:lnTo>
                  <a:pt x="705030" y="20702"/>
                </a:lnTo>
                <a:lnTo>
                  <a:pt x="705962" y="21167"/>
                </a:lnTo>
                <a:lnTo>
                  <a:pt x="706885" y="21670"/>
                </a:lnTo>
                <a:lnTo>
                  <a:pt x="707798" y="22210"/>
                </a:lnTo>
                <a:lnTo>
                  <a:pt x="708702" y="22788"/>
                </a:lnTo>
                <a:lnTo>
                  <a:pt x="709596" y="23402"/>
                </a:lnTo>
                <a:lnTo>
                  <a:pt x="710481" y="24054"/>
                </a:lnTo>
                <a:lnTo>
                  <a:pt x="711356" y="24744"/>
                </a:lnTo>
                <a:lnTo>
                  <a:pt x="712222" y="25470"/>
                </a:lnTo>
                <a:lnTo>
                  <a:pt x="713079" y="26234"/>
                </a:lnTo>
                <a:lnTo>
                  <a:pt x="713926" y="27035"/>
                </a:lnTo>
                <a:lnTo>
                  <a:pt x="714764" y="27873"/>
                </a:lnTo>
                <a:lnTo>
                  <a:pt x="715592" y="28748"/>
                </a:lnTo>
                <a:lnTo>
                  <a:pt x="716399" y="29652"/>
                </a:lnTo>
                <a:lnTo>
                  <a:pt x="717171" y="30575"/>
                </a:lnTo>
                <a:lnTo>
                  <a:pt x="717909" y="31518"/>
                </a:lnTo>
                <a:lnTo>
                  <a:pt x="718613" y="32481"/>
                </a:lnTo>
                <a:lnTo>
                  <a:pt x="719282" y="33463"/>
                </a:lnTo>
                <a:lnTo>
                  <a:pt x="719917" y="34465"/>
                </a:lnTo>
                <a:lnTo>
                  <a:pt x="720517" y="35486"/>
                </a:lnTo>
                <a:lnTo>
                  <a:pt x="721084" y="36527"/>
                </a:lnTo>
                <a:lnTo>
                  <a:pt x="721616" y="37588"/>
                </a:lnTo>
                <a:lnTo>
                  <a:pt x="722113" y="38668"/>
                </a:lnTo>
                <a:lnTo>
                  <a:pt x="722577" y="39768"/>
                </a:lnTo>
                <a:lnTo>
                  <a:pt x="723006" y="40887"/>
                </a:lnTo>
                <a:lnTo>
                  <a:pt x="723400" y="42026"/>
                </a:lnTo>
                <a:lnTo>
                  <a:pt x="723761" y="43185"/>
                </a:lnTo>
                <a:lnTo>
                  <a:pt x="724087" y="44363"/>
                </a:lnTo>
                <a:lnTo>
                  <a:pt x="724379" y="45561"/>
                </a:lnTo>
                <a:lnTo>
                  <a:pt x="724636" y="46779"/>
                </a:lnTo>
                <a:lnTo>
                  <a:pt x="724859" y="48016"/>
                </a:lnTo>
                <a:lnTo>
                  <a:pt x="725048" y="49273"/>
                </a:lnTo>
                <a:lnTo>
                  <a:pt x="725202" y="50549"/>
                </a:lnTo>
                <a:lnTo>
                  <a:pt x="725322" y="51845"/>
                </a:lnTo>
                <a:lnTo>
                  <a:pt x="725408" y="53161"/>
                </a:lnTo>
                <a:lnTo>
                  <a:pt x="725460" y="54496"/>
                </a:lnTo>
                <a:lnTo>
                  <a:pt x="725477" y="55851"/>
                </a:lnTo>
                <a:lnTo>
                  <a:pt x="725460" y="57206"/>
                </a:lnTo>
                <a:lnTo>
                  <a:pt x="725408" y="58541"/>
                </a:lnTo>
                <a:lnTo>
                  <a:pt x="725322" y="59856"/>
                </a:lnTo>
                <a:lnTo>
                  <a:pt x="725202" y="61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AGEMUTATOR">
            <a:extLst xmlns:a="http://schemas.openxmlformats.org/drawingml/2006/main">
              <a:ext uri="{FF2B5EF4-FFF2-40B4-BE49-F238E27FC236}">
                <a16:creationId xmlns:a16="http://schemas.microsoft.com/office/drawing/2014/main" id="{6718D11B-17C1-411C-86A4-17B633B7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4" y="1853685"/>
            <a:ext cx="1190148" cy="111615"/>
          </a:xfrm>
          <a:custGeom xmlns:a="http://schemas.openxmlformats.org/drawingml/2006/main">
            <a:pathLst>
              <a:path w="1190148" h="111615">
                <a:moveTo>
                  <a:pt x="543707" y="8925"/>
                </a:moveTo>
                <a:lnTo>
                  <a:pt x="543616" y="8642"/>
                </a:lnTo>
                <a:lnTo>
                  <a:pt x="543516" y="8364"/>
                </a:lnTo>
                <a:lnTo>
                  <a:pt x="543406" y="8091"/>
                </a:lnTo>
                <a:lnTo>
                  <a:pt x="543286" y="7824"/>
                </a:lnTo>
                <a:lnTo>
                  <a:pt x="543157" y="7563"/>
                </a:lnTo>
                <a:lnTo>
                  <a:pt x="543018" y="7307"/>
                </a:lnTo>
                <a:lnTo>
                  <a:pt x="542870" y="7056"/>
                </a:lnTo>
                <a:lnTo>
                  <a:pt x="542712" y="6811"/>
                </a:lnTo>
                <a:lnTo>
                  <a:pt x="542545" y="6571"/>
                </a:lnTo>
                <a:lnTo>
                  <a:pt x="542368" y="6337"/>
                </a:lnTo>
                <a:lnTo>
                  <a:pt x="542181" y="6108"/>
                </a:lnTo>
                <a:lnTo>
                  <a:pt x="541985" y="5885"/>
                </a:lnTo>
                <a:lnTo>
                  <a:pt x="541779" y="5667"/>
                </a:lnTo>
                <a:lnTo>
                  <a:pt x="541564" y="5455"/>
                </a:lnTo>
                <a:lnTo>
                  <a:pt x="541339" y="5248"/>
                </a:lnTo>
                <a:lnTo>
                  <a:pt x="541103" y="5048"/>
                </a:lnTo>
                <a:lnTo>
                  <a:pt x="540854" y="4857"/>
                </a:lnTo>
                <a:lnTo>
                  <a:pt x="540592" y="4674"/>
                </a:lnTo>
                <a:lnTo>
                  <a:pt x="540318" y="4500"/>
                </a:lnTo>
                <a:lnTo>
                  <a:pt x="540030" y="4334"/>
                </a:lnTo>
                <a:lnTo>
                  <a:pt x="539729" y="4177"/>
                </a:lnTo>
                <a:lnTo>
                  <a:pt x="539416" y="4028"/>
                </a:lnTo>
                <a:lnTo>
                  <a:pt x="539089" y="3888"/>
                </a:lnTo>
                <a:lnTo>
                  <a:pt x="538750" y="3756"/>
                </a:lnTo>
                <a:lnTo>
                  <a:pt x="538398" y="3633"/>
                </a:lnTo>
                <a:lnTo>
                  <a:pt x="538033" y="3518"/>
                </a:lnTo>
                <a:lnTo>
                  <a:pt x="537655" y="3411"/>
                </a:lnTo>
                <a:lnTo>
                  <a:pt x="537264" y="3314"/>
                </a:lnTo>
                <a:lnTo>
                  <a:pt x="536860" y="3224"/>
                </a:lnTo>
                <a:lnTo>
                  <a:pt x="536443" y="3144"/>
                </a:lnTo>
                <a:lnTo>
                  <a:pt x="536013" y="3071"/>
                </a:lnTo>
                <a:lnTo>
                  <a:pt x="535571" y="3007"/>
                </a:lnTo>
                <a:lnTo>
                  <a:pt x="535115" y="2952"/>
                </a:lnTo>
                <a:lnTo>
                  <a:pt x="534647" y="2905"/>
                </a:lnTo>
                <a:lnTo>
                  <a:pt x="534165" y="2867"/>
                </a:lnTo>
                <a:lnTo>
                  <a:pt x="533671" y="2837"/>
                </a:lnTo>
                <a:lnTo>
                  <a:pt x="533164" y="2816"/>
                </a:lnTo>
                <a:lnTo>
                  <a:pt x="532644" y="2803"/>
                </a:lnTo>
                <a:lnTo>
                  <a:pt x="532111" y="2799"/>
                </a:lnTo>
                <a:lnTo>
                  <a:pt x="512255" y="2624"/>
                </a:lnTo>
                <a:lnTo>
                  <a:pt x="488287" y="56682"/>
                </a:lnTo>
                <a:lnTo>
                  <a:pt x="463883" y="2799"/>
                </a:lnTo>
                <a:lnTo>
                  <a:pt x="444201" y="2624"/>
                </a:lnTo>
                <a:lnTo>
                  <a:pt x="443668" y="2628"/>
                </a:lnTo>
                <a:lnTo>
                  <a:pt x="443148" y="2641"/>
                </a:lnTo>
                <a:lnTo>
                  <a:pt x="442641" y="2663"/>
                </a:lnTo>
                <a:lnTo>
                  <a:pt x="442147" y="2693"/>
                </a:lnTo>
                <a:lnTo>
                  <a:pt x="441666" y="2732"/>
                </a:lnTo>
                <a:lnTo>
                  <a:pt x="441197" y="2780"/>
                </a:lnTo>
                <a:lnTo>
                  <a:pt x="440742" y="2836"/>
                </a:lnTo>
                <a:lnTo>
                  <a:pt x="440299" y="2901"/>
                </a:lnTo>
                <a:lnTo>
                  <a:pt x="439869" y="2975"/>
                </a:lnTo>
                <a:lnTo>
                  <a:pt x="439453" y="3057"/>
                </a:lnTo>
                <a:lnTo>
                  <a:pt x="439049" y="3148"/>
                </a:lnTo>
                <a:lnTo>
                  <a:pt x="438658" y="3247"/>
                </a:lnTo>
                <a:lnTo>
                  <a:pt x="438280" y="3356"/>
                </a:lnTo>
                <a:lnTo>
                  <a:pt x="437915" y="3472"/>
                </a:lnTo>
                <a:lnTo>
                  <a:pt x="437562" y="3598"/>
                </a:lnTo>
                <a:lnTo>
                  <a:pt x="437223" y="3732"/>
                </a:lnTo>
                <a:lnTo>
                  <a:pt x="436897" y="3875"/>
                </a:lnTo>
                <a:lnTo>
                  <a:pt x="436583" y="4026"/>
                </a:lnTo>
                <a:lnTo>
                  <a:pt x="436283" y="4187"/>
                </a:lnTo>
                <a:lnTo>
                  <a:pt x="435995" y="4355"/>
                </a:lnTo>
                <a:lnTo>
                  <a:pt x="435720" y="4533"/>
                </a:lnTo>
                <a:lnTo>
                  <a:pt x="435458" y="4719"/>
                </a:lnTo>
                <a:lnTo>
                  <a:pt x="435209" y="4914"/>
                </a:lnTo>
                <a:lnTo>
                  <a:pt x="434973" y="5117"/>
                </a:lnTo>
                <a:lnTo>
                  <a:pt x="434748" y="5328"/>
                </a:lnTo>
                <a:lnTo>
                  <a:pt x="434533" y="5543"/>
                </a:lnTo>
                <a:lnTo>
                  <a:pt x="434327" y="5764"/>
                </a:lnTo>
                <a:lnTo>
                  <a:pt x="434131" y="5991"/>
                </a:lnTo>
                <a:lnTo>
                  <a:pt x="433945" y="6222"/>
                </a:lnTo>
                <a:lnTo>
                  <a:pt x="433768" y="6459"/>
                </a:lnTo>
                <a:lnTo>
                  <a:pt x="433600" y="6702"/>
                </a:lnTo>
                <a:lnTo>
                  <a:pt x="433442" y="6949"/>
                </a:lnTo>
                <a:lnTo>
                  <a:pt x="433294" y="7202"/>
                </a:lnTo>
                <a:lnTo>
                  <a:pt x="433155" y="7460"/>
                </a:lnTo>
                <a:lnTo>
                  <a:pt x="433026" y="7724"/>
                </a:lnTo>
                <a:lnTo>
                  <a:pt x="432907" y="7993"/>
                </a:lnTo>
                <a:lnTo>
                  <a:pt x="432797" y="8267"/>
                </a:lnTo>
                <a:lnTo>
                  <a:pt x="432696" y="8546"/>
                </a:lnTo>
                <a:lnTo>
                  <a:pt x="432605" y="8831"/>
                </a:lnTo>
                <a:lnTo>
                  <a:pt x="432524" y="9121"/>
                </a:lnTo>
                <a:lnTo>
                  <a:pt x="432452" y="9417"/>
                </a:lnTo>
                <a:lnTo>
                  <a:pt x="432390" y="9718"/>
                </a:lnTo>
                <a:lnTo>
                  <a:pt x="432337" y="10024"/>
                </a:lnTo>
                <a:lnTo>
                  <a:pt x="432294" y="10335"/>
                </a:lnTo>
                <a:lnTo>
                  <a:pt x="432261" y="10652"/>
                </a:lnTo>
                <a:lnTo>
                  <a:pt x="432237" y="10974"/>
                </a:lnTo>
                <a:lnTo>
                  <a:pt x="432223" y="11301"/>
                </a:lnTo>
                <a:lnTo>
                  <a:pt x="432218" y="11634"/>
                </a:lnTo>
                <a:lnTo>
                  <a:pt x="432222" y="11966"/>
                </a:lnTo>
                <a:lnTo>
                  <a:pt x="432234" y="12294"/>
                </a:lnTo>
                <a:lnTo>
                  <a:pt x="432255" y="12616"/>
                </a:lnTo>
                <a:lnTo>
                  <a:pt x="432285" y="12933"/>
                </a:lnTo>
                <a:lnTo>
                  <a:pt x="432322" y="13244"/>
                </a:lnTo>
                <a:lnTo>
                  <a:pt x="432368" y="13550"/>
                </a:lnTo>
                <a:lnTo>
                  <a:pt x="432422" y="13851"/>
                </a:lnTo>
                <a:lnTo>
                  <a:pt x="432485" y="14146"/>
                </a:lnTo>
                <a:lnTo>
                  <a:pt x="432556" y="14436"/>
                </a:lnTo>
                <a:lnTo>
                  <a:pt x="432635" y="14721"/>
                </a:lnTo>
                <a:lnTo>
                  <a:pt x="432723" y="15001"/>
                </a:lnTo>
                <a:lnTo>
                  <a:pt x="432819" y="15275"/>
                </a:lnTo>
                <a:lnTo>
                  <a:pt x="432924" y="15544"/>
                </a:lnTo>
                <a:lnTo>
                  <a:pt x="433036" y="15807"/>
                </a:lnTo>
                <a:lnTo>
                  <a:pt x="433157" y="16066"/>
                </a:lnTo>
                <a:lnTo>
                  <a:pt x="433287" y="16318"/>
                </a:lnTo>
                <a:lnTo>
                  <a:pt x="433425" y="16566"/>
                </a:lnTo>
                <a:lnTo>
                  <a:pt x="433571" y="16808"/>
                </a:lnTo>
                <a:lnTo>
                  <a:pt x="433725" y="17045"/>
                </a:lnTo>
                <a:lnTo>
                  <a:pt x="433888" y="17277"/>
                </a:lnTo>
                <a:lnTo>
                  <a:pt x="434059" y="17503"/>
                </a:lnTo>
                <a:lnTo>
                  <a:pt x="434239" y="17724"/>
                </a:lnTo>
                <a:lnTo>
                  <a:pt x="434427" y="17940"/>
                </a:lnTo>
                <a:lnTo>
                  <a:pt x="434623" y="18150"/>
                </a:lnTo>
                <a:lnTo>
                  <a:pt x="434828" y="18354"/>
                </a:lnTo>
                <a:lnTo>
                  <a:pt x="435040" y="18549"/>
                </a:lnTo>
                <a:lnTo>
                  <a:pt x="435261" y="18735"/>
                </a:lnTo>
                <a:lnTo>
                  <a:pt x="435489" y="18912"/>
                </a:lnTo>
                <a:lnTo>
                  <a:pt x="435726" y="19081"/>
                </a:lnTo>
                <a:lnTo>
                  <a:pt x="435971" y="19241"/>
                </a:lnTo>
                <a:lnTo>
                  <a:pt x="436224" y="19393"/>
                </a:lnTo>
                <a:lnTo>
                  <a:pt x="436484" y="19535"/>
                </a:lnTo>
                <a:lnTo>
                  <a:pt x="436753" y="19670"/>
                </a:lnTo>
                <a:lnTo>
                  <a:pt x="437030" y="19795"/>
                </a:lnTo>
                <a:lnTo>
                  <a:pt x="437315" y="19912"/>
                </a:lnTo>
                <a:lnTo>
                  <a:pt x="437608" y="20020"/>
                </a:lnTo>
                <a:lnTo>
                  <a:pt x="437909" y="20120"/>
                </a:lnTo>
                <a:lnTo>
                  <a:pt x="438218" y="20211"/>
                </a:lnTo>
                <a:lnTo>
                  <a:pt x="438536" y="20293"/>
                </a:lnTo>
                <a:lnTo>
                  <a:pt x="438861" y="20366"/>
                </a:lnTo>
                <a:lnTo>
                  <a:pt x="439194" y="20431"/>
                </a:lnTo>
                <a:lnTo>
                  <a:pt x="439535" y="20488"/>
                </a:lnTo>
                <a:lnTo>
                  <a:pt x="439885" y="20535"/>
                </a:lnTo>
                <a:lnTo>
                  <a:pt x="440242" y="20574"/>
                </a:lnTo>
                <a:lnTo>
                  <a:pt x="440608" y="20604"/>
                </a:lnTo>
                <a:lnTo>
                  <a:pt x="440981" y="20626"/>
                </a:lnTo>
                <a:lnTo>
                  <a:pt x="441363" y="20639"/>
                </a:lnTo>
                <a:lnTo>
                  <a:pt x="441752" y="20643"/>
                </a:lnTo>
                <a:lnTo>
                  <a:pt x="441752" y="90796"/>
                </a:lnTo>
                <a:lnTo>
                  <a:pt x="441284" y="90800"/>
                </a:lnTo>
                <a:lnTo>
                  <a:pt x="440825" y="90813"/>
                </a:lnTo>
                <a:lnTo>
                  <a:pt x="440377" y="90834"/>
                </a:lnTo>
                <a:lnTo>
                  <a:pt x="439940" y="90864"/>
                </a:lnTo>
                <a:lnTo>
                  <a:pt x="439512" y="90902"/>
                </a:lnTo>
                <a:lnTo>
                  <a:pt x="439095" y="90949"/>
                </a:lnTo>
                <a:lnTo>
                  <a:pt x="438689" y="91005"/>
                </a:lnTo>
                <a:lnTo>
                  <a:pt x="438292" y="91068"/>
                </a:lnTo>
                <a:lnTo>
                  <a:pt x="437906" y="91141"/>
                </a:lnTo>
                <a:lnTo>
                  <a:pt x="437530" y="91221"/>
                </a:lnTo>
                <a:lnTo>
                  <a:pt x="437165" y="91311"/>
                </a:lnTo>
                <a:lnTo>
                  <a:pt x="436810" y="91408"/>
                </a:lnTo>
                <a:lnTo>
                  <a:pt x="436465" y="91515"/>
                </a:lnTo>
                <a:lnTo>
                  <a:pt x="436131" y="91630"/>
                </a:lnTo>
                <a:lnTo>
                  <a:pt x="435807" y="91753"/>
                </a:lnTo>
                <a:lnTo>
                  <a:pt x="435493" y="91885"/>
                </a:lnTo>
                <a:lnTo>
                  <a:pt x="435190" y="92025"/>
                </a:lnTo>
                <a:lnTo>
                  <a:pt x="434897" y="92174"/>
                </a:lnTo>
                <a:lnTo>
                  <a:pt x="434614" y="92331"/>
                </a:lnTo>
                <a:lnTo>
                  <a:pt x="434341" y="92497"/>
                </a:lnTo>
                <a:lnTo>
                  <a:pt x="434079" y="92671"/>
                </a:lnTo>
                <a:lnTo>
                  <a:pt x="433827" y="92854"/>
                </a:lnTo>
                <a:lnTo>
                  <a:pt x="433586" y="93046"/>
                </a:lnTo>
                <a:lnTo>
                  <a:pt x="433355" y="93245"/>
                </a:lnTo>
                <a:lnTo>
                  <a:pt x="433134" y="93452"/>
                </a:lnTo>
                <a:lnTo>
                  <a:pt x="432922" y="93665"/>
                </a:lnTo>
                <a:lnTo>
                  <a:pt x="432719" y="93882"/>
                </a:lnTo>
                <a:lnTo>
                  <a:pt x="432526" y="94106"/>
                </a:lnTo>
                <a:lnTo>
                  <a:pt x="432343" y="94334"/>
                </a:lnTo>
                <a:lnTo>
                  <a:pt x="432169" y="94568"/>
                </a:lnTo>
                <a:lnTo>
                  <a:pt x="432004" y="94808"/>
                </a:lnTo>
                <a:lnTo>
                  <a:pt x="431848" y="95053"/>
                </a:lnTo>
                <a:lnTo>
                  <a:pt x="431702" y="95304"/>
                </a:lnTo>
                <a:lnTo>
                  <a:pt x="431566" y="95560"/>
                </a:lnTo>
                <a:lnTo>
                  <a:pt x="431439" y="95821"/>
                </a:lnTo>
                <a:lnTo>
                  <a:pt x="431321" y="96088"/>
                </a:lnTo>
                <a:lnTo>
                  <a:pt x="431213" y="96361"/>
                </a:lnTo>
                <a:lnTo>
                  <a:pt x="431114" y="96639"/>
                </a:lnTo>
                <a:lnTo>
                  <a:pt x="431025" y="96922"/>
                </a:lnTo>
                <a:lnTo>
                  <a:pt x="430945" y="97211"/>
                </a:lnTo>
                <a:lnTo>
                  <a:pt x="430874" y="97505"/>
                </a:lnTo>
                <a:lnTo>
                  <a:pt x="430813" y="97805"/>
                </a:lnTo>
                <a:lnTo>
                  <a:pt x="430761" y="98110"/>
                </a:lnTo>
                <a:lnTo>
                  <a:pt x="430719" y="98421"/>
                </a:lnTo>
                <a:lnTo>
                  <a:pt x="430686" y="98737"/>
                </a:lnTo>
                <a:lnTo>
                  <a:pt x="430662" y="99059"/>
                </a:lnTo>
                <a:lnTo>
                  <a:pt x="430648" y="99386"/>
                </a:lnTo>
                <a:lnTo>
                  <a:pt x="430643" y="99718"/>
                </a:lnTo>
                <a:lnTo>
                  <a:pt x="430648" y="100051"/>
                </a:lnTo>
                <a:lnTo>
                  <a:pt x="430662" y="100379"/>
                </a:lnTo>
                <a:lnTo>
                  <a:pt x="430686" y="100701"/>
                </a:lnTo>
                <a:lnTo>
                  <a:pt x="430720" y="101018"/>
                </a:lnTo>
                <a:lnTo>
                  <a:pt x="430763" y="101330"/>
                </a:lnTo>
                <a:lnTo>
                  <a:pt x="430815" y="101637"/>
                </a:lnTo>
                <a:lnTo>
                  <a:pt x="430878" y="101939"/>
                </a:lnTo>
                <a:lnTo>
                  <a:pt x="430949" y="102236"/>
                </a:lnTo>
                <a:lnTo>
                  <a:pt x="431031" y="102527"/>
                </a:lnTo>
                <a:lnTo>
                  <a:pt x="431122" y="102813"/>
                </a:lnTo>
                <a:lnTo>
                  <a:pt x="431222" y="103094"/>
                </a:lnTo>
                <a:lnTo>
                  <a:pt x="431332" y="103370"/>
                </a:lnTo>
                <a:lnTo>
                  <a:pt x="431452" y="103641"/>
                </a:lnTo>
                <a:lnTo>
                  <a:pt x="431581" y="103907"/>
                </a:lnTo>
                <a:lnTo>
                  <a:pt x="431720" y="104167"/>
                </a:lnTo>
                <a:lnTo>
                  <a:pt x="431868" y="104422"/>
                </a:lnTo>
                <a:lnTo>
                  <a:pt x="432026" y="104672"/>
                </a:lnTo>
                <a:lnTo>
                  <a:pt x="432193" y="104917"/>
                </a:lnTo>
                <a:lnTo>
                  <a:pt x="432370" y="105157"/>
                </a:lnTo>
                <a:lnTo>
                  <a:pt x="432557" y="105392"/>
                </a:lnTo>
                <a:lnTo>
                  <a:pt x="432753" y="105621"/>
                </a:lnTo>
                <a:lnTo>
                  <a:pt x="432959" y="105846"/>
                </a:lnTo>
                <a:lnTo>
                  <a:pt x="433174" y="106065"/>
                </a:lnTo>
                <a:lnTo>
                  <a:pt x="433399" y="106279"/>
                </a:lnTo>
                <a:lnTo>
                  <a:pt x="433635" y="106486"/>
                </a:lnTo>
                <a:lnTo>
                  <a:pt x="433884" y="106684"/>
                </a:lnTo>
                <a:lnTo>
                  <a:pt x="434146" y="106873"/>
                </a:lnTo>
                <a:lnTo>
                  <a:pt x="434420" y="107054"/>
                </a:lnTo>
                <a:lnTo>
                  <a:pt x="434708" y="107226"/>
                </a:lnTo>
                <a:lnTo>
                  <a:pt x="435009" y="107389"/>
                </a:lnTo>
                <a:lnTo>
                  <a:pt x="435322" y="107543"/>
                </a:lnTo>
                <a:lnTo>
                  <a:pt x="435649" y="107688"/>
                </a:lnTo>
                <a:lnTo>
                  <a:pt x="435988" y="107825"/>
                </a:lnTo>
                <a:lnTo>
                  <a:pt x="436340" y="107952"/>
                </a:lnTo>
                <a:lnTo>
                  <a:pt x="436705" y="108071"/>
                </a:lnTo>
                <a:lnTo>
                  <a:pt x="437083" y="108181"/>
                </a:lnTo>
                <a:lnTo>
                  <a:pt x="437474" y="108283"/>
                </a:lnTo>
                <a:lnTo>
                  <a:pt x="437878" y="108375"/>
                </a:lnTo>
                <a:lnTo>
                  <a:pt x="438295" y="108459"/>
                </a:lnTo>
                <a:lnTo>
                  <a:pt x="438725" y="108534"/>
                </a:lnTo>
                <a:lnTo>
                  <a:pt x="439167" y="108600"/>
                </a:lnTo>
                <a:lnTo>
                  <a:pt x="439623" y="108657"/>
                </a:lnTo>
                <a:lnTo>
                  <a:pt x="440091" y="108705"/>
                </a:lnTo>
                <a:lnTo>
                  <a:pt x="440573" y="108745"/>
                </a:lnTo>
                <a:lnTo>
                  <a:pt x="441067" y="108776"/>
                </a:lnTo>
                <a:lnTo>
                  <a:pt x="441574" y="108798"/>
                </a:lnTo>
                <a:lnTo>
                  <a:pt x="442094" y="108811"/>
                </a:lnTo>
                <a:lnTo>
                  <a:pt x="442627" y="108815"/>
                </a:lnTo>
                <a:lnTo>
                  <a:pt x="466157" y="108815"/>
                </a:lnTo>
                <a:lnTo>
                  <a:pt x="466690" y="108811"/>
                </a:lnTo>
                <a:lnTo>
                  <a:pt x="467210" y="108798"/>
                </a:lnTo>
                <a:lnTo>
                  <a:pt x="467717" y="108776"/>
                </a:lnTo>
                <a:lnTo>
                  <a:pt x="468211" y="108746"/>
                </a:lnTo>
                <a:lnTo>
                  <a:pt x="468693" y="108707"/>
                </a:lnTo>
                <a:lnTo>
                  <a:pt x="469161" y="108660"/>
                </a:lnTo>
                <a:lnTo>
                  <a:pt x="469617" y="108603"/>
                </a:lnTo>
                <a:lnTo>
                  <a:pt x="470059" y="108538"/>
                </a:lnTo>
                <a:lnTo>
                  <a:pt x="470489" y="108465"/>
                </a:lnTo>
                <a:lnTo>
                  <a:pt x="470906" y="108383"/>
                </a:lnTo>
                <a:lnTo>
                  <a:pt x="471310" y="108292"/>
                </a:lnTo>
                <a:lnTo>
                  <a:pt x="471700" y="108192"/>
                </a:lnTo>
                <a:lnTo>
                  <a:pt x="472079" y="108084"/>
                </a:lnTo>
                <a:lnTo>
                  <a:pt x="472444" y="107967"/>
                </a:lnTo>
                <a:lnTo>
                  <a:pt x="472796" y="107842"/>
                </a:lnTo>
                <a:lnTo>
                  <a:pt x="473135" y="107707"/>
                </a:lnTo>
                <a:lnTo>
                  <a:pt x="473462" y="107565"/>
                </a:lnTo>
                <a:lnTo>
                  <a:pt x="473775" y="107413"/>
                </a:lnTo>
                <a:lnTo>
                  <a:pt x="474076" y="107253"/>
                </a:lnTo>
                <a:lnTo>
                  <a:pt x="474364" y="107084"/>
                </a:lnTo>
                <a:lnTo>
                  <a:pt x="474638" y="106907"/>
                </a:lnTo>
                <a:lnTo>
                  <a:pt x="474900" y="106721"/>
                </a:lnTo>
                <a:lnTo>
                  <a:pt x="475149" y="106526"/>
                </a:lnTo>
                <a:lnTo>
                  <a:pt x="475385" y="106322"/>
                </a:lnTo>
                <a:lnTo>
                  <a:pt x="475610" y="106112"/>
                </a:lnTo>
                <a:lnTo>
                  <a:pt x="475825" y="105896"/>
                </a:lnTo>
                <a:lnTo>
                  <a:pt x="476031" y="105675"/>
                </a:lnTo>
                <a:lnTo>
                  <a:pt x="476227" y="105449"/>
                </a:lnTo>
                <a:lnTo>
                  <a:pt x="476414" y="105217"/>
                </a:lnTo>
                <a:lnTo>
                  <a:pt x="476591" y="104980"/>
                </a:lnTo>
                <a:lnTo>
                  <a:pt x="476758" y="104738"/>
                </a:lnTo>
                <a:lnTo>
                  <a:pt x="476916" y="104490"/>
                </a:lnTo>
                <a:lnTo>
                  <a:pt x="477064" y="104237"/>
                </a:lnTo>
                <a:lnTo>
                  <a:pt x="477203" y="103979"/>
                </a:lnTo>
                <a:lnTo>
                  <a:pt x="477332" y="103716"/>
                </a:lnTo>
                <a:lnTo>
                  <a:pt x="477452" y="103447"/>
                </a:lnTo>
                <a:lnTo>
                  <a:pt x="477562" y="103173"/>
                </a:lnTo>
                <a:lnTo>
                  <a:pt x="477662" y="102893"/>
                </a:lnTo>
                <a:lnTo>
                  <a:pt x="477753" y="102608"/>
                </a:lnTo>
                <a:lnTo>
                  <a:pt x="477834" y="102318"/>
                </a:lnTo>
                <a:lnTo>
                  <a:pt x="477906" y="102023"/>
                </a:lnTo>
                <a:lnTo>
                  <a:pt x="477968" y="101722"/>
                </a:lnTo>
                <a:lnTo>
                  <a:pt x="478021" y="101416"/>
                </a:lnTo>
                <a:lnTo>
                  <a:pt x="478064" y="101105"/>
                </a:lnTo>
                <a:lnTo>
                  <a:pt x="478098" y="100788"/>
                </a:lnTo>
                <a:lnTo>
                  <a:pt x="478122" y="100466"/>
                </a:lnTo>
                <a:lnTo>
                  <a:pt x="478136" y="100138"/>
                </a:lnTo>
                <a:lnTo>
                  <a:pt x="478141" y="99806"/>
                </a:lnTo>
                <a:lnTo>
                  <a:pt x="478136" y="99473"/>
                </a:lnTo>
                <a:lnTo>
                  <a:pt x="478122" y="99146"/>
                </a:lnTo>
                <a:lnTo>
                  <a:pt x="478098" y="98824"/>
                </a:lnTo>
                <a:lnTo>
                  <a:pt x="478064" y="98507"/>
                </a:lnTo>
                <a:lnTo>
                  <a:pt x="478021" y="98196"/>
                </a:lnTo>
                <a:lnTo>
                  <a:pt x="477968" y="97890"/>
                </a:lnTo>
                <a:lnTo>
                  <a:pt x="477906" y="97589"/>
                </a:lnTo>
                <a:lnTo>
                  <a:pt x="477834" y="97293"/>
                </a:lnTo>
                <a:lnTo>
                  <a:pt x="477753" y="97003"/>
                </a:lnTo>
                <a:lnTo>
                  <a:pt x="477662" y="96718"/>
                </a:lnTo>
                <a:lnTo>
                  <a:pt x="477562" y="96439"/>
                </a:lnTo>
                <a:lnTo>
                  <a:pt x="477452" y="96165"/>
                </a:lnTo>
                <a:lnTo>
                  <a:pt x="477332" y="95896"/>
                </a:lnTo>
                <a:lnTo>
                  <a:pt x="477203" y="95632"/>
                </a:lnTo>
                <a:lnTo>
                  <a:pt x="477064" y="95374"/>
                </a:lnTo>
                <a:lnTo>
                  <a:pt x="476916" y="95121"/>
                </a:lnTo>
                <a:lnTo>
                  <a:pt x="476758" y="94874"/>
                </a:lnTo>
                <a:lnTo>
                  <a:pt x="476591" y="94631"/>
                </a:lnTo>
                <a:lnTo>
                  <a:pt x="476414" y="94394"/>
                </a:lnTo>
                <a:lnTo>
                  <a:pt x="476227" y="94163"/>
                </a:lnTo>
                <a:lnTo>
                  <a:pt x="476031" y="93936"/>
                </a:lnTo>
                <a:lnTo>
                  <a:pt x="475825" y="93715"/>
                </a:lnTo>
                <a:lnTo>
                  <a:pt x="475610" y="93500"/>
                </a:lnTo>
                <a:lnTo>
                  <a:pt x="475385" y="93289"/>
                </a:lnTo>
                <a:lnTo>
                  <a:pt x="475149" y="93086"/>
                </a:lnTo>
                <a:lnTo>
                  <a:pt x="474900" y="92891"/>
                </a:lnTo>
                <a:lnTo>
                  <a:pt x="474638" y="92705"/>
                </a:lnTo>
                <a:lnTo>
                  <a:pt x="474364" y="92527"/>
                </a:lnTo>
                <a:lnTo>
                  <a:pt x="474076" y="92359"/>
                </a:lnTo>
                <a:lnTo>
                  <a:pt x="473775" y="92198"/>
                </a:lnTo>
                <a:lnTo>
                  <a:pt x="473462" y="92047"/>
                </a:lnTo>
                <a:lnTo>
                  <a:pt x="473135" y="91904"/>
                </a:lnTo>
                <a:lnTo>
                  <a:pt x="472796" y="91770"/>
                </a:lnTo>
                <a:lnTo>
                  <a:pt x="472444" y="91644"/>
                </a:lnTo>
                <a:lnTo>
                  <a:pt x="472079" y="91528"/>
                </a:lnTo>
                <a:lnTo>
                  <a:pt x="471700" y="91419"/>
                </a:lnTo>
                <a:lnTo>
                  <a:pt x="471310" y="91320"/>
                </a:lnTo>
                <a:lnTo>
                  <a:pt x="470906" y="91229"/>
                </a:lnTo>
                <a:lnTo>
                  <a:pt x="470489" y="91147"/>
                </a:lnTo>
                <a:lnTo>
                  <a:pt x="470059" y="91073"/>
                </a:lnTo>
                <a:lnTo>
                  <a:pt x="469617" y="91008"/>
                </a:lnTo>
                <a:lnTo>
                  <a:pt x="469161" y="90952"/>
                </a:lnTo>
                <a:lnTo>
                  <a:pt x="468693" y="90904"/>
                </a:lnTo>
                <a:lnTo>
                  <a:pt x="468211" y="90865"/>
                </a:lnTo>
                <a:lnTo>
                  <a:pt x="467717" y="90835"/>
                </a:lnTo>
                <a:lnTo>
                  <a:pt x="467210" y="90813"/>
                </a:lnTo>
                <a:lnTo>
                  <a:pt x="466690" y="90800"/>
                </a:lnTo>
                <a:lnTo>
                  <a:pt x="466157" y="90796"/>
                </a:lnTo>
                <a:lnTo>
                  <a:pt x="459684" y="90796"/>
                </a:lnTo>
                <a:lnTo>
                  <a:pt x="459684" y="37381"/>
                </a:lnTo>
                <a:lnTo>
                  <a:pt x="480502" y="83582"/>
                </a:lnTo>
                <a:lnTo>
                  <a:pt x="496072" y="83582"/>
                </a:lnTo>
                <a:lnTo>
                  <a:pt x="516628" y="37381"/>
                </a:lnTo>
                <a:lnTo>
                  <a:pt x="516628" y="90796"/>
                </a:lnTo>
                <a:lnTo>
                  <a:pt x="510068" y="90796"/>
                </a:lnTo>
                <a:lnTo>
                  <a:pt x="509542" y="90800"/>
                </a:lnTo>
                <a:lnTo>
                  <a:pt x="509029" y="90813"/>
                </a:lnTo>
                <a:lnTo>
                  <a:pt x="508528" y="90834"/>
                </a:lnTo>
                <a:lnTo>
                  <a:pt x="508040" y="90864"/>
                </a:lnTo>
                <a:lnTo>
                  <a:pt x="507565" y="90902"/>
                </a:lnTo>
                <a:lnTo>
                  <a:pt x="507102" y="90949"/>
                </a:lnTo>
                <a:lnTo>
                  <a:pt x="506652" y="91005"/>
                </a:lnTo>
                <a:lnTo>
                  <a:pt x="506214" y="91068"/>
                </a:lnTo>
                <a:lnTo>
                  <a:pt x="505789" y="91141"/>
                </a:lnTo>
                <a:lnTo>
                  <a:pt x="505377" y="91221"/>
                </a:lnTo>
                <a:lnTo>
                  <a:pt x="504977" y="91311"/>
                </a:lnTo>
                <a:lnTo>
                  <a:pt x="504590" y="91408"/>
                </a:lnTo>
                <a:lnTo>
                  <a:pt x="504215" y="91515"/>
                </a:lnTo>
                <a:lnTo>
                  <a:pt x="503854" y="91630"/>
                </a:lnTo>
                <a:lnTo>
                  <a:pt x="503504" y="91753"/>
                </a:lnTo>
                <a:lnTo>
                  <a:pt x="503167" y="91885"/>
                </a:lnTo>
                <a:lnTo>
                  <a:pt x="502843" y="92025"/>
                </a:lnTo>
                <a:lnTo>
                  <a:pt x="502532" y="92174"/>
                </a:lnTo>
                <a:lnTo>
                  <a:pt x="502233" y="92331"/>
                </a:lnTo>
                <a:lnTo>
                  <a:pt x="501946" y="92497"/>
                </a:lnTo>
                <a:lnTo>
                  <a:pt x="501673" y="92671"/>
                </a:lnTo>
                <a:lnTo>
                  <a:pt x="501412" y="92854"/>
                </a:lnTo>
                <a:lnTo>
                  <a:pt x="501163" y="93046"/>
                </a:lnTo>
                <a:lnTo>
                  <a:pt x="500927" y="93245"/>
                </a:lnTo>
                <a:lnTo>
                  <a:pt x="500702" y="93452"/>
                </a:lnTo>
                <a:lnTo>
                  <a:pt x="500487" y="93665"/>
                </a:lnTo>
                <a:lnTo>
                  <a:pt x="500281" y="93882"/>
                </a:lnTo>
                <a:lnTo>
                  <a:pt x="500085" y="94106"/>
                </a:lnTo>
                <a:lnTo>
                  <a:pt x="499899" y="94334"/>
                </a:lnTo>
                <a:lnTo>
                  <a:pt x="499722" y="94568"/>
                </a:lnTo>
                <a:lnTo>
                  <a:pt x="499554" y="94808"/>
                </a:lnTo>
                <a:lnTo>
                  <a:pt x="499396" y="95053"/>
                </a:lnTo>
                <a:lnTo>
                  <a:pt x="499248" y="95304"/>
                </a:lnTo>
                <a:lnTo>
                  <a:pt x="499109" y="95560"/>
                </a:lnTo>
                <a:lnTo>
                  <a:pt x="498980" y="95821"/>
                </a:lnTo>
                <a:lnTo>
                  <a:pt x="498861" y="96088"/>
                </a:lnTo>
                <a:lnTo>
                  <a:pt x="498751" y="96361"/>
                </a:lnTo>
                <a:lnTo>
                  <a:pt x="498650" y="96639"/>
                </a:lnTo>
                <a:lnTo>
                  <a:pt x="498559" y="96922"/>
                </a:lnTo>
                <a:lnTo>
                  <a:pt x="498478" y="97211"/>
                </a:lnTo>
                <a:lnTo>
                  <a:pt x="498406" y="97505"/>
                </a:lnTo>
                <a:lnTo>
                  <a:pt x="498344" y="97805"/>
                </a:lnTo>
                <a:lnTo>
                  <a:pt x="498291" y="98110"/>
                </a:lnTo>
                <a:lnTo>
                  <a:pt x="498248" y="98421"/>
                </a:lnTo>
                <a:lnTo>
                  <a:pt x="498215" y="98737"/>
                </a:lnTo>
                <a:lnTo>
                  <a:pt x="498191" y="99059"/>
                </a:lnTo>
                <a:lnTo>
                  <a:pt x="498177" y="99386"/>
                </a:lnTo>
                <a:lnTo>
                  <a:pt x="498172" y="99718"/>
                </a:lnTo>
                <a:lnTo>
                  <a:pt x="498177" y="100051"/>
                </a:lnTo>
                <a:lnTo>
                  <a:pt x="498191" y="100379"/>
                </a:lnTo>
                <a:lnTo>
                  <a:pt x="498215" y="100701"/>
                </a:lnTo>
                <a:lnTo>
                  <a:pt x="498248" y="101018"/>
                </a:lnTo>
                <a:lnTo>
                  <a:pt x="498291" y="101330"/>
                </a:lnTo>
                <a:lnTo>
                  <a:pt x="498344" y="101637"/>
                </a:lnTo>
                <a:lnTo>
                  <a:pt x="498406" y="101939"/>
                </a:lnTo>
                <a:lnTo>
                  <a:pt x="498478" y="102236"/>
                </a:lnTo>
                <a:lnTo>
                  <a:pt x="498559" y="102527"/>
                </a:lnTo>
                <a:lnTo>
                  <a:pt x="498650" y="102813"/>
                </a:lnTo>
                <a:lnTo>
                  <a:pt x="498751" y="103094"/>
                </a:lnTo>
                <a:lnTo>
                  <a:pt x="498861" y="103370"/>
                </a:lnTo>
                <a:lnTo>
                  <a:pt x="498980" y="103641"/>
                </a:lnTo>
                <a:lnTo>
                  <a:pt x="499109" y="103907"/>
                </a:lnTo>
                <a:lnTo>
                  <a:pt x="499248" y="104167"/>
                </a:lnTo>
                <a:lnTo>
                  <a:pt x="499396" y="104422"/>
                </a:lnTo>
                <a:lnTo>
                  <a:pt x="499554" y="104672"/>
                </a:lnTo>
                <a:lnTo>
                  <a:pt x="499722" y="104917"/>
                </a:lnTo>
                <a:lnTo>
                  <a:pt x="499899" y="105157"/>
                </a:lnTo>
                <a:lnTo>
                  <a:pt x="500085" y="105392"/>
                </a:lnTo>
                <a:lnTo>
                  <a:pt x="500281" y="105621"/>
                </a:lnTo>
                <a:lnTo>
                  <a:pt x="500487" y="105846"/>
                </a:lnTo>
                <a:lnTo>
                  <a:pt x="500702" y="106065"/>
                </a:lnTo>
                <a:lnTo>
                  <a:pt x="500927" y="106279"/>
                </a:lnTo>
                <a:lnTo>
                  <a:pt x="501163" y="106486"/>
                </a:lnTo>
                <a:lnTo>
                  <a:pt x="501412" y="106684"/>
                </a:lnTo>
                <a:lnTo>
                  <a:pt x="501673" y="106873"/>
                </a:lnTo>
                <a:lnTo>
                  <a:pt x="501946" y="107054"/>
                </a:lnTo>
                <a:lnTo>
                  <a:pt x="502233" y="107226"/>
                </a:lnTo>
                <a:lnTo>
                  <a:pt x="502532" y="107389"/>
                </a:lnTo>
                <a:lnTo>
                  <a:pt x="502843" y="107543"/>
                </a:lnTo>
                <a:lnTo>
                  <a:pt x="503167" y="107688"/>
                </a:lnTo>
                <a:lnTo>
                  <a:pt x="503504" y="107825"/>
                </a:lnTo>
                <a:lnTo>
                  <a:pt x="503854" y="107952"/>
                </a:lnTo>
                <a:lnTo>
                  <a:pt x="504215" y="108071"/>
                </a:lnTo>
                <a:lnTo>
                  <a:pt x="504590" y="108181"/>
                </a:lnTo>
                <a:lnTo>
                  <a:pt x="504977" y="108283"/>
                </a:lnTo>
                <a:lnTo>
                  <a:pt x="505377" y="108375"/>
                </a:lnTo>
                <a:lnTo>
                  <a:pt x="505789" y="108459"/>
                </a:lnTo>
                <a:lnTo>
                  <a:pt x="506214" y="108534"/>
                </a:lnTo>
                <a:lnTo>
                  <a:pt x="506652" y="108600"/>
                </a:lnTo>
                <a:lnTo>
                  <a:pt x="507102" y="108657"/>
                </a:lnTo>
                <a:lnTo>
                  <a:pt x="507565" y="108705"/>
                </a:lnTo>
                <a:lnTo>
                  <a:pt x="508040" y="108745"/>
                </a:lnTo>
                <a:lnTo>
                  <a:pt x="508528" y="108776"/>
                </a:lnTo>
                <a:lnTo>
                  <a:pt x="509029" y="108798"/>
                </a:lnTo>
                <a:lnTo>
                  <a:pt x="509542" y="108811"/>
                </a:lnTo>
                <a:lnTo>
                  <a:pt x="510068" y="108815"/>
                </a:lnTo>
                <a:lnTo>
                  <a:pt x="533685" y="108815"/>
                </a:lnTo>
                <a:lnTo>
                  <a:pt x="534218" y="108811"/>
                </a:lnTo>
                <a:lnTo>
                  <a:pt x="534738" y="108798"/>
                </a:lnTo>
                <a:lnTo>
                  <a:pt x="535246" y="108776"/>
                </a:lnTo>
                <a:lnTo>
                  <a:pt x="535740" y="108746"/>
                </a:lnTo>
                <a:lnTo>
                  <a:pt x="536221" y="108707"/>
                </a:lnTo>
                <a:lnTo>
                  <a:pt x="536690" y="108660"/>
                </a:lnTo>
                <a:lnTo>
                  <a:pt x="537145" y="108603"/>
                </a:lnTo>
                <a:lnTo>
                  <a:pt x="537588" y="108538"/>
                </a:lnTo>
                <a:lnTo>
                  <a:pt x="538017" y="108465"/>
                </a:lnTo>
                <a:lnTo>
                  <a:pt x="538434" y="108383"/>
                </a:lnTo>
                <a:lnTo>
                  <a:pt x="538838" y="108292"/>
                </a:lnTo>
                <a:lnTo>
                  <a:pt x="539229" y="108192"/>
                </a:lnTo>
                <a:lnTo>
                  <a:pt x="539607" y="108084"/>
                </a:lnTo>
                <a:lnTo>
                  <a:pt x="539972" y="107967"/>
                </a:lnTo>
                <a:lnTo>
                  <a:pt x="540324" y="107842"/>
                </a:lnTo>
                <a:lnTo>
                  <a:pt x="540664" y="107707"/>
                </a:lnTo>
                <a:lnTo>
                  <a:pt x="540990" y="107565"/>
                </a:lnTo>
                <a:lnTo>
                  <a:pt x="541304" y="107413"/>
                </a:lnTo>
                <a:lnTo>
                  <a:pt x="541604" y="107253"/>
                </a:lnTo>
                <a:lnTo>
                  <a:pt x="541892" y="107084"/>
                </a:lnTo>
                <a:lnTo>
                  <a:pt x="542167" y="106907"/>
                </a:lnTo>
                <a:lnTo>
                  <a:pt x="542429" y="106721"/>
                </a:lnTo>
                <a:lnTo>
                  <a:pt x="542678" y="106526"/>
                </a:lnTo>
                <a:lnTo>
                  <a:pt x="542914" y="106322"/>
                </a:lnTo>
                <a:lnTo>
                  <a:pt x="543139" y="106112"/>
                </a:lnTo>
                <a:lnTo>
                  <a:pt x="543354" y="105896"/>
                </a:lnTo>
                <a:lnTo>
                  <a:pt x="543560" y="105675"/>
                </a:lnTo>
                <a:lnTo>
                  <a:pt x="543756" y="105449"/>
                </a:lnTo>
                <a:lnTo>
                  <a:pt x="543942" y="105217"/>
                </a:lnTo>
                <a:lnTo>
                  <a:pt x="544119" y="104980"/>
                </a:lnTo>
                <a:lnTo>
                  <a:pt x="544287" y="104738"/>
                </a:lnTo>
                <a:lnTo>
                  <a:pt x="544445" y="104490"/>
                </a:lnTo>
                <a:lnTo>
                  <a:pt x="544593" y="104237"/>
                </a:lnTo>
                <a:lnTo>
                  <a:pt x="544732" y="103979"/>
                </a:lnTo>
                <a:lnTo>
                  <a:pt x="544861" y="103716"/>
                </a:lnTo>
                <a:lnTo>
                  <a:pt x="544980" y="103447"/>
                </a:lnTo>
                <a:lnTo>
                  <a:pt x="545090" y="103173"/>
                </a:lnTo>
                <a:lnTo>
                  <a:pt x="545191" y="102893"/>
                </a:lnTo>
                <a:lnTo>
                  <a:pt x="545282" y="102608"/>
                </a:lnTo>
                <a:lnTo>
                  <a:pt x="545363" y="102318"/>
                </a:lnTo>
                <a:lnTo>
                  <a:pt x="545435" y="102023"/>
                </a:lnTo>
                <a:lnTo>
                  <a:pt x="545497" y="101722"/>
                </a:lnTo>
                <a:lnTo>
                  <a:pt x="545550" y="101416"/>
                </a:lnTo>
                <a:lnTo>
                  <a:pt x="545593" y="101105"/>
                </a:lnTo>
                <a:lnTo>
                  <a:pt x="545626" y="100788"/>
                </a:lnTo>
                <a:lnTo>
                  <a:pt x="545650" y="100466"/>
                </a:lnTo>
                <a:lnTo>
                  <a:pt x="545664" y="100138"/>
                </a:lnTo>
                <a:lnTo>
                  <a:pt x="545669" y="99806"/>
                </a:lnTo>
                <a:lnTo>
                  <a:pt x="545664" y="99473"/>
                </a:lnTo>
                <a:lnTo>
                  <a:pt x="545650" y="99146"/>
                </a:lnTo>
                <a:lnTo>
                  <a:pt x="545627" y="98824"/>
                </a:lnTo>
                <a:lnTo>
                  <a:pt x="545594" y="98507"/>
                </a:lnTo>
                <a:lnTo>
                  <a:pt x="545551" y="98196"/>
                </a:lnTo>
                <a:lnTo>
                  <a:pt x="545500" y="97890"/>
                </a:lnTo>
                <a:lnTo>
                  <a:pt x="545439" y="97589"/>
                </a:lnTo>
                <a:lnTo>
                  <a:pt x="545368" y="97293"/>
                </a:lnTo>
                <a:lnTo>
                  <a:pt x="545288" y="97003"/>
                </a:lnTo>
                <a:lnTo>
                  <a:pt x="545198" y="96718"/>
                </a:lnTo>
                <a:lnTo>
                  <a:pt x="545100" y="96439"/>
                </a:lnTo>
                <a:lnTo>
                  <a:pt x="544991" y="96165"/>
                </a:lnTo>
                <a:lnTo>
                  <a:pt x="544874" y="95896"/>
                </a:lnTo>
                <a:lnTo>
                  <a:pt x="544746" y="95632"/>
                </a:lnTo>
                <a:lnTo>
                  <a:pt x="544610" y="95374"/>
                </a:lnTo>
                <a:lnTo>
                  <a:pt x="544464" y="95121"/>
                </a:lnTo>
                <a:lnTo>
                  <a:pt x="544309" y="94874"/>
                </a:lnTo>
                <a:lnTo>
                  <a:pt x="544144" y="94631"/>
                </a:lnTo>
                <a:lnTo>
                  <a:pt x="543970" y="94394"/>
                </a:lnTo>
                <a:lnTo>
                  <a:pt x="543786" y="94163"/>
                </a:lnTo>
                <a:lnTo>
                  <a:pt x="543593" y="93936"/>
                </a:lnTo>
                <a:lnTo>
                  <a:pt x="543391" y="93715"/>
                </a:lnTo>
                <a:lnTo>
                  <a:pt x="543179" y="93500"/>
                </a:lnTo>
                <a:lnTo>
                  <a:pt x="542958" y="93289"/>
                </a:lnTo>
                <a:lnTo>
                  <a:pt x="542726" y="93086"/>
                </a:lnTo>
                <a:lnTo>
                  <a:pt x="542485" y="92891"/>
                </a:lnTo>
                <a:lnTo>
                  <a:pt x="542233" y="92705"/>
                </a:lnTo>
                <a:lnTo>
                  <a:pt x="541971" y="92527"/>
                </a:lnTo>
                <a:lnTo>
                  <a:pt x="541699" y="92359"/>
                </a:lnTo>
                <a:lnTo>
                  <a:pt x="541416" y="92198"/>
                </a:lnTo>
                <a:lnTo>
                  <a:pt x="541123" y="92047"/>
                </a:lnTo>
                <a:lnTo>
                  <a:pt x="540819" y="91904"/>
                </a:lnTo>
                <a:lnTo>
                  <a:pt x="540506" y="91770"/>
                </a:lnTo>
                <a:lnTo>
                  <a:pt x="540182" y="91644"/>
                </a:lnTo>
                <a:lnTo>
                  <a:pt x="539847" y="91528"/>
                </a:lnTo>
                <a:lnTo>
                  <a:pt x="539502" y="91419"/>
                </a:lnTo>
                <a:lnTo>
                  <a:pt x="539147" y="91320"/>
                </a:lnTo>
                <a:lnTo>
                  <a:pt x="538782" y="91229"/>
                </a:lnTo>
                <a:lnTo>
                  <a:pt x="538406" y="91147"/>
                </a:lnTo>
                <a:lnTo>
                  <a:pt x="538020" y="91073"/>
                </a:lnTo>
                <a:lnTo>
                  <a:pt x="537624" y="91008"/>
                </a:lnTo>
                <a:lnTo>
                  <a:pt x="537217" y="90952"/>
                </a:lnTo>
                <a:lnTo>
                  <a:pt x="536800" y="90904"/>
                </a:lnTo>
                <a:lnTo>
                  <a:pt x="536373" y="90865"/>
                </a:lnTo>
                <a:lnTo>
                  <a:pt x="535935" y="90835"/>
                </a:lnTo>
                <a:lnTo>
                  <a:pt x="535487" y="90813"/>
                </a:lnTo>
                <a:lnTo>
                  <a:pt x="535029" y="90800"/>
                </a:lnTo>
                <a:lnTo>
                  <a:pt x="534560" y="90796"/>
                </a:lnTo>
                <a:lnTo>
                  <a:pt x="534560" y="20818"/>
                </a:lnTo>
                <a:lnTo>
                  <a:pt x="534943" y="20814"/>
                </a:lnTo>
                <a:lnTo>
                  <a:pt x="535318" y="20801"/>
                </a:lnTo>
                <a:lnTo>
                  <a:pt x="535685" y="20779"/>
                </a:lnTo>
                <a:lnTo>
                  <a:pt x="536045" y="20748"/>
                </a:lnTo>
                <a:lnTo>
                  <a:pt x="536397" y="20708"/>
                </a:lnTo>
                <a:lnTo>
                  <a:pt x="536742" y="20660"/>
                </a:lnTo>
                <a:lnTo>
                  <a:pt x="537079" y="20603"/>
                </a:lnTo>
                <a:lnTo>
                  <a:pt x="537408" y="20537"/>
                </a:lnTo>
                <a:lnTo>
                  <a:pt x="537730" y="20462"/>
                </a:lnTo>
                <a:lnTo>
                  <a:pt x="538044" y="20378"/>
                </a:lnTo>
                <a:lnTo>
                  <a:pt x="538351" y="20286"/>
                </a:lnTo>
                <a:lnTo>
                  <a:pt x="538650" y="20184"/>
                </a:lnTo>
                <a:lnTo>
                  <a:pt x="538941" y="20074"/>
                </a:lnTo>
                <a:lnTo>
                  <a:pt x="539225" y="19955"/>
                </a:lnTo>
                <a:lnTo>
                  <a:pt x="539501" y="19827"/>
                </a:lnTo>
                <a:lnTo>
                  <a:pt x="539770" y="19691"/>
                </a:lnTo>
                <a:lnTo>
                  <a:pt x="540031" y="19546"/>
                </a:lnTo>
                <a:lnTo>
                  <a:pt x="540284" y="19391"/>
                </a:lnTo>
                <a:lnTo>
                  <a:pt x="540530" y="19229"/>
                </a:lnTo>
                <a:lnTo>
                  <a:pt x="540768" y="19057"/>
                </a:lnTo>
                <a:lnTo>
                  <a:pt x="540999" y="18876"/>
                </a:lnTo>
                <a:lnTo>
                  <a:pt x="541222" y="18687"/>
                </a:lnTo>
                <a:lnTo>
                  <a:pt x="541438" y="18489"/>
                </a:lnTo>
                <a:lnTo>
                  <a:pt x="541645" y="18282"/>
                </a:lnTo>
                <a:lnTo>
                  <a:pt x="541845" y="18068"/>
                </a:lnTo>
                <a:lnTo>
                  <a:pt x="542037" y="17849"/>
                </a:lnTo>
                <a:lnTo>
                  <a:pt x="542219" y="17624"/>
                </a:lnTo>
                <a:lnTo>
                  <a:pt x="542394" y="17395"/>
                </a:lnTo>
                <a:lnTo>
                  <a:pt x="542560" y="17160"/>
                </a:lnTo>
                <a:lnTo>
                  <a:pt x="542717" y="16920"/>
                </a:lnTo>
                <a:lnTo>
                  <a:pt x="542866" y="16675"/>
                </a:lnTo>
                <a:lnTo>
                  <a:pt x="543006" y="16425"/>
                </a:lnTo>
                <a:lnTo>
                  <a:pt x="543138" y="16170"/>
                </a:lnTo>
                <a:lnTo>
                  <a:pt x="543261" y="15910"/>
                </a:lnTo>
                <a:lnTo>
                  <a:pt x="543376" y="15644"/>
                </a:lnTo>
                <a:lnTo>
                  <a:pt x="543482" y="15373"/>
                </a:lnTo>
                <a:lnTo>
                  <a:pt x="543580" y="15097"/>
                </a:lnTo>
                <a:lnTo>
                  <a:pt x="543669" y="14816"/>
                </a:lnTo>
                <a:lnTo>
                  <a:pt x="543750" y="14530"/>
                </a:lnTo>
                <a:lnTo>
                  <a:pt x="543754" y="14513"/>
                </a:lnTo>
                <a:lnTo>
                  <a:pt x="543759" y="14530"/>
                </a:lnTo>
                <a:lnTo>
                  <a:pt x="543848" y="14816"/>
                </a:lnTo>
                <a:lnTo>
                  <a:pt x="543947" y="15097"/>
                </a:lnTo>
                <a:lnTo>
                  <a:pt x="544055" y="15373"/>
                </a:lnTo>
                <a:lnTo>
                  <a:pt x="544173" y="15644"/>
                </a:lnTo>
                <a:lnTo>
                  <a:pt x="544300" y="15910"/>
                </a:lnTo>
                <a:lnTo>
                  <a:pt x="544437" y="16170"/>
                </a:lnTo>
                <a:lnTo>
                  <a:pt x="544583" y="16425"/>
                </a:lnTo>
                <a:lnTo>
                  <a:pt x="544738" y="16675"/>
                </a:lnTo>
                <a:lnTo>
                  <a:pt x="544903" y="16920"/>
                </a:lnTo>
                <a:lnTo>
                  <a:pt x="545077" y="17160"/>
                </a:lnTo>
                <a:lnTo>
                  <a:pt x="545261" y="17395"/>
                </a:lnTo>
                <a:lnTo>
                  <a:pt x="545454" y="17624"/>
                </a:lnTo>
                <a:lnTo>
                  <a:pt x="545656" y="17849"/>
                </a:lnTo>
                <a:lnTo>
                  <a:pt x="545868" y="18068"/>
                </a:lnTo>
                <a:lnTo>
                  <a:pt x="546089" y="18282"/>
                </a:lnTo>
                <a:lnTo>
                  <a:pt x="546320" y="18489"/>
                </a:lnTo>
                <a:lnTo>
                  <a:pt x="546562" y="18687"/>
                </a:lnTo>
                <a:lnTo>
                  <a:pt x="546814" y="18876"/>
                </a:lnTo>
                <a:lnTo>
                  <a:pt x="547076" y="19057"/>
                </a:lnTo>
                <a:lnTo>
                  <a:pt x="547348" y="19229"/>
                </a:lnTo>
                <a:lnTo>
                  <a:pt x="547631" y="19391"/>
                </a:lnTo>
                <a:lnTo>
                  <a:pt x="547924" y="19546"/>
                </a:lnTo>
                <a:lnTo>
                  <a:pt x="548227" y="19691"/>
                </a:lnTo>
                <a:lnTo>
                  <a:pt x="548541" y="19827"/>
                </a:lnTo>
                <a:lnTo>
                  <a:pt x="548865" y="19955"/>
                </a:lnTo>
                <a:lnTo>
                  <a:pt x="549200" y="20074"/>
                </a:lnTo>
                <a:lnTo>
                  <a:pt x="549544" y="20184"/>
                </a:lnTo>
                <a:lnTo>
                  <a:pt x="549899" y="20286"/>
                </a:lnTo>
                <a:lnTo>
                  <a:pt x="550265" y="20378"/>
                </a:lnTo>
                <a:lnTo>
                  <a:pt x="550640" y="20462"/>
                </a:lnTo>
                <a:lnTo>
                  <a:pt x="551027" y="20537"/>
                </a:lnTo>
                <a:lnTo>
                  <a:pt x="551423" y="20603"/>
                </a:lnTo>
                <a:lnTo>
                  <a:pt x="551830" y="20660"/>
                </a:lnTo>
                <a:lnTo>
                  <a:pt x="552247" y="20708"/>
                </a:lnTo>
                <a:lnTo>
                  <a:pt x="552674" y="20748"/>
                </a:lnTo>
                <a:lnTo>
                  <a:pt x="553112" y="20779"/>
                </a:lnTo>
                <a:lnTo>
                  <a:pt x="553560" y="20801"/>
                </a:lnTo>
                <a:lnTo>
                  <a:pt x="554018" y="20814"/>
                </a:lnTo>
                <a:lnTo>
                  <a:pt x="554487" y="20818"/>
                </a:lnTo>
                <a:lnTo>
                  <a:pt x="554487" y="71689"/>
                </a:lnTo>
                <a:lnTo>
                  <a:pt x="554492" y="72543"/>
                </a:lnTo>
                <a:lnTo>
                  <a:pt x="554509" y="73382"/>
                </a:lnTo>
                <a:lnTo>
                  <a:pt x="554537" y="74207"/>
                </a:lnTo>
                <a:lnTo>
                  <a:pt x="554576" y="75018"/>
                </a:lnTo>
                <a:lnTo>
                  <a:pt x="554627" y="75814"/>
                </a:lnTo>
                <a:lnTo>
                  <a:pt x="554689" y="76595"/>
                </a:lnTo>
                <a:lnTo>
                  <a:pt x="554762" y="77362"/>
                </a:lnTo>
                <a:lnTo>
                  <a:pt x="554846" y="78115"/>
                </a:lnTo>
                <a:lnTo>
                  <a:pt x="554942" y="78853"/>
                </a:lnTo>
                <a:lnTo>
                  <a:pt x="555048" y="79577"/>
                </a:lnTo>
                <a:lnTo>
                  <a:pt x="555166" y="80287"/>
                </a:lnTo>
                <a:lnTo>
                  <a:pt x="555296" y="80981"/>
                </a:lnTo>
                <a:lnTo>
                  <a:pt x="555436" y="81662"/>
                </a:lnTo>
                <a:lnTo>
                  <a:pt x="555588" y="82328"/>
                </a:lnTo>
                <a:lnTo>
                  <a:pt x="555751" y="82980"/>
                </a:lnTo>
                <a:lnTo>
                  <a:pt x="555925" y="83617"/>
                </a:lnTo>
                <a:lnTo>
                  <a:pt x="556110" y="84239"/>
                </a:lnTo>
                <a:lnTo>
                  <a:pt x="556307" y="84848"/>
                </a:lnTo>
                <a:lnTo>
                  <a:pt x="556515" y="85442"/>
                </a:lnTo>
                <a:lnTo>
                  <a:pt x="556734" y="86021"/>
                </a:lnTo>
                <a:lnTo>
                  <a:pt x="556964" y="86586"/>
                </a:lnTo>
                <a:lnTo>
                  <a:pt x="557206" y="87136"/>
                </a:lnTo>
                <a:lnTo>
                  <a:pt x="557459" y="87672"/>
                </a:lnTo>
                <a:lnTo>
                  <a:pt x="557723" y="88194"/>
                </a:lnTo>
                <a:lnTo>
                  <a:pt x="557997" y="88707"/>
                </a:lnTo>
                <a:lnTo>
                  <a:pt x="558280" y="89219"/>
                </a:lnTo>
                <a:lnTo>
                  <a:pt x="558572" y="89729"/>
                </a:lnTo>
                <a:lnTo>
                  <a:pt x="558874" y="90238"/>
                </a:lnTo>
                <a:lnTo>
                  <a:pt x="559184" y="90745"/>
                </a:lnTo>
                <a:lnTo>
                  <a:pt x="559503" y="91250"/>
                </a:lnTo>
                <a:lnTo>
                  <a:pt x="559830" y="91753"/>
                </a:lnTo>
                <a:lnTo>
                  <a:pt x="560167" y="92255"/>
                </a:lnTo>
                <a:lnTo>
                  <a:pt x="560513" y="92755"/>
                </a:lnTo>
                <a:lnTo>
                  <a:pt x="560868" y="93254"/>
                </a:lnTo>
                <a:lnTo>
                  <a:pt x="561232" y="93751"/>
                </a:lnTo>
                <a:lnTo>
                  <a:pt x="561605" y="94246"/>
                </a:lnTo>
                <a:lnTo>
                  <a:pt x="561986" y="94739"/>
                </a:lnTo>
                <a:lnTo>
                  <a:pt x="562377" y="95231"/>
                </a:lnTo>
                <a:lnTo>
                  <a:pt x="562777" y="95721"/>
                </a:lnTo>
                <a:lnTo>
                  <a:pt x="563185" y="96210"/>
                </a:lnTo>
                <a:lnTo>
                  <a:pt x="563603" y="96697"/>
                </a:lnTo>
                <a:lnTo>
                  <a:pt x="564029" y="97182"/>
                </a:lnTo>
                <a:lnTo>
                  <a:pt x="564465" y="97665"/>
                </a:lnTo>
                <a:lnTo>
                  <a:pt x="564909" y="98147"/>
                </a:lnTo>
                <a:lnTo>
                  <a:pt x="565362" y="98627"/>
                </a:lnTo>
                <a:lnTo>
                  <a:pt x="565825" y="99105"/>
                </a:lnTo>
                <a:lnTo>
                  <a:pt x="566296" y="99582"/>
                </a:lnTo>
                <a:lnTo>
                  <a:pt x="566776" y="100057"/>
                </a:lnTo>
                <a:lnTo>
                  <a:pt x="567264" y="100527"/>
                </a:lnTo>
                <a:lnTo>
                  <a:pt x="567756" y="100987"/>
                </a:lnTo>
                <a:lnTo>
                  <a:pt x="568254" y="101437"/>
                </a:lnTo>
                <a:lnTo>
                  <a:pt x="568757" y="101878"/>
                </a:lnTo>
                <a:lnTo>
                  <a:pt x="569265" y="102309"/>
                </a:lnTo>
                <a:lnTo>
                  <a:pt x="569778" y="102730"/>
                </a:lnTo>
                <a:lnTo>
                  <a:pt x="570296" y="103142"/>
                </a:lnTo>
                <a:lnTo>
                  <a:pt x="570820" y="103545"/>
                </a:lnTo>
                <a:lnTo>
                  <a:pt x="571348" y="103938"/>
                </a:lnTo>
                <a:lnTo>
                  <a:pt x="571882" y="104321"/>
                </a:lnTo>
                <a:lnTo>
                  <a:pt x="572421" y="104695"/>
                </a:lnTo>
                <a:lnTo>
                  <a:pt x="572965" y="105059"/>
                </a:lnTo>
                <a:lnTo>
                  <a:pt x="573514" y="105413"/>
                </a:lnTo>
                <a:lnTo>
                  <a:pt x="574069" y="105758"/>
                </a:lnTo>
                <a:lnTo>
                  <a:pt x="574628" y="106094"/>
                </a:lnTo>
                <a:lnTo>
                  <a:pt x="575193" y="106420"/>
                </a:lnTo>
                <a:lnTo>
                  <a:pt x="575763" y="106736"/>
                </a:lnTo>
                <a:lnTo>
                  <a:pt x="576338" y="107043"/>
                </a:lnTo>
                <a:lnTo>
                  <a:pt x="576918" y="107340"/>
                </a:lnTo>
                <a:lnTo>
                  <a:pt x="577504" y="107627"/>
                </a:lnTo>
                <a:lnTo>
                  <a:pt x="578094" y="107905"/>
                </a:lnTo>
                <a:lnTo>
                  <a:pt x="578690" y="108173"/>
                </a:lnTo>
                <a:lnTo>
                  <a:pt x="579291" y="108432"/>
                </a:lnTo>
                <a:lnTo>
                  <a:pt x="579897" y="108681"/>
                </a:lnTo>
                <a:lnTo>
                  <a:pt x="580508" y="108921"/>
                </a:lnTo>
                <a:lnTo>
                  <a:pt x="581122" y="109150"/>
                </a:lnTo>
                <a:lnTo>
                  <a:pt x="581739" y="109369"/>
                </a:lnTo>
                <a:lnTo>
                  <a:pt x="582360" y="109578"/>
                </a:lnTo>
                <a:lnTo>
                  <a:pt x="582984" y="109776"/>
                </a:lnTo>
                <a:lnTo>
                  <a:pt x="583612" y="109965"/>
                </a:lnTo>
                <a:lnTo>
                  <a:pt x="584243" y="110143"/>
                </a:lnTo>
                <a:lnTo>
                  <a:pt x="584878" y="110311"/>
                </a:lnTo>
                <a:lnTo>
                  <a:pt x="585517" y="110469"/>
                </a:lnTo>
                <a:lnTo>
                  <a:pt x="586158" y="110616"/>
                </a:lnTo>
                <a:lnTo>
                  <a:pt x="586804" y="110754"/>
                </a:lnTo>
                <a:lnTo>
                  <a:pt x="587453" y="110881"/>
                </a:lnTo>
                <a:lnTo>
                  <a:pt x="588105" y="110998"/>
                </a:lnTo>
                <a:lnTo>
                  <a:pt x="588761" y="111105"/>
                </a:lnTo>
                <a:lnTo>
                  <a:pt x="589420" y="111202"/>
                </a:lnTo>
                <a:lnTo>
                  <a:pt x="590083" y="111289"/>
                </a:lnTo>
                <a:lnTo>
                  <a:pt x="590749" y="111365"/>
                </a:lnTo>
                <a:lnTo>
                  <a:pt x="591419" y="111431"/>
                </a:lnTo>
                <a:lnTo>
                  <a:pt x="592092" y="111487"/>
                </a:lnTo>
                <a:lnTo>
                  <a:pt x="592769" y="111533"/>
                </a:lnTo>
                <a:lnTo>
                  <a:pt x="593449" y="111569"/>
                </a:lnTo>
                <a:lnTo>
                  <a:pt x="594133" y="111594"/>
                </a:lnTo>
                <a:lnTo>
                  <a:pt x="594820" y="111609"/>
                </a:lnTo>
                <a:lnTo>
                  <a:pt x="595511" y="111615"/>
                </a:lnTo>
                <a:lnTo>
                  <a:pt x="596902" y="111594"/>
                </a:lnTo>
                <a:lnTo>
                  <a:pt x="598276" y="111534"/>
                </a:lnTo>
                <a:lnTo>
                  <a:pt x="599634" y="111433"/>
                </a:lnTo>
                <a:lnTo>
                  <a:pt x="600974" y="111291"/>
                </a:lnTo>
                <a:lnTo>
                  <a:pt x="602298" y="111109"/>
                </a:lnTo>
                <a:lnTo>
                  <a:pt x="603605" y="110887"/>
                </a:lnTo>
                <a:lnTo>
                  <a:pt x="604895" y="110624"/>
                </a:lnTo>
                <a:lnTo>
                  <a:pt x="606168" y="110321"/>
                </a:lnTo>
                <a:lnTo>
                  <a:pt x="607424" y="109977"/>
                </a:lnTo>
                <a:lnTo>
                  <a:pt x="608664" y="109593"/>
                </a:lnTo>
                <a:lnTo>
                  <a:pt x="609886" y="109168"/>
                </a:lnTo>
                <a:lnTo>
                  <a:pt x="611092" y="108703"/>
                </a:lnTo>
                <a:lnTo>
                  <a:pt x="612281" y="108198"/>
                </a:lnTo>
                <a:lnTo>
                  <a:pt x="613453" y="107652"/>
                </a:lnTo>
                <a:lnTo>
                  <a:pt x="614608" y="107066"/>
                </a:lnTo>
                <a:lnTo>
                  <a:pt x="615746" y="106439"/>
                </a:lnTo>
                <a:lnTo>
                  <a:pt x="616868" y="105772"/>
                </a:lnTo>
                <a:lnTo>
                  <a:pt x="617972" y="105064"/>
                </a:lnTo>
                <a:lnTo>
                  <a:pt x="619060" y="104316"/>
                </a:lnTo>
                <a:lnTo>
                  <a:pt x="620131" y="103528"/>
                </a:lnTo>
                <a:lnTo>
                  <a:pt x="621185" y="102699"/>
                </a:lnTo>
                <a:lnTo>
                  <a:pt x="622222" y="101830"/>
                </a:lnTo>
                <a:lnTo>
                  <a:pt x="623242" y="100920"/>
                </a:lnTo>
                <a:lnTo>
                  <a:pt x="624246" y="99970"/>
                </a:lnTo>
                <a:lnTo>
                  <a:pt x="625220" y="98991"/>
                </a:lnTo>
                <a:lnTo>
                  <a:pt x="626153" y="97994"/>
                </a:lnTo>
                <a:lnTo>
                  <a:pt x="627044" y="96981"/>
                </a:lnTo>
                <a:lnTo>
                  <a:pt x="627894" y="95950"/>
                </a:lnTo>
                <a:lnTo>
                  <a:pt x="628702" y="94901"/>
                </a:lnTo>
                <a:lnTo>
                  <a:pt x="629469" y="93835"/>
                </a:lnTo>
                <a:lnTo>
                  <a:pt x="630195" y="92752"/>
                </a:lnTo>
                <a:lnTo>
                  <a:pt x="630879" y="91652"/>
                </a:lnTo>
                <a:lnTo>
                  <a:pt x="631522" y="90534"/>
                </a:lnTo>
                <a:lnTo>
                  <a:pt x="632123" y="89399"/>
                </a:lnTo>
                <a:lnTo>
                  <a:pt x="632682" y="88247"/>
                </a:lnTo>
                <a:lnTo>
                  <a:pt x="633201" y="87077"/>
                </a:lnTo>
                <a:lnTo>
                  <a:pt x="633677" y="85890"/>
                </a:lnTo>
                <a:lnTo>
                  <a:pt x="634113" y="84686"/>
                </a:lnTo>
                <a:lnTo>
                  <a:pt x="634507" y="83464"/>
                </a:lnTo>
                <a:lnTo>
                  <a:pt x="634859" y="82225"/>
                </a:lnTo>
                <a:lnTo>
                  <a:pt x="635170" y="80969"/>
                </a:lnTo>
                <a:lnTo>
                  <a:pt x="635439" y="79695"/>
                </a:lnTo>
                <a:lnTo>
                  <a:pt x="635667" y="78404"/>
                </a:lnTo>
                <a:lnTo>
                  <a:pt x="635854" y="77096"/>
                </a:lnTo>
                <a:lnTo>
                  <a:pt x="635999" y="75770"/>
                </a:lnTo>
                <a:lnTo>
                  <a:pt x="636103" y="74427"/>
                </a:lnTo>
                <a:lnTo>
                  <a:pt x="636165" y="73067"/>
                </a:lnTo>
                <a:lnTo>
                  <a:pt x="636186" y="71689"/>
                </a:lnTo>
                <a:lnTo>
                  <a:pt x="636186" y="20818"/>
                </a:lnTo>
                <a:lnTo>
                  <a:pt x="636654" y="20814"/>
                </a:lnTo>
                <a:lnTo>
                  <a:pt x="637113" y="20801"/>
                </a:lnTo>
                <a:lnTo>
                  <a:pt x="637561" y="20779"/>
                </a:lnTo>
                <a:lnTo>
                  <a:pt x="637998" y="20748"/>
                </a:lnTo>
                <a:lnTo>
                  <a:pt x="638426" y="20708"/>
                </a:lnTo>
                <a:lnTo>
                  <a:pt x="638843" y="20660"/>
                </a:lnTo>
                <a:lnTo>
                  <a:pt x="639249" y="20603"/>
                </a:lnTo>
                <a:lnTo>
                  <a:pt x="639646" y="20537"/>
                </a:lnTo>
                <a:lnTo>
                  <a:pt x="640032" y="20462"/>
                </a:lnTo>
                <a:lnTo>
                  <a:pt x="640407" y="20378"/>
                </a:lnTo>
                <a:lnTo>
                  <a:pt x="640773" y="20286"/>
                </a:lnTo>
                <a:lnTo>
                  <a:pt x="641128" y="20184"/>
                </a:lnTo>
                <a:lnTo>
                  <a:pt x="641472" y="20074"/>
                </a:lnTo>
                <a:lnTo>
                  <a:pt x="641807" y="19955"/>
                </a:lnTo>
                <a:lnTo>
                  <a:pt x="642131" y="19827"/>
                </a:lnTo>
                <a:lnTo>
                  <a:pt x="642445" y="19691"/>
                </a:lnTo>
                <a:lnTo>
                  <a:pt x="642748" y="19546"/>
                </a:lnTo>
                <a:lnTo>
                  <a:pt x="643041" y="19391"/>
                </a:lnTo>
                <a:lnTo>
                  <a:pt x="643324" y="19229"/>
                </a:lnTo>
                <a:lnTo>
                  <a:pt x="643596" y="19057"/>
                </a:lnTo>
                <a:lnTo>
                  <a:pt x="643859" y="18876"/>
                </a:lnTo>
                <a:lnTo>
                  <a:pt x="644110" y="18687"/>
                </a:lnTo>
                <a:lnTo>
                  <a:pt x="644352" y="18489"/>
                </a:lnTo>
                <a:lnTo>
                  <a:pt x="644583" y="18282"/>
                </a:lnTo>
                <a:lnTo>
                  <a:pt x="644804" y="18068"/>
                </a:lnTo>
                <a:lnTo>
                  <a:pt x="645016" y="17849"/>
                </a:lnTo>
                <a:lnTo>
                  <a:pt x="645218" y="17624"/>
                </a:lnTo>
                <a:lnTo>
                  <a:pt x="645411" y="17395"/>
                </a:lnTo>
                <a:lnTo>
                  <a:pt x="645595" y="17160"/>
                </a:lnTo>
                <a:lnTo>
                  <a:pt x="645769" y="16920"/>
                </a:lnTo>
                <a:lnTo>
                  <a:pt x="645934" y="16675"/>
                </a:lnTo>
                <a:lnTo>
                  <a:pt x="646089" y="16425"/>
                </a:lnTo>
                <a:lnTo>
                  <a:pt x="646235" y="16170"/>
                </a:lnTo>
                <a:lnTo>
                  <a:pt x="646372" y="15910"/>
                </a:lnTo>
                <a:lnTo>
                  <a:pt x="646499" y="15644"/>
                </a:lnTo>
                <a:lnTo>
                  <a:pt x="646617" y="15373"/>
                </a:lnTo>
                <a:lnTo>
                  <a:pt x="646725" y="15097"/>
                </a:lnTo>
                <a:lnTo>
                  <a:pt x="646824" y="14816"/>
                </a:lnTo>
                <a:lnTo>
                  <a:pt x="646913" y="14530"/>
                </a:lnTo>
                <a:lnTo>
                  <a:pt x="646993" y="14239"/>
                </a:lnTo>
                <a:lnTo>
                  <a:pt x="647064" y="13942"/>
                </a:lnTo>
                <a:lnTo>
                  <a:pt x="647125" y="13640"/>
                </a:lnTo>
                <a:lnTo>
                  <a:pt x="647177" y="13333"/>
                </a:lnTo>
                <a:lnTo>
                  <a:pt x="647219" y="13021"/>
                </a:lnTo>
                <a:lnTo>
                  <a:pt x="647252" y="12704"/>
                </a:lnTo>
                <a:lnTo>
                  <a:pt x="647276" y="12382"/>
                </a:lnTo>
                <a:lnTo>
                  <a:pt x="647290" y="12054"/>
                </a:lnTo>
                <a:lnTo>
                  <a:pt x="647295" y="11721"/>
                </a:lnTo>
                <a:lnTo>
                  <a:pt x="647290" y="11389"/>
                </a:lnTo>
                <a:lnTo>
                  <a:pt x="647275" y="11062"/>
                </a:lnTo>
                <a:lnTo>
                  <a:pt x="647251" y="10740"/>
                </a:lnTo>
                <a:lnTo>
                  <a:pt x="647218" y="10424"/>
                </a:lnTo>
                <a:lnTo>
                  <a:pt x="647175" y="10113"/>
                </a:lnTo>
                <a:lnTo>
                  <a:pt x="647122" y="9808"/>
                </a:lnTo>
                <a:lnTo>
                  <a:pt x="647060" y="9508"/>
                </a:lnTo>
                <a:lnTo>
                  <a:pt x="646988" y="9214"/>
                </a:lnTo>
                <a:lnTo>
                  <a:pt x="646907" y="8925"/>
                </a:lnTo>
                <a:lnTo>
                  <a:pt x="646816" y="8642"/>
                </a:lnTo>
                <a:lnTo>
                  <a:pt x="646716" y="8364"/>
                </a:lnTo>
                <a:lnTo>
                  <a:pt x="646606" y="8091"/>
                </a:lnTo>
                <a:lnTo>
                  <a:pt x="646486" y="7824"/>
                </a:lnTo>
                <a:lnTo>
                  <a:pt x="646357" y="7563"/>
                </a:lnTo>
                <a:lnTo>
                  <a:pt x="646218" y="7307"/>
                </a:lnTo>
                <a:lnTo>
                  <a:pt x="646070" y="7056"/>
                </a:lnTo>
                <a:lnTo>
                  <a:pt x="645912" y="6811"/>
                </a:lnTo>
                <a:lnTo>
                  <a:pt x="645745" y="6571"/>
                </a:lnTo>
                <a:lnTo>
                  <a:pt x="645568" y="6337"/>
                </a:lnTo>
                <a:lnTo>
                  <a:pt x="645381" y="6108"/>
                </a:lnTo>
                <a:lnTo>
                  <a:pt x="645185" y="5885"/>
                </a:lnTo>
                <a:lnTo>
                  <a:pt x="644979" y="5667"/>
                </a:lnTo>
                <a:lnTo>
                  <a:pt x="644764" y="5455"/>
                </a:lnTo>
                <a:lnTo>
                  <a:pt x="644539" y="5248"/>
                </a:lnTo>
                <a:lnTo>
                  <a:pt x="644303" y="5048"/>
                </a:lnTo>
                <a:lnTo>
                  <a:pt x="644054" y="4857"/>
                </a:lnTo>
                <a:lnTo>
                  <a:pt x="643792" y="4674"/>
                </a:lnTo>
                <a:lnTo>
                  <a:pt x="643517" y="4500"/>
                </a:lnTo>
                <a:lnTo>
                  <a:pt x="643230" y="4334"/>
                </a:lnTo>
                <a:lnTo>
                  <a:pt x="642929" y="4177"/>
                </a:lnTo>
                <a:lnTo>
                  <a:pt x="642616" y="4028"/>
                </a:lnTo>
                <a:lnTo>
                  <a:pt x="642289" y="3888"/>
                </a:lnTo>
                <a:lnTo>
                  <a:pt x="641950" y="3756"/>
                </a:lnTo>
                <a:lnTo>
                  <a:pt x="641598" y="3633"/>
                </a:lnTo>
                <a:lnTo>
                  <a:pt x="641232" y="3518"/>
                </a:lnTo>
                <a:lnTo>
                  <a:pt x="640854" y="3411"/>
                </a:lnTo>
                <a:lnTo>
                  <a:pt x="640463" y="3314"/>
                </a:lnTo>
                <a:lnTo>
                  <a:pt x="640060" y="3224"/>
                </a:lnTo>
                <a:lnTo>
                  <a:pt x="639643" y="3144"/>
                </a:lnTo>
                <a:lnTo>
                  <a:pt x="639213" y="3071"/>
                </a:lnTo>
                <a:lnTo>
                  <a:pt x="638770" y="3007"/>
                </a:lnTo>
                <a:lnTo>
                  <a:pt x="638315" y="2952"/>
                </a:lnTo>
                <a:lnTo>
                  <a:pt x="637847" y="2905"/>
                </a:lnTo>
                <a:lnTo>
                  <a:pt x="637365" y="2867"/>
                </a:lnTo>
                <a:lnTo>
                  <a:pt x="636871" y="2837"/>
                </a:lnTo>
                <a:lnTo>
                  <a:pt x="636364" y="2816"/>
                </a:lnTo>
                <a:lnTo>
                  <a:pt x="635844" y="2803"/>
                </a:lnTo>
                <a:lnTo>
                  <a:pt x="635311" y="2799"/>
                </a:lnTo>
                <a:lnTo>
                  <a:pt x="611781" y="2624"/>
                </a:lnTo>
                <a:lnTo>
                  <a:pt x="611248" y="2628"/>
                </a:lnTo>
                <a:lnTo>
                  <a:pt x="610728" y="2641"/>
                </a:lnTo>
                <a:lnTo>
                  <a:pt x="610221" y="2663"/>
                </a:lnTo>
                <a:lnTo>
                  <a:pt x="609726" y="2693"/>
                </a:lnTo>
                <a:lnTo>
                  <a:pt x="609245" y="2732"/>
                </a:lnTo>
                <a:lnTo>
                  <a:pt x="608777" y="2780"/>
                </a:lnTo>
                <a:lnTo>
                  <a:pt x="608321" y="2836"/>
                </a:lnTo>
                <a:lnTo>
                  <a:pt x="607879" y="2901"/>
                </a:lnTo>
                <a:lnTo>
                  <a:pt x="607449" y="2975"/>
                </a:lnTo>
                <a:lnTo>
                  <a:pt x="607032" y="3057"/>
                </a:lnTo>
                <a:lnTo>
                  <a:pt x="606628" y="3148"/>
                </a:lnTo>
                <a:lnTo>
                  <a:pt x="606237" y="3247"/>
                </a:lnTo>
                <a:lnTo>
                  <a:pt x="605859" y="3356"/>
                </a:lnTo>
                <a:lnTo>
                  <a:pt x="605494" y="3472"/>
                </a:lnTo>
                <a:lnTo>
                  <a:pt x="605142" y="3598"/>
                </a:lnTo>
                <a:lnTo>
                  <a:pt x="604802" y="3732"/>
                </a:lnTo>
                <a:lnTo>
                  <a:pt x="604476" y="3875"/>
                </a:lnTo>
                <a:lnTo>
                  <a:pt x="604163" y="4026"/>
                </a:lnTo>
                <a:lnTo>
                  <a:pt x="603862" y="4187"/>
                </a:lnTo>
                <a:lnTo>
                  <a:pt x="603574" y="4355"/>
                </a:lnTo>
                <a:lnTo>
                  <a:pt x="603299" y="4533"/>
                </a:lnTo>
                <a:lnTo>
                  <a:pt x="603038" y="4719"/>
                </a:lnTo>
                <a:lnTo>
                  <a:pt x="602789" y="4914"/>
                </a:lnTo>
                <a:lnTo>
                  <a:pt x="602553" y="5117"/>
                </a:lnTo>
                <a:lnTo>
                  <a:pt x="602328" y="5328"/>
                </a:lnTo>
                <a:lnTo>
                  <a:pt x="602112" y="5543"/>
                </a:lnTo>
                <a:lnTo>
                  <a:pt x="601907" y="5764"/>
                </a:lnTo>
                <a:lnTo>
                  <a:pt x="601711" y="5991"/>
                </a:lnTo>
                <a:lnTo>
                  <a:pt x="601524" y="6222"/>
                </a:lnTo>
                <a:lnTo>
                  <a:pt x="601347" y="6459"/>
                </a:lnTo>
                <a:lnTo>
                  <a:pt x="601180" y="6702"/>
                </a:lnTo>
                <a:lnTo>
                  <a:pt x="601022" y="6949"/>
                </a:lnTo>
                <a:lnTo>
                  <a:pt x="600873" y="7202"/>
                </a:lnTo>
                <a:lnTo>
                  <a:pt x="600735" y="7460"/>
                </a:lnTo>
                <a:lnTo>
                  <a:pt x="600606" y="7724"/>
                </a:lnTo>
                <a:lnTo>
                  <a:pt x="600486" y="7993"/>
                </a:lnTo>
                <a:lnTo>
                  <a:pt x="600376" y="8267"/>
                </a:lnTo>
                <a:lnTo>
                  <a:pt x="600276" y="8546"/>
                </a:lnTo>
                <a:lnTo>
                  <a:pt x="600185" y="8831"/>
                </a:lnTo>
                <a:lnTo>
                  <a:pt x="600103" y="9121"/>
                </a:lnTo>
                <a:lnTo>
                  <a:pt x="600032" y="9417"/>
                </a:lnTo>
                <a:lnTo>
                  <a:pt x="599969" y="9718"/>
                </a:lnTo>
                <a:lnTo>
                  <a:pt x="599917" y="10024"/>
                </a:lnTo>
                <a:lnTo>
                  <a:pt x="599874" y="10335"/>
                </a:lnTo>
                <a:lnTo>
                  <a:pt x="599840" y="10652"/>
                </a:lnTo>
                <a:lnTo>
                  <a:pt x="599816" y="10974"/>
                </a:lnTo>
                <a:lnTo>
                  <a:pt x="599802" y="11301"/>
                </a:lnTo>
                <a:lnTo>
                  <a:pt x="599797" y="11634"/>
                </a:lnTo>
                <a:lnTo>
                  <a:pt x="599802" y="11966"/>
                </a:lnTo>
                <a:lnTo>
                  <a:pt x="599816" y="12294"/>
                </a:lnTo>
                <a:lnTo>
                  <a:pt x="599840" y="12616"/>
                </a:lnTo>
                <a:lnTo>
                  <a:pt x="599874" y="12933"/>
                </a:lnTo>
                <a:lnTo>
                  <a:pt x="599917" y="13244"/>
                </a:lnTo>
                <a:lnTo>
                  <a:pt x="599969" y="13550"/>
                </a:lnTo>
                <a:lnTo>
                  <a:pt x="600032" y="13851"/>
                </a:lnTo>
                <a:lnTo>
                  <a:pt x="600103" y="14146"/>
                </a:lnTo>
                <a:lnTo>
                  <a:pt x="600185" y="14436"/>
                </a:lnTo>
                <a:lnTo>
                  <a:pt x="600276" y="14721"/>
                </a:lnTo>
                <a:lnTo>
                  <a:pt x="600376" y="15001"/>
                </a:lnTo>
                <a:lnTo>
                  <a:pt x="600486" y="15275"/>
                </a:lnTo>
                <a:lnTo>
                  <a:pt x="600606" y="15544"/>
                </a:lnTo>
                <a:lnTo>
                  <a:pt x="600735" y="15807"/>
                </a:lnTo>
                <a:lnTo>
                  <a:pt x="600873" y="16066"/>
                </a:lnTo>
                <a:lnTo>
                  <a:pt x="601022" y="16318"/>
                </a:lnTo>
                <a:lnTo>
                  <a:pt x="601180" y="16566"/>
                </a:lnTo>
                <a:lnTo>
                  <a:pt x="601347" y="16808"/>
                </a:lnTo>
                <a:lnTo>
                  <a:pt x="601524" y="17045"/>
                </a:lnTo>
                <a:lnTo>
                  <a:pt x="601711" y="17277"/>
                </a:lnTo>
                <a:lnTo>
                  <a:pt x="601907" y="17503"/>
                </a:lnTo>
                <a:lnTo>
                  <a:pt x="602112" y="17724"/>
                </a:lnTo>
                <a:lnTo>
                  <a:pt x="602328" y="17940"/>
                </a:lnTo>
                <a:lnTo>
                  <a:pt x="602553" y="18150"/>
                </a:lnTo>
                <a:lnTo>
                  <a:pt x="602789" y="18354"/>
                </a:lnTo>
                <a:lnTo>
                  <a:pt x="603038" y="18549"/>
                </a:lnTo>
                <a:lnTo>
                  <a:pt x="603299" y="18735"/>
                </a:lnTo>
                <a:lnTo>
                  <a:pt x="603574" y="18912"/>
                </a:lnTo>
                <a:lnTo>
                  <a:pt x="603862" y="19081"/>
                </a:lnTo>
                <a:lnTo>
                  <a:pt x="604163" y="19241"/>
                </a:lnTo>
                <a:lnTo>
                  <a:pt x="604476" y="19393"/>
                </a:lnTo>
                <a:lnTo>
                  <a:pt x="604802" y="19535"/>
                </a:lnTo>
                <a:lnTo>
                  <a:pt x="605142" y="19670"/>
                </a:lnTo>
                <a:lnTo>
                  <a:pt x="605494" y="19795"/>
                </a:lnTo>
                <a:lnTo>
                  <a:pt x="605859" y="19912"/>
                </a:lnTo>
                <a:lnTo>
                  <a:pt x="606237" y="20020"/>
                </a:lnTo>
                <a:lnTo>
                  <a:pt x="606628" y="20120"/>
                </a:lnTo>
                <a:lnTo>
                  <a:pt x="607032" y="20211"/>
                </a:lnTo>
                <a:lnTo>
                  <a:pt x="607449" y="20293"/>
                </a:lnTo>
                <a:lnTo>
                  <a:pt x="607879" y="20366"/>
                </a:lnTo>
                <a:lnTo>
                  <a:pt x="608321" y="20431"/>
                </a:lnTo>
                <a:lnTo>
                  <a:pt x="608777" y="20488"/>
                </a:lnTo>
                <a:lnTo>
                  <a:pt x="609245" y="20535"/>
                </a:lnTo>
                <a:lnTo>
                  <a:pt x="609726" y="20574"/>
                </a:lnTo>
                <a:lnTo>
                  <a:pt x="610221" y="20604"/>
                </a:lnTo>
                <a:lnTo>
                  <a:pt x="610728" y="20626"/>
                </a:lnTo>
                <a:lnTo>
                  <a:pt x="611248" y="20639"/>
                </a:lnTo>
                <a:lnTo>
                  <a:pt x="611781" y="20643"/>
                </a:lnTo>
                <a:lnTo>
                  <a:pt x="618254" y="20643"/>
                </a:lnTo>
                <a:lnTo>
                  <a:pt x="618254" y="73165"/>
                </a:lnTo>
                <a:lnTo>
                  <a:pt x="618250" y="73594"/>
                </a:lnTo>
                <a:lnTo>
                  <a:pt x="618239" y="74016"/>
                </a:lnTo>
                <a:lnTo>
                  <a:pt x="618220" y="74434"/>
                </a:lnTo>
                <a:lnTo>
                  <a:pt x="618193" y="74846"/>
                </a:lnTo>
                <a:lnTo>
                  <a:pt x="618159" y="75253"/>
                </a:lnTo>
                <a:lnTo>
                  <a:pt x="618117" y="75654"/>
                </a:lnTo>
                <a:lnTo>
                  <a:pt x="618068" y="76049"/>
                </a:lnTo>
                <a:lnTo>
                  <a:pt x="618011" y="76439"/>
                </a:lnTo>
                <a:lnTo>
                  <a:pt x="617946" y="76824"/>
                </a:lnTo>
                <a:lnTo>
                  <a:pt x="617874" y="77203"/>
                </a:lnTo>
                <a:lnTo>
                  <a:pt x="617794" y="77576"/>
                </a:lnTo>
                <a:lnTo>
                  <a:pt x="617707" y="77945"/>
                </a:lnTo>
                <a:lnTo>
                  <a:pt x="617612" y="78307"/>
                </a:lnTo>
                <a:lnTo>
                  <a:pt x="617510" y="78664"/>
                </a:lnTo>
                <a:lnTo>
                  <a:pt x="617400" y="79016"/>
                </a:lnTo>
                <a:lnTo>
                  <a:pt x="617282" y="79362"/>
                </a:lnTo>
                <a:lnTo>
                  <a:pt x="617157" y="79703"/>
                </a:lnTo>
                <a:lnTo>
                  <a:pt x="617024" y="80038"/>
                </a:lnTo>
                <a:lnTo>
                  <a:pt x="616883" y="80368"/>
                </a:lnTo>
                <a:lnTo>
                  <a:pt x="616735" y="80692"/>
                </a:lnTo>
                <a:lnTo>
                  <a:pt x="616580" y="81011"/>
                </a:lnTo>
                <a:lnTo>
                  <a:pt x="616416" y="81324"/>
                </a:lnTo>
                <a:lnTo>
                  <a:pt x="616245" y="81632"/>
                </a:lnTo>
                <a:lnTo>
                  <a:pt x="616067" y="81934"/>
                </a:lnTo>
                <a:lnTo>
                  <a:pt x="615772" y="82404"/>
                </a:lnTo>
                <a:lnTo>
                  <a:pt x="615470" y="82865"/>
                </a:lnTo>
                <a:lnTo>
                  <a:pt x="615161" y="83317"/>
                </a:lnTo>
                <a:lnTo>
                  <a:pt x="614845" y="83758"/>
                </a:lnTo>
                <a:lnTo>
                  <a:pt x="614522" y="84191"/>
                </a:lnTo>
                <a:lnTo>
                  <a:pt x="614192" y="84614"/>
                </a:lnTo>
                <a:lnTo>
                  <a:pt x="613855" y="85028"/>
                </a:lnTo>
                <a:lnTo>
                  <a:pt x="613511" y="85432"/>
                </a:lnTo>
                <a:lnTo>
                  <a:pt x="613160" y="85827"/>
                </a:lnTo>
                <a:lnTo>
                  <a:pt x="612802" y="86212"/>
                </a:lnTo>
                <a:lnTo>
                  <a:pt x="612437" y="86588"/>
                </a:lnTo>
                <a:lnTo>
                  <a:pt x="612065" y="86954"/>
                </a:lnTo>
                <a:lnTo>
                  <a:pt x="611686" y="87311"/>
                </a:lnTo>
                <a:lnTo>
                  <a:pt x="611300" y="87659"/>
                </a:lnTo>
                <a:lnTo>
                  <a:pt x="610907" y="87997"/>
                </a:lnTo>
                <a:lnTo>
                  <a:pt x="610508" y="88326"/>
                </a:lnTo>
                <a:lnTo>
                  <a:pt x="610101" y="88645"/>
                </a:lnTo>
                <a:lnTo>
                  <a:pt x="609687" y="88955"/>
                </a:lnTo>
                <a:lnTo>
                  <a:pt x="609266" y="89255"/>
                </a:lnTo>
                <a:lnTo>
                  <a:pt x="608838" y="89546"/>
                </a:lnTo>
                <a:lnTo>
                  <a:pt x="608404" y="89828"/>
                </a:lnTo>
                <a:lnTo>
                  <a:pt x="607962" y="90100"/>
                </a:lnTo>
                <a:lnTo>
                  <a:pt x="607513" y="90363"/>
                </a:lnTo>
                <a:lnTo>
                  <a:pt x="607057" y="90616"/>
                </a:lnTo>
                <a:lnTo>
                  <a:pt x="606597" y="90859"/>
                </a:lnTo>
                <a:lnTo>
                  <a:pt x="606133" y="91092"/>
                </a:lnTo>
                <a:lnTo>
                  <a:pt x="605667" y="91314"/>
                </a:lnTo>
                <a:lnTo>
                  <a:pt x="605199" y="91526"/>
                </a:lnTo>
                <a:lnTo>
                  <a:pt x="604727" y="91728"/>
                </a:lnTo>
                <a:lnTo>
                  <a:pt x="604253" y="91919"/>
                </a:lnTo>
                <a:lnTo>
                  <a:pt x="603776" y="92100"/>
                </a:lnTo>
                <a:lnTo>
                  <a:pt x="603296" y="92271"/>
                </a:lnTo>
                <a:lnTo>
                  <a:pt x="602814" y="92431"/>
                </a:lnTo>
                <a:lnTo>
                  <a:pt x="602328" y="92581"/>
                </a:lnTo>
                <a:lnTo>
                  <a:pt x="601840" y="92721"/>
                </a:lnTo>
                <a:lnTo>
                  <a:pt x="601350" y="92850"/>
                </a:lnTo>
                <a:lnTo>
                  <a:pt x="600856" y="92969"/>
                </a:lnTo>
                <a:lnTo>
                  <a:pt x="600360" y="93078"/>
                </a:lnTo>
                <a:lnTo>
                  <a:pt x="599861" y="93176"/>
                </a:lnTo>
                <a:lnTo>
                  <a:pt x="599360" y="93264"/>
                </a:lnTo>
                <a:lnTo>
                  <a:pt x="598855" y="93342"/>
                </a:lnTo>
                <a:lnTo>
                  <a:pt x="598348" y="93409"/>
                </a:lnTo>
                <a:lnTo>
                  <a:pt x="597839" y="93466"/>
                </a:lnTo>
                <a:lnTo>
                  <a:pt x="597326" y="93512"/>
                </a:lnTo>
                <a:lnTo>
                  <a:pt x="596811" y="93549"/>
                </a:lnTo>
                <a:lnTo>
                  <a:pt x="596293" y="93575"/>
                </a:lnTo>
                <a:lnTo>
                  <a:pt x="595772" y="93590"/>
                </a:lnTo>
                <a:lnTo>
                  <a:pt x="595249" y="93595"/>
                </a:lnTo>
                <a:lnTo>
                  <a:pt x="594466" y="93585"/>
                </a:lnTo>
                <a:lnTo>
                  <a:pt x="593693" y="93552"/>
                </a:lnTo>
                <a:lnTo>
                  <a:pt x="592930" y="93499"/>
                </a:lnTo>
                <a:lnTo>
                  <a:pt x="592176" y="93424"/>
                </a:lnTo>
                <a:lnTo>
                  <a:pt x="591432" y="93327"/>
                </a:lnTo>
                <a:lnTo>
                  <a:pt x="590697" y="93209"/>
                </a:lnTo>
                <a:lnTo>
                  <a:pt x="589972" y="93069"/>
                </a:lnTo>
                <a:lnTo>
                  <a:pt x="589257" y="92909"/>
                </a:lnTo>
                <a:lnTo>
                  <a:pt x="588551" y="92726"/>
                </a:lnTo>
                <a:lnTo>
                  <a:pt x="587854" y="92522"/>
                </a:lnTo>
                <a:lnTo>
                  <a:pt x="587168" y="92297"/>
                </a:lnTo>
                <a:lnTo>
                  <a:pt x="586490" y="92050"/>
                </a:lnTo>
                <a:lnTo>
                  <a:pt x="585823" y="91782"/>
                </a:lnTo>
                <a:lnTo>
                  <a:pt x="585165" y="91492"/>
                </a:lnTo>
                <a:lnTo>
                  <a:pt x="584516" y="91181"/>
                </a:lnTo>
                <a:lnTo>
                  <a:pt x="583877" y="90848"/>
                </a:lnTo>
                <a:lnTo>
                  <a:pt x="583248" y="90494"/>
                </a:lnTo>
                <a:lnTo>
                  <a:pt x="582628" y="90119"/>
                </a:lnTo>
                <a:lnTo>
                  <a:pt x="582018" y="89722"/>
                </a:lnTo>
                <a:lnTo>
                  <a:pt x="581417" y="89303"/>
                </a:lnTo>
                <a:lnTo>
                  <a:pt x="580826" y="88863"/>
                </a:lnTo>
                <a:lnTo>
                  <a:pt x="580244" y="88402"/>
                </a:lnTo>
                <a:lnTo>
                  <a:pt x="579672" y="87919"/>
                </a:lnTo>
                <a:lnTo>
                  <a:pt x="579110" y="87415"/>
                </a:lnTo>
                <a:lnTo>
                  <a:pt x="578564" y="86896"/>
                </a:lnTo>
                <a:lnTo>
                  <a:pt x="578041" y="86371"/>
                </a:lnTo>
                <a:lnTo>
                  <a:pt x="577542" y="85840"/>
                </a:lnTo>
                <a:lnTo>
                  <a:pt x="577065" y="85301"/>
                </a:lnTo>
                <a:lnTo>
                  <a:pt x="576612" y="84757"/>
                </a:lnTo>
                <a:lnTo>
                  <a:pt x="576182" y="84205"/>
                </a:lnTo>
                <a:lnTo>
                  <a:pt x="575776" y="83648"/>
                </a:lnTo>
                <a:lnTo>
                  <a:pt x="575392" y="83083"/>
                </a:lnTo>
                <a:lnTo>
                  <a:pt x="575032" y="82513"/>
                </a:lnTo>
                <a:lnTo>
                  <a:pt x="574695" y="81935"/>
                </a:lnTo>
                <a:lnTo>
                  <a:pt x="574382" y="81351"/>
                </a:lnTo>
                <a:lnTo>
                  <a:pt x="574091" y="80761"/>
                </a:lnTo>
                <a:lnTo>
                  <a:pt x="573824" y="80164"/>
                </a:lnTo>
                <a:lnTo>
                  <a:pt x="573580" y="79560"/>
                </a:lnTo>
                <a:lnTo>
                  <a:pt x="573359" y="78950"/>
                </a:lnTo>
                <a:lnTo>
                  <a:pt x="573162" y="78333"/>
                </a:lnTo>
                <a:lnTo>
                  <a:pt x="572988" y="77710"/>
                </a:lnTo>
                <a:lnTo>
                  <a:pt x="572837" y="77081"/>
                </a:lnTo>
                <a:lnTo>
                  <a:pt x="572709" y="76444"/>
                </a:lnTo>
                <a:lnTo>
                  <a:pt x="572604" y="75802"/>
                </a:lnTo>
                <a:lnTo>
                  <a:pt x="572523" y="75152"/>
                </a:lnTo>
                <a:lnTo>
                  <a:pt x="572465" y="74496"/>
                </a:lnTo>
                <a:lnTo>
                  <a:pt x="572430" y="73834"/>
                </a:lnTo>
                <a:lnTo>
                  <a:pt x="572418" y="73165"/>
                </a:lnTo>
                <a:lnTo>
                  <a:pt x="572418" y="20643"/>
                </a:lnTo>
                <a:lnTo>
                  <a:pt x="578891" y="20643"/>
                </a:lnTo>
                <a:lnTo>
                  <a:pt x="579424" y="20639"/>
                </a:lnTo>
                <a:lnTo>
                  <a:pt x="579944" y="20626"/>
                </a:lnTo>
                <a:lnTo>
                  <a:pt x="580451" y="20604"/>
                </a:lnTo>
                <a:lnTo>
                  <a:pt x="580946" y="20574"/>
                </a:lnTo>
                <a:lnTo>
                  <a:pt x="581427" y="20535"/>
                </a:lnTo>
                <a:lnTo>
                  <a:pt x="581895" y="20488"/>
                </a:lnTo>
                <a:lnTo>
                  <a:pt x="582351" y="20431"/>
                </a:lnTo>
                <a:lnTo>
                  <a:pt x="582794" y="20366"/>
                </a:lnTo>
                <a:lnTo>
                  <a:pt x="583223" y="20293"/>
                </a:lnTo>
                <a:lnTo>
                  <a:pt x="583640" y="20211"/>
                </a:lnTo>
                <a:lnTo>
                  <a:pt x="584044" y="20120"/>
                </a:lnTo>
                <a:lnTo>
                  <a:pt x="584435" y="20020"/>
                </a:lnTo>
                <a:lnTo>
                  <a:pt x="584813" y="19912"/>
                </a:lnTo>
                <a:lnTo>
                  <a:pt x="585178" y="19795"/>
                </a:lnTo>
                <a:lnTo>
                  <a:pt x="585530" y="19670"/>
                </a:lnTo>
                <a:lnTo>
                  <a:pt x="585870" y="19535"/>
                </a:lnTo>
                <a:lnTo>
                  <a:pt x="586196" y="19393"/>
                </a:lnTo>
                <a:lnTo>
                  <a:pt x="586510" y="19241"/>
                </a:lnTo>
                <a:lnTo>
                  <a:pt x="586810" y="19081"/>
                </a:lnTo>
                <a:lnTo>
                  <a:pt x="587098" y="18912"/>
                </a:lnTo>
                <a:lnTo>
                  <a:pt x="587373" y="18735"/>
                </a:lnTo>
                <a:lnTo>
                  <a:pt x="587635" y="18549"/>
                </a:lnTo>
                <a:lnTo>
                  <a:pt x="587884" y="18354"/>
                </a:lnTo>
                <a:lnTo>
                  <a:pt x="588120" y="18150"/>
                </a:lnTo>
                <a:lnTo>
                  <a:pt x="588344" y="17940"/>
                </a:lnTo>
                <a:lnTo>
                  <a:pt x="588560" y="17724"/>
                </a:lnTo>
                <a:lnTo>
                  <a:pt x="588765" y="17503"/>
                </a:lnTo>
                <a:lnTo>
                  <a:pt x="588962" y="17277"/>
                </a:lnTo>
                <a:lnTo>
                  <a:pt x="589148" y="17045"/>
                </a:lnTo>
                <a:lnTo>
                  <a:pt x="589325" y="16808"/>
                </a:lnTo>
                <a:lnTo>
                  <a:pt x="589493" y="16566"/>
                </a:lnTo>
                <a:lnTo>
                  <a:pt x="589650" y="16318"/>
                </a:lnTo>
                <a:lnTo>
                  <a:pt x="589799" y="16066"/>
                </a:lnTo>
                <a:lnTo>
                  <a:pt x="589937" y="15807"/>
                </a:lnTo>
                <a:lnTo>
                  <a:pt x="590067" y="15544"/>
                </a:lnTo>
                <a:lnTo>
                  <a:pt x="590186" y="15275"/>
                </a:lnTo>
                <a:lnTo>
                  <a:pt x="590296" y="15001"/>
                </a:lnTo>
                <a:lnTo>
                  <a:pt x="590397" y="14721"/>
                </a:lnTo>
                <a:lnTo>
                  <a:pt x="590487" y="14436"/>
                </a:lnTo>
                <a:lnTo>
                  <a:pt x="590569" y="14146"/>
                </a:lnTo>
                <a:lnTo>
                  <a:pt x="590641" y="13851"/>
                </a:lnTo>
                <a:lnTo>
                  <a:pt x="590703" y="13550"/>
                </a:lnTo>
                <a:lnTo>
                  <a:pt x="590755" y="13244"/>
                </a:lnTo>
                <a:lnTo>
                  <a:pt x="590798" y="12933"/>
                </a:lnTo>
                <a:lnTo>
                  <a:pt x="590832" y="12616"/>
                </a:lnTo>
                <a:lnTo>
                  <a:pt x="590856" y="12294"/>
                </a:lnTo>
                <a:lnTo>
                  <a:pt x="590870" y="11966"/>
                </a:lnTo>
                <a:lnTo>
                  <a:pt x="590875" y="11634"/>
                </a:lnTo>
                <a:lnTo>
                  <a:pt x="590870" y="11301"/>
                </a:lnTo>
                <a:lnTo>
                  <a:pt x="590856" y="10974"/>
                </a:lnTo>
                <a:lnTo>
                  <a:pt x="590832" y="10652"/>
                </a:lnTo>
                <a:lnTo>
                  <a:pt x="590798" y="10335"/>
                </a:lnTo>
                <a:lnTo>
                  <a:pt x="590755" y="10024"/>
                </a:lnTo>
                <a:lnTo>
                  <a:pt x="590703" y="9718"/>
                </a:lnTo>
                <a:lnTo>
                  <a:pt x="590641" y="9417"/>
                </a:lnTo>
                <a:lnTo>
                  <a:pt x="590569" y="9121"/>
                </a:lnTo>
                <a:lnTo>
                  <a:pt x="590487" y="8831"/>
                </a:lnTo>
                <a:lnTo>
                  <a:pt x="590397" y="8546"/>
                </a:lnTo>
                <a:lnTo>
                  <a:pt x="590296" y="8267"/>
                </a:lnTo>
                <a:lnTo>
                  <a:pt x="590186" y="7993"/>
                </a:lnTo>
                <a:lnTo>
                  <a:pt x="590067" y="7724"/>
                </a:lnTo>
                <a:lnTo>
                  <a:pt x="589937" y="7460"/>
                </a:lnTo>
                <a:lnTo>
                  <a:pt x="589799" y="7202"/>
                </a:lnTo>
                <a:lnTo>
                  <a:pt x="589650" y="6949"/>
                </a:lnTo>
                <a:lnTo>
                  <a:pt x="589493" y="6702"/>
                </a:lnTo>
                <a:lnTo>
                  <a:pt x="589325" y="6459"/>
                </a:lnTo>
                <a:lnTo>
                  <a:pt x="589148" y="6222"/>
                </a:lnTo>
                <a:lnTo>
                  <a:pt x="588962" y="5991"/>
                </a:lnTo>
                <a:lnTo>
                  <a:pt x="588765" y="5764"/>
                </a:lnTo>
                <a:lnTo>
                  <a:pt x="588560" y="5543"/>
                </a:lnTo>
                <a:lnTo>
                  <a:pt x="588344" y="5328"/>
                </a:lnTo>
                <a:lnTo>
                  <a:pt x="588120" y="5117"/>
                </a:lnTo>
                <a:lnTo>
                  <a:pt x="587884" y="4914"/>
                </a:lnTo>
                <a:lnTo>
                  <a:pt x="587635" y="4719"/>
                </a:lnTo>
                <a:lnTo>
                  <a:pt x="587373" y="4533"/>
                </a:lnTo>
                <a:lnTo>
                  <a:pt x="587098" y="4355"/>
                </a:lnTo>
                <a:lnTo>
                  <a:pt x="586810" y="4187"/>
                </a:lnTo>
                <a:lnTo>
                  <a:pt x="586510" y="4026"/>
                </a:lnTo>
                <a:lnTo>
                  <a:pt x="586196" y="3875"/>
                </a:lnTo>
                <a:lnTo>
                  <a:pt x="585870" y="3732"/>
                </a:lnTo>
                <a:lnTo>
                  <a:pt x="585530" y="3598"/>
                </a:lnTo>
                <a:lnTo>
                  <a:pt x="585178" y="3472"/>
                </a:lnTo>
                <a:lnTo>
                  <a:pt x="584813" y="3356"/>
                </a:lnTo>
                <a:lnTo>
                  <a:pt x="584435" y="3247"/>
                </a:lnTo>
                <a:lnTo>
                  <a:pt x="584044" y="3148"/>
                </a:lnTo>
                <a:lnTo>
                  <a:pt x="583640" y="3057"/>
                </a:lnTo>
                <a:lnTo>
                  <a:pt x="583223" y="2975"/>
                </a:lnTo>
                <a:lnTo>
                  <a:pt x="582794" y="2901"/>
                </a:lnTo>
                <a:lnTo>
                  <a:pt x="582351" y="2836"/>
                </a:lnTo>
                <a:lnTo>
                  <a:pt x="581895" y="2780"/>
                </a:lnTo>
                <a:lnTo>
                  <a:pt x="581427" y="2732"/>
                </a:lnTo>
                <a:lnTo>
                  <a:pt x="580946" y="2693"/>
                </a:lnTo>
                <a:lnTo>
                  <a:pt x="580451" y="2663"/>
                </a:lnTo>
                <a:lnTo>
                  <a:pt x="579944" y="2641"/>
                </a:lnTo>
                <a:lnTo>
                  <a:pt x="579424" y="2628"/>
                </a:lnTo>
                <a:lnTo>
                  <a:pt x="578891" y="2624"/>
                </a:lnTo>
                <a:lnTo>
                  <a:pt x="555361" y="2799"/>
                </a:lnTo>
                <a:lnTo>
                  <a:pt x="554821" y="2803"/>
                </a:lnTo>
                <a:lnTo>
                  <a:pt x="554295" y="2816"/>
                </a:lnTo>
                <a:lnTo>
                  <a:pt x="553781" y="2837"/>
                </a:lnTo>
                <a:lnTo>
                  <a:pt x="553281" y="2867"/>
                </a:lnTo>
                <a:lnTo>
                  <a:pt x="552795" y="2905"/>
                </a:lnTo>
                <a:lnTo>
                  <a:pt x="552322" y="2952"/>
                </a:lnTo>
                <a:lnTo>
                  <a:pt x="551862" y="3007"/>
                </a:lnTo>
                <a:lnTo>
                  <a:pt x="551415" y="3071"/>
                </a:lnTo>
                <a:lnTo>
                  <a:pt x="550982" y="3144"/>
                </a:lnTo>
                <a:lnTo>
                  <a:pt x="550562" y="3224"/>
                </a:lnTo>
                <a:lnTo>
                  <a:pt x="550156" y="3314"/>
                </a:lnTo>
                <a:lnTo>
                  <a:pt x="549763" y="3411"/>
                </a:lnTo>
                <a:lnTo>
                  <a:pt x="549383" y="3518"/>
                </a:lnTo>
                <a:lnTo>
                  <a:pt x="549017" y="3633"/>
                </a:lnTo>
                <a:lnTo>
                  <a:pt x="548664" y="3756"/>
                </a:lnTo>
                <a:lnTo>
                  <a:pt x="548325" y="3888"/>
                </a:lnTo>
                <a:lnTo>
                  <a:pt x="547998" y="4028"/>
                </a:lnTo>
                <a:lnTo>
                  <a:pt x="547686" y="4177"/>
                </a:lnTo>
                <a:lnTo>
                  <a:pt x="547386" y="4334"/>
                </a:lnTo>
                <a:lnTo>
                  <a:pt x="547100" y="4500"/>
                </a:lnTo>
                <a:lnTo>
                  <a:pt x="546827" y="4674"/>
                </a:lnTo>
                <a:lnTo>
                  <a:pt x="546568" y="4857"/>
                </a:lnTo>
                <a:lnTo>
                  <a:pt x="546322" y="5048"/>
                </a:lnTo>
                <a:lnTo>
                  <a:pt x="546089" y="5248"/>
                </a:lnTo>
                <a:lnTo>
                  <a:pt x="545868" y="5455"/>
                </a:lnTo>
                <a:lnTo>
                  <a:pt x="545656" y="5667"/>
                </a:lnTo>
                <a:lnTo>
                  <a:pt x="545454" y="5885"/>
                </a:lnTo>
                <a:lnTo>
                  <a:pt x="545261" y="6108"/>
                </a:lnTo>
                <a:lnTo>
                  <a:pt x="545077" y="6337"/>
                </a:lnTo>
                <a:lnTo>
                  <a:pt x="544903" y="6571"/>
                </a:lnTo>
                <a:lnTo>
                  <a:pt x="544738" y="6811"/>
                </a:lnTo>
                <a:lnTo>
                  <a:pt x="544583" y="7056"/>
                </a:lnTo>
                <a:lnTo>
                  <a:pt x="544437" y="7307"/>
                </a:lnTo>
                <a:lnTo>
                  <a:pt x="544300" y="7563"/>
                </a:lnTo>
                <a:lnTo>
                  <a:pt x="544173" y="7824"/>
                </a:lnTo>
                <a:lnTo>
                  <a:pt x="544055" y="8091"/>
                </a:lnTo>
                <a:lnTo>
                  <a:pt x="543947" y="8364"/>
                </a:lnTo>
                <a:lnTo>
                  <a:pt x="543848" y="8642"/>
                </a:lnTo>
                <a:lnTo>
                  <a:pt x="543759" y="8925"/>
                </a:lnTo>
                <a:lnTo>
                  <a:pt x="543733" y="9017"/>
                </a:lnTo>
                <a:lnTo>
                  <a:pt x="543707" y="8925"/>
                </a:lnTo>
                <a:close/>
                <a:moveTo>
                  <a:pt x="79067" y="90800"/>
                </a:moveTo>
                <a:lnTo>
                  <a:pt x="78547" y="90813"/>
                </a:lnTo>
                <a:lnTo>
                  <a:pt x="78040" y="90834"/>
                </a:lnTo>
                <a:lnTo>
                  <a:pt x="77545" y="90864"/>
                </a:lnTo>
                <a:lnTo>
                  <a:pt x="77064" y="90902"/>
                </a:lnTo>
                <a:lnTo>
                  <a:pt x="76596" y="90949"/>
                </a:lnTo>
                <a:lnTo>
                  <a:pt x="76140" y="91005"/>
                </a:lnTo>
                <a:lnTo>
                  <a:pt x="75697" y="91068"/>
                </a:lnTo>
                <a:lnTo>
                  <a:pt x="75268" y="91141"/>
                </a:lnTo>
                <a:lnTo>
                  <a:pt x="74851" y="91221"/>
                </a:lnTo>
                <a:lnTo>
                  <a:pt x="74447" y="91311"/>
                </a:lnTo>
                <a:lnTo>
                  <a:pt x="74056" y="91408"/>
                </a:lnTo>
                <a:lnTo>
                  <a:pt x="73678" y="91515"/>
                </a:lnTo>
                <a:lnTo>
                  <a:pt x="73313" y="91630"/>
                </a:lnTo>
                <a:lnTo>
                  <a:pt x="72961" y="91753"/>
                </a:lnTo>
                <a:lnTo>
                  <a:pt x="72621" y="91885"/>
                </a:lnTo>
                <a:lnTo>
                  <a:pt x="72295" y="92025"/>
                </a:lnTo>
                <a:lnTo>
                  <a:pt x="71981" y="92174"/>
                </a:lnTo>
                <a:lnTo>
                  <a:pt x="71681" y="92331"/>
                </a:lnTo>
                <a:lnTo>
                  <a:pt x="71393" y="92497"/>
                </a:lnTo>
                <a:lnTo>
                  <a:pt x="71118" y="92671"/>
                </a:lnTo>
                <a:lnTo>
                  <a:pt x="70856" y="92854"/>
                </a:lnTo>
                <a:lnTo>
                  <a:pt x="70607" y="93046"/>
                </a:lnTo>
                <a:lnTo>
                  <a:pt x="70371" y="93245"/>
                </a:lnTo>
                <a:lnTo>
                  <a:pt x="70147" y="93452"/>
                </a:lnTo>
                <a:lnTo>
                  <a:pt x="69931" y="93665"/>
                </a:lnTo>
                <a:lnTo>
                  <a:pt x="69726" y="93882"/>
                </a:lnTo>
                <a:lnTo>
                  <a:pt x="69529" y="94106"/>
                </a:lnTo>
                <a:lnTo>
                  <a:pt x="69343" y="94334"/>
                </a:lnTo>
                <a:lnTo>
                  <a:pt x="69166" y="94568"/>
                </a:lnTo>
                <a:lnTo>
                  <a:pt x="68998" y="94808"/>
                </a:lnTo>
                <a:lnTo>
                  <a:pt x="68841" y="95053"/>
                </a:lnTo>
                <a:lnTo>
                  <a:pt x="68692" y="95304"/>
                </a:lnTo>
                <a:lnTo>
                  <a:pt x="68554" y="95560"/>
                </a:lnTo>
                <a:lnTo>
                  <a:pt x="68424" y="95821"/>
                </a:lnTo>
                <a:lnTo>
                  <a:pt x="68305" y="96088"/>
                </a:lnTo>
                <a:lnTo>
                  <a:pt x="68195" y="96361"/>
                </a:lnTo>
                <a:lnTo>
                  <a:pt x="68094" y="96639"/>
                </a:lnTo>
                <a:lnTo>
                  <a:pt x="68003" y="96922"/>
                </a:lnTo>
                <a:lnTo>
                  <a:pt x="67922" y="97211"/>
                </a:lnTo>
                <a:lnTo>
                  <a:pt x="67850" y="97505"/>
                </a:lnTo>
                <a:lnTo>
                  <a:pt x="67788" y="97805"/>
                </a:lnTo>
                <a:lnTo>
                  <a:pt x="67736" y="98110"/>
                </a:lnTo>
                <a:lnTo>
                  <a:pt x="67693" y="98421"/>
                </a:lnTo>
                <a:lnTo>
                  <a:pt x="67659" y="98737"/>
                </a:lnTo>
                <a:lnTo>
                  <a:pt x="67635" y="99059"/>
                </a:lnTo>
                <a:lnTo>
                  <a:pt x="67621" y="99386"/>
                </a:lnTo>
                <a:lnTo>
                  <a:pt x="67616" y="99718"/>
                </a:lnTo>
                <a:lnTo>
                  <a:pt x="67621" y="100051"/>
                </a:lnTo>
                <a:lnTo>
                  <a:pt x="67635" y="100379"/>
                </a:lnTo>
                <a:lnTo>
                  <a:pt x="67659" y="100701"/>
                </a:lnTo>
                <a:lnTo>
                  <a:pt x="67693" y="101018"/>
                </a:lnTo>
                <a:lnTo>
                  <a:pt x="67736" y="101330"/>
                </a:lnTo>
                <a:lnTo>
                  <a:pt x="67788" y="101637"/>
                </a:lnTo>
                <a:lnTo>
                  <a:pt x="67850" y="101939"/>
                </a:lnTo>
                <a:lnTo>
                  <a:pt x="67922" y="102236"/>
                </a:lnTo>
                <a:lnTo>
                  <a:pt x="68003" y="102527"/>
                </a:lnTo>
                <a:lnTo>
                  <a:pt x="68094" y="102813"/>
                </a:lnTo>
                <a:lnTo>
                  <a:pt x="68195" y="103094"/>
                </a:lnTo>
                <a:lnTo>
                  <a:pt x="68305" y="103370"/>
                </a:lnTo>
                <a:lnTo>
                  <a:pt x="68424" y="103641"/>
                </a:lnTo>
                <a:lnTo>
                  <a:pt x="68554" y="103907"/>
                </a:lnTo>
                <a:lnTo>
                  <a:pt x="68692" y="104167"/>
                </a:lnTo>
                <a:lnTo>
                  <a:pt x="68841" y="104422"/>
                </a:lnTo>
                <a:lnTo>
                  <a:pt x="68998" y="104672"/>
                </a:lnTo>
                <a:lnTo>
                  <a:pt x="69166" y="104917"/>
                </a:lnTo>
                <a:lnTo>
                  <a:pt x="69343" y="105157"/>
                </a:lnTo>
                <a:lnTo>
                  <a:pt x="69529" y="105392"/>
                </a:lnTo>
                <a:lnTo>
                  <a:pt x="69726" y="105621"/>
                </a:lnTo>
                <a:lnTo>
                  <a:pt x="69931" y="105846"/>
                </a:lnTo>
                <a:lnTo>
                  <a:pt x="70147" y="106065"/>
                </a:lnTo>
                <a:lnTo>
                  <a:pt x="70371" y="106279"/>
                </a:lnTo>
                <a:lnTo>
                  <a:pt x="70607" y="106486"/>
                </a:lnTo>
                <a:lnTo>
                  <a:pt x="70856" y="106684"/>
                </a:lnTo>
                <a:lnTo>
                  <a:pt x="71118" y="106873"/>
                </a:lnTo>
                <a:lnTo>
                  <a:pt x="71393" y="107054"/>
                </a:lnTo>
                <a:lnTo>
                  <a:pt x="71681" y="107226"/>
                </a:lnTo>
                <a:lnTo>
                  <a:pt x="71981" y="107389"/>
                </a:lnTo>
                <a:lnTo>
                  <a:pt x="72295" y="107543"/>
                </a:lnTo>
                <a:lnTo>
                  <a:pt x="72621" y="107688"/>
                </a:lnTo>
                <a:lnTo>
                  <a:pt x="72961" y="107825"/>
                </a:lnTo>
                <a:lnTo>
                  <a:pt x="73313" y="107952"/>
                </a:lnTo>
                <a:lnTo>
                  <a:pt x="73678" y="108071"/>
                </a:lnTo>
                <a:lnTo>
                  <a:pt x="74056" y="108181"/>
                </a:lnTo>
                <a:lnTo>
                  <a:pt x="74447" y="108283"/>
                </a:lnTo>
                <a:lnTo>
                  <a:pt x="74851" y="108375"/>
                </a:lnTo>
                <a:lnTo>
                  <a:pt x="75268" y="108459"/>
                </a:lnTo>
                <a:lnTo>
                  <a:pt x="75697" y="108534"/>
                </a:lnTo>
                <a:lnTo>
                  <a:pt x="76140" y="108600"/>
                </a:lnTo>
                <a:lnTo>
                  <a:pt x="76596" y="108657"/>
                </a:lnTo>
                <a:lnTo>
                  <a:pt x="77064" y="108705"/>
                </a:lnTo>
                <a:lnTo>
                  <a:pt x="77545" y="108745"/>
                </a:lnTo>
                <a:lnTo>
                  <a:pt x="78040" y="108776"/>
                </a:lnTo>
                <a:lnTo>
                  <a:pt x="78547" y="108798"/>
                </a:lnTo>
                <a:lnTo>
                  <a:pt x="79067" y="108811"/>
                </a:lnTo>
                <a:lnTo>
                  <a:pt x="79600" y="108815"/>
                </a:lnTo>
                <a:lnTo>
                  <a:pt x="103742" y="108815"/>
                </a:lnTo>
                <a:lnTo>
                  <a:pt x="104275" y="108811"/>
                </a:lnTo>
                <a:lnTo>
                  <a:pt x="104795" y="108798"/>
                </a:lnTo>
                <a:lnTo>
                  <a:pt x="105301" y="108776"/>
                </a:lnTo>
                <a:lnTo>
                  <a:pt x="105795" y="108746"/>
                </a:lnTo>
                <a:lnTo>
                  <a:pt x="106276" y="108707"/>
                </a:lnTo>
                <a:lnTo>
                  <a:pt x="106743" y="108660"/>
                </a:lnTo>
                <a:lnTo>
                  <a:pt x="107198" y="108603"/>
                </a:lnTo>
                <a:lnTo>
                  <a:pt x="107639" y="108538"/>
                </a:lnTo>
                <a:lnTo>
                  <a:pt x="108068" y="108465"/>
                </a:lnTo>
                <a:lnTo>
                  <a:pt x="108483" y="108383"/>
                </a:lnTo>
                <a:lnTo>
                  <a:pt x="108885" y="108292"/>
                </a:lnTo>
                <a:lnTo>
                  <a:pt x="109275" y="108192"/>
                </a:lnTo>
                <a:lnTo>
                  <a:pt x="109651" y="108084"/>
                </a:lnTo>
                <a:lnTo>
                  <a:pt x="110014" y="107967"/>
                </a:lnTo>
                <a:lnTo>
                  <a:pt x="110364" y="107842"/>
                </a:lnTo>
                <a:lnTo>
                  <a:pt x="110701" y="107707"/>
                </a:lnTo>
                <a:lnTo>
                  <a:pt x="111025" y="107565"/>
                </a:lnTo>
                <a:lnTo>
                  <a:pt x="111336" y="107413"/>
                </a:lnTo>
                <a:lnTo>
                  <a:pt x="111634" y="107253"/>
                </a:lnTo>
                <a:lnTo>
                  <a:pt x="111918" y="107084"/>
                </a:lnTo>
                <a:lnTo>
                  <a:pt x="112190" y="106907"/>
                </a:lnTo>
                <a:lnTo>
                  <a:pt x="112449" y="106721"/>
                </a:lnTo>
                <a:lnTo>
                  <a:pt x="112694" y="106526"/>
                </a:lnTo>
                <a:lnTo>
                  <a:pt x="112927" y="106322"/>
                </a:lnTo>
                <a:lnTo>
                  <a:pt x="113148" y="106112"/>
                </a:lnTo>
                <a:lnTo>
                  <a:pt x="113360" y="105896"/>
                </a:lnTo>
                <a:lnTo>
                  <a:pt x="113562" y="105675"/>
                </a:lnTo>
                <a:lnTo>
                  <a:pt x="113755" y="105449"/>
                </a:lnTo>
                <a:lnTo>
                  <a:pt x="113939" y="105217"/>
                </a:lnTo>
                <a:lnTo>
                  <a:pt x="114113" y="104980"/>
                </a:lnTo>
                <a:lnTo>
                  <a:pt x="114278" y="104738"/>
                </a:lnTo>
                <a:lnTo>
                  <a:pt x="114433" y="104490"/>
                </a:lnTo>
                <a:lnTo>
                  <a:pt x="114579" y="104237"/>
                </a:lnTo>
                <a:lnTo>
                  <a:pt x="114716" y="103979"/>
                </a:lnTo>
                <a:lnTo>
                  <a:pt x="114843" y="103716"/>
                </a:lnTo>
                <a:lnTo>
                  <a:pt x="114960" y="103447"/>
                </a:lnTo>
                <a:lnTo>
                  <a:pt x="115069" y="103173"/>
                </a:lnTo>
                <a:lnTo>
                  <a:pt x="115167" y="102893"/>
                </a:lnTo>
                <a:lnTo>
                  <a:pt x="115257" y="102608"/>
                </a:lnTo>
                <a:lnTo>
                  <a:pt x="115337" y="102318"/>
                </a:lnTo>
                <a:lnTo>
                  <a:pt x="115408" y="102023"/>
                </a:lnTo>
                <a:lnTo>
                  <a:pt x="115469" y="101722"/>
                </a:lnTo>
                <a:lnTo>
                  <a:pt x="115521" y="101416"/>
                </a:lnTo>
                <a:lnTo>
                  <a:pt x="115563" y="101105"/>
                </a:lnTo>
                <a:lnTo>
                  <a:pt x="115596" y="100788"/>
                </a:lnTo>
                <a:lnTo>
                  <a:pt x="115619" y="100466"/>
                </a:lnTo>
                <a:lnTo>
                  <a:pt x="115634" y="100138"/>
                </a:lnTo>
                <a:lnTo>
                  <a:pt x="115638" y="99806"/>
                </a:lnTo>
                <a:lnTo>
                  <a:pt x="115631" y="99472"/>
                </a:lnTo>
                <a:lnTo>
                  <a:pt x="115610" y="99140"/>
                </a:lnTo>
                <a:lnTo>
                  <a:pt x="115575" y="98810"/>
                </a:lnTo>
                <a:lnTo>
                  <a:pt x="115526" y="98483"/>
                </a:lnTo>
                <a:lnTo>
                  <a:pt x="115464" y="98158"/>
                </a:lnTo>
                <a:lnTo>
                  <a:pt x="115387" y="97836"/>
                </a:lnTo>
                <a:lnTo>
                  <a:pt x="115296" y="97515"/>
                </a:lnTo>
                <a:lnTo>
                  <a:pt x="115191" y="97197"/>
                </a:lnTo>
                <a:lnTo>
                  <a:pt x="115072" y="96882"/>
                </a:lnTo>
                <a:lnTo>
                  <a:pt x="114940" y="96568"/>
                </a:lnTo>
                <a:lnTo>
                  <a:pt x="114793" y="96257"/>
                </a:lnTo>
                <a:lnTo>
                  <a:pt x="114632" y="95949"/>
                </a:lnTo>
                <a:lnTo>
                  <a:pt x="114458" y="95642"/>
                </a:lnTo>
                <a:lnTo>
                  <a:pt x="114269" y="95338"/>
                </a:lnTo>
                <a:lnTo>
                  <a:pt x="114066" y="95037"/>
                </a:lnTo>
                <a:lnTo>
                  <a:pt x="113850" y="94737"/>
                </a:lnTo>
                <a:lnTo>
                  <a:pt x="113619" y="94440"/>
                </a:lnTo>
                <a:lnTo>
                  <a:pt x="113375" y="94145"/>
                </a:lnTo>
                <a:lnTo>
                  <a:pt x="113116" y="93853"/>
                </a:lnTo>
                <a:lnTo>
                  <a:pt x="112844" y="93563"/>
                </a:lnTo>
                <a:lnTo>
                  <a:pt x="112558" y="93275"/>
                </a:lnTo>
                <a:lnTo>
                  <a:pt x="112257" y="92989"/>
                </a:lnTo>
                <a:lnTo>
                  <a:pt x="111943" y="92706"/>
                </a:lnTo>
                <a:lnTo>
                  <a:pt x="111615" y="92425"/>
                </a:lnTo>
                <a:lnTo>
                  <a:pt x="111439" y="92292"/>
                </a:lnTo>
                <a:lnTo>
                  <a:pt x="111249" y="92165"/>
                </a:lnTo>
                <a:lnTo>
                  <a:pt x="111045" y="92043"/>
                </a:lnTo>
                <a:lnTo>
                  <a:pt x="110825" y="91928"/>
                </a:lnTo>
                <a:lnTo>
                  <a:pt x="110590" y="91817"/>
                </a:lnTo>
                <a:lnTo>
                  <a:pt x="110341" y="91713"/>
                </a:lnTo>
                <a:lnTo>
                  <a:pt x="110076" y="91614"/>
                </a:lnTo>
                <a:lnTo>
                  <a:pt x="109797" y="91520"/>
                </a:lnTo>
                <a:lnTo>
                  <a:pt x="109503" y="91433"/>
                </a:lnTo>
                <a:lnTo>
                  <a:pt x="109194" y="91351"/>
                </a:lnTo>
                <a:lnTo>
                  <a:pt x="108870" y="91274"/>
                </a:lnTo>
                <a:lnTo>
                  <a:pt x="108531" y="91203"/>
                </a:lnTo>
                <a:lnTo>
                  <a:pt x="108177" y="91138"/>
                </a:lnTo>
                <a:lnTo>
                  <a:pt x="107809" y="91079"/>
                </a:lnTo>
                <a:lnTo>
                  <a:pt x="107425" y="91025"/>
                </a:lnTo>
                <a:lnTo>
                  <a:pt x="107027" y="90977"/>
                </a:lnTo>
                <a:lnTo>
                  <a:pt x="106614" y="90935"/>
                </a:lnTo>
                <a:lnTo>
                  <a:pt x="106186" y="90898"/>
                </a:lnTo>
                <a:lnTo>
                  <a:pt x="105743" y="90867"/>
                </a:lnTo>
                <a:lnTo>
                  <a:pt x="105285" y="90841"/>
                </a:lnTo>
                <a:lnTo>
                  <a:pt x="104812" y="90822"/>
                </a:lnTo>
                <a:lnTo>
                  <a:pt x="104325" y="90807"/>
                </a:lnTo>
                <a:lnTo>
                  <a:pt x="103822" y="90799"/>
                </a:lnTo>
                <a:lnTo>
                  <a:pt x="103305" y="90796"/>
                </a:lnTo>
                <a:lnTo>
                  <a:pt x="67616" y="2799"/>
                </a:lnTo>
                <a:lnTo>
                  <a:pt x="28866" y="2624"/>
                </a:lnTo>
                <a:lnTo>
                  <a:pt x="28333" y="2628"/>
                </a:lnTo>
                <a:lnTo>
                  <a:pt x="27813" y="2641"/>
                </a:lnTo>
                <a:lnTo>
                  <a:pt x="27306" y="2663"/>
                </a:lnTo>
                <a:lnTo>
                  <a:pt x="26811" y="2693"/>
                </a:lnTo>
                <a:lnTo>
                  <a:pt x="26330" y="2732"/>
                </a:lnTo>
                <a:lnTo>
                  <a:pt x="25862" y="2780"/>
                </a:lnTo>
                <a:lnTo>
                  <a:pt x="25406" y="2836"/>
                </a:lnTo>
                <a:lnTo>
                  <a:pt x="24964" y="2901"/>
                </a:lnTo>
                <a:lnTo>
                  <a:pt x="24534" y="2975"/>
                </a:lnTo>
                <a:lnTo>
                  <a:pt x="24117" y="3057"/>
                </a:lnTo>
                <a:lnTo>
                  <a:pt x="23713" y="3148"/>
                </a:lnTo>
                <a:lnTo>
                  <a:pt x="23322" y="3247"/>
                </a:lnTo>
                <a:lnTo>
                  <a:pt x="22944" y="3356"/>
                </a:lnTo>
                <a:lnTo>
                  <a:pt x="22579" y="3472"/>
                </a:lnTo>
                <a:lnTo>
                  <a:pt x="22227" y="3598"/>
                </a:lnTo>
                <a:lnTo>
                  <a:pt x="21887" y="3732"/>
                </a:lnTo>
                <a:lnTo>
                  <a:pt x="21561" y="3875"/>
                </a:lnTo>
                <a:lnTo>
                  <a:pt x="21248" y="4026"/>
                </a:lnTo>
                <a:lnTo>
                  <a:pt x="20947" y="4187"/>
                </a:lnTo>
                <a:lnTo>
                  <a:pt x="20659" y="4355"/>
                </a:lnTo>
                <a:lnTo>
                  <a:pt x="20384" y="4533"/>
                </a:lnTo>
                <a:lnTo>
                  <a:pt x="20123" y="4719"/>
                </a:lnTo>
                <a:lnTo>
                  <a:pt x="19874" y="4914"/>
                </a:lnTo>
                <a:lnTo>
                  <a:pt x="19638" y="5117"/>
                </a:lnTo>
                <a:lnTo>
                  <a:pt x="19413" y="5328"/>
                </a:lnTo>
                <a:lnTo>
                  <a:pt x="19197" y="5543"/>
                </a:lnTo>
                <a:lnTo>
                  <a:pt x="18992" y="5764"/>
                </a:lnTo>
                <a:lnTo>
                  <a:pt x="18796" y="5991"/>
                </a:lnTo>
                <a:lnTo>
                  <a:pt x="18609" y="6222"/>
                </a:lnTo>
                <a:lnTo>
                  <a:pt x="18432" y="6459"/>
                </a:lnTo>
                <a:lnTo>
                  <a:pt x="18265" y="6702"/>
                </a:lnTo>
                <a:lnTo>
                  <a:pt x="18107" y="6949"/>
                </a:lnTo>
                <a:lnTo>
                  <a:pt x="17958" y="7202"/>
                </a:lnTo>
                <a:lnTo>
                  <a:pt x="17820" y="7460"/>
                </a:lnTo>
                <a:lnTo>
                  <a:pt x="17691" y="7724"/>
                </a:lnTo>
                <a:lnTo>
                  <a:pt x="17571" y="7993"/>
                </a:lnTo>
                <a:lnTo>
                  <a:pt x="17461" y="8267"/>
                </a:lnTo>
                <a:lnTo>
                  <a:pt x="17360" y="8546"/>
                </a:lnTo>
                <a:lnTo>
                  <a:pt x="17270" y="8831"/>
                </a:lnTo>
                <a:lnTo>
                  <a:pt x="17188" y="9121"/>
                </a:lnTo>
                <a:lnTo>
                  <a:pt x="17117" y="9417"/>
                </a:lnTo>
                <a:lnTo>
                  <a:pt x="17054" y="9718"/>
                </a:lnTo>
                <a:lnTo>
                  <a:pt x="17002" y="10024"/>
                </a:lnTo>
                <a:lnTo>
                  <a:pt x="16959" y="10335"/>
                </a:lnTo>
                <a:lnTo>
                  <a:pt x="16925" y="10652"/>
                </a:lnTo>
                <a:lnTo>
                  <a:pt x="16901" y="10974"/>
                </a:lnTo>
                <a:lnTo>
                  <a:pt x="16887" y="11301"/>
                </a:lnTo>
                <a:lnTo>
                  <a:pt x="16882" y="11634"/>
                </a:lnTo>
                <a:lnTo>
                  <a:pt x="16887" y="11966"/>
                </a:lnTo>
                <a:lnTo>
                  <a:pt x="16901" y="12294"/>
                </a:lnTo>
                <a:lnTo>
                  <a:pt x="16925" y="12616"/>
                </a:lnTo>
                <a:lnTo>
                  <a:pt x="16959" y="12933"/>
                </a:lnTo>
                <a:lnTo>
                  <a:pt x="17002" y="13244"/>
                </a:lnTo>
                <a:lnTo>
                  <a:pt x="17054" y="13550"/>
                </a:lnTo>
                <a:lnTo>
                  <a:pt x="17117" y="13851"/>
                </a:lnTo>
                <a:lnTo>
                  <a:pt x="17188" y="14146"/>
                </a:lnTo>
                <a:lnTo>
                  <a:pt x="17270" y="14436"/>
                </a:lnTo>
                <a:lnTo>
                  <a:pt x="17360" y="14721"/>
                </a:lnTo>
                <a:lnTo>
                  <a:pt x="17461" y="15001"/>
                </a:lnTo>
                <a:lnTo>
                  <a:pt x="17571" y="15275"/>
                </a:lnTo>
                <a:lnTo>
                  <a:pt x="17691" y="15544"/>
                </a:lnTo>
                <a:lnTo>
                  <a:pt x="17820" y="15807"/>
                </a:lnTo>
                <a:lnTo>
                  <a:pt x="17958" y="16066"/>
                </a:lnTo>
                <a:lnTo>
                  <a:pt x="18107" y="16318"/>
                </a:lnTo>
                <a:lnTo>
                  <a:pt x="18265" y="16566"/>
                </a:lnTo>
                <a:lnTo>
                  <a:pt x="18432" y="16808"/>
                </a:lnTo>
                <a:lnTo>
                  <a:pt x="18609" y="17045"/>
                </a:lnTo>
                <a:lnTo>
                  <a:pt x="18796" y="17277"/>
                </a:lnTo>
                <a:lnTo>
                  <a:pt x="18992" y="17503"/>
                </a:lnTo>
                <a:lnTo>
                  <a:pt x="19197" y="17724"/>
                </a:lnTo>
                <a:lnTo>
                  <a:pt x="19413" y="17940"/>
                </a:lnTo>
                <a:lnTo>
                  <a:pt x="19638" y="18150"/>
                </a:lnTo>
                <a:lnTo>
                  <a:pt x="19874" y="18354"/>
                </a:lnTo>
                <a:lnTo>
                  <a:pt x="20123" y="18549"/>
                </a:lnTo>
                <a:lnTo>
                  <a:pt x="20384" y="18735"/>
                </a:lnTo>
                <a:lnTo>
                  <a:pt x="20659" y="18912"/>
                </a:lnTo>
                <a:lnTo>
                  <a:pt x="20947" y="19081"/>
                </a:lnTo>
                <a:lnTo>
                  <a:pt x="21248" y="19241"/>
                </a:lnTo>
                <a:lnTo>
                  <a:pt x="21561" y="19393"/>
                </a:lnTo>
                <a:lnTo>
                  <a:pt x="21887" y="19535"/>
                </a:lnTo>
                <a:lnTo>
                  <a:pt x="22227" y="19670"/>
                </a:lnTo>
                <a:lnTo>
                  <a:pt x="22579" y="19795"/>
                </a:lnTo>
                <a:lnTo>
                  <a:pt x="22944" y="19912"/>
                </a:lnTo>
                <a:lnTo>
                  <a:pt x="23322" y="20020"/>
                </a:lnTo>
                <a:lnTo>
                  <a:pt x="23713" y="20120"/>
                </a:lnTo>
                <a:lnTo>
                  <a:pt x="24117" y="20211"/>
                </a:lnTo>
                <a:lnTo>
                  <a:pt x="24534" y="20293"/>
                </a:lnTo>
                <a:lnTo>
                  <a:pt x="24964" y="20366"/>
                </a:lnTo>
                <a:lnTo>
                  <a:pt x="25406" y="20431"/>
                </a:lnTo>
                <a:lnTo>
                  <a:pt x="25862" y="20488"/>
                </a:lnTo>
                <a:lnTo>
                  <a:pt x="26330" y="20535"/>
                </a:lnTo>
                <a:lnTo>
                  <a:pt x="26811" y="20574"/>
                </a:lnTo>
                <a:lnTo>
                  <a:pt x="27306" y="20604"/>
                </a:lnTo>
                <a:lnTo>
                  <a:pt x="27813" y="20626"/>
                </a:lnTo>
                <a:lnTo>
                  <a:pt x="28333" y="20639"/>
                </a:lnTo>
                <a:lnTo>
                  <a:pt x="28866" y="20643"/>
                </a:lnTo>
                <a:lnTo>
                  <a:pt x="40587" y="20643"/>
                </a:lnTo>
                <a:lnTo>
                  <a:pt x="12421" y="90796"/>
                </a:lnTo>
                <a:lnTo>
                  <a:pt x="11874" y="90800"/>
                </a:lnTo>
                <a:lnTo>
                  <a:pt x="11339" y="90813"/>
                </a:lnTo>
                <a:lnTo>
                  <a:pt x="10818" y="90834"/>
                </a:lnTo>
                <a:lnTo>
                  <a:pt x="10310" y="90864"/>
                </a:lnTo>
                <a:lnTo>
                  <a:pt x="9814" y="90902"/>
                </a:lnTo>
                <a:lnTo>
                  <a:pt x="9332" y="90949"/>
                </a:lnTo>
                <a:lnTo>
                  <a:pt x="8863" y="91005"/>
                </a:lnTo>
                <a:lnTo>
                  <a:pt x="8407" y="91068"/>
                </a:lnTo>
                <a:lnTo>
                  <a:pt x="7964" y="91141"/>
                </a:lnTo>
                <a:lnTo>
                  <a:pt x="7534" y="91221"/>
                </a:lnTo>
                <a:lnTo>
                  <a:pt x="7117" y="91311"/>
                </a:lnTo>
                <a:lnTo>
                  <a:pt x="6713" y="91408"/>
                </a:lnTo>
                <a:lnTo>
                  <a:pt x="6323" y="91515"/>
                </a:lnTo>
                <a:lnTo>
                  <a:pt x="5945" y="91630"/>
                </a:lnTo>
                <a:lnTo>
                  <a:pt x="5580" y="91753"/>
                </a:lnTo>
                <a:lnTo>
                  <a:pt x="5229" y="91885"/>
                </a:lnTo>
                <a:lnTo>
                  <a:pt x="4890" y="92025"/>
                </a:lnTo>
                <a:lnTo>
                  <a:pt x="4565" y="92174"/>
                </a:lnTo>
                <a:lnTo>
                  <a:pt x="4253" y="92331"/>
                </a:lnTo>
                <a:lnTo>
                  <a:pt x="3953" y="92497"/>
                </a:lnTo>
                <a:lnTo>
                  <a:pt x="3667" y="92671"/>
                </a:lnTo>
                <a:lnTo>
                  <a:pt x="3394" y="92854"/>
                </a:lnTo>
                <a:lnTo>
                  <a:pt x="3134" y="93046"/>
                </a:lnTo>
                <a:lnTo>
                  <a:pt x="2887" y="93245"/>
                </a:lnTo>
                <a:lnTo>
                  <a:pt x="2651" y="93452"/>
                </a:lnTo>
                <a:lnTo>
                  <a:pt x="2426" y="93665"/>
                </a:lnTo>
                <a:lnTo>
                  <a:pt x="2210" y="93882"/>
                </a:lnTo>
                <a:lnTo>
                  <a:pt x="2005" y="94106"/>
                </a:lnTo>
                <a:lnTo>
                  <a:pt x="1809" y="94334"/>
                </a:lnTo>
                <a:lnTo>
                  <a:pt x="1624" y="94568"/>
                </a:lnTo>
                <a:lnTo>
                  <a:pt x="1448" y="94808"/>
                </a:lnTo>
                <a:lnTo>
                  <a:pt x="1283" y="95053"/>
                </a:lnTo>
                <a:lnTo>
                  <a:pt x="1128" y="95304"/>
                </a:lnTo>
                <a:lnTo>
                  <a:pt x="982" y="95560"/>
                </a:lnTo>
                <a:lnTo>
                  <a:pt x="847" y="95821"/>
                </a:lnTo>
                <a:lnTo>
                  <a:pt x="722" y="96088"/>
                </a:lnTo>
                <a:lnTo>
                  <a:pt x="606" y="96361"/>
                </a:lnTo>
                <a:lnTo>
                  <a:pt x="501" y="96639"/>
                </a:lnTo>
                <a:lnTo>
                  <a:pt x="406" y="96922"/>
                </a:lnTo>
                <a:lnTo>
                  <a:pt x="321" y="97211"/>
                </a:lnTo>
                <a:lnTo>
                  <a:pt x="246" y="97505"/>
                </a:lnTo>
                <a:lnTo>
                  <a:pt x="180" y="97805"/>
                </a:lnTo>
                <a:lnTo>
                  <a:pt x="125" y="98110"/>
                </a:lnTo>
                <a:lnTo>
                  <a:pt x="80" y="98421"/>
                </a:lnTo>
                <a:lnTo>
                  <a:pt x="45" y="98737"/>
                </a:lnTo>
                <a:lnTo>
                  <a:pt x="20" y="99059"/>
                </a:lnTo>
                <a:lnTo>
                  <a:pt x="5" y="99386"/>
                </a:lnTo>
                <a:lnTo>
                  <a:pt x="0" y="99718"/>
                </a:lnTo>
                <a:lnTo>
                  <a:pt x="5" y="100051"/>
                </a:lnTo>
                <a:lnTo>
                  <a:pt x="19" y="100379"/>
                </a:lnTo>
                <a:lnTo>
                  <a:pt x="43" y="100701"/>
                </a:lnTo>
                <a:lnTo>
                  <a:pt x="77" y="101018"/>
                </a:lnTo>
                <a:lnTo>
                  <a:pt x="120" y="101330"/>
                </a:lnTo>
                <a:lnTo>
                  <a:pt x="172" y="101637"/>
                </a:lnTo>
                <a:lnTo>
                  <a:pt x="234" y="101939"/>
                </a:lnTo>
                <a:lnTo>
                  <a:pt x="306" y="102236"/>
                </a:lnTo>
                <a:lnTo>
                  <a:pt x="387" y="102527"/>
                </a:lnTo>
                <a:lnTo>
                  <a:pt x="478" y="102813"/>
                </a:lnTo>
                <a:lnTo>
                  <a:pt x="579" y="103094"/>
                </a:lnTo>
                <a:lnTo>
                  <a:pt x="689" y="103370"/>
                </a:lnTo>
                <a:lnTo>
                  <a:pt x="808" y="103641"/>
                </a:lnTo>
                <a:lnTo>
                  <a:pt x="938" y="103907"/>
                </a:lnTo>
                <a:lnTo>
                  <a:pt x="1076" y="104167"/>
                </a:lnTo>
                <a:lnTo>
                  <a:pt x="1225" y="104422"/>
                </a:lnTo>
                <a:lnTo>
                  <a:pt x="1382" y="104672"/>
                </a:lnTo>
                <a:lnTo>
                  <a:pt x="1550" y="104917"/>
                </a:lnTo>
                <a:lnTo>
                  <a:pt x="1727" y="105157"/>
                </a:lnTo>
                <a:lnTo>
                  <a:pt x="1913" y="105392"/>
                </a:lnTo>
                <a:lnTo>
                  <a:pt x="2110" y="105621"/>
                </a:lnTo>
                <a:lnTo>
                  <a:pt x="2315" y="105846"/>
                </a:lnTo>
                <a:lnTo>
                  <a:pt x="2531" y="106065"/>
                </a:lnTo>
                <a:lnTo>
                  <a:pt x="2755" y="106279"/>
                </a:lnTo>
                <a:lnTo>
                  <a:pt x="2991" y="106486"/>
                </a:lnTo>
                <a:lnTo>
                  <a:pt x="3240" y="106684"/>
                </a:lnTo>
                <a:lnTo>
                  <a:pt x="3502" y="106873"/>
                </a:lnTo>
                <a:lnTo>
                  <a:pt x="3777" y="107054"/>
                </a:lnTo>
                <a:lnTo>
                  <a:pt x="4065" y="107226"/>
                </a:lnTo>
                <a:lnTo>
                  <a:pt x="4365" y="107389"/>
                </a:lnTo>
                <a:lnTo>
                  <a:pt x="4679" y="107543"/>
                </a:lnTo>
                <a:lnTo>
                  <a:pt x="5005" y="107688"/>
                </a:lnTo>
                <a:lnTo>
                  <a:pt x="5345" y="107825"/>
                </a:lnTo>
                <a:lnTo>
                  <a:pt x="5697" y="107952"/>
                </a:lnTo>
                <a:lnTo>
                  <a:pt x="6062" y="108071"/>
                </a:lnTo>
                <a:lnTo>
                  <a:pt x="6440" y="108181"/>
                </a:lnTo>
                <a:lnTo>
                  <a:pt x="6831" y="108283"/>
                </a:lnTo>
                <a:lnTo>
                  <a:pt x="7235" y="108375"/>
                </a:lnTo>
                <a:lnTo>
                  <a:pt x="7652" y="108459"/>
                </a:lnTo>
                <a:lnTo>
                  <a:pt x="8081" y="108534"/>
                </a:lnTo>
                <a:lnTo>
                  <a:pt x="8524" y="108600"/>
                </a:lnTo>
                <a:lnTo>
                  <a:pt x="8980" y="108657"/>
                </a:lnTo>
                <a:lnTo>
                  <a:pt x="9448" y="108705"/>
                </a:lnTo>
                <a:lnTo>
                  <a:pt x="9929" y="108745"/>
                </a:lnTo>
                <a:lnTo>
                  <a:pt x="10424" y="108776"/>
                </a:lnTo>
                <a:lnTo>
                  <a:pt x="10931" y="108798"/>
                </a:lnTo>
                <a:lnTo>
                  <a:pt x="11451" y="108811"/>
                </a:lnTo>
                <a:lnTo>
                  <a:pt x="11984" y="108815"/>
                </a:lnTo>
                <a:lnTo>
                  <a:pt x="36126" y="108815"/>
                </a:lnTo>
                <a:lnTo>
                  <a:pt x="36659" y="108811"/>
                </a:lnTo>
                <a:lnTo>
                  <a:pt x="37179" y="108798"/>
                </a:lnTo>
                <a:lnTo>
                  <a:pt x="37686" y="108776"/>
                </a:lnTo>
                <a:lnTo>
                  <a:pt x="38180" y="108746"/>
                </a:lnTo>
                <a:lnTo>
                  <a:pt x="38662" y="108707"/>
                </a:lnTo>
                <a:lnTo>
                  <a:pt x="39130" y="108660"/>
                </a:lnTo>
                <a:lnTo>
                  <a:pt x="39586" y="108603"/>
                </a:lnTo>
                <a:lnTo>
                  <a:pt x="40028" y="108538"/>
                </a:lnTo>
                <a:lnTo>
                  <a:pt x="40458" y="108465"/>
                </a:lnTo>
                <a:lnTo>
                  <a:pt x="40875" y="108383"/>
                </a:lnTo>
                <a:lnTo>
                  <a:pt x="41279" y="108292"/>
                </a:lnTo>
                <a:lnTo>
                  <a:pt x="41670" y="108192"/>
                </a:lnTo>
                <a:lnTo>
                  <a:pt x="42048" y="108084"/>
                </a:lnTo>
                <a:lnTo>
                  <a:pt x="42413" y="107967"/>
                </a:lnTo>
                <a:lnTo>
                  <a:pt x="42765" y="107842"/>
                </a:lnTo>
                <a:lnTo>
                  <a:pt x="43104" y="107707"/>
                </a:lnTo>
                <a:lnTo>
                  <a:pt x="43431" y="107565"/>
                </a:lnTo>
                <a:lnTo>
                  <a:pt x="43744" y="107413"/>
                </a:lnTo>
                <a:lnTo>
                  <a:pt x="44045" y="107253"/>
                </a:lnTo>
                <a:lnTo>
                  <a:pt x="44333" y="107084"/>
                </a:lnTo>
                <a:lnTo>
                  <a:pt x="44607" y="106907"/>
                </a:lnTo>
                <a:lnTo>
                  <a:pt x="44869" y="106721"/>
                </a:lnTo>
                <a:lnTo>
                  <a:pt x="45118" y="106526"/>
                </a:lnTo>
                <a:lnTo>
                  <a:pt x="45354" y="106322"/>
                </a:lnTo>
                <a:lnTo>
                  <a:pt x="45579" y="106112"/>
                </a:lnTo>
                <a:lnTo>
                  <a:pt x="45794" y="105896"/>
                </a:lnTo>
                <a:lnTo>
                  <a:pt x="46000" y="105675"/>
                </a:lnTo>
                <a:lnTo>
                  <a:pt x="46196" y="105449"/>
                </a:lnTo>
                <a:lnTo>
                  <a:pt x="46383" y="105217"/>
                </a:lnTo>
                <a:lnTo>
                  <a:pt x="46560" y="104980"/>
                </a:lnTo>
                <a:lnTo>
                  <a:pt x="46727" y="104738"/>
                </a:lnTo>
                <a:lnTo>
                  <a:pt x="46885" y="104490"/>
                </a:lnTo>
                <a:lnTo>
                  <a:pt x="47033" y="104237"/>
                </a:lnTo>
                <a:lnTo>
                  <a:pt x="47172" y="103979"/>
                </a:lnTo>
                <a:lnTo>
                  <a:pt x="47301" y="103716"/>
                </a:lnTo>
                <a:lnTo>
                  <a:pt x="47421" y="103447"/>
                </a:lnTo>
                <a:lnTo>
                  <a:pt x="47531" y="103173"/>
                </a:lnTo>
                <a:lnTo>
                  <a:pt x="47631" y="102893"/>
                </a:lnTo>
                <a:lnTo>
                  <a:pt x="47722" y="102608"/>
                </a:lnTo>
                <a:lnTo>
                  <a:pt x="47804" y="102318"/>
                </a:lnTo>
                <a:lnTo>
                  <a:pt x="47875" y="102023"/>
                </a:lnTo>
                <a:lnTo>
                  <a:pt x="47938" y="101722"/>
                </a:lnTo>
                <a:lnTo>
                  <a:pt x="47990" y="101416"/>
                </a:lnTo>
                <a:lnTo>
                  <a:pt x="48033" y="101105"/>
                </a:lnTo>
                <a:lnTo>
                  <a:pt x="48067" y="100788"/>
                </a:lnTo>
                <a:lnTo>
                  <a:pt x="48091" y="100466"/>
                </a:lnTo>
                <a:lnTo>
                  <a:pt x="48105" y="100138"/>
                </a:lnTo>
                <a:lnTo>
                  <a:pt x="48110" y="99806"/>
                </a:lnTo>
                <a:lnTo>
                  <a:pt x="48105" y="99473"/>
                </a:lnTo>
                <a:lnTo>
                  <a:pt x="48091" y="99146"/>
                </a:lnTo>
                <a:lnTo>
                  <a:pt x="48067" y="98824"/>
                </a:lnTo>
                <a:lnTo>
                  <a:pt x="48033" y="98507"/>
                </a:lnTo>
                <a:lnTo>
                  <a:pt x="47990" y="98196"/>
                </a:lnTo>
                <a:lnTo>
                  <a:pt x="47938" y="97890"/>
                </a:lnTo>
                <a:lnTo>
                  <a:pt x="47875" y="97589"/>
                </a:lnTo>
                <a:lnTo>
                  <a:pt x="47804" y="97293"/>
                </a:lnTo>
                <a:lnTo>
                  <a:pt x="47722" y="97003"/>
                </a:lnTo>
                <a:lnTo>
                  <a:pt x="47631" y="96718"/>
                </a:lnTo>
                <a:lnTo>
                  <a:pt x="47531" y="96439"/>
                </a:lnTo>
                <a:lnTo>
                  <a:pt x="47421" y="96165"/>
                </a:lnTo>
                <a:lnTo>
                  <a:pt x="47301" y="95896"/>
                </a:lnTo>
                <a:lnTo>
                  <a:pt x="47172" y="95632"/>
                </a:lnTo>
                <a:lnTo>
                  <a:pt x="47033" y="95374"/>
                </a:lnTo>
                <a:lnTo>
                  <a:pt x="46885" y="95121"/>
                </a:lnTo>
                <a:lnTo>
                  <a:pt x="46727" y="94874"/>
                </a:lnTo>
                <a:lnTo>
                  <a:pt x="46560" y="94631"/>
                </a:lnTo>
                <a:lnTo>
                  <a:pt x="46383" y="94394"/>
                </a:lnTo>
                <a:lnTo>
                  <a:pt x="46196" y="94163"/>
                </a:lnTo>
                <a:lnTo>
                  <a:pt x="46000" y="93936"/>
                </a:lnTo>
                <a:lnTo>
                  <a:pt x="45794" y="93715"/>
                </a:lnTo>
                <a:lnTo>
                  <a:pt x="45579" y="93500"/>
                </a:lnTo>
                <a:lnTo>
                  <a:pt x="45354" y="93289"/>
                </a:lnTo>
                <a:lnTo>
                  <a:pt x="45118" y="93086"/>
                </a:lnTo>
                <a:lnTo>
                  <a:pt x="44869" y="92891"/>
                </a:lnTo>
                <a:lnTo>
                  <a:pt x="44607" y="92705"/>
                </a:lnTo>
                <a:lnTo>
                  <a:pt x="44333" y="92527"/>
                </a:lnTo>
                <a:lnTo>
                  <a:pt x="44045" y="92359"/>
                </a:lnTo>
                <a:lnTo>
                  <a:pt x="43744" y="92198"/>
                </a:lnTo>
                <a:lnTo>
                  <a:pt x="43431" y="92047"/>
                </a:lnTo>
                <a:lnTo>
                  <a:pt x="43104" y="91904"/>
                </a:lnTo>
                <a:lnTo>
                  <a:pt x="42765" y="91770"/>
                </a:lnTo>
                <a:lnTo>
                  <a:pt x="42413" y="91644"/>
                </a:lnTo>
                <a:lnTo>
                  <a:pt x="42048" y="91528"/>
                </a:lnTo>
                <a:lnTo>
                  <a:pt x="41670" y="91419"/>
                </a:lnTo>
                <a:lnTo>
                  <a:pt x="41279" y="91320"/>
                </a:lnTo>
                <a:lnTo>
                  <a:pt x="40875" y="91229"/>
                </a:lnTo>
                <a:lnTo>
                  <a:pt x="40458" y="91147"/>
                </a:lnTo>
                <a:lnTo>
                  <a:pt x="40028" y="91073"/>
                </a:lnTo>
                <a:lnTo>
                  <a:pt x="39586" y="91008"/>
                </a:lnTo>
                <a:lnTo>
                  <a:pt x="39130" y="90952"/>
                </a:lnTo>
                <a:lnTo>
                  <a:pt x="38662" y="90904"/>
                </a:lnTo>
                <a:lnTo>
                  <a:pt x="38180" y="90865"/>
                </a:lnTo>
                <a:lnTo>
                  <a:pt x="37686" y="90835"/>
                </a:lnTo>
                <a:lnTo>
                  <a:pt x="37179" y="90813"/>
                </a:lnTo>
                <a:lnTo>
                  <a:pt x="36659" y="90800"/>
                </a:lnTo>
                <a:lnTo>
                  <a:pt x="36126" y="90796"/>
                </a:lnTo>
                <a:lnTo>
                  <a:pt x="31752" y="90796"/>
                </a:lnTo>
                <a:lnTo>
                  <a:pt x="36126" y="79950"/>
                </a:lnTo>
                <a:lnTo>
                  <a:pt x="79687" y="79950"/>
                </a:lnTo>
                <a:lnTo>
                  <a:pt x="83973" y="90796"/>
                </a:lnTo>
                <a:lnTo>
                  <a:pt x="79600" y="90796"/>
                </a:lnTo>
                <a:lnTo>
                  <a:pt x="79067" y="90800"/>
                </a:lnTo>
                <a:close/>
                <a:moveTo>
                  <a:pt x="72252" y="61930"/>
                </a:moveTo>
                <a:lnTo>
                  <a:pt x="43299" y="61930"/>
                </a:lnTo>
                <a:lnTo>
                  <a:pt x="57819" y="26417"/>
                </a:lnTo>
                <a:lnTo>
                  <a:pt x="72252" y="61930"/>
                </a:lnTo>
                <a:close/>
                <a:moveTo>
                  <a:pt x="270088" y="65643"/>
                </a:moveTo>
                <a:lnTo>
                  <a:pt x="270100" y="66161"/>
                </a:lnTo>
                <a:lnTo>
                  <a:pt x="270116" y="66661"/>
                </a:lnTo>
                <a:lnTo>
                  <a:pt x="270136" y="67145"/>
                </a:lnTo>
                <a:lnTo>
                  <a:pt x="270161" y="67611"/>
                </a:lnTo>
                <a:lnTo>
                  <a:pt x="270191" y="68060"/>
                </a:lnTo>
                <a:lnTo>
                  <a:pt x="270225" y="68492"/>
                </a:lnTo>
                <a:lnTo>
                  <a:pt x="270264" y="68906"/>
                </a:lnTo>
                <a:lnTo>
                  <a:pt x="270307" y="69304"/>
                </a:lnTo>
                <a:lnTo>
                  <a:pt x="270355" y="69683"/>
                </a:lnTo>
                <a:lnTo>
                  <a:pt x="270407" y="70046"/>
                </a:lnTo>
                <a:lnTo>
                  <a:pt x="270464" y="70391"/>
                </a:lnTo>
                <a:lnTo>
                  <a:pt x="270526" y="70720"/>
                </a:lnTo>
                <a:lnTo>
                  <a:pt x="270592" y="71030"/>
                </a:lnTo>
                <a:lnTo>
                  <a:pt x="270662" y="71324"/>
                </a:lnTo>
                <a:lnTo>
                  <a:pt x="270737" y="71600"/>
                </a:lnTo>
                <a:lnTo>
                  <a:pt x="270817" y="71859"/>
                </a:lnTo>
                <a:lnTo>
                  <a:pt x="270901" y="72101"/>
                </a:lnTo>
                <a:lnTo>
                  <a:pt x="270990" y="72325"/>
                </a:lnTo>
                <a:lnTo>
                  <a:pt x="271084" y="72532"/>
                </a:lnTo>
                <a:lnTo>
                  <a:pt x="271182" y="72722"/>
                </a:lnTo>
                <a:lnTo>
                  <a:pt x="271284" y="72895"/>
                </a:lnTo>
                <a:lnTo>
                  <a:pt x="271391" y="73050"/>
                </a:lnTo>
                <a:lnTo>
                  <a:pt x="271621" y="73356"/>
                </a:lnTo>
                <a:lnTo>
                  <a:pt x="271859" y="73649"/>
                </a:lnTo>
                <a:lnTo>
                  <a:pt x="272105" y="73929"/>
                </a:lnTo>
                <a:lnTo>
                  <a:pt x="272358" y="74196"/>
                </a:lnTo>
                <a:lnTo>
                  <a:pt x="272620" y="74450"/>
                </a:lnTo>
                <a:lnTo>
                  <a:pt x="272889" y="74691"/>
                </a:lnTo>
                <a:lnTo>
                  <a:pt x="273167" y="74919"/>
                </a:lnTo>
                <a:lnTo>
                  <a:pt x="273452" y="75134"/>
                </a:lnTo>
                <a:lnTo>
                  <a:pt x="273745" y="75336"/>
                </a:lnTo>
                <a:lnTo>
                  <a:pt x="274046" y="75524"/>
                </a:lnTo>
                <a:lnTo>
                  <a:pt x="274355" y="75700"/>
                </a:lnTo>
                <a:lnTo>
                  <a:pt x="274671" y="75863"/>
                </a:lnTo>
                <a:lnTo>
                  <a:pt x="274996" y="76013"/>
                </a:lnTo>
                <a:lnTo>
                  <a:pt x="275329" y="76149"/>
                </a:lnTo>
                <a:lnTo>
                  <a:pt x="275669" y="76273"/>
                </a:lnTo>
                <a:lnTo>
                  <a:pt x="276018" y="76384"/>
                </a:lnTo>
                <a:lnTo>
                  <a:pt x="276374" y="76482"/>
                </a:lnTo>
                <a:lnTo>
                  <a:pt x="276738" y="76566"/>
                </a:lnTo>
                <a:lnTo>
                  <a:pt x="277110" y="76638"/>
                </a:lnTo>
                <a:lnTo>
                  <a:pt x="277490" y="76696"/>
                </a:lnTo>
                <a:lnTo>
                  <a:pt x="277878" y="76742"/>
                </a:lnTo>
                <a:lnTo>
                  <a:pt x="278274" y="76775"/>
                </a:lnTo>
                <a:lnTo>
                  <a:pt x="278677" y="76794"/>
                </a:lnTo>
                <a:lnTo>
                  <a:pt x="279089" y="76801"/>
                </a:lnTo>
                <a:lnTo>
                  <a:pt x="279479" y="76794"/>
                </a:lnTo>
                <a:lnTo>
                  <a:pt x="279863" y="76775"/>
                </a:lnTo>
                <a:lnTo>
                  <a:pt x="280240" y="76743"/>
                </a:lnTo>
                <a:lnTo>
                  <a:pt x="280610" y="76698"/>
                </a:lnTo>
                <a:lnTo>
                  <a:pt x="280973" y="76640"/>
                </a:lnTo>
                <a:lnTo>
                  <a:pt x="281330" y="76569"/>
                </a:lnTo>
                <a:lnTo>
                  <a:pt x="281680" y="76486"/>
                </a:lnTo>
                <a:lnTo>
                  <a:pt x="282024" y="76389"/>
                </a:lnTo>
                <a:lnTo>
                  <a:pt x="282361" y="76280"/>
                </a:lnTo>
                <a:lnTo>
                  <a:pt x="282691" y="76158"/>
                </a:lnTo>
                <a:lnTo>
                  <a:pt x="283014" y="76023"/>
                </a:lnTo>
                <a:lnTo>
                  <a:pt x="283331" y="75875"/>
                </a:lnTo>
                <a:lnTo>
                  <a:pt x="283641" y="75715"/>
                </a:lnTo>
                <a:lnTo>
                  <a:pt x="283945" y="75541"/>
                </a:lnTo>
                <a:lnTo>
                  <a:pt x="284241" y="75355"/>
                </a:lnTo>
                <a:lnTo>
                  <a:pt x="284532" y="75156"/>
                </a:lnTo>
                <a:lnTo>
                  <a:pt x="284815" y="74944"/>
                </a:lnTo>
                <a:lnTo>
                  <a:pt x="285092" y="74719"/>
                </a:lnTo>
                <a:lnTo>
                  <a:pt x="285362" y="74481"/>
                </a:lnTo>
                <a:lnTo>
                  <a:pt x="285625" y="74230"/>
                </a:lnTo>
                <a:lnTo>
                  <a:pt x="285882" y="73967"/>
                </a:lnTo>
                <a:lnTo>
                  <a:pt x="286132" y="73691"/>
                </a:lnTo>
                <a:lnTo>
                  <a:pt x="286375" y="73401"/>
                </a:lnTo>
                <a:lnTo>
                  <a:pt x="286611" y="73099"/>
                </a:lnTo>
                <a:lnTo>
                  <a:pt x="286726" y="72940"/>
                </a:lnTo>
                <a:lnTo>
                  <a:pt x="286835" y="72764"/>
                </a:lnTo>
                <a:lnTo>
                  <a:pt x="286939" y="72570"/>
                </a:lnTo>
                <a:lnTo>
                  <a:pt x="287039" y="72359"/>
                </a:lnTo>
                <a:lnTo>
                  <a:pt x="287134" y="72132"/>
                </a:lnTo>
                <a:lnTo>
                  <a:pt x="287224" y="71887"/>
                </a:lnTo>
                <a:lnTo>
                  <a:pt x="287309" y="71625"/>
                </a:lnTo>
                <a:lnTo>
                  <a:pt x="287389" y="71346"/>
                </a:lnTo>
                <a:lnTo>
                  <a:pt x="287464" y="71050"/>
                </a:lnTo>
                <a:lnTo>
                  <a:pt x="287535" y="70736"/>
                </a:lnTo>
                <a:lnTo>
                  <a:pt x="287600" y="70406"/>
                </a:lnTo>
                <a:lnTo>
                  <a:pt x="287661" y="70058"/>
                </a:lnTo>
                <a:lnTo>
                  <a:pt x="287717" y="69694"/>
                </a:lnTo>
                <a:lnTo>
                  <a:pt x="287768" y="69312"/>
                </a:lnTo>
                <a:lnTo>
                  <a:pt x="287814" y="68913"/>
                </a:lnTo>
                <a:lnTo>
                  <a:pt x="287855" y="68497"/>
                </a:lnTo>
                <a:lnTo>
                  <a:pt x="287892" y="68064"/>
                </a:lnTo>
                <a:lnTo>
                  <a:pt x="287923" y="67614"/>
                </a:lnTo>
                <a:lnTo>
                  <a:pt x="287950" y="67147"/>
                </a:lnTo>
                <a:lnTo>
                  <a:pt x="287972" y="66663"/>
                </a:lnTo>
                <a:lnTo>
                  <a:pt x="287989" y="66161"/>
                </a:lnTo>
                <a:lnTo>
                  <a:pt x="288001" y="65643"/>
                </a:lnTo>
                <a:lnTo>
                  <a:pt x="288009" y="65107"/>
                </a:lnTo>
                <a:lnTo>
                  <a:pt x="288011" y="64554"/>
                </a:lnTo>
                <a:lnTo>
                  <a:pt x="288011" y="46535"/>
                </a:lnTo>
                <a:lnTo>
                  <a:pt x="288007" y="45981"/>
                </a:lnTo>
                <a:lnTo>
                  <a:pt x="287994" y="45440"/>
                </a:lnTo>
                <a:lnTo>
                  <a:pt x="287972" y="44914"/>
                </a:lnTo>
                <a:lnTo>
                  <a:pt x="287942" y="44401"/>
                </a:lnTo>
                <a:lnTo>
                  <a:pt x="287903" y="43902"/>
                </a:lnTo>
                <a:lnTo>
                  <a:pt x="287855" y="43416"/>
                </a:lnTo>
                <a:lnTo>
                  <a:pt x="287799" y="42945"/>
                </a:lnTo>
                <a:lnTo>
                  <a:pt x="287734" y="42487"/>
                </a:lnTo>
                <a:lnTo>
                  <a:pt x="287660" y="42043"/>
                </a:lnTo>
                <a:lnTo>
                  <a:pt x="287578" y="41613"/>
                </a:lnTo>
                <a:lnTo>
                  <a:pt x="287487" y="41197"/>
                </a:lnTo>
                <a:lnTo>
                  <a:pt x="287388" y="40795"/>
                </a:lnTo>
                <a:lnTo>
                  <a:pt x="287280" y="40406"/>
                </a:lnTo>
                <a:lnTo>
                  <a:pt x="287163" y="40032"/>
                </a:lnTo>
                <a:lnTo>
                  <a:pt x="287037" y="39671"/>
                </a:lnTo>
                <a:lnTo>
                  <a:pt x="286903" y="39324"/>
                </a:lnTo>
                <a:lnTo>
                  <a:pt x="286760" y="38990"/>
                </a:lnTo>
                <a:lnTo>
                  <a:pt x="286609" y="38671"/>
                </a:lnTo>
                <a:lnTo>
                  <a:pt x="286449" y="38365"/>
                </a:lnTo>
                <a:lnTo>
                  <a:pt x="286280" y="38073"/>
                </a:lnTo>
                <a:lnTo>
                  <a:pt x="286102" y="37796"/>
                </a:lnTo>
                <a:lnTo>
                  <a:pt x="285916" y="37531"/>
                </a:lnTo>
                <a:lnTo>
                  <a:pt x="285721" y="37281"/>
                </a:lnTo>
                <a:lnTo>
                  <a:pt x="285518" y="37044"/>
                </a:lnTo>
                <a:lnTo>
                  <a:pt x="285308" y="36820"/>
                </a:lnTo>
                <a:lnTo>
                  <a:pt x="285092" y="36604"/>
                </a:lnTo>
                <a:lnTo>
                  <a:pt x="284872" y="36399"/>
                </a:lnTo>
                <a:lnTo>
                  <a:pt x="284647" y="36203"/>
                </a:lnTo>
                <a:lnTo>
                  <a:pt x="284417" y="36016"/>
                </a:lnTo>
                <a:lnTo>
                  <a:pt x="284181" y="35839"/>
                </a:lnTo>
                <a:lnTo>
                  <a:pt x="283941" y="35672"/>
                </a:lnTo>
                <a:lnTo>
                  <a:pt x="283696" y="35514"/>
                </a:lnTo>
                <a:lnTo>
                  <a:pt x="283445" y="35365"/>
                </a:lnTo>
                <a:lnTo>
                  <a:pt x="283190" y="35227"/>
                </a:lnTo>
                <a:lnTo>
                  <a:pt x="282930" y="35098"/>
                </a:lnTo>
                <a:lnTo>
                  <a:pt x="282664" y="34978"/>
                </a:lnTo>
                <a:lnTo>
                  <a:pt x="282394" y="34868"/>
                </a:lnTo>
                <a:lnTo>
                  <a:pt x="282118" y="34767"/>
                </a:lnTo>
                <a:lnTo>
                  <a:pt x="281838" y="34677"/>
                </a:lnTo>
                <a:lnTo>
                  <a:pt x="281553" y="34595"/>
                </a:lnTo>
                <a:lnTo>
                  <a:pt x="281262" y="34524"/>
                </a:lnTo>
                <a:lnTo>
                  <a:pt x="280967" y="34461"/>
                </a:lnTo>
                <a:lnTo>
                  <a:pt x="280666" y="34409"/>
                </a:lnTo>
                <a:lnTo>
                  <a:pt x="280361" y="34366"/>
                </a:lnTo>
                <a:lnTo>
                  <a:pt x="280050" y="34332"/>
                </a:lnTo>
                <a:lnTo>
                  <a:pt x="279735" y="34308"/>
                </a:lnTo>
                <a:lnTo>
                  <a:pt x="279414" y="34294"/>
                </a:lnTo>
                <a:lnTo>
                  <a:pt x="279089" y="34289"/>
                </a:lnTo>
                <a:lnTo>
                  <a:pt x="278677" y="34296"/>
                </a:lnTo>
                <a:lnTo>
                  <a:pt x="278274" y="34315"/>
                </a:lnTo>
                <a:lnTo>
                  <a:pt x="277878" y="34348"/>
                </a:lnTo>
                <a:lnTo>
                  <a:pt x="277490" y="34393"/>
                </a:lnTo>
                <a:lnTo>
                  <a:pt x="277110" y="34452"/>
                </a:lnTo>
                <a:lnTo>
                  <a:pt x="276738" y="34524"/>
                </a:lnTo>
                <a:lnTo>
                  <a:pt x="276374" y="34608"/>
                </a:lnTo>
                <a:lnTo>
                  <a:pt x="276018" y="34706"/>
                </a:lnTo>
                <a:lnTo>
                  <a:pt x="275669" y="34817"/>
                </a:lnTo>
                <a:lnTo>
                  <a:pt x="275329" y="34940"/>
                </a:lnTo>
                <a:lnTo>
                  <a:pt x="274996" y="35077"/>
                </a:lnTo>
                <a:lnTo>
                  <a:pt x="274671" y="35227"/>
                </a:lnTo>
                <a:lnTo>
                  <a:pt x="274355" y="35389"/>
                </a:lnTo>
                <a:lnTo>
                  <a:pt x="274046" y="35565"/>
                </a:lnTo>
                <a:lnTo>
                  <a:pt x="273745" y="35754"/>
                </a:lnTo>
                <a:lnTo>
                  <a:pt x="273452" y="35956"/>
                </a:lnTo>
                <a:lnTo>
                  <a:pt x="273167" y="36171"/>
                </a:lnTo>
                <a:lnTo>
                  <a:pt x="272889" y="36399"/>
                </a:lnTo>
                <a:lnTo>
                  <a:pt x="272620" y="36640"/>
                </a:lnTo>
                <a:lnTo>
                  <a:pt x="272358" y="36894"/>
                </a:lnTo>
                <a:lnTo>
                  <a:pt x="272105" y="37160"/>
                </a:lnTo>
                <a:lnTo>
                  <a:pt x="271859" y="37440"/>
                </a:lnTo>
                <a:lnTo>
                  <a:pt x="271621" y="37733"/>
                </a:lnTo>
                <a:lnTo>
                  <a:pt x="271391" y="38039"/>
                </a:lnTo>
                <a:lnTo>
                  <a:pt x="271284" y="38195"/>
                </a:lnTo>
                <a:lnTo>
                  <a:pt x="271182" y="38367"/>
                </a:lnTo>
                <a:lnTo>
                  <a:pt x="271084" y="38557"/>
                </a:lnTo>
                <a:lnTo>
                  <a:pt x="270990" y="38764"/>
                </a:lnTo>
                <a:lnTo>
                  <a:pt x="270901" y="38989"/>
                </a:lnTo>
                <a:lnTo>
                  <a:pt x="270817" y="39231"/>
                </a:lnTo>
                <a:lnTo>
                  <a:pt x="270737" y="39490"/>
                </a:lnTo>
                <a:lnTo>
                  <a:pt x="270662" y="39766"/>
                </a:lnTo>
                <a:lnTo>
                  <a:pt x="270592" y="40059"/>
                </a:lnTo>
                <a:lnTo>
                  <a:pt x="270526" y="40370"/>
                </a:lnTo>
                <a:lnTo>
                  <a:pt x="270464" y="40698"/>
                </a:lnTo>
                <a:lnTo>
                  <a:pt x="270407" y="41044"/>
                </a:lnTo>
                <a:lnTo>
                  <a:pt x="270355" y="41406"/>
                </a:lnTo>
                <a:lnTo>
                  <a:pt x="270307" y="41786"/>
                </a:lnTo>
                <a:lnTo>
                  <a:pt x="270264" y="42183"/>
                </a:lnTo>
                <a:lnTo>
                  <a:pt x="270225" y="42598"/>
                </a:lnTo>
                <a:lnTo>
                  <a:pt x="270191" y="43029"/>
                </a:lnTo>
                <a:lnTo>
                  <a:pt x="270161" y="43478"/>
                </a:lnTo>
                <a:lnTo>
                  <a:pt x="270136" y="43945"/>
                </a:lnTo>
                <a:lnTo>
                  <a:pt x="270116" y="44428"/>
                </a:lnTo>
                <a:lnTo>
                  <a:pt x="270100" y="44929"/>
                </a:lnTo>
                <a:lnTo>
                  <a:pt x="270088" y="45447"/>
                </a:lnTo>
                <a:lnTo>
                  <a:pt x="270081" y="45983"/>
                </a:lnTo>
                <a:lnTo>
                  <a:pt x="270079" y="46535"/>
                </a:lnTo>
                <a:lnTo>
                  <a:pt x="254334" y="46535"/>
                </a:lnTo>
                <a:lnTo>
                  <a:pt x="254334" y="20643"/>
                </a:lnTo>
                <a:lnTo>
                  <a:pt x="296146" y="20643"/>
                </a:lnTo>
                <a:lnTo>
                  <a:pt x="296146" y="30090"/>
                </a:lnTo>
                <a:lnTo>
                  <a:pt x="296150" y="30645"/>
                </a:lnTo>
                <a:lnTo>
                  <a:pt x="296163" y="31185"/>
                </a:lnTo>
                <a:lnTo>
                  <a:pt x="296185" y="31712"/>
                </a:lnTo>
                <a:lnTo>
                  <a:pt x="296215" y="32225"/>
                </a:lnTo>
                <a:lnTo>
                  <a:pt x="296254" y="32724"/>
                </a:lnTo>
                <a:lnTo>
                  <a:pt x="296302" y="33209"/>
                </a:lnTo>
                <a:lnTo>
                  <a:pt x="296358" y="33681"/>
                </a:lnTo>
                <a:lnTo>
                  <a:pt x="296423" y="34138"/>
                </a:lnTo>
                <a:lnTo>
                  <a:pt x="296496" y="34582"/>
                </a:lnTo>
                <a:lnTo>
                  <a:pt x="296579" y="35012"/>
                </a:lnTo>
                <a:lnTo>
                  <a:pt x="296670" y="35428"/>
                </a:lnTo>
                <a:lnTo>
                  <a:pt x="296769" y="35831"/>
                </a:lnTo>
                <a:lnTo>
                  <a:pt x="296877" y="36219"/>
                </a:lnTo>
                <a:lnTo>
                  <a:pt x="296994" y="36594"/>
                </a:lnTo>
                <a:lnTo>
                  <a:pt x="297120" y="36955"/>
                </a:lnTo>
                <a:lnTo>
                  <a:pt x="297254" y="37302"/>
                </a:lnTo>
                <a:lnTo>
                  <a:pt x="297397" y="37635"/>
                </a:lnTo>
                <a:lnTo>
                  <a:pt x="297548" y="37955"/>
                </a:lnTo>
                <a:lnTo>
                  <a:pt x="297708" y="38260"/>
                </a:lnTo>
                <a:lnTo>
                  <a:pt x="297877" y="38552"/>
                </a:lnTo>
                <a:lnTo>
                  <a:pt x="298055" y="38830"/>
                </a:lnTo>
                <a:lnTo>
                  <a:pt x="298241" y="39094"/>
                </a:lnTo>
                <a:lnTo>
                  <a:pt x="298435" y="39345"/>
                </a:lnTo>
                <a:lnTo>
                  <a:pt x="298639" y="39581"/>
                </a:lnTo>
                <a:lnTo>
                  <a:pt x="298849" y="39806"/>
                </a:lnTo>
                <a:lnTo>
                  <a:pt x="299065" y="40021"/>
                </a:lnTo>
                <a:lnTo>
                  <a:pt x="299286" y="40227"/>
                </a:lnTo>
                <a:lnTo>
                  <a:pt x="299512" y="40423"/>
                </a:lnTo>
                <a:lnTo>
                  <a:pt x="299744" y="40610"/>
                </a:lnTo>
                <a:lnTo>
                  <a:pt x="299981" y="40787"/>
                </a:lnTo>
                <a:lnTo>
                  <a:pt x="300223" y="40954"/>
                </a:lnTo>
                <a:lnTo>
                  <a:pt x="300471" y="41112"/>
                </a:lnTo>
                <a:lnTo>
                  <a:pt x="300724" y="41260"/>
                </a:lnTo>
                <a:lnTo>
                  <a:pt x="300982" y="41399"/>
                </a:lnTo>
                <a:lnTo>
                  <a:pt x="301246" y="41528"/>
                </a:lnTo>
                <a:lnTo>
                  <a:pt x="301514" y="41648"/>
                </a:lnTo>
                <a:lnTo>
                  <a:pt x="301789" y="41758"/>
                </a:lnTo>
                <a:lnTo>
                  <a:pt x="302068" y="41858"/>
                </a:lnTo>
                <a:lnTo>
                  <a:pt x="302353" y="41949"/>
                </a:lnTo>
                <a:lnTo>
                  <a:pt x="302643" y="42030"/>
                </a:lnTo>
                <a:lnTo>
                  <a:pt x="302939" y="42102"/>
                </a:lnTo>
                <a:lnTo>
                  <a:pt x="303239" y="42164"/>
                </a:lnTo>
                <a:lnTo>
                  <a:pt x="303545" y="42217"/>
                </a:lnTo>
                <a:lnTo>
                  <a:pt x="303857" y="42260"/>
                </a:lnTo>
                <a:lnTo>
                  <a:pt x="304174" y="42293"/>
                </a:lnTo>
                <a:lnTo>
                  <a:pt x="304496" y="42317"/>
                </a:lnTo>
                <a:lnTo>
                  <a:pt x="304823" y="42332"/>
                </a:lnTo>
                <a:lnTo>
                  <a:pt x="305156" y="42337"/>
                </a:lnTo>
                <a:lnTo>
                  <a:pt x="305488" y="42332"/>
                </a:lnTo>
                <a:lnTo>
                  <a:pt x="305815" y="42317"/>
                </a:lnTo>
                <a:lnTo>
                  <a:pt x="306137" y="42293"/>
                </a:lnTo>
                <a:lnTo>
                  <a:pt x="306453" y="42260"/>
                </a:lnTo>
                <a:lnTo>
                  <a:pt x="306764" y="42217"/>
                </a:lnTo>
                <a:lnTo>
                  <a:pt x="307069" y="42164"/>
                </a:lnTo>
                <a:lnTo>
                  <a:pt x="307369" y="42102"/>
                </a:lnTo>
                <a:lnTo>
                  <a:pt x="307663" y="42030"/>
                </a:lnTo>
                <a:lnTo>
                  <a:pt x="307952" y="41949"/>
                </a:lnTo>
                <a:lnTo>
                  <a:pt x="308235" y="41858"/>
                </a:lnTo>
                <a:lnTo>
                  <a:pt x="308513" y="41758"/>
                </a:lnTo>
                <a:lnTo>
                  <a:pt x="308786" y="41648"/>
                </a:lnTo>
                <a:lnTo>
                  <a:pt x="309053" y="41528"/>
                </a:lnTo>
                <a:lnTo>
                  <a:pt x="309314" y="41399"/>
                </a:lnTo>
                <a:lnTo>
                  <a:pt x="309570" y="41260"/>
                </a:lnTo>
                <a:lnTo>
                  <a:pt x="309821" y="41112"/>
                </a:lnTo>
                <a:lnTo>
                  <a:pt x="310066" y="40954"/>
                </a:lnTo>
                <a:lnTo>
                  <a:pt x="310305" y="40787"/>
                </a:lnTo>
                <a:lnTo>
                  <a:pt x="310540" y="40610"/>
                </a:lnTo>
                <a:lnTo>
                  <a:pt x="310768" y="40423"/>
                </a:lnTo>
                <a:lnTo>
                  <a:pt x="310992" y="40227"/>
                </a:lnTo>
                <a:lnTo>
                  <a:pt x="311209" y="40021"/>
                </a:lnTo>
                <a:lnTo>
                  <a:pt x="311422" y="39806"/>
                </a:lnTo>
                <a:lnTo>
                  <a:pt x="311628" y="39581"/>
                </a:lnTo>
                <a:lnTo>
                  <a:pt x="311828" y="39345"/>
                </a:lnTo>
                <a:lnTo>
                  <a:pt x="312020" y="39094"/>
                </a:lnTo>
                <a:lnTo>
                  <a:pt x="312202" y="38830"/>
                </a:lnTo>
                <a:lnTo>
                  <a:pt x="312377" y="38552"/>
                </a:lnTo>
                <a:lnTo>
                  <a:pt x="312543" y="38260"/>
                </a:lnTo>
                <a:lnTo>
                  <a:pt x="312700" y="37955"/>
                </a:lnTo>
                <a:lnTo>
                  <a:pt x="312849" y="37635"/>
                </a:lnTo>
                <a:lnTo>
                  <a:pt x="312989" y="37302"/>
                </a:lnTo>
                <a:lnTo>
                  <a:pt x="313121" y="36955"/>
                </a:lnTo>
                <a:lnTo>
                  <a:pt x="313244" y="36594"/>
                </a:lnTo>
                <a:lnTo>
                  <a:pt x="313359" y="36219"/>
                </a:lnTo>
                <a:lnTo>
                  <a:pt x="313465" y="35831"/>
                </a:lnTo>
                <a:lnTo>
                  <a:pt x="313563" y="35428"/>
                </a:lnTo>
                <a:lnTo>
                  <a:pt x="313652" y="35012"/>
                </a:lnTo>
                <a:lnTo>
                  <a:pt x="313733" y="34582"/>
                </a:lnTo>
                <a:lnTo>
                  <a:pt x="313806" y="34138"/>
                </a:lnTo>
                <a:lnTo>
                  <a:pt x="313869" y="33681"/>
                </a:lnTo>
                <a:lnTo>
                  <a:pt x="313925" y="33209"/>
                </a:lnTo>
                <a:lnTo>
                  <a:pt x="313971" y="32724"/>
                </a:lnTo>
                <a:lnTo>
                  <a:pt x="314010" y="32225"/>
                </a:lnTo>
                <a:lnTo>
                  <a:pt x="314039" y="31712"/>
                </a:lnTo>
                <a:lnTo>
                  <a:pt x="314061" y="31185"/>
                </a:lnTo>
                <a:lnTo>
                  <a:pt x="314073" y="30645"/>
                </a:lnTo>
                <a:lnTo>
                  <a:pt x="314078" y="30090"/>
                </a:lnTo>
                <a:lnTo>
                  <a:pt x="314078" y="2712"/>
                </a:lnTo>
                <a:lnTo>
                  <a:pt x="233603" y="2624"/>
                </a:lnTo>
                <a:lnTo>
                  <a:pt x="233070" y="2628"/>
                </a:lnTo>
                <a:lnTo>
                  <a:pt x="232550" y="2641"/>
                </a:lnTo>
                <a:lnTo>
                  <a:pt x="232043" y="2663"/>
                </a:lnTo>
                <a:lnTo>
                  <a:pt x="231549" y="2693"/>
                </a:lnTo>
                <a:lnTo>
                  <a:pt x="231068" y="2732"/>
                </a:lnTo>
                <a:lnTo>
                  <a:pt x="230599" y="2780"/>
                </a:lnTo>
                <a:lnTo>
                  <a:pt x="230144" y="2836"/>
                </a:lnTo>
                <a:lnTo>
                  <a:pt x="229701" y="2901"/>
                </a:lnTo>
                <a:lnTo>
                  <a:pt x="229271" y="2975"/>
                </a:lnTo>
                <a:lnTo>
                  <a:pt x="228855" y="3057"/>
                </a:lnTo>
                <a:lnTo>
                  <a:pt x="228451" y="3148"/>
                </a:lnTo>
                <a:lnTo>
                  <a:pt x="228060" y="3247"/>
                </a:lnTo>
                <a:lnTo>
                  <a:pt x="227682" y="3356"/>
                </a:lnTo>
                <a:lnTo>
                  <a:pt x="227316" y="3472"/>
                </a:lnTo>
                <a:lnTo>
                  <a:pt x="226964" y="3598"/>
                </a:lnTo>
                <a:lnTo>
                  <a:pt x="226625" y="3732"/>
                </a:lnTo>
                <a:lnTo>
                  <a:pt x="226298" y="3875"/>
                </a:lnTo>
                <a:lnTo>
                  <a:pt x="225985" y="4026"/>
                </a:lnTo>
                <a:lnTo>
                  <a:pt x="225684" y="4187"/>
                </a:lnTo>
                <a:lnTo>
                  <a:pt x="225397" y="4355"/>
                </a:lnTo>
                <a:lnTo>
                  <a:pt x="225122" y="4533"/>
                </a:lnTo>
                <a:lnTo>
                  <a:pt x="224860" y="4719"/>
                </a:lnTo>
                <a:lnTo>
                  <a:pt x="224611" y="4914"/>
                </a:lnTo>
                <a:lnTo>
                  <a:pt x="224375" y="5117"/>
                </a:lnTo>
                <a:lnTo>
                  <a:pt x="224150" y="5328"/>
                </a:lnTo>
                <a:lnTo>
                  <a:pt x="223935" y="5543"/>
                </a:lnTo>
                <a:lnTo>
                  <a:pt x="223729" y="5764"/>
                </a:lnTo>
                <a:lnTo>
                  <a:pt x="223533" y="5991"/>
                </a:lnTo>
                <a:lnTo>
                  <a:pt x="223346" y="6222"/>
                </a:lnTo>
                <a:lnTo>
                  <a:pt x="223169" y="6459"/>
                </a:lnTo>
                <a:lnTo>
                  <a:pt x="223002" y="6702"/>
                </a:lnTo>
                <a:lnTo>
                  <a:pt x="222844" y="6949"/>
                </a:lnTo>
                <a:lnTo>
                  <a:pt x="222696" y="7202"/>
                </a:lnTo>
                <a:lnTo>
                  <a:pt x="222557" y="7460"/>
                </a:lnTo>
                <a:lnTo>
                  <a:pt x="222428" y="7724"/>
                </a:lnTo>
                <a:lnTo>
                  <a:pt x="222308" y="7993"/>
                </a:lnTo>
                <a:lnTo>
                  <a:pt x="222198" y="8267"/>
                </a:lnTo>
                <a:lnTo>
                  <a:pt x="222098" y="8546"/>
                </a:lnTo>
                <a:lnTo>
                  <a:pt x="222007" y="8831"/>
                </a:lnTo>
                <a:lnTo>
                  <a:pt x="221926" y="9121"/>
                </a:lnTo>
                <a:lnTo>
                  <a:pt x="221854" y="9417"/>
                </a:lnTo>
                <a:lnTo>
                  <a:pt x="221792" y="9718"/>
                </a:lnTo>
                <a:lnTo>
                  <a:pt x="221739" y="10024"/>
                </a:lnTo>
                <a:lnTo>
                  <a:pt x="221696" y="10335"/>
                </a:lnTo>
                <a:lnTo>
                  <a:pt x="221663" y="10652"/>
                </a:lnTo>
                <a:lnTo>
                  <a:pt x="221639" y="10974"/>
                </a:lnTo>
                <a:lnTo>
                  <a:pt x="221624" y="11301"/>
                </a:lnTo>
                <a:lnTo>
                  <a:pt x="221620" y="11634"/>
                </a:lnTo>
                <a:lnTo>
                  <a:pt x="221624" y="11966"/>
                </a:lnTo>
                <a:lnTo>
                  <a:pt x="221639" y="12294"/>
                </a:lnTo>
                <a:lnTo>
                  <a:pt x="221663" y="12616"/>
                </a:lnTo>
                <a:lnTo>
                  <a:pt x="221696" y="12933"/>
                </a:lnTo>
                <a:lnTo>
                  <a:pt x="221739" y="13244"/>
                </a:lnTo>
                <a:lnTo>
                  <a:pt x="221792" y="13550"/>
                </a:lnTo>
                <a:lnTo>
                  <a:pt x="221854" y="13851"/>
                </a:lnTo>
                <a:lnTo>
                  <a:pt x="221926" y="14146"/>
                </a:lnTo>
                <a:lnTo>
                  <a:pt x="222007" y="14436"/>
                </a:lnTo>
                <a:lnTo>
                  <a:pt x="222098" y="14721"/>
                </a:lnTo>
                <a:lnTo>
                  <a:pt x="222198" y="15001"/>
                </a:lnTo>
                <a:lnTo>
                  <a:pt x="222308" y="15275"/>
                </a:lnTo>
                <a:lnTo>
                  <a:pt x="222428" y="15544"/>
                </a:lnTo>
                <a:lnTo>
                  <a:pt x="222557" y="15807"/>
                </a:lnTo>
                <a:lnTo>
                  <a:pt x="222696" y="16066"/>
                </a:lnTo>
                <a:lnTo>
                  <a:pt x="222844" y="16318"/>
                </a:lnTo>
                <a:lnTo>
                  <a:pt x="223002" y="16566"/>
                </a:lnTo>
                <a:lnTo>
                  <a:pt x="223169" y="16808"/>
                </a:lnTo>
                <a:lnTo>
                  <a:pt x="223346" y="17045"/>
                </a:lnTo>
                <a:lnTo>
                  <a:pt x="223533" y="17277"/>
                </a:lnTo>
                <a:lnTo>
                  <a:pt x="223729" y="17503"/>
                </a:lnTo>
                <a:lnTo>
                  <a:pt x="223935" y="17724"/>
                </a:lnTo>
                <a:lnTo>
                  <a:pt x="224150" y="17940"/>
                </a:lnTo>
                <a:lnTo>
                  <a:pt x="224375" y="18150"/>
                </a:lnTo>
                <a:lnTo>
                  <a:pt x="224611" y="18354"/>
                </a:lnTo>
                <a:lnTo>
                  <a:pt x="224860" y="18549"/>
                </a:lnTo>
                <a:lnTo>
                  <a:pt x="225122" y="18735"/>
                </a:lnTo>
                <a:lnTo>
                  <a:pt x="225397" y="18912"/>
                </a:lnTo>
                <a:lnTo>
                  <a:pt x="225684" y="19081"/>
                </a:lnTo>
                <a:lnTo>
                  <a:pt x="225985" y="19241"/>
                </a:lnTo>
                <a:lnTo>
                  <a:pt x="226298" y="19393"/>
                </a:lnTo>
                <a:lnTo>
                  <a:pt x="226625" y="19535"/>
                </a:lnTo>
                <a:lnTo>
                  <a:pt x="226964" y="19670"/>
                </a:lnTo>
                <a:lnTo>
                  <a:pt x="227316" y="19795"/>
                </a:lnTo>
                <a:lnTo>
                  <a:pt x="227682" y="19912"/>
                </a:lnTo>
                <a:lnTo>
                  <a:pt x="228060" y="20020"/>
                </a:lnTo>
                <a:lnTo>
                  <a:pt x="228451" y="20120"/>
                </a:lnTo>
                <a:lnTo>
                  <a:pt x="228855" y="20211"/>
                </a:lnTo>
                <a:lnTo>
                  <a:pt x="229271" y="20293"/>
                </a:lnTo>
                <a:lnTo>
                  <a:pt x="229701" y="20366"/>
                </a:lnTo>
                <a:lnTo>
                  <a:pt x="230144" y="20431"/>
                </a:lnTo>
                <a:lnTo>
                  <a:pt x="230599" y="20488"/>
                </a:lnTo>
                <a:lnTo>
                  <a:pt x="231068" y="20535"/>
                </a:lnTo>
                <a:lnTo>
                  <a:pt x="231549" y="20574"/>
                </a:lnTo>
                <a:lnTo>
                  <a:pt x="232043" y="20604"/>
                </a:lnTo>
                <a:lnTo>
                  <a:pt x="232550" y="20626"/>
                </a:lnTo>
                <a:lnTo>
                  <a:pt x="233070" y="20639"/>
                </a:lnTo>
                <a:lnTo>
                  <a:pt x="233603" y="20643"/>
                </a:lnTo>
                <a:lnTo>
                  <a:pt x="236402" y="20643"/>
                </a:lnTo>
                <a:lnTo>
                  <a:pt x="236402" y="90796"/>
                </a:lnTo>
                <a:lnTo>
                  <a:pt x="233603" y="90796"/>
                </a:lnTo>
                <a:lnTo>
                  <a:pt x="233077" y="90800"/>
                </a:lnTo>
                <a:lnTo>
                  <a:pt x="232564" y="90813"/>
                </a:lnTo>
                <a:lnTo>
                  <a:pt x="232063" y="90834"/>
                </a:lnTo>
                <a:lnTo>
                  <a:pt x="231574" y="90864"/>
                </a:lnTo>
                <a:lnTo>
                  <a:pt x="231098" y="90902"/>
                </a:lnTo>
                <a:lnTo>
                  <a:pt x="230635" y="90949"/>
                </a:lnTo>
                <a:lnTo>
                  <a:pt x="230183" y="91005"/>
                </a:lnTo>
                <a:lnTo>
                  <a:pt x="229745" y="91068"/>
                </a:lnTo>
                <a:lnTo>
                  <a:pt x="229318" y="91141"/>
                </a:lnTo>
                <a:lnTo>
                  <a:pt x="228905" y="91221"/>
                </a:lnTo>
                <a:lnTo>
                  <a:pt x="228503" y="91311"/>
                </a:lnTo>
                <a:lnTo>
                  <a:pt x="228114" y="91408"/>
                </a:lnTo>
                <a:lnTo>
                  <a:pt x="227738" y="91515"/>
                </a:lnTo>
                <a:lnTo>
                  <a:pt x="227374" y="91630"/>
                </a:lnTo>
                <a:lnTo>
                  <a:pt x="227022" y="91753"/>
                </a:lnTo>
                <a:lnTo>
                  <a:pt x="226683" y="91885"/>
                </a:lnTo>
                <a:lnTo>
                  <a:pt x="226357" y="92025"/>
                </a:lnTo>
                <a:lnTo>
                  <a:pt x="226042" y="92174"/>
                </a:lnTo>
                <a:lnTo>
                  <a:pt x="225741" y="92331"/>
                </a:lnTo>
                <a:lnTo>
                  <a:pt x="225451" y="92497"/>
                </a:lnTo>
                <a:lnTo>
                  <a:pt x="225174" y="92671"/>
                </a:lnTo>
                <a:lnTo>
                  <a:pt x="224910" y="92854"/>
                </a:lnTo>
                <a:lnTo>
                  <a:pt x="224658" y="93046"/>
                </a:lnTo>
                <a:lnTo>
                  <a:pt x="224419" y="93245"/>
                </a:lnTo>
                <a:lnTo>
                  <a:pt x="224190" y="93452"/>
                </a:lnTo>
                <a:lnTo>
                  <a:pt x="223972" y="93665"/>
                </a:lnTo>
                <a:lnTo>
                  <a:pt x="223763" y="93882"/>
                </a:lnTo>
                <a:lnTo>
                  <a:pt x="223563" y="94106"/>
                </a:lnTo>
                <a:lnTo>
                  <a:pt x="223374" y="94334"/>
                </a:lnTo>
                <a:lnTo>
                  <a:pt x="223194" y="94568"/>
                </a:lnTo>
                <a:lnTo>
                  <a:pt x="223024" y="94808"/>
                </a:lnTo>
                <a:lnTo>
                  <a:pt x="222864" y="95053"/>
                </a:lnTo>
                <a:lnTo>
                  <a:pt x="222713" y="95304"/>
                </a:lnTo>
                <a:lnTo>
                  <a:pt x="222572" y="95560"/>
                </a:lnTo>
                <a:lnTo>
                  <a:pt x="222441" y="95821"/>
                </a:lnTo>
                <a:lnTo>
                  <a:pt x="222319" y="96088"/>
                </a:lnTo>
                <a:lnTo>
                  <a:pt x="222208" y="96361"/>
                </a:lnTo>
                <a:lnTo>
                  <a:pt x="222106" y="96639"/>
                </a:lnTo>
                <a:lnTo>
                  <a:pt x="222013" y="96922"/>
                </a:lnTo>
                <a:lnTo>
                  <a:pt x="221931" y="97211"/>
                </a:lnTo>
                <a:lnTo>
                  <a:pt x="221858" y="97505"/>
                </a:lnTo>
                <a:lnTo>
                  <a:pt x="221795" y="97805"/>
                </a:lnTo>
                <a:lnTo>
                  <a:pt x="221741" y="98110"/>
                </a:lnTo>
                <a:lnTo>
                  <a:pt x="221697" y="98421"/>
                </a:lnTo>
                <a:lnTo>
                  <a:pt x="221663" y="98737"/>
                </a:lnTo>
                <a:lnTo>
                  <a:pt x="221639" y="99059"/>
                </a:lnTo>
                <a:lnTo>
                  <a:pt x="221624" y="99386"/>
                </a:lnTo>
                <a:lnTo>
                  <a:pt x="221620" y="99718"/>
                </a:lnTo>
                <a:lnTo>
                  <a:pt x="221624" y="100051"/>
                </a:lnTo>
                <a:lnTo>
                  <a:pt x="221639" y="100379"/>
                </a:lnTo>
                <a:lnTo>
                  <a:pt x="221663" y="100701"/>
                </a:lnTo>
                <a:lnTo>
                  <a:pt x="221696" y="101018"/>
                </a:lnTo>
                <a:lnTo>
                  <a:pt x="221739" y="101330"/>
                </a:lnTo>
                <a:lnTo>
                  <a:pt x="221792" y="101637"/>
                </a:lnTo>
                <a:lnTo>
                  <a:pt x="221854" y="101939"/>
                </a:lnTo>
                <a:lnTo>
                  <a:pt x="221926" y="102236"/>
                </a:lnTo>
                <a:lnTo>
                  <a:pt x="222007" y="102527"/>
                </a:lnTo>
                <a:lnTo>
                  <a:pt x="222098" y="102813"/>
                </a:lnTo>
                <a:lnTo>
                  <a:pt x="222198" y="103094"/>
                </a:lnTo>
                <a:lnTo>
                  <a:pt x="222308" y="103370"/>
                </a:lnTo>
                <a:lnTo>
                  <a:pt x="222428" y="103641"/>
                </a:lnTo>
                <a:lnTo>
                  <a:pt x="222557" y="103907"/>
                </a:lnTo>
                <a:lnTo>
                  <a:pt x="222696" y="104167"/>
                </a:lnTo>
                <a:lnTo>
                  <a:pt x="222844" y="104422"/>
                </a:lnTo>
                <a:lnTo>
                  <a:pt x="223002" y="104672"/>
                </a:lnTo>
                <a:lnTo>
                  <a:pt x="223169" y="104917"/>
                </a:lnTo>
                <a:lnTo>
                  <a:pt x="223346" y="105157"/>
                </a:lnTo>
                <a:lnTo>
                  <a:pt x="223533" y="105392"/>
                </a:lnTo>
                <a:lnTo>
                  <a:pt x="223729" y="105621"/>
                </a:lnTo>
                <a:lnTo>
                  <a:pt x="223935" y="105846"/>
                </a:lnTo>
                <a:lnTo>
                  <a:pt x="224150" y="106065"/>
                </a:lnTo>
                <a:lnTo>
                  <a:pt x="224375" y="106279"/>
                </a:lnTo>
                <a:lnTo>
                  <a:pt x="224611" y="106486"/>
                </a:lnTo>
                <a:lnTo>
                  <a:pt x="224860" y="106684"/>
                </a:lnTo>
                <a:lnTo>
                  <a:pt x="225122" y="106873"/>
                </a:lnTo>
                <a:lnTo>
                  <a:pt x="225397" y="107054"/>
                </a:lnTo>
                <a:lnTo>
                  <a:pt x="225684" y="107226"/>
                </a:lnTo>
                <a:lnTo>
                  <a:pt x="225985" y="107389"/>
                </a:lnTo>
                <a:lnTo>
                  <a:pt x="226298" y="107543"/>
                </a:lnTo>
                <a:lnTo>
                  <a:pt x="226625" y="107688"/>
                </a:lnTo>
                <a:lnTo>
                  <a:pt x="226964" y="107825"/>
                </a:lnTo>
                <a:lnTo>
                  <a:pt x="227316" y="107952"/>
                </a:lnTo>
                <a:lnTo>
                  <a:pt x="227682" y="108071"/>
                </a:lnTo>
                <a:lnTo>
                  <a:pt x="228060" y="108181"/>
                </a:lnTo>
                <a:lnTo>
                  <a:pt x="228451" y="108283"/>
                </a:lnTo>
                <a:lnTo>
                  <a:pt x="228855" y="108375"/>
                </a:lnTo>
                <a:lnTo>
                  <a:pt x="229271" y="108459"/>
                </a:lnTo>
                <a:lnTo>
                  <a:pt x="229701" y="108534"/>
                </a:lnTo>
                <a:lnTo>
                  <a:pt x="230144" y="108600"/>
                </a:lnTo>
                <a:lnTo>
                  <a:pt x="230599" y="108657"/>
                </a:lnTo>
                <a:lnTo>
                  <a:pt x="231068" y="108705"/>
                </a:lnTo>
                <a:lnTo>
                  <a:pt x="231549" y="108745"/>
                </a:lnTo>
                <a:lnTo>
                  <a:pt x="232043" y="108776"/>
                </a:lnTo>
                <a:lnTo>
                  <a:pt x="232550" y="108798"/>
                </a:lnTo>
                <a:lnTo>
                  <a:pt x="233070" y="108811"/>
                </a:lnTo>
                <a:lnTo>
                  <a:pt x="233603" y="108815"/>
                </a:lnTo>
                <a:lnTo>
                  <a:pt x="318014" y="108815"/>
                </a:lnTo>
                <a:lnTo>
                  <a:pt x="318014" y="80999"/>
                </a:lnTo>
                <a:lnTo>
                  <a:pt x="318010" y="80445"/>
                </a:lnTo>
                <a:lnTo>
                  <a:pt x="317997" y="79904"/>
                </a:lnTo>
                <a:lnTo>
                  <a:pt x="317975" y="79378"/>
                </a:lnTo>
                <a:lnTo>
                  <a:pt x="317945" y="78865"/>
                </a:lnTo>
                <a:lnTo>
                  <a:pt x="317906" y="78366"/>
                </a:lnTo>
                <a:lnTo>
                  <a:pt x="317858" y="77880"/>
                </a:lnTo>
                <a:lnTo>
                  <a:pt x="317802" y="77409"/>
                </a:lnTo>
                <a:lnTo>
                  <a:pt x="317737" y="76951"/>
                </a:lnTo>
                <a:lnTo>
                  <a:pt x="317663" y="76507"/>
                </a:lnTo>
                <a:lnTo>
                  <a:pt x="317581" y="76077"/>
                </a:lnTo>
                <a:lnTo>
                  <a:pt x="317490" y="75661"/>
                </a:lnTo>
                <a:lnTo>
                  <a:pt x="317391" y="75259"/>
                </a:lnTo>
                <a:lnTo>
                  <a:pt x="317282" y="74870"/>
                </a:lnTo>
                <a:lnTo>
                  <a:pt x="317166" y="74496"/>
                </a:lnTo>
                <a:lnTo>
                  <a:pt x="317040" y="74135"/>
                </a:lnTo>
                <a:lnTo>
                  <a:pt x="316906" y="73788"/>
                </a:lnTo>
                <a:lnTo>
                  <a:pt x="316763" y="73454"/>
                </a:lnTo>
                <a:lnTo>
                  <a:pt x="316612" y="73135"/>
                </a:lnTo>
                <a:lnTo>
                  <a:pt x="316452" y="72829"/>
                </a:lnTo>
                <a:lnTo>
                  <a:pt x="316283" y="72538"/>
                </a:lnTo>
                <a:lnTo>
                  <a:pt x="316105" y="72260"/>
                </a:lnTo>
                <a:lnTo>
                  <a:pt x="315919" y="71995"/>
                </a:lnTo>
                <a:lnTo>
                  <a:pt x="315724" y="71745"/>
                </a:lnTo>
                <a:lnTo>
                  <a:pt x="315521" y="71509"/>
                </a:lnTo>
                <a:lnTo>
                  <a:pt x="315311" y="71284"/>
                </a:lnTo>
                <a:lnTo>
                  <a:pt x="315095" y="71068"/>
                </a:lnTo>
                <a:lnTo>
                  <a:pt x="314875" y="70863"/>
                </a:lnTo>
                <a:lnTo>
                  <a:pt x="314650" y="70667"/>
                </a:lnTo>
                <a:lnTo>
                  <a:pt x="314420" y="70480"/>
                </a:lnTo>
                <a:lnTo>
                  <a:pt x="314184" y="70303"/>
                </a:lnTo>
                <a:lnTo>
                  <a:pt x="313944" y="70136"/>
                </a:lnTo>
                <a:lnTo>
                  <a:pt x="313699" y="69978"/>
                </a:lnTo>
                <a:lnTo>
                  <a:pt x="313448" y="69829"/>
                </a:lnTo>
                <a:lnTo>
                  <a:pt x="313193" y="69691"/>
                </a:lnTo>
                <a:lnTo>
                  <a:pt x="312933" y="69562"/>
                </a:lnTo>
                <a:lnTo>
                  <a:pt x="312667" y="69442"/>
                </a:lnTo>
                <a:lnTo>
                  <a:pt x="312397" y="69332"/>
                </a:lnTo>
                <a:lnTo>
                  <a:pt x="312121" y="69232"/>
                </a:lnTo>
                <a:lnTo>
                  <a:pt x="311841" y="69141"/>
                </a:lnTo>
                <a:lnTo>
                  <a:pt x="311556" y="69059"/>
                </a:lnTo>
                <a:lnTo>
                  <a:pt x="311265" y="68988"/>
                </a:lnTo>
                <a:lnTo>
                  <a:pt x="310970" y="68925"/>
                </a:lnTo>
                <a:lnTo>
                  <a:pt x="310669" y="68873"/>
                </a:lnTo>
                <a:lnTo>
                  <a:pt x="310364" y="68830"/>
                </a:lnTo>
                <a:lnTo>
                  <a:pt x="310053" y="68796"/>
                </a:lnTo>
                <a:lnTo>
                  <a:pt x="309738" y="68772"/>
                </a:lnTo>
                <a:lnTo>
                  <a:pt x="309417" y="68758"/>
                </a:lnTo>
                <a:lnTo>
                  <a:pt x="309092" y="68753"/>
                </a:lnTo>
                <a:lnTo>
                  <a:pt x="308759" y="68758"/>
                </a:lnTo>
                <a:lnTo>
                  <a:pt x="308432" y="68772"/>
                </a:lnTo>
                <a:lnTo>
                  <a:pt x="308110" y="68796"/>
                </a:lnTo>
                <a:lnTo>
                  <a:pt x="307793" y="68830"/>
                </a:lnTo>
                <a:lnTo>
                  <a:pt x="307482" y="68873"/>
                </a:lnTo>
                <a:lnTo>
                  <a:pt x="307176" y="68925"/>
                </a:lnTo>
                <a:lnTo>
                  <a:pt x="306875" y="68988"/>
                </a:lnTo>
                <a:lnTo>
                  <a:pt x="306579" y="69059"/>
                </a:lnTo>
                <a:lnTo>
                  <a:pt x="306289" y="69141"/>
                </a:lnTo>
                <a:lnTo>
                  <a:pt x="306004" y="69232"/>
                </a:lnTo>
                <a:lnTo>
                  <a:pt x="305725" y="69332"/>
                </a:lnTo>
                <a:lnTo>
                  <a:pt x="305451" y="69442"/>
                </a:lnTo>
                <a:lnTo>
                  <a:pt x="305182" y="69562"/>
                </a:lnTo>
                <a:lnTo>
                  <a:pt x="304918" y="69691"/>
                </a:lnTo>
                <a:lnTo>
                  <a:pt x="304660" y="69829"/>
                </a:lnTo>
                <a:lnTo>
                  <a:pt x="304407" y="69978"/>
                </a:lnTo>
                <a:lnTo>
                  <a:pt x="304160" y="70136"/>
                </a:lnTo>
                <a:lnTo>
                  <a:pt x="303917" y="70303"/>
                </a:lnTo>
                <a:lnTo>
                  <a:pt x="303680" y="70480"/>
                </a:lnTo>
                <a:lnTo>
                  <a:pt x="303449" y="70667"/>
                </a:lnTo>
                <a:lnTo>
                  <a:pt x="303222" y="70863"/>
                </a:lnTo>
                <a:lnTo>
                  <a:pt x="303001" y="71068"/>
                </a:lnTo>
                <a:lnTo>
                  <a:pt x="302785" y="71284"/>
                </a:lnTo>
                <a:lnTo>
                  <a:pt x="302575" y="71509"/>
                </a:lnTo>
                <a:lnTo>
                  <a:pt x="302372" y="71745"/>
                </a:lnTo>
                <a:lnTo>
                  <a:pt x="302177" y="71995"/>
                </a:lnTo>
                <a:lnTo>
                  <a:pt x="301991" y="72260"/>
                </a:lnTo>
                <a:lnTo>
                  <a:pt x="301813" y="72538"/>
                </a:lnTo>
                <a:lnTo>
                  <a:pt x="301645" y="72829"/>
                </a:lnTo>
                <a:lnTo>
                  <a:pt x="301484" y="73135"/>
                </a:lnTo>
                <a:lnTo>
                  <a:pt x="301333" y="73454"/>
                </a:lnTo>
                <a:lnTo>
                  <a:pt x="301190" y="73788"/>
                </a:lnTo>
                <a:lnTo>
                  <a:pt x="301056" y="74135"/>
                </a:lnTo>
                <a:lnTo>
                  <a:pt x="300930" y="74496"/>
                </a:lnTo>
                <a:lnTo>
                  <a:pt x="300814" y="74870"/>
                </a:lnTo>
                <a:lnTo>
                  <a:pt x="300705" y="75259"/>
                </a:lnTo>
                <a:lnTo>
                  <a:pt x="300606" y="75661"/>
                </a:lnTo>
                <a:lnTo>
                  <a:pt x="300515" y="76077"/>
                </a:lnTo>
                <a:lnTo>
                  <a:pt x="300433" y="76507"/>
                </a:lnTo>
                <a:lnTo>
                  <a:pt x="300359" y="76951"/>
                </a:lnTo>
                <a:lnTo>
                  <a:pt x="300294" y="77409"/>
                </a:lnTo>
                <a:lnTo>
                  <a:pt x="300238" y="77880"/>
                </a:lnTo>
                <a:lnTo>
                  <a:pt x="300190" y="78366"/>
                </a:lnTo>
                <a:lnTo>
                  <a:pt x="300151" y="78865"/>
                </a:lnTo>
                <a:lnTo>
                  <a:pt x="300121" y="79378"/>
                </a:lnTo>
                <a:lnTo>
                  <a:pt x="300099" y="79904"/>
                </a:lnTo>
                <a:lnTo>
                  <a:pt x="300086" y="80445"/>
                </a:lnTo>
                <a:lnTo>
                  <a:pt x="300082" y="80999"/>
                </a:lnTo>
                <a:lnTo>
                  <a:pt x="300082" y="90796"/>
                </a:lnTo>
                <a:lnTo>
                  <a:pt x="254334" y="90796"/>
                </a:lnTo>
                <a:lnTo>
                  <a:pt x="254334" y="64554"/>
                </a:lnTo>
                <a:lnTo>
                  <a:pt x="270079" y="64554"/>
                </a:lnTo>
                <a:lnTo>
                  <a:pt x="270081" y="65107"/>
                </a:lnTo>
                <a:lnTo>
                  <a:pt x="270088" y="65643"/>
                </a:lnTo>
                <a:close/>
                <a:moveTo>
                  <a:pt x="211669" y="76205"/>
                </a:moveTo>
                <a:lnTo>
                  <a:pt x="211959" y="76166"/>
                </a:lnTo>
                <a:lnTo>
                  <a:pt x="212242" y="76117"/>
                </a:lnTo>
                <a:lnTo>
                  <a:pt x="212518" y="76060"/>
                </a:lnTo>
                <a:lnTo>
                  <a:pt x="212788" y="75994"/>
                </a:lnTo>
                <a:lnTo>
                  <a:pt x="213050" y="75919"/>
                </a:lnTo>
                <a:lnTo>
                  <a:pt x="213306" y="75835"/>
                </a:lnTo>
                <a:lnTo>
                  <a:pt x="213555" y="75743"/>
                </a:lnTo>
                <a:lnTo>
                  <a:pt x="213797" y="75642"/>
                </a:lnTo>
                <a:lnTo>
                  <a:pt x="214033" y="75531"/>
                </a:lnTo>
                <a:lnTo>
                  <a:pt x="214261" y="75413"/>
                </a:lnTo>
                <a:lnTo>
                  <a:pt x="214483" y="75285"/>
                </a:lnTo>
                <a:lnTo>
                  <a:pt x="214697" y="75148"/>
                </a:lnTo>
                <a:lnTo>
                  <a:pt x="214905" y="75003"/>
                </a:lnTo>
                <a:lnTo>
                  <a:pt x="215107" y="74849"/>
                </a:lnTo>
                <a:lnTo>
                  <a:pt x="215301" y="74686"/>
                </a:lnTo>
                <a:lnTo>
                  <a:pt x="215488" y="74514"/>
                </a:lnTo>
                <a:lnTo>
                  <a:pt x="215669" y="74334"/>
                </a:lnTo>
                <a:lnTo>
                  <a:pt x="215843" y="74144"/>
                </a:lnTo>
                <a:lnTo>
                  <a:pt x="216010" y="73946"/>
                </a:lnTo>
                <a:lnTo>
                  <a:pt x="216170" y="73739"/>
                </a:lnTo>
                <a:lnTo>
                  <a:pt x="216323" y="73525"/>
                </a:lnTo>
                <a:lnTo>
                  <a:pt x="216470" y="73306"/>
                </a:lnTo>
                <a:lnTo>
                  <a:pt x="216611" y="73082"/>
                </a:lnTo>
                <a:lnTo>
                  <a:pt x="216745" y="72852"/>
                </a:lnTo>
                <a:lnTo>
                  <a:pt x="216872" y="72618"/>
                </a:lnTo>
                <a:lnTo>
                  <a:pt x="216993" y="72378"/>
                </a:lnTo>
                <a:lnTo>
                  <a:pt x="217107" y="72133"/>
                </a:lnTo>
                <a:lnTo>
                  <a:pt x="217215" y="71883"/>
                </a:lnTo>
                <a:lnTo>
                  <a:pt x="217316" y="71627"/>
                </a:lnTo>
                <a:lnTo>
                  <a:pt x="217411" y="71367"/>
                </a:lnTo>
                <a:lnTo>
                  <a:pt x="217499" y="71101"/>
                </a:lnTo>
                <a:lnTo>
                  <a:pt x="217580" y="70831"/>
                </a:lnTo>
                <a:lnTo>
                  <a:pt x="217656" y="70555"/>
                </a:lnTo>
                <a:lnTo>
                  <a:pt x="217724" y="70274"/>
                </a:lnTo>
                <a:lnTo>
                  <a:pt x="217786" y="69987"/>
                </a:lnTo>
                <a:lnTo>
                  <a:pt x="217842" y="69696"/>
                </a:lnTo>
                <a:lnTo>
                  <a:pt x="217891" y="69399"/>
                </a:lnTo>
                <a:lnTo>
                  <a:pt x="217933" y="69098"/>
                </a:lnTo>
                <a:lnTo>
                  <a:pt x="217969" y="68791"/>
                </a:lnTo>
                <a:lnTo>
                  <a:pt x="217998" y="68479"/>
                </a:lnTo>
                <a:lnTo>
                  <a:pt x="218021" y="68161"/>
                </a:lnTo>
                <a:lnTo>
                  <a:pt x="218038" y="67839"/>
                </a:lnTo>
                <a:lnTo>
                  <a:pt x="218047" y="67511"/>
                </a:lnTo>
                <a:lnTo>
                  <a:pt x="218051" y="67179"/>
                </a:lnTo>
                <a:lnTo>
                  <a:pt x="218046" y="66846"/>
                </a:lnTo>
                <a:lnTo>
                  <a:pt x="218031" y="66519"/>
                </a:lnTo>
                <a:lnTo>
                  <a:pt x="218008" y="66197"/>
                </a:lnTo>
                <a:lnTo>
                  <a:pt x="217974" y="65881"/>
                </a:lnTo>
                <a:lnTo>
                  <a:pt x="217931" y="65570"/>
                </a:lnTo>
                <a:lnTo>
                  <a:pt x="217878" y="65265"/>
                </a:lnTo>
                <a:lnTo>
                  <a:pt x="217816" y="64965"/>
                </a:lnTo>
                <a:lnTo>
                  <a:pt x="217744" y="64671"/>
                </a:lnTo>
                <a:lnTo>
                  <a:pt x="217663" y="64382"/>
                </a:lnTo>
                <a:lnTo>
                  <a:pt x="217572" y="64099"/>
                </a:lnTo>
                <a:lnTo>
                  <a:pt x="217472" y="63821"/>
                </a:lnTo>
                <a:lnTo>
                  <a:pt x="217362" y="63549"/>
                </a:lnTo>
                <a:lnTo>
                  <a:pt x="217242" y="63282"/>
                </a:lnTo>
                <a:lnTo>
                  <a:pt x="217113" y="63020"/>
                </a:lnTo>
                <a:lnTo>
                  <a:pt x="216974" y="62764"/>
                </a:lnTo>
                <a:lnTo>
                  <a:pt x="216826" y="62513"/>
                </a:lnTo>
                <a:lnTo>
                  <a:pt x="216668" y="62268"/>
                </a:lnTo>
                <a:lnTo>
                  <a:pt x="216501" y="62029"/>
                </a:lnTo>
                <a:lnTo>
                  <a:pt x="216324" y="61795"/>
                </a:lnTo>
                <a:lnTo>
                  <a:pt x="216137" y="61566"/>
                </a:lnTo>
                <a:lnTo>
                  <a:pt x="215941" y="61343"/>
                </a:lnTo>
                <a:lnTo>
                  <a:pt x="215735" y="61125"/>
                </a:lnTo>
                <a:lnTo>
                  <a:pt x="215520" y="60913"/>
                </a:lnTo>
                <a:lnTo>
                  <a:pt x="215295" y="60706"/>
                </a:lnTo>
                <a:lnTo>
                  <a:pt x="215059" y="60506"/>
                </a:lnTo>
                <a:lnTo>
                  <a:pt x="214810" y="60315"/>
                </a:lnTo>
                <a:lnTo>
                  <a:pt x="214548" y="60132"/>
                </a:lnTo>
                <a:lnTo>
                  <a:pt x="214273" y="59957"/>
                </a:lnTo>
                <a:lnTo>
                  <a:pt x="213986" y="59792"/>
                </a:lnTo>
                <a:lnTo>
                  <a:pt x="213685" y="59634"/>
                </a:lnTo>
                <a:lnTo>
                  <a:pt x="213372" y="59485"/>
                </a:lnTo>
                <a:lnTo>
                  <a:pt x="213045" y="59345"/>
                </a:lnTo>
                <a:lnTo>
                  <a:pt x="212706" y="59213"/>
                </a:lnTo>
                <a:lnTo>
                  <a:pt x="212354" y="59090"/>
                </a:lnTo>
                <a:lnTo>
                  <a:pt x="211989" y="58975"/>
                </a:lnTo>
                <a:lnTo>
                  <a:pt x="211610" y="58869"/>
                </a:lnTo>
                <a:lnTo>
                  <a:pt x="211219" y="58771"/>
                </a:lnTo>
                <a:lnTo>
                  <a:pt x="210816" y="58682"/>
                </a:lnTo>
                <a:lnTo>
                  <a:pt x="210399" y="58601"/>
                </a:lnTo>
                <a:lnTo>
                  <a:pt x="209969" y="58529"/>
                </a:lnTo>
                <a:lnTo>
                  <a:pt x="209527" y="58465"/>
                </a:lnTo>
                <a:lnTo>
                  <a:pt x="209071" y="58410"/>
                </a:lnTo>
                <a:lnTo>
                  <a:pt x="208603" y="58363"/>
                </a:lnTo>
                <a:lnTo>
                  <a:pt x="208121" y="58325"/>
                </a:lnTo>
                <a:lnTo>
                  <a:pt x="207627" y="58295"/>
                </a:lnTo>
                <a:lnTo>
                  <a:pt x="207120" y="58274"/>
                </a:lnTo>
                <a:lnTo>
                  <a:pt x="206600" y="58261"/>
                </a:lnTo>
                <a:lnTo>
                  <a:pt x="206067" y="58256"/>
                </a:lnTo>
                <a:lnTo>
                  <a:pt x="174227" y="58082"/>
                </a:lnTo>
                <a:lnTo>
                  <a:pt x="173694" y="58086"/>
                </a:lnTo>
                <a:lnTo>
                  <a:pt x="173174" y="58099"/>
                </a:lnTo>
                <a:lnTo>
                  <a:pt x="172667" y="58121"/>
                </a:lnTo>
                <a:lnTo>
                  <a:pt x="172173" y="58151"/>
                </a:lnTo>
                <a:lnTo>
                  <a:pt x="171691" y="58190"/>
                </a:lnTo>
                <a:lnTo>
                  <a:pt x="171223" y="58237"/>
                </a:lnTo>
                <a:lnTo>
                  <a:pt x="170767" y="58294"/>
                </a:lnTo>
                <a:lnTo>
                  <a:pt x="170325" y="58359"/>
                </a:lnTo>
                <a:lnTo>
                  <a:pt x="169895" y="58432"/>
                </a:lnTo>
                <a:lnTo>
                  <a:pt x="169478" y="58514"/>
                </a:lnTo>
                <a:lnTo>
                  <a:pt x="169074" y="58605"/>
                </a:lnTo>
                <a:lnTo>
                  <a:pt x="168683" y="58705"/>
                </a:lnTo>
                <a:lnTo>
                  <a:pt x="168305" y="58813"/>
                </a:lnTo>
                <a:lnTo>
                  <a:pt x="167940" y="58930"/>
                </a:lnTo>
                <a:lnTo>
                  <a:pt x="167588" y="59055"/>
                </a:lnTo>
                <a:lnTo>
                  <a:pt x="167249" y="59190"/>
                </a:lnTo>
                <a:lnTo>
                  <a:pt x="166922" y="59332"/>
                </a:lnTo>
                <a:lnTo>
                  <a:pt x="166609" y="59484"/>
                </a:lnTo>
                <a:lnTo>
                  <a:pt x="166308" y="59644"/>
                </a:lnTo>
                <a:lnTo>
                  <a:pt x="166020" y="59813"/>
                </a:lnTo>
                <a:lnTo>
                  <a:pt x="165746" y="59990"/>
                </a:lnTo>
                <a:lnTo>
                  <a:pt x="165484" y="60176"/>
                </a:lnTo>
                <a:lnTo>
                  <a:pt x="165235" y="60371"/>
                </a:lnTo>
                <a:lnTo>
                  <a:pt x="164999" y="60575"/>
                </a:lnTo>
                <a:lnTo>
                  <a:pt x="164774" y="60785"/>
                </a:lnTo>
                <a:lnTo>
                  <a:pt x="164559" y="61001"/>
                </a:lnTo>
                <a:lnTo>
                  <a:pt x="164353" y="61222"/>
                </a:lnTo>
                <a:lnTo>
                  <a:pt x="164157" y="61448"/>
                </a:lnTo>
                <a:lnTo>
                  <a:pt x="163970" y="61680"/>
                </a:lnTo>
                <a:lnTo>
                  <a:pt x="163793" y="61917"/>
                </a:lnTo>
                <a:lnTo>
                  <a:pt x="163626" y="62159"/>
                </a:lnTo>
                <a:lnTo>
                  <a:pt x="163468" y="62407"/>
                </a:lnTo>
                <a:lnTo>
                  <a:pt x="163320" y="62659"/>
                </a:lnTo>
                <a:lnTo>
                  <a:pt x="163181" y="62918"/>
                </a:lnTo>
                <a:lnTo>
                  <a:pt x="163052" y="63181"/>
                </a:lnTo>
                <a:lnTo>
                  <a:pt x="162932" y="63450"/>
                </a:lnTo>
                <a:lnTo>
                  <a:pt x="162822" y="63724"/>
                </a:lnTo>
                <a:lnTo>
                  <a:pt x="162722" y="64004"/>
                </a:lnTo>
                <a:lnTo>
                  <a:pt x="162631" y="64289"/>
                </a:lnTo>
                <a:lnTo>
                  <a:pt x="162549" y="64579"/>
                </a:lnTo>
                <a:lnTo>
                  <a:pt x="162478" y="64874"/>
                </a:lnTo>
                <a:lnTo>
                  <a:pt x="162416" y="65175"/>
                </a:lnTo>
                <a:lnTo>
                  <a:pt x="162363" y="65481"/>
                </a:lnTo>
                <a:lnTo>
                  <a:pt x="162320" y="65792"/>
                </a:lnTo>
                <a:lnTo>
                  <a:pt x="162286" y="66109"/>
                </a:lnTo>
                <a:lnTo>
                  <a:pt x="162262" y="66431"/>
                </a:lnTo>
                <a:lnTo>
                  <a:pt x="162248" y="66759"/>
                </a:lnTo>
                <a:lnTo>
                  <a:pt x="162243" y="67091"/>
                </a:lnTo>
                <a:lnTo>
                  <a:pt x="162248" y="67424"/>
                </a:lnTo>
                <a:lnTo>
                  <a:pt x="162262" y="67751"/>
                </a:lnTo>
                <a:lnTo>
                  <a:pt x="162286" y="68073"/>
                </a:lnTo>
                <a:lnTo>
                  <a:pt x="162320" y="68390"/>
                </a:lnTo>
                <a:lnTo>
                  <a:pt x="162363" y="68701"/>
                </a:lnTo>
                <a:lnTo>
                  <a:pt x="162416" y="69007"/>
                </a:lnTo>
                <a:lnTo>
                  <a:pt x="162478" y="69308"/>
                </a:lnTo>
                <a:lnTo>
                  <a:pt x="162549" y="69604"/>
                </a:lnTo>
                <a:lnTo>
                  <a:pt x="162631" y="69894"/>
                </a:lnTo>
                <a:lnTo>
                  <a:pt x="162722" y="70179"/>
                </a:lnTo>
                <a:lnTo>
                  <a:pt x="162822" y="70458"/>
                </a:lnTo>
                <a:lnTo>
                  <a:pt x="162932" y="70732"/>
                </a:lnTo>
                <a:lnTo>
                  <a:pt x="163052" y="71001"/>
                </a:lnTo>
                <a:lnTo>
                  <a:pt x="163181" y="71265"/>
                </a:lnTo>
                <a:lnTo>
                  <a:pt x="163320" y="71523"/>
                </a:lnTo>
                <a:lnTo>
                  <a:pt x="163468" y="71776"/>
                </a:lnTo>
                <a:lnTo>
                  <a:pt x="163626" y="72023"/>
                </a:lnTo>
                <a:lnTo>
                  <a:pt x="163793" y="72266"/>
                </a:lnTo>
                <a:lnTo>
                  <a:pt x="163970" y="72503"/>
                </a:lnTo>
                <a:lnTo>
                  <a:pt x="164157" y="72734"/>
                </a:lnTo>
                <a:lnTo>
                  <a:pt x="164353" y="72961"/>
                </a:lnTo>
                <a:lnTo>
                  <a:pt x="164559" y="73182"/>
                </a:lnTo>
                <a:lnTo>
                  <a:pt x="164774" y="73397"/>
                </a:lnTo>
                <a:lnTo>
                  <a:pt x="164999" y="73608"/>
                </a:lnTo>
                <a:lnTo>
                  <a:pt x="165235" y="73811"/>
                </a:lnTo>
                <a:lnTo>
                  <a:pt x="165484" y="74006"/>
                </a:lnTo>
                <a:lnTo>
                  <a:pt x="165746" y="74192"/>
                </a:lnTo>
                <a:lnTo>
                  <a:pt x="166020" y="74370"/>
                </a:lnTo>
                <a:lnTo>
                  <a:pt x="166308" y="74538"/>
                </a:lnTo>
                <a:lnTo>
                  <a:pt x="166609" y="74699"/>
                </a:lnTo>
                <a:lnTo>
                  <a:pt x="166922" y="74850"/>
                </a:lnTo>
                <a:lnTo>
                  <a:pt x="167249" y="74993"/>
                </a:lnTo>
                <a:lnTo>
                  <a:pt x="167588" y="75127"/>
                </a:lnTo>
                <a:lnTo>
                  <a:pt x="167940" y="75253"/>
                </a:lnTo>
                <a:lnTo>
                  <a:pt x="168305" y="75369"/>
                </a:lnTo>
                <a:lnTo>
                  <a:pt x="168683" y="75478"/>
                </a:lnTo>
                <a:lnTo>
                  <a:pt x="169074" y="75577"/>
                </a:lnTo>
                <a:lnTo>
                  <a:pt x="169478" y="75668"/>
                </a:lnTo>
                <a:lnTo>
                  <a:pt x="169895" y="75750"/>
                </a:lnTo>
                <a:lnTo>
                  <a:pt x="170325" y="75824"/>
                </a:lnTo>
                <a:lnTo>
                  <a:pt x="170767" y="75889"/>
                </a:lnTo>
                <a:lnTo>
                  <a:pt x="171223" y="75945"/>
                </a:lnTo>
                <a:lnTo>
                  <a:pt x="171691" y="75993"/>
                </a:lnTo>
                <a:lnTo>
                  <a:pt x="172173" y="76032"/>
                </a:lnTo>
                <a:lnTo>
                  <a:pt x="172667" y="76062"/>
                </a:lnTo>
                <a:lnTo>
                  <a:pt x="173174" y="76084"/>
                </a:lnTo>
                <a:lnTo>
                  <a:pt x="173694" y="76096"/>
                </a:lnTo>
                <a:lnTo>
                  <a:pt x="174227" y="76101"/>
                </a:lnTo>
                <a:lnTo>
                  <a:pt x="192509" y="76101"/>
                </a:lnTo>
                <a:lnTo>
                  <a:pt x="192509" y="88992"/>
                </a:lnTo>
                <a:lnTo>
                  <a:pt x="191659" y="89368"/>
                </a:lnTo>
                <a:lnTo>
                  <a:pt x="190802" y="89727"/>
                </a:lnTo>
                <a:lnTo>
                  <a:pt x="189938" y="90071"/>
                </a:lnTo>
                <a:lnTo>
                  <a:pt x="189066" y="90399"/>
                </a:lnTo>
                <a:lnTo>
                  <a:pt x="188186" y="90710"/>
                </a:lnTo>
                <a:lnTo>
                  <a:pt x="187299" y="91006"/>
                </a:lnTo>
                <a:lnTo>
                  <a:pt x="186404" y="91286"/>
                </a:lnTo>
                <a:lnTo>
                  <a:pt x="185501" y="91549"/>
                </a:lnTo>
                <a:lnTo>
                  <a:pt x="184591" y="91797"/>
                </a:lnTo>
                <a:lnTo>
                  <a:pt x="183673" y="92029"/>
                </a:lnTo>
                <a:lnTo>
                  <a:pt x="182748" y="92245"/>
                </a:lnTo>
                <a:lnTo>
                  <a:pt x="181815" y="92444"/>
                </a:lnTo>
                <a:lnTo>
                  <a:pt x="180875" y="92628"/>
                </a:lnTo>
                <a:lnTo>
                  <a:pt x="179927" y="92796"/>
                </a:lnTo>
                <a:lnTo>
                  <a:pt x="178971" y="92948"/>
                </a:lnTo>
                <a:lnTo>
                  <a:pt x="178008" y="93084"/>
                </a:lnTo>
                <a:lnTo>
                  <a:pt x="177037" y="93204"/>
                </a:lnTo>
                <a:lnTo>
                  <a:pt x="176058" y="93308"/>
                </a:lnTo>
                <a:lnTo>
                  <a:pt x="175072" y="93395"/>
                </a:lnTo>
                <a:lnTo>
                  <a:pt x="174079" y="93467"/>
                </a:lnTo>
                <a:lnTo>
                  <a:pt x="173078" y="93523"/>
                </a:lnTo>
                <a:lnTo>
                  <a:pt x="172069" y="93563"/>
                </a:lnTo>
                <a:lnTo>
                  <a:pt x="171052" y="93587"/>
                </a:lnTo>
                <a:lnTo>
                  <a:pt x="170028" y="93595"/>
                </a:lnTo>
                <a:lnTo>
                  <a:pt x="168529" y="93582"/>
                </a:lnTo>
                <a:lnTo>
                  <a:pt x="167064" y="93543"/>
                </a:lnTo>
                <a:lnTo>
                  <a:pt x="165634" y="93478"/>
                </a:lnTo>
                <a:lnTo>
                  <a:pt x="164237" y="93387"/>
                </a:lnTo>
                <a:lnTo>
                  <a:pt x="162875" y="93270"/>
                </a:lnTo>
                <a:lnTo>
                  <a:pt x="161546" y="93127"/>
                </a:lnTo>
                <a:lnTo>
                  <a:pt x="160252" y="92958"/>
                </a:lnTo>
                <a:lnTo>
                  <a:pt x="158992" y="92763"/>
                </a:lnTo>
                <a:lnTo>
                  <a:pt x="157767" y="92542"/>
                </a:lnTo>
                <a:lnTo>
                  <a:pt x="156575" y="92295"/>
                </a:lnTo>
                <a:lnTo>
                  <a:pt x="155418" y="92022"/>
                </a:lnTo>
                <a:lnTo>
                  <a:pt x="154294" y="91723"/>
                </a:lnTo>
                <a:lnTo>
                  <a:pt x="153205" y="91399"/>
                </a:lnTo>
                <a:lnTo>
                  <a:pt x="152150" y="91048"/>
                </a:lnTo>
                <a:lnTo>
                  <a:pt x="151130" y="90671"/>
                </a:lnTo>
                <a:lnTo>
                  <a:pt x="150143" y="90268"/>
                </a:lnTo>
                <a:lnTo>
                  <a:pt x="149191" y="89839"/>
                </a:lnTo>
                <a:lnTo>
                  <a:pt x="148272" y="89384"/>
                </a:lnTo>
                <a:lnTo>
                  <a:pt x="147388" y="88903"/>
                </a:lnTo>
                <a:lnTo>
                  <a:pt x="146538" y="88396"/>
                </a:lnTo>
                <a:lnTo>
                  <a:pt x="145723" y="87863"/>
                </a:lnTo>
                <a:lnTo>
                  <a:pt x="144941" y="87304"/>
                </a:lnTo>
                <a:lnTo>
                  <a:pt x="144194" y="86719"/>
                </a:lnTo>
                <a:lnTo>
                  <a:pt x="143481" y="86108"/>
                </a:lnTo>
                <a:lnTo>
                  <a:pt x="142799" y="85472"/>
                </a:lnTo>
                <a:lnTo>
                  <a:pt x="142146" y="84812"/>
                </a:lnTo>
                <a:lnTo>
                  <a:pt x="141523" y="84128"/>
                </a:lnTo>
                <a:lnTo>
                  <a:pt x="140928" y="83419"/>
                </a:lnTo>
                <a:lnTo>
                  <a:pt x="140362" y="82686"/>
                </a:lnTo>
                <a:lnTo>
                  <a:pt x="139826" y="81930"/>
                </a:lnTo>
                <a:lnTo>
                  <a:pt x="139318" y="81148"/>
                </a:lnTo>
                <a:lnTo>
                  <a:pt x="138840" y="80343"/>
                </a:lnTo>
                <a:lnTo>
                  <a:pt x="138390" y="79514"/>
                </a:lnTo>
                <a:lnTo>
                  <a:pt x="137969" y="78660"/>
                </a:lnTo>
                <a:lnTo>
                  <a:pt x="137578" y="77782"/>
                </a:lnTo>
                <a:lnTo>
                  <a:pt x="137215" y="76881"/>
                </a:lnTo>
                <a:lnTo>
                  <a:pt x="136882" y="75954"/>
                </a:lnTo>
                <a:lnTo>
                  <a:pt x="136577" y="75004"/>
                </a:lnTo>
                <a:lnTo>
                  <a:pt x="136302" y="74030"/>
                </a:lnTo>
                <a:lnTo>
                  <a:pt x="136055" y="73031"/>
                </a:lnTo>
                <a:lnTo>
                  <a:pt x="135838" y="72008"/>
                </a:lnTo>
                <a:lnTo>
                  <a:pt x="135649" y="70961"/>
                </a:lnTo>
                <a:lnTo>
                  <a:pt x="135490" y="69890"/>
                </a:lnTo>
                <a:lnTo>
                  <a:pt x="135359" y="68795"/>
                </a:lnTo>
                <a:lnTo>
                  <a:pt x="135257" y="67675"/>
                </a:lnTo>
                <a:lnTo>
                  <a:pt x="135185" y="66532"/>
                </a:lnTo>
                <a:lnTo>
                  <a:pt x="135141" y="65364"/>
                </a:lnTo>
                <a:lnTo>
                  <a:pt x="135127" y="64172"/>
                </a:lnTo>
                <a:lnTo>
                  <a:pt x="135127" y="51210"/>
                </a:lnTo>
                <a:lnTo>
                  <a:pt x="135135" y="50424"/>
                </a:lnTo>
                <a:lnTo>
                  <a:pt x="135160" y="49643"/>
                </a:lnTo>
                <a:lnTo>
                  <a:pt x="135201" y="48867"/>
                </a:lnTo>
                <a:lnTo>
                  <a:pt x="135258" y="48096"/>
                </a:lnTo>
                <a:lnTo>
                  <a:pt x="135332" y="47330"/>
                </a:lnTo>
                <a:lnTo>
                  <a:pt x="135422" y="46568"/>
                </a:lnTo>
                <a:lnTo>
                  <a:pt x="135529" y="45812"/>
                </a:lnTo>
                <a:lnTo>
                  <a:pt x="135652" y="45060"/>
                </a:lnTo>
                <a:lnTo>
                  <a:pt x="135791" y="44313"/>
                </a:lnTo>
                <a:lnTo>
                  <a:pt x="135947" y="43571"/>
                </a:lnTo>
                <a:lnTo>
                  <a:pt x="136119" y="42834"/>
                </a:lnTo>
                <a:lnTo>
                  <a:pt x="136308" y="42102"/>
                </a:lnTo>
                <a:lnTo>
                  <a:pt x="136513" y="41375"/>
                </a:lnTo>
                <a:lnTo>
                  <a:pt x="136734" y="40652"/>
                </a:lnTo>
                <a:lnTo>
                  <a:pt x="136972" y="39935"/>
                </a:lnTo>
                <a:lnTo>
                  <a:pt x="137226" y="39222"/>
                </a:lnTo>
                <a:lnTo>
                  <a:pt x="137497" y="38514"/>
                </a:lnTo>
                <a:lnTo>
                  <a:pt x="137784" y="37811"/>
                </a:lnTo>
                <a:lnTo>
                  <a:pt x="138087" y="37113"/>
                </a:lnTo>
                <a:lnTo>
                  <a:pt x="138407" y="36420"/>
                </a:lnTo>
                <a:lnTo>
                  <a:pt x="138743" y="35732"/>
                </a:lnTo>
                <a:lnTo>
                  <a:pt x="139096" y="35048"/>
                </a:lnTo>
                <a:lnTo>
                  <a:pt x="139465" y="34370"/>
                </a:lnTo>
                <a:lnTo>
                  <a:pt x="139850" y="33696"/>
                </a:lnTo>
                <a:lnTo>
                  <a:pt x="140246" y="33033"/>
                </a:lnTo>
                <a:lnTo>
                  <a:pt x="140644" y="32386"/>
                </a:lnTo>
                <a:lnTo>
                  <a:pt x="141045" y="31757"/>
                </a:lnTo>
                <a:lnTo>
                  <a:pt x="141449" y="31144"/>
                </a:lnTo>
                <a:lnTo>
                  <a:pt x="141857" y="30547"/>
                </a:lnTo>
                <a:lnTo>
                  <a:pt x="142267" y="29968"/>
                </a:lnTo>
                <a:lnTo>
                  <a:pt x="142680" y="29405"/>
                </a:lnTo>
                <a:lnTo>
                  <a:pt x="143097" y="28859"/>
                </a:lnTo>
                <a:lnTo>
                  <a:pt x="143516" y="28330"/>
                </a:lnTo>
                <a:lnTo>
                  <a:pt x="143939" y="27817"/>
                </a:lnTo>
                <a:lnTo>
                  <a:pt x="144364" y="27321"/>
                </a:lnTo>
                <a:lnTo>
                  <a:pt x="144793" y="26842"/>
                </a:lnTo>
                <a:lnTo>
                  <a:pt x="145224" y="26380"/>
                </a:lnTo>
                <a:lnTo>
                  <a:pt x="145659" y="25934"/>
                </a:lnTo>
                <a:lnTo>
                  <a:pt x="146096" y="25505"/>
                </a:lnTo>
                <a:lnTo>
                  <a:pt x="146537" y="25093"/>
                </a:lnTo>
                <a:lnTo>
                  <a:pt x="146981" y="24698"/>
                </a:lnTo>
                <a:lnTo>
                  <a:pt x="147428" y="24319"/>
                </a:lnTo>
                <a:lnTo>
                  <a:pt x="147878" y="23957"/>
                </a:lnTo>
                <a:lnTo>
                  <a:pt x="148330" y="23612"/>
                </a:lnTo>
                <a:lnTo>
                  <a:pt x="148786" y="23283"/>
                </a:lnTo>
                <a:lnTo>
                  <a:pt x="149245" y="22972"/>
                </a:lnTo>
                <a:lnTo>
                  <a:pt x="149707" y="22677"/>
                </a:lnTo>
                <a:lnTo>
                  <a:pt x="150172" y="22398"/>
                </a:lnTo>
                <a:lnTo>
                  <a:pt x="150833" y="22041"/>
                </a:lnTo>
                <a:lnTo>
                  <a:pt x="151504" y="21699"/>
                </a:lnTo>
                <a:lnTo>
                  <a:pt x="152184" y="21372"/>
                </a:lnTo>
                <a:lnTo>
                  <a:pt x="152874" y="21060"/>
                </a:lnTo>
                <a:lnTo>
                  <a:pt x="153574" y="20764"/>
                </a:lnTo>
                <a:lnTo>
                  <a:pt x="154283" y="20483"/>
                </a:lnTo>
                <a:lnTo>
                  <a:pt x="155003" y="20216"/>
                </a:lnTo>
                <a:lnTo>
                  <a:pt x="155732" y="19966"/>
                </a:lnTo>
                <a:lnTo>
                  <a:pt x="156470" y="19730"/>
                </a:lnTo>
                <a:lnTo>
                  <a:pt x="157219" y="19509"/>
                </a:lnTo>
                <a:lnTo>
                  <a:pt x="157977" y="19304"/>
                </a:lnTo>
                <a:lnTo>
                  <a:pt x="158744" y="19114"/>
                </a:lnTo>
                <a:lnTo>
                  <a:pt x="159522" y="18939"/>
                </a:lnTo>
                <a:lnTo>
                  <a:pt x="160309" y="18780"/>
                </a:lnTo>
                <a:lnTo>
                  <a:pt x="161106" y="18635"/>
                </a:lnTo>
                <a:lnTo>
                  <a:pt x="161913" y="18506"/>
                </a:lnTo>
                <a:lnTo>
                  <a:pt x="162729" y="18392"/>
                </a:lnTo>
                <a:lnTo>
                  <a:pt x="163555" y="18293"/>
                </a:lnTo>
                <a:lnTo>
                  <a:pt x="164391" y="18209"/>
                </a:lnTo>
                <a:lnTo>
                  <a:pt x="165237" y="18141"/>
                </a:lnTo>
                <a:lnTo>
                  <a:pt x="166092" y="18088"/>
                </a:lnTo>
                <a:lnTo>
                  <a:pt x="166957" y="18050"/>
                </a:lnTo>
                <a:lnTo>
                  <a:pt x="167832" y="18027"/>
                </a:lnTo>
                <a:lnTo>
                  <a:pt x="168716" y="18019"/>
                </a:lnTo>
                <a:lnTo>
                  <a:pt x="169333" y="18023"/>
                </a:lnTo>
                <a:lnTo>
                  <a:pt x="169945" y="18033"/>
                </a:lnTo>
                <a:lnTo>
                  <a:pt x="170552" y="18050"/>
                </a:lnTo>
                <a:lnTo>
                  <a:pt x="171155" y="18074"/>
                </a:lnTo>
                <a:lnTo>
                  <a:pt x="171752" y="18105"/>
                </a:lnTo>
                <a:lnTo>
                  <a:pt x="172344" y="18142"/>
                </a:lnTo>
                <a:lnTo>
                  <a:pt x="172931" y="18187"/>
                </a:lnTo>
                <a:lnTo>
                  <a:pt x="173513" y="18238"/>
                </a:lnTo>
                <a:lnTo>
                  <a:pt x="174090" y="18296"/>
                </a:lnTo>
                <a:lnTo>
                  <a:pt x="174662" y="18361"/>
                </a:lnTo>
                <a:lnTo>
                  <a:pt x="175229" y="18433"/>
                </a:lnTo>
                <a:lnTo>
                  <a:pt x="175791" y="18511"/>
                </a:lnTo>
                <a:lnTo>
                  <a:pt x="176348" y="18597"/>
                </a:lnTo>
                <a:lnTo>
                  <a:pt x="176899" y="18689"/>
                </a:lnTo>
                <a:lnTo>
                  <a:pt x="177446" y="18788"/>
                </a:lnTo>
                <a:lnTo>
                  <a:pt x="177988" y="18894"/>
                </a:lnTo>
                <a:lnTo>
                  <a:pt x="178525" y="19007"/>
                </a:lnTo>
                <a:lnTo>
                  <a:pt x="179057" y="19126"/>
                </a:lnTo>
                <a:lnTo>
                  <a:pt x="179584" y="19253"/>
                </a:lnTo>
                <a:lnTo>
                  <a:pt x="180106" y="19386"/>
                </a:lnTo>
                <a:lnTo>
                  <a:pt x="180623" y="19526"/>
                </a:lnTo>
                <a:lnTo>
                  <a:pt x="181135" y="19673"/>
                </a:lnTo>
                <a:lnTo>
                  <a:pt x="181641" y="19827"/>
                </a:lnTo>
                <a:lnTo>
                  <a:pt x="182143" y="19987"/>
                </a:lnTo>
                <a:lnTo>
                  <a:pt x="182636" y="20152"/>
                </a:lnTo>
                <a:lnTo>
                  <a:pt x="183117" y="20319"/>
                </a:lnTo>
                <a:lnTo>
                  <a:pt x="183584" y="20488"/>
                </a:lnTo>
                <a:lnTo>
                  <a:pt x="184040" y="20659"/>
                </a:lnTo>
                <a:lnTo>
                  <a:pt x="184482" y="20832"/>
                </a:lnTo>
                <a:lnTo>
                  <a:pt x="184912" y="21007"/>
                </a:lnTo>
                <a:lnTo>
                  <a:pt x="185330" y="21184"/>
                </a:lnTo>
                <a:lnTo>
                  <a:pt x="185734" y="21363"/>
                </a:lnTo>
                <a:lnTo>
                  <a:pt x="186127" y="21543"/>
                </a:lnTo>
                <a:lnTo>
                  <a:pt x="186506" y="21726"/>
                </a:lnTo>
                <a:lnTo>
                  <a:pt x="186873" y="21911"/>
                </a:lnTo>
                <a:lnTo>
                  <a:pt x="187228" y="22098"/>
                </a:lnTo>
                <a:lnTo>
                  <a:pt x="187569" y="22286"/>
                </a:lnTo>
                <a:lnTo>
                  <a:pt x="187898" y="22477"/>
                </a:lnTo>
                <a:lnTo>
                  <a:pt x="188215" y="22670"/>
                </a:lnTo>
                <a:lnTo>
                  <a:pt x="188519" y="22864"/>
                </a:lnTo>
                <a:lnTo>
                  <a:pt x="188810" y="23061"/>
                </a:lnTo>
                <a:lnTo>
                  <a:pt x="189089" y="23259"/>
                </a:lnTo>
                <a:lnTo>
                  <a:pt x="189355" y="23460"/>
                </a:lnTo>
                <a:lnTo>
                  <a:pt x="189609" y="23662"/>
                </a:lnTo>
                <a:lnTo>
                  <a:pt x="189850" y="23867"/>
                </a:lnTo>
                <a:lnTo>
                  <a:pt x="190078" y="24073"/>
                </a:lnTo>
                <a:lnTo>
                  <a:pt x="190294" y="24282"/>
                </a:lnTo>
                <a:lnTo>
                  <a:pt x="190497" y="24492"/>
                </a:lnTo>
                <a:lnTo>
                  <a:pt x="190620" y="24629"/>
                </a:lnTo>
                <a:lnTo>
                  <a:pt x="190743" y="24775"/>
                </a:lnTo>
                <a:lnTo>
                  <a:pt x="190864" y="24932"/>
                </a:lnTo>
                <a:lnTo>
                  <a:pt x="190984" y="25098"/>
                </a:lnTo>
                <a:lnTo>
                  <a:pt x="191103" y="25275"/>
                </a:lnTo>
                <a:lnTo>
                  <a:pt x="191221" y="25463"/>
                </a:lnTo>
                <a:lnTo>
                  <a:pt x="191338" y="25660"/>
                </a:lnTo>
                <a:lnTo>
                  <a:pt x="191454" y="25867"/>
                </a:lnTo>
                <a:lnTo>
                  <a:pt x="191569" y="26085"/>
                </a:lnTo>
                <a:lnTo>
                  <a:pt x="191683" y="26313"/>
                </a:lnTo>
                <a:lnTo>
                  <a:pt x="191796" y="26551"/>
                </a:lnTo>
                <a:lnTo>
                  <a:pt x="191907" y="26799"/>
                </a:lnTo>
                <a:lnTo>
                  <a:pt x="192018" y="27058"/>
                </a:lnTo>
                <a:lnTo>
                  <a:pt x="192128" y="27326"/>
                </a:lnTo>
                <a:lnTo>
                  <a:pt x="192236" y="27605"/>
                </a:lnTo>
                <a:lnTo>
                  <a:pt x="192343" y="27894"/>
                </a:lnTo>
                <a:lnTo>
                  <a:pt x="192450" y="28193"/>
                </a:lnTo>
                <a:lnTo>
                  <a:pt x="192555" y="28502"/>
                </a:lnTo>
                <a:lnTo>
                  <a:pt x="192659" y="28822"/>
                </a:lnTo>
                <a:lnTo>
                  <a:pt x="192763" y="29151"/>
                </a:lnTo>
                <a:lnTo>
                  <a:pt x="192865" y="29491"/>
                </a:lnTo>
                <a:lnTo>
                  <a:pt x="192966" y="29841"/>
                </a:lnTo>
                <a:lnTo>
                  <a:pt x="193066" y="30201"/>
                </a:lnTo>
                <a:lnTo>
                  <a:pt x="193165" y="30572"/>
                </a:lnTo>
                <a:lnTo>
                  <a:pt x="193264" y="30941"/>
                </a:lnTo>
                <a:lnTo>
                  <a:pt x="193366" y="31300"/>
                </a:lnTo>
                <a:lnTo>
                  <a:pt x="193469" y="31648"/>
                </a:lnTo>
                <a:lnTo>
                  <a:pt x="193574" y="31984"/>
                </a:lnTo>
                <a:lnTo>
                  <a:pt x="193681" y="32310"/>
                </a:lnTo>
                <a:lnTo>
                  <a:pt x="193791" y="32624"/>
                </a:lnTo>
                <a:lnTo>
                  <a:pt x="193902" y="32928"/>
                </a:lnTo>
                <a:lnTo>
                  <a:pt x="194015" y="33220"/>
                </a:lnTo>
                <a:lnTo>
                  <a:pt x="194130" y="33501"/>
                </a:lnTo>
                <a:lnTo>
                  <a:pt x="194248" y="33771"/>
                </a:lnTo>
                <a:lnTo>
                  <a:pt x="194367" y="34030"/>
                </a:lnTo>
                <a:lnTo>
                  <a:pt x="194488" y="34278"/>
                </a:lnTo>
                <a:lnTo>
                  <a:pt x="194611" y="34515"/>
                </a:lnTo>
                <a:lnTo>
                  <a:pt x="194736" y="34741"/>
                </a:lnTo>
                <a:lnTo>
                  <a:pt x="194863" y="34955"/>
                </a:lnTo>
                <a:lnTo>
                  <a:pt x="194992" y="35159"/>
                </a:lnTo>
                <a:lnTo>
                  <a:pt x="195123" y="35351"/>
                </a:lnTo>
                <a:lnTo>
                  <a:pt x="195256" y="35533"/>
                </a:lnTo>
                <a:lnTo>
                  <a:pt x="195391" y="35703"/>
                </a:lnTo>
                <a:lnTo>
                  <a:pt x="195528" y="35862"/>
                </a:lnTo>
                <a:lnTo>
                  <a:pt x="195667" y="36011"/>
                </a:lnTo>
                <a:lnTo>
                  <a:pt x="195807" y="36148"/>
                </a:lnTo>
                <a:lnTo>
                  <a:pt x="195950" y="36274"/>
                </a:lnTo>
                <a:lnTo>
                  <a:pt x="196095" y="36388"/>
                </a:lnTo>
                <a:lnTo>
                  <a:pt x="196286" y="36545"/>
                </a:lnTo>
                <a:lnTo>
                  <a:pt x="196480" y="36696"/>
                </a:lnTo>
                <a:lnTo>
                  <a:pt x="196677" y="36839"/>
                </a:lnTo>
                <a:lnTo>
                  <a:pt x="196877" y="36976"/>
                </a:lnTo>
                <a:lnTo>
                  <a:pt x="197081" y="37107"/>
                </a:lnTo>
                <a:lnTo>
                  <a:pt x="197287" y="37230"/>
                </a:lnTo>
                <a:lnTo>
                  <a:pt x="197496" y="37347"/>
                </a:lnTo>
                <a:lnTo>
                  <a:pt x="197708" y="37458"/>
                </a:lnTo>
                <a:lnTo>
                  <a:pt x="197924" y="37561"/>
                </a:lnTo>
                <a:lnTo>
                  <a:pt x="198142" y="37658"/>
                </a:lnTo>
                <a:lnTo>
                  <a:pt x="198364" y="37748"/>
                </a:lnTo>
                <a:lnTo>
                  <a:pt x="198588" y="37832"/>
                </a:lnTo>
                <a:lnTo>
                  <a:pt x="198816" y="37909"/>
                </a:lnTo>
                <a:lnTo>
                  <a:pt x="199046" y="37979"/>
                </a:lnTo>
                <a:lnTo>
                  <a:pt x="199280" y="38042"/>
                </a:lnTo>
                <a:lnTo>
                  <a:pt x="199516" y="38099"/>
                </a:lnTo>
                <a:lnTo>
                  <a:pt x="199756" y="38149"/>
                </a:lnTo>
                <a:lnTo>
                  <a:pt x="199999" y="38193"/>
                </a:lnTo>
                <a:lnTo>
                  <a:pt x="200244" y="38229"/>
                </a:lnTo>
                <a:lnTo>
                  <a:pt x="200493" y="38259"/>
                </a:lnTo>
                <a:lnTo>
                  <a:pt x="200745" y="38283"/>
                </a:lnTo>
                <a:lnTo>
                  <a:pt x="201000" y="38299"/>
                </a:lnTo>
                <a:lnTo>
                  <a:pt x="201257" y="38309"/>
                </a:lnTo>
                <a:lnTo>
                  <a:pt x="201518" y="38313"/>
                </a:lnTo>
                <a:lnTo>
                  <a:pt x="201844" y="38308"/>
                </a:lnTo>
                <a:lnTo>
                  <a:pt x="202164" y="38294"/>
                </a:lnTo>
                <a:lnTo>
                  <a:pt x="202480" y="38270"/>
                </a:lnTo>
                <a:lnTo>
                  <a:pt x="202790" y="38236"/>
                </a:lnTo>
                <a:lnTo>
                  <a:pt x="203096" y="38193"/>
                </a:lnTo>
                <a:lnTo>
                  <a:pt x="203396" y="38141"/>
                </a:lnTo>
                <a:lnTo>
                  <a:pt x="203692" y="38078"/>
                </a:lnTo>
                <a:lnTo>
                  <a:pt x="203982" y="38007"/>
                </a:lnTo>
                <a:lnTo>
                  <a:pt x="204268" y="37925"/>
                </a:lnTo>
                <a:lnTo>
                  <a:pt x="204548" y="37834"/>
                </a:lnTo>
                <a:lnTo>
                  <a:pt x="204823" y="37734"/>
                </a:lnTo>
                <a:lnTo>
                  <a:pt x="205094" y="37624"/>
                </a:lnTo>
                <a:lnTo>
                  <a:pt x="205359" y="37504"/>
                </a:lnTo>
                <a:lnTo>
                  <a:pt x="205620" y="37375"/>
                </a:lnTo>
                <a:lnTo>
                  <a:pt x="205875" y="37237"/>
                </a:lnTo>
                <a:lnTo>
                  <a:pt x="206125" y="37088"/>
                </a:lnTo>
                <a:lnTo>
                  <a:pt x="206371" y="36930"/>
                </a:lnTo>
                <a:lnTo>
                  <a:pt x="206611" y="36763"/>
                </a:lnTo>
                <a:lnTo>
                  <a:pt x="206846" y="36586"/>
                </a:lnTo>
                <a:lnTo>
                  <a:pt x="207076" y="36399"/>
                </a:lnTo>
                <a:lnTo>
                  <a:pt x="207302" y="36203"/>
                </a:lnTo>
                <a:lnTo>
                  <a:pt x="207522" y="35998"/>
                </a:lnTo>
                <a:lnTo>
                  <a:pt x="207737" y="35782"/>
                </a:lnTo>
                <a:lnTo>
                  <a:pt x="207948" y="35557"/>
                </a:lnTo>
                <a:lnTo>
                  <a:pt x="208151" y="35321"/>
                </a:lnTo>
                <a:lnTo>
                  <a:pt x="208346" y="35072"/>
                </a:lnTo>
                <a:lnTo>
                  <a:pt x="208532" y="34811"/>
                </a:lnTo>
                <a:lnTo>
                  <a:pt x="208709" y="34536"/>
                </a:lnTo>
                <a:lnTo>
                  <a:pt x="208878" y="34248"/>
                </a:lnTo>
                <a:lnTo>
                  <a:pt x="209038" y="33947"/>
                </a:lnTo>
                <a:lnTo>
                  <a:pt x="209190" y="33634"/>
                </a:lnTo>
                <a:lnTo>
                  <a:pt x="209333" y="33307"/>
                </a:lnTo>
                <a:lnTo>
                  <a:pt x="209467" y="32968"/>
                </a:lnTo>
                <a:lnTo>
                  <a:pt x="209592" y="32616"/>
                </a:lnTo>
                <a:lnTo>
                  <a:pt x="209709" y="32251"/>
                </a:lnTo>
                <a:lnTo>
                  <a:pt x="209817" y="31873"/>
                </a:lnTo>
                <a:lnTo>
                  <a:pt x="209917" y="31482"/>
                </a:lnTo>
                <a:lnTo>
                  <a:pt x="210008" y="31078"/>
                </a:lnTo>
                <a:lnTo>
                  <a:pt x="210090" y="30661"/>
                </a:lnTo>
                <a:lnTo>
                  <a:pt x="210164" y="30231"/>
                </a:lnTo>
                <a:lnTo>
                  <a:pt x="210228" y="29789"/>
                </a:lnTo>
                <a:lnTo>
                  <a:pt x="210285" y="29333"/>
                </a:lnTo>
                <a:lnTo>
                  <a:pt x="210332" y="28865"/>
                </a:lnTo>
                <a:lnTo>
                  <a:pt x="210371" y="28384"/>
                </a:lnTo>
                <a:lnTo>
                  <a:pt x="210402" y="27889"/>
                </a:lnTo>
                <a:lnTo>
                  <a:pt x="210423" y="27382"/>
                </a:lnTo>
                <a:lnTo>
                  <a:pt x="210436" y="26862"/>
                </a:lnTo>
                <a:lnTo>
                  <a:pt x="210441" y="26329"/>
                </a:lnTo>
                <a:lnTo>
                  <a:pt x="210441" y="14695"/>
                </a:lnTo>
                <a:lnTo>
                  <a:pt x="210436" y="14162"/>
                </a:lnTo>
                <a:lnTo>
                  <a:pt x="210423" y="13643"/>
                </a:lnTo>
                <a:lnTo>
                  <a:pt x="210402" y="13136"/>
                </a:lnTo>
                <a:lnTo>
                  <a:pt x="210372" y="12642"/>
                </a:lnTo>
                <a:lnTo>
                  <a:pt x="210334" y="12162"/>
                </a:lnTo>
                <a:lnTo>
                  <a:pt x="210287" y="11694"/>
                </a:lnTo>
                <a:lnTo>
                  <a:pt x="210232" y="11239"/>
                </a:lnTo>
                <a:lnTo>
                  <a:pt x="210168" y="10798"/>
                </a:lnTo>
                <a:lnTo>
                  <a:pt x="210096" y="10370"/>
                </a:lnTo>
                <a:lnTo>
                  <a:pt x="210015" y="9954"/>
                </a:lnTo>
                <a:lnTo>
                  <a:pt x="209926" y="9552"/>
                </a:lnTo>
                <a:lnTo>
                  <a:pt x="209828" y="9163"/>
                </a:lnTo>
                <a:lnTo>
                  <a:pt x="209722" y="8787"/>
                </a:lnTo>
                <a:lnTo>
                  <a:pt x="209607" y="8423"/>
                </a:lnTo>
                <a:lnTo>
                  <a:pt x="209484" y="8073"/>
                </a:lnTo>
                <a:lnTo>
                  <a:pt x="209352" y="7736"/>
                </a:lnTo>
                <a:lnTo>
                  <a:pt x="209212" y="7413"/>
                </a:lnTo>
                <a:lnTo>
                  <a:pt x="209063" y="7102"/>
                </a:lnTo>
                <a:lnTo>
                  <a:pt x="208905" y="6804"/>
                </a:lnTo>
                <a:lnTo>
                  <a:pt x="208740" y="6519"/>
                </a:lnTo>
                <a:lnTo>
                  <a:pt x="208565" y="6247"/>
                </a:lnTo>
                <a:lnTo>
                  <a:pt x="208382" y="5989"/>
                </a:lnTo>
                <a:lnTo>
                  <a:pt x="208191" y="5743"/>
                </a:lnTo>
                <a:lnTo>
                  <a:pt x="207991" y="5511"/>
                </a:lnTo>
                <a:lnTo>
                  <a:pt x="207785" y="5289"/>
                </a:lnTo>
                <a:lnTo>
                  <a:pt x="207573" y="5078"/>
                </a:lnTo>
                <a:lnTo>
                  <a:pt x="207356" y="4875"/>
                </a:lnTo>
                <a:lnTo>
                  <a:pt x="207134" y="4682"/>
                </a:lnTo>
                <a:lnTo>
                  <a:pt x="206906" y="4499"/>
                </a:lnTo>
                <a:lnTo>
                  <a:pt x="206674" y="4324"/>
                </a:lnTo>
                <a:lnTo>
                  <a:pt x="206436" y="4160"/>
                </a:lnTo>
                <a:lnTo>
                  <a:pt x="206193" y="4004"/>
                </a:lnTo>
                <a:lnTo>
                  <a:pt x="205945" y="3858"/>
                </a:lnTo>
                <a:lnTo>
                  <a:pt x="205692" y="3722"/>
                </a:lnTo>
                <a:lnTo>
                  <a:pt x="205434" y="3595"/>
                </a:lnTo>
                <a:lnTo>
                  <a:pt x="205170" y="3477"/>
                </a:lnTo>
                <a:lnTo>
                  <a:pt x="204902" y="3369"/>
                </a:lnTo>
                <a:lnTo>
                  <a:pt x="204628" y="3270"/>
                </a:lnTo>
                <a:lnTo>
                  <a:pt x="204349" y="3180"/>
                </a:lnTo>
                <a:lnTo>
                  <a:pt x="204065" y="3100"/>
                </a:lnTo>
                <a:lnTo>
                  <a:pt x="203775" y="3030"/>
                </a:lnTo>
                <a:lnTo>
                  <a:pt x="203481" y="2969"/>
                </a:lnTo>
                <a:lnTo>
                  <a:pt x="203181" y="2917"/>
                </a:lnTo>
                <a:lnTo>
                  <a:pt x="202877" y="2874"/>
                </a:lnTo>
                <a:lnTo>
                  <a:pt x="202567" y="2841"/>
                </a:lnTo>
                <a:lnTo>
                  <a:pt x="202252" y="2818"/>
                </a:lnTo>
                <a:lnTo>
                  <a:pt x="201931" y="2804"/>
                </a:lnTo>
                <a:lnTo>
                  <a:pt x="201606" y="2799"/>
                </a:lnTo>
                <a:lnTo>
                  <a:pt x="201321" y="2805"/>
                </a:lnTo>
                <a:lnTo>
                  <a:pt x="201036" y="2821"/>
                </a:lnTo>
                <a:lnTo>
                  <a:pt x="200750" y="2848"/>
                </a:lnTo>
                <a:lnTo>
                  <a:pt x="200464" y="2887"/>
                </a:lnTo>
                <a:lnTo>
                  <a:pt x="200177" y="2936"/>
                </a:lnTo>
                <a:lnTo>
                  <a:pt x="199889" y="2996"/>
                </a:lnTo>
                <a:lnTo>
                  <a:pt x="199601" y="3067"/>
                </a:lnTo>
                <a:lnTo>
                  <a:pt x="199312" y="3149"/>
                </a:lnTo>
                <a:lnTo>
                  <a:pt x="199023" y="3242"/>
                </a:lnTo>
                <a:lnTo>
                  <a:pt x="198733" y="3346"/>
                </a:lnTo>
                <a:lnTo>
                  <a:pt x="198442" y="3461"/>
                </a:lnTo>
                <a:lnTo>
                  <a:pt x="198151" y="3586"/>
                </a:lnTo>
                <a:lnTo>
                  <a:pt x="197859" y="3723"/>
                </a:lnTo>
                <a:lnTo>
                  <a:pt x="197566" y="3871"/>
                </a:lnTo>
                <a:lnTo>
                  <a:pt x="197273" y="4029"/>
                </a:lnTo>
                <a:lnTo>
                  <a:pt x="196980" y="4199"/>
                </a:lnTo>
                <a:lnTo>
                  <a:pt x="196685" y="4379"/>
                </a:lnTo>
                <a:lnTo>
                  <a:pt x="196390" y="4570"/>
                </a:lnTo>
                <a:lnTo>
                  <a:pt x="196095" y="4773"/>
                </a:lnTo>
                <a:lnTo>
                  <a:pt x="195799" y="4986"/>
                </a:lnTo>
                <a:lnTo>
                  <a:pt x="195502" y="5210"/>
                </a:lnTo>
                <a:lnTo>
                  <a:pt x="195205" y="5445"/>
                </a:lnTo>
                <a:lnTo>
                  <a:pt x="194907" y="5691"/>
                </a:lnTo>
                <a:lnTo>
                  <a:pt x="194608" y="5948"/>
                </a:lnTo>
                <a:lnTo>
                  <a:pt x="194111" y="5703"/>
                </a:lnTo>
                <a:lnTo>
                  <a:pt x="193612" y="5463"/>
                </a:lnTo>
                <a:lnTo>
                  <a:pt x="193111" y="5228"/>
                </a:lnTo>
                <a:lnTo>
                  <a:pt x="192607" y="4998"/>
                </a:lnTo>
                <a:lnTo>
                  <a:pt x="192101" y="4773"/>
                </a:lnTo>
                <a:lnTo>
                  <a:pt x="191593" y="4554"/>
                </a:lnTo>
                <a:lnTo>
                  <a:pt x="191082" y="4340"/>
                </a:lnTo>
                <a:lnTo>
                  <a:pt x="190570" y="4131"/>
                </a:lnTo>
                <a:lnTo>
                  <a:pt x="190055" y="3927"/>
                </a:lnTo>
                <a:lnTo>
                  <a:pt x="189537" y="3728"/>
                </a:lnTo>
                <a:lnTo>
                  <a:pt x="189018" y="3534"/>
                </a:lnTo>
                <a:lnTo>
                  <a:pt x="188496" y="3346"/>
                </a:lnTo>
                <a:lnTo>
                  <a:pt x="187972" y="3163"/>
                </a:lnTo>
                <a:lnTo>
                  <a:pt x="187445" y="2984"/>
                </a:lnTo>
                <a:lnTo>
                  <a:pt x="186917" y="2811"/>
                </a:lnTo>
                <a:lnTo>
                  <a:pt x="186386" y="2644"/>
                </a:lnTo>
                <a:lnTo>
                  <a:pt x="185852" y="2481"/>
                </a:lnTo>
                <a:lnTo>
                  <a:pt x="185317" y="2323"/>
                </a:lnTo>
                <a:lnTo>
                  <a:pt x="184779" y="2171"/>
                </a:lnTo>
                <a:lnTo>
                  <a:pt x="184239" y="2024"/>
                </a:lnTo>
                <a:lnTo>
                  <a:pt x="183697" y="1882"/>
                </a:lnTo>
                <a:lnTo>
                  <a:pt x="183152" y="1745"/>
                </a:lnTo>
                <a:lnTo>
                  <a:pt x="182605" y="1614"/>
                </a:lnTo>
                <a:lnTo>
                  <a:pt x="182056" y="1487"/>
                </a:lnTo>
                <a:lnTo>
                  <a:pt x="181504" y="1366"/>
                </a:lnTo>
                <a:lnTo>
                  <a:pt x="180950" y="1250"/>
                </a:lnTo>
                <a:lnTo>
                  <a:pt x="180393" y="1139"/>
                </a:lnTo>
                <a:lnTo>
                  <a:pt x="179834" y="1033"/>
                </a:lnTo>
                <a:lnTo>
                  <a:pt x="179272" y="932"/>
                </a:lnTo>
                <a:lnTo>
                  <a:pt x="178707" y="836"/>
                </a:lnTo>
                <a:lnTo>
                  <a:pt x="178140" y="746"/>
                </a:lnTo>
                <a:lnTo>
                  <a:pt x="177570" y="661"/>
                </a:lnTo>
                <a:lnTo>
                  <a:pt x="176998" y="581"/>
                </a:lnTo>
                <a:lnTo>
                  <a:pt x="176423" y="506"/>
                </a:lnTo>
                <a:lnTo>
                  <a:pt x="175846" y="436"/>
                </a:lnTo>
                <a:lnTo>
                  <a:pt x="175266" y="372"/>
                </a:lnTo>
                <a:lnTo>
                  <a:pt x="174683" y="312"/>
                </a:lnTo>
                <a:lnTo>
                  <a:pt x="174098" y="258"/>
                </a:lnTo>
                <a:lnTo>
                  <a:pt x="173510" y="209"/>
                </a:lnTo>
                <a:lnTo>
                  <a:pt x="172920" y="165"/>
                </a:lnTo>
                <a:lnTo>
                  <a:pt x="172327" y="127"/>
                </a:lnTo>
                <a:lnTo>
                  <a:pt x="171731" y="93"/>
                </a:lnTo>
                <a:lnTo>
                  <a:pt x="171133" y="65"/>
                </a:lnTo>
                <a:lnTo>
                  <a:pt x="170533" y="41"/>
                </a:lnTo>
                <a:lnTo>
                  <a:pt x="169929" y="23"/>
                </a:lnTo>
                <a:lnTo>
                  <a:pt x="169323" y="10"/>
                </a:lnTo>
                <a:lnTo>
                  <a:pt x="168715" y="3"/>
                </a:lnTo>
                <a:lnTo>
                  <a:pt x="168104" y="0"/>
                </a:lnTo>
                <a:lnTo>
                  <a:pt x="166016" y="33"/>
                </a:lnTo>
                <a:lnTo>
                  <a:pt x="163964" y="133"/>
                </a:lnTo>
                <a:lnTo>
                  <a:pt x="161949" y="299"/>
                </a:lnTo>
                <a:lnTo>
                  <a:pt x="159971" y="531"/>
                </a:lnTo>
                <a:lnTo>
                  <a:pt x="158030" y="830"/>
                </a:lnTo>
                <a:lnTo>
                  <a:pt x="156126" y="1195"/>
                </a:lnTo>
                <a:lnTo>
                  <a:pt x="154258" y="1626"/>
                </a:lnTo>
                <a:lnTo>
                  <a:pt x="152427" y="2124"/>
                </a:lnTo>
                <a:lnTo>
                  <a:pt x="150633" y="2688"/>
                </a:lnTo>
                <a:lnTo>
                  <a:pt x="148875" y="3318"/>
                </a:lnTo>
                <a:lnTo>
                  <a:pt x="147155" y="4015"/>
                </a:lnTo>
                <a:lnTo>
                  <a:pt x="145471" y="4778"/>
                </a:lnTo>
                <a:lnTo>
                  <a:pt x="143823" y="5608"/>
                </a:lnTo>
                <a:lnTo>
                  <a:pt x="142213" y="6504"/>
                </a:lnTo>
                <a:lnTo>
                  <a:pt x="140639" y="7466"/>
                </a:lnTo>
                <a:lnTo>
                  <a:pt x="139102" y="8495"/>
                </a:lnTo>
                <a:lnTo>
                  <a:pt x="137602" y="9590"/>
                </a:lnTo>
                <a:lnTo>
                  <a:pt x="136138" y="10751"/>
                </a:lnTo>
                <a:lnTo>
                  <a:pt x="134712" y="11979"/>
                </a:lnTo>
                <a:lnTo>
                  <a:pt x="133322" y="13273"/>
                </a:lnTo>
                <a:lnTo>
                  <a:pt x="131968" y="14633"/>
                </a:lnTo>
                <a:lnTo>
                  <a:pt x="130652" y="16060"/>
                </a:lnTo>
                <a:lnTo>
                  <a:pt x="129372" y="17553"/>
                </a:lnTo>
                <a:lnTo>
                  <a:pt x="128129" y="19113"/>
                </a:lnTo>
                <a:lnTo>
                  <a:pt x="127237" y="20296"/>
                </a:lnTo>
                <a:lnTo>
                  <a:pt x="126383" y="21493"/>
                </a:lnTo>
                <a:lnTo>
                  <a:pt x="125566" y="22703"/>
                </a:lnTo>
                <a:lnTo>
                  <a:pt x="124788" y="23926"/>
                </a:lnTo>
                <a:lnTo>
                  <a:pt x="124048" y="25163"/>
                </a:lnTo>
                <a:lnTo>
                  <a:pt x="123346" y="26413"/>
                </a:lnTo>
                <a:lnTo>
                  <a:pt x="122681" y="27676"/>
                </a:lnTo>
                <a:lnTo>
                  <a:pt x="122055" y="28953"/>
                </a:lnTo>
                <a:lnTo>
                  <a:pt x="121466" y="30244"/>
                </a:lnTo>
                <a:lnTo>
                  <a:pt x="120916" y="31547"/>
                </a:lnTo>
                <a:lnTo>
                  <a:pt x="120403" y="32864"/>
                </a:lnTo>
                <a:lnTo>
                  <a:pt x="119929" y="34195"/>
                </a:lnTo>
                <a:lnTo>
                  <a:pt x="119492" y="35539"/>
                </a:lnTo>
                <a:lnTo>
                  <a:pt x="119093" y="36896"/>
                </a:lnTo>
                <a:lnTo>
                  <a:pt x="118733" y="38266"/>
                </a:lnTo>
                <a:lnTo>
                  <a:pt x="118410" y="39650"/>
                </a:lnTo>
                <a:lnTo>
                  <a:pt x="118125" y="41048"/>
                </a:lnTo>
                <a:lnTo>
                  <a:pt x="117879" y="42459"/>
                </a:lnTo>
                <a:lnTo>
                  <a:pt x="117670" y="43883"/>
                </a:lnTo>
                <a:lnTo>
                  <a:pt x="117499" y="45320"/>
                </a:lnTo>
                <a:lnTo>
                  <a:pt x="117366" y="46771"/>
                </a:lnTo>
                <a:lnTo>
                  <a:pt x="117271" y="48235"/>
                </a:lnTo>
                <a:lnTo>
                  <a:pt x="117214" y="49713"/>
                </a:lnTo>
                <a:lnTo>
                  <a:pt x="117195" y="51204"/>
                </a:lnTo>
                <a:lnTo>
                  <a:pt x="117195" y="64180"/>
                </a:lnTo>
                <a:lnTo>
                  <a:pt x="117203" y="65148"/>
                </a:lnTo>
                <a:lnTo>
                  <a:pt x="117226" y="66108"/>
                </a:lnTo>
                <a:lnTo>
                  <a:pt x="117265" y="67060"/>
                </a:lnTo>
                <a:lnTo>
                  <a:pt x="117319" y="68005"/>
                </a:lnTo>
                <a:lnTo>
                  <a:pt x="117389" y="68942"/>
                </a:lnTo>
                <a:lnTo>
                  <a:pt x="117474" y="69871"/>
                </a:lnTo>
                <a:lnTo>
                  <a:pt x="117575" y="70792"/>
                </a:lnTo>
                <a:lnTo>
                  <a:pt x="117691" y="71706"/>
                </a:lnTo>
                <a:lnTo>
                  <a:pt x="117822" y="72611"/>
                </a:lnTo>
                <a:lnTo>
                  <a:pt x="117970" y="73509"/>
                </a:lnTo>
                <a:lnTo>
                  <a:pt x="118132" y="74400"/>
                </a:lnTo>
                <a:lnTo>
                  <a:pt x="118310" y="75282"/>
                </a:lnTo>
                <a:lnTo>
                  <a:pt x="118504" y="76157"/>
                </a:lnTo>
                <a:lnTo>
                  <a:pt x="118713" y="77024"/>
                </a:lnTo>
                <a:lnTo>
                  <a:pt x="118938" y="77883"/>
                </a:lnTo>
                <a:lnTo>
                  <a:pt x="119178" y="78734"/>
                </a:lnTo>
                <a:lnTo>
                  <a:pt x="119433" y="79578"/>
                </a:lnTo>
                <a:lnTo>
                  <a:pt x="119704" y="80414"/>
                </a:lnTo>
                <a:lnTo>
                  <a:pt x="119991" y="81242"/>
                </a:lnTo>
                <a:lnTo>
                  <a:pt x="120293" y="82062"/>
                </a:lnTo>
                <a:lnTo>
                  <a:pt x="120611" y="82875"/>
                </a:lnTo>
                <a:lnTo>
                  <a:pt x="120944" y="83680"/>
                </a:lnTo>
                <a:lnTo>
                  <a:pt x="121292" y="84477"/>
                </a:lnTo>
                <a:lnTo>
                  <a:pt x="121656" y="85266"/>
                </a:lnTo>
                <a:lnTo>
                  <a:pt x="122029" y="86044"/>
                </a:lnTo>
                <a:lnTo>
                  <a:pt x="122406" y="86805"/>
                </a:lnTo>
                <a:lnTo>
                  <a:pt x="122784" y="87551"/>
                </a:lnTo>
                <a:lnTo>
                  <a:pt x="123166" y="88280"/>
                </a:lnTo>
                <a:lnTo>
                  <a:pt x="123551" y="88994"/>
                </a:lnTo>
                <a:lnTo>
                  <a:pt x="123939" y="89691"/>
                </a:lnTo>
                <a:lnTo>
                  <a:pt x="124329" y="90373"/>
                </a:lnTo>
                <a:lnTo>
                  <a:pt x="124723" y="91039"/>
                </a:lnTo>
                <a:lnTo>
                  <a:pt x="125119" y="91688"/>
                </a:lnTo>
                <a:lnTo>
                  <a:pt x="125518" y="92322"/>
                </a:lnTo>
                <a:lnTo>
                  <a:pt x="125920" y="92940"/>
                </a:lnTo>
                <a:lnTo>
                  <a:pt x="126325" y="93541"/>
                </a:lnTo>
                <a:lnTo>
                  <a:pt x="126733" y="94127"/>
                </a:lnTo>
                <a:lnTo>
                  <a:pt x="127144" y="94697"/>
                </a:lnTo>
                <a:lnTo>
                  <a:pt x="127557" y="95251"/>
                </a:lnTo>
                <a:lnTo>
                  <a:pt x="127974" y="95788"/>
                </a:lnTo>
                <a:lnTo>
                  <a:pt x="128393" y="96310"/>
                </a:lnTo>
                <a:lnTo>
                  <a:pt x="128815" y="96816"/>
                </a:lnTo>
                <a:lnTo>
                  <a:pt x="129240" y="97306"/>
                </a:lnTo>
                <a:lnTo>
                  <a:pt x="129668" y="97780"/>
                </a:lnTo>
                <a:lnTo>
                  <a:pt x="130099" y="98238"/>
                </a:lnTo>
                <a:lnTo>
                  <a:pt x="130533" y="98680"/>
                </a:lnTo>
                <a:lnTo>
                  <a:pt x="130970" y="99106"/>
                </a:lnTo>
                <a:lnTo>
                  <a:pt x="131409" y="99516"/>
                </a:lnTo>
                <a:lnTo>
                  <a:pt x="131857" y="99915"/>
                </a:lnTo>
                <a:lnTo>
                  <a:pt x="132318" y="100308"/>
                </a:lnTo>
                <a:lnTo>
                  <a:pt x="132793" y="100695"/>
                </a:lnTo>
                <a:lnTo>
                  <a:pt x="133282" y="101077"/>
                </a:lnTo>
                <a:lnTo>
                  <a:pt x="133783" y="101453"/>
                </a:lnTo>
                <a:lnTo>
                  <a:pt x="134299" y="101823"/>
                </a:lnTo>
                <a:lnTo>
                  <a:pt x="134828" y="102187"/>
                </a:lnTo>
                <a:lnTo>
                  <a:pt x="135370" y="102545"/>
                </a:lnTo>
                <a:lnTo>
                  <a:pt x="135926" y="102898"/>
                </a:lnTo>
                <a:lnTo>
                  <a:pt x="136495" y="103245"/>
                </a:lnTo>
                <a:lnTo>
                  <a:pt x="137078" y="103586"/>
                </a:lnTo>
                <a:lnTo>
                  <a:pt x="137675" y="103921"/>
                </a:lnTo>
                <a:lnTo>
                  <a:pt x="138285" y="104251"/>
                </a:lnTo>
                <a:lnTo>
                  <a:pt x="138908" y="104574"/>
                </a:lnTo>
                <a:lnTo>
                  <a:pt x="139545" y="104892"/>
                </a:lnTo>
                <a:lnTo>
                  <a:pt x="140195" y="105204"/>
                </a:lnTo>
                <a:lnTo>
                  <a:pt x="140859" y="105510"/>
                </a:lnTo>
                <a:lnTo>
                  <a:pt x="141537" y="105811"/>
                </a:lnTo>
                <a:lnTo>
                  <a:pt x="142228" y="106106"/>
                </a:lnTo>
                <a:lnTo>
                  <a:pt x="142933" y="106395"/>
                </a:lnTo>
                <a:lnTo>
                  <a:pt x="143651" y="106678"/>
                </a:lnTo>
                <a:lnTo>
                  <a:pt x="144382" y="106955"/>
                </a:lnTo>
                <a:lnTo>
                  <a:pt x="145127" y="107227"/>
                </a:lnTo>
                <a:lnTo>
                  <a:pt x="145886" y="107492"/>
                </a:lnTo>
                <a:lnTo>
                  <a:pt x="146866" y="107829"/>
                </a:lnTo>
                <a:lnTo>
                  <a:pt x="147854" y="108151"/>
                </a:lnTo>
                <a:lnTo>
                  <a:pt x="148848" y="108459"/>
                </a:lnTo>
                <a:lnTo>
                  <a:pt x="149849" y="108752"/>
                </a:lnTo>
                <a:lnTo>
                  <a:pt x="150857" y="109031"/>
                </a:lnTo>
                <a:lnTo>
                  <a:pt x="151872" y="109296"/>
                </a:lnTo>
                <a:lnTo>
                  <a:pt x="152895" y="109546"/>
                </a:lnTo>
                <a:lnTo>
                  <a:pt x="153924" y="109782"/>
                </a:lnTo>
                <a:lnTo>
                  <a:pt x="154960" y="110004"/>
                </a:lnTo>
                <a:lnTo>
                  <a:pt x="156003" y="110212"/>
                </a:lnTo>
                <a:lnTo>
                  <a:pt x="157053" y="110405"/>
                </a:lnTo>
                <a:lnTo>
                  <a:pt x="158110" y="110584"/>
                </a:lnTo>
                <a:lnTo>
                  <a:pt x="159174" y="110749"/>
                </a:lnTo>
                <a:lnTo>
                  <a:pt x="160245" y="110899"/>
                </a:lnTo>
                <a:lnTo>
                  <a:pt x="161323" y="111035"/>
                </a:lnTo>
                <a:lnTo>
                  <a:pt x="162409" y="111157"/>
                </a:lnTo>
                <a:lnTo>
                  <a:pt x="163501" y="111264"/>
                </a:lnTo>
                <a:lnTo>
                  <a:pt x="164600" y="111357"/>
                </a:lnTo>
                <a:lnTo>
                  <a:pt x="165706" y="111436"/>
                </a:lnTo>
                <a:lnTo>
                  <a:pt x="166819" y="111500"/>
                </a:lnTo>
                <a:lnTo>
                  <a:pt x="167939" y="111550"/>
                </a:lnTo>
                <a:lnTo>
                  <a:pt x="169066" y="111586"/>
                </a:lnTo>
                <a:lnTo>
                  <a:pt x="170199" y="111607"/>
                </a:lnTo>
                <a:lnTo>
                  <a:pt x="171340" y="111615"/>
                </a:lnTo>
                <a:lnTo>
                  <a:pt x="172162" y="111610"/>
                </a:lnTo>
                <a:lnTo>
                  <a:pt x="172978" y="111598"/>
                </a:lnTo>
                <a:lnTo>
                  <a:pt x="173790" y="111577"/>
                </a:lnTo>
                <a:lnTo>
                  <a:pt x="174598" y="111548"/>
                </a:lnTo>
                <a:lnTo>
                  <a:pt x="175400" y="111510"/>
                </a:lnTo>
                <a:lnTo>
                  <a:pt x="176198" y="111464"/>
                </a:lnTo>
                <a:lnTo>
                  <a:pt x="176991" y="111409"/>
                </a:lnTo>
                <a:lnTo>
                  <a:pt x="177779" y="111347"/>
                </a:lnTo>
                <a:lnTo>
                  <a:pt x="178563" y="111275"/>
                </a:lnTo>
                <a:lnTo>
                  <a:pt x="179342" y="111196"/>
                </a:lnTo>
                <a:lnTo>
                  <a:pt x="180116" y="111108"/>
                </a:lnTo>
                <a:lnTo>
                  <a:pt x="180886" y="111012"/>
                </a:lnTo>
                <a:lnTo>
                  <a:pt x="181651" y="110907"/>
                </a:lnTo>
                <a:lnTo>
                  <a:pt x="182411" y="110794"/>
                </a:lnTo>
                <a:lnTo>
                  <a:pt x="183166" y="110673"/>
                </a:lnTo>
                <a:lnTo>
                  <a:pt x="183917" y="110543"/>
                </a:lnTo>
                <a:lnTo>
                  <a:pt x="184663" y="110405"/>
                </a:lnTo>
                <a:lnTo>
                  <a:pt x="185404" y="110258"/>
                </a:lnTo>
                <a:lnTo>
                  <a:pt x="186141" y="110104"/>
                </a:lnTo>
                <a:lnTo>
                  <a:pt x="186873" y="109940"/>
                </a:lnTo>
                <a:lnTo>
                  <a:pt x="187600" y="109769"/>
                </a:lnTo>
                <a:lnTo>
                  <a:pt x="188322" y="109589"/>
                </a:lnTo>
                <a:lnTo>
                  <a:pt x="189040" y="109400"/>
                </a:lnTo>
                <a:lnTo>
                  <a:pt x="189753" y="109204"/>
                </a:lnTo>
                <a:lnTo>
                  <a:pt x="190470" y="108995"/>
                </a:lnTo>
                <a:lnTo>
                  <a:pt x="191200" y="108773"/>
                </a:lnTo>
                <a:lnTo>
                  <a:pt x="191942" y="108536"/>
                </a:lnTo>
                <a:lnTo>
                  <a:pt x="192697" y="108284"/>
                </a:lnTo>
                <a:lnTo>
                  <a:pt x="193464" y="108018"/>
                </a:lnTo>
                <a:lnTo>
                  <a:pt x="194244" y="107738"/>
                </a:lnTo>
                <a:lnTo>
                  <a:pt x="195037" y="107443"/>
                </a:lnTo>
                <a:lnTo>
                  <a:pt x="195842" y="107133"/>
                </a:lnTo>
                <a:lnTo>
                  <a:pt x="196660" y="106810"/>
                </a:lnTo>
                <a:lnTo>
                  <a:pt x="197491" y="106471"/>
                </a:lnTo>
                <a:lnTo>
                  <a:pt x="198334" y="106118"/>
                </a:lnTo>
                <a:lnTo>
                  <a:pt x="199189" y="105751"/>
                </a:lnTo>
                <a:lnTo>
                  <a:pt x="200058" y="105369"/>
                </a:lnTo>
                <a:lnTo>
                  <a:pt x="200939" y="104973"/>
                </a:lnTo>
                <a:lnTo>
                  <a:pt x="201832" y="104563"/>
                </a:lnTo>
                <a:lnTo>
                  <a:pt x="202738" y="104137"/>
                </a:lnTo>
                <a:lnTo>
                  <a:pt x="203657" y="103698"/>
                </a:lnTo>
                <a:lnTo>
                  <a:pt x="204588" y="103244"/>
                </a:lnTo>
                <a:lnTo>
                  <a:pt x="205532" y="102775"/>
                </a:lnTo>
                <a:lnTo>
                  <a:pt x="206488" y="102292"/>
                </a:lnTo>
                <a:lnTo>
                  <a:pt x="207458" y="101795"/>
                </a:lnTo>
                <a:lnTo>
                  <a:pt x="208439" y="101283"/>
                </a:lnTo>
                <a:lnTo>
                  <a:pt x="209434" y="100757"/>
                </a:lnTo>
                <a:lnTo>
                  <a:pt x="210441" y="100216"/>
                </a:lnTo>
                <a:lnTo>
                  <a:pt x="210441" y="76276"/>
                </a:lnTo>
                <a:lnTo>
                  <a:pt x="210758" y="76271"/>
                </a:lnTo>
                <a:lnTo>
                  <a:pt x="211068" y="76258"/>
                </a:lnTo>
                <a:lnTo>
                  <a:pt x="211372" y="76236"/>
                </a:lnTo>
                <a:lnTo>
                  <a:pt x="211669" y="76205"/>
                </a:lnTo>
                <a:close/>
                <a:moveTo>
                  <a:pt x="731093" y="38708"/>
                </a:moveTo>
                <a:lnTo>
                  <a:pt x="731114" y="39235"/>
                </a:lnTo>
                <a:lnTo>
                  <a:pt x="731145" y="39748"/>
                </a:lnTo>
                <a:lnTo>
                  <a:pt x="731184" y="40247"/>
                </a:lnTo>
                <a:lnTo>
                  <a:pt x="731231" y="40732"/>
                </a:lnTo>
                <a:lnTo>
                  <a:pt x="731288" y="41203"/>
                </a:lnTo>
                <a:lnTo>
                  <a:pt x="731353" y="41661"/>
                </a:lnTo>
                <a:lnTo>
                  <a:pt x="731426" y="42105"/>
                </a:lnTo>
                <a:lnTo>
                  <a:pt x="731508" y="42535"/>
                </a:lnTo>
                <a:lnTo>
                  <a:pt x="731599" y="42951"/>
                </a:lnTo>
                <a:lnTo>
                  <a:pt x="731699" y="43353"/>
                </a:lnTo>
                <a:lnTo>
                  <a:pt x="731807" y="43742"/>
                </a:lnTo>
                <a:lnTo>
                  <a:pt x="731924" y="44117"/>
                </a:lnTo>
                <a:lnTo>
                  <a:pt x="732049" y="44478"/>
                </a:lnTo>
                <a:lnTo>
                  <a:pt x="732184" y="44825"/>
                </a:lnTo>
                <a:lnTo>
                  <a:pt x="732326" y="45158"/>
                </a:lnTo>
                <a:lnTo>
                  <a:pt x="732478" y="45477"/>
                </a:lnTo>
                <a:lnTo>
                  <a:pt x="732638" y="45783"/>
                </a:lnTo>
                <a:lnTo>
                  <a:pt x="732807" y="46075"/>
                </a:lnTo>
                <a:lnTo>
                  <a:pt x="732984" y="46353"/>
                </a:lnTo>
                <a:lnTo>
                  <a:pt x="733170" y="46617"/>
                </a:lnTo>
                <a:lnTo>
                  <a:pt x="733365" y="46867"/>
                </a:lnTo>
                <a:lnTo>
                  <a:pt x="733568" y="47104"/>
                </a:lnTo>
                <a:lnTo>
                  <a:pt x="733779" y="47329"/>
                </a:lnTo>
                <a:lnTo>
                  <a:pt x="733994" y="47544"/>
                </a:lnTo>
                <a:lnTo>
                  <a:pt x="734214" y="47750"/>
                </a:lnTo>
                <a:lnTo>
                  <a:pt x="734440" y="47946"/>
                </a:lnTo>
                <a:lnTo>
                  <a:pt x="734670" y="48132"/>
                </a:lnTo>
                <a:lnTo>
                  <a:pt x="734905" y="48309"/>
                </a:lnTo>
                <a:lnTo>
                  <a:pt x="735145" y="48477"/>
                </a:lnTo>
                <a:lnTo>
                  <a:pt x="735391" y="48635"/>
                </a:lnTo>
                <a:lnTo>
                  <a:pt x="735641" y="48783"/>
                </a:lnTo>
                <a:lnTo>
                  <a:pt x="735897" y="48922"/>
                </a:lnTo>
                <a:lnTo>
                  <a:pt x="736157" y="49051"/>
                </a:lnTo>
                <a:lnTo>
                  <a:pt x="736422" y="49170"/>
                </a:lnTo>
                <a:lnTo>
                  <a:pt x="736693" y="49280"/>
                </a:lnTo>
                <a:lnTo>
                  <a:pt x="736968" y="49381"/>
                </a:lnTo>
                <a:lnTo>
                  <a:pt x="737248" y="49472"/>
                </a:lnTo>
                <a:lnTo>
                  <a:pt x="737534" y="49553"/>
                </a:lnTo>
                <a:lnTo>
                  <a:pt x="737824" y="49625"/>
                </a:lnTo>
                <a:lnTo>
                  <a:pt x="738120" y="49687"/>
                </a:lnTo>
                <a:lnTo>
                  <a:pt x="738420" y="49740"/>
                </a:lnTo>
                <a:lnTo>
                  <a:pt x="738726" y="49783"/>
                </a:lnTo>
                <a:lnTo>
                  <a:pt x="739036" y="49816"/>
                </a:lnTo>
                <a:lnTo>
                  <a:pt x="739352" y="49840"/>
                </a:lnTo>
                <a:lnTo>
                  <a:pt x="739672" y="49854"/>
                </a:lnTo>
                <a:lnTo>
                  <a:pt x="739998" y="49859"/>
                </a:lnTo>
                <a:lnTo>
                  <a:pt x="740330" y="49854"/>
                </a:lnTo>
                <a:lnTo>
                  <a:pt x="740658" y="49840"/>
                </a:lnTo>
                <a:lnTo>
                  <a:pt x="740980" y="49816"/>
                </a:lnTo>
                <a:lnTo>
                  <a:pt x="741296" y="49783"/>
                </a:lnTo>
                <a:lnTo>
                  <a:pt x="741608" y="49740"/>
                </a:lnTo>
                <a:lnTo>
                  <a:pt x="741914" y="49687"/>
                </a:lnTo>
                <a:lnTo>
                  <a:pt x="742215" y="49625"/>
                </a:lnTo>
                <a:lnTo>
                  <a:pt x="742510" y="49553"/>
                </a:lnTo>
                <a:lnTo>
                  <a:pt x="742800" y="49472"/>
                </a:lnTo>
                <a:lnTo>
                  <a:pt x="743085" y="49381"/>
                </a:lnTo>
                <a:lnTo>
                  <a:pt x="743365" y="49280"/>
                </a:lnTo>
                <a:lnTo>
                  <a:pt x="743639" y="49170"/>
                </a:lnTo>
                <a:lnTo>
                  <a:pt x="743908" y="49051"/>
                </a:lnTo>
                <a:lnTo>
                  <a:pt x="744171" y="48922"/>
                </a:lnTo>
                <a:lnTo>
                  <a:pt x="744429" y="48783"/>
                </a:lnTo>
                <a:lnTo>
                  <a:pt x="744682" y="48635"/>
                </a:lnTo>
                <a:lnTo>
                  <a:pt x="744930" y="48477"/>
                </a:lnTo>
                <a:lnTo>
                  <a:pt x="745172" y="48309"/>
                </a:lnTo>
                <a:lnTo>
                  <a:pt x="745409" y="48132"/>
                </a:lnTo>
                <a:lnTo>
                  <a:pt x="745641" y="47946"/>
                </a:lnTo>
                <a:lnTo>
                  <a:pt x="745867" y="47750"/>
                </a:lnTo>
                <a:lnTo>
                  <a:pt x="746088" y="47544"/>
                </a:lnTo>
                <a:lnTo>
                  <a:pt x="746304" y="47329"/>
                </a:lnTo>
                <a:lnTo>
                  <a:pt x="746514" y="47104"/>
                </a:lnTo>
                <a:lnTo>
                  <a:pt x="746718" y="46867"/>
                </a:lnTo>
                <a:lnTo>
                  <a:pt x="746913" y="46617"/>
                </a:lnTo>
                <a:lnTo>
                  <a:pt x="747099" y="46353"/>
                </a:lnTo>
                <a:lnTo>
                  <a:pt x="747276" y="46075"/>
                </a:lnTo>
                <a:lnTo>
                  <a:pt x="747445" y="45783"/>
                </a:lnTo>
                <a:lnTo>
                  <a:pt x="747605" y="45477"/>
                </a:lnTo>
                <a:lnTo>
                  <a:pt x="747757" y="45158"/>
                </a:lnTo>
                <a:lnTo>
                  <a:pt x="747899" y="44825"/>
                </a:lnTo>
                <a:lnTo>
                  <a:pt x="748034" y="44478"/>
                </a:lnTo>
                <a:lnTo>
                  <a:pt x="748159" y="44117"/>
                </a:lnTo>
                <a:lnTo>
                  <a:pt x="748276" y="43742"/>
                </a:lnTo>
                <a:lnTo>
                  <a:pt x="748384" y="43353"/>
                </a:lnTo>
                <a:lnTo>
                  <a:pt x="748484" y="42951"/>
                </a:lnTo>
                <a:lnTo>
                  <a:pt x="748575" y="42535"/>
                </a:lnTo>
                <a:lnTo>
                  <a:pt x="748657" y="42105"/>
                </a:lnTo>
                <a:lnTo>
                  <a:pt x="748730" y="41661"/>
                </a:lnTo>
                <a:lnTo>
                  <a:pt x="748795" y="41203"/>
                </a:lnTo>
                <a:lnTo>
                  <a:pt x="748852" y="40732"/>
                </a:lnTo>
                <a:lnTo>
                  <a:pt x="748899" y="40247"/>
                </a:lnTo>
                <a:lnTo>
                  <a:pt x="748938" y="39748"/>
                </a:lnTo>
                <a:lnTo>
                  <a:pt x="748968" y="39235"/>
                </a:lnTo>
                <a:lnTo>
                  <a:pt x="748990" y="38708"/>
                </a:lnTo>
                <a:lnTo>
                  <a:pt x="749003" y="38167"/>
                </a:lnTo>
                <a:lnTo>
                  <a:pt x="749007" y="37613"/>
                </a:lnTo>
                <a:lnTo>
                  <a:pt x="749007" y="2624"/>
                </a:lnTo>
                <a:lnTo>
                  <a:pt x="656112" y="2624"/>
                </a:lnTo>
                <a:lnTo>
                  <a:pt x="656112" y="37613"/>
                </a:lnTo>
                <a:lnTo>
                  <a:pt x="656116" y="38167"/>
                </a:lnTo>
                <a:lnTo>
                  <a:pt x="656129" y="38708"/>
                </a:lnTo>
                <a:lnTo>
                  <a:pt x="656151" y="39235"/>
                </a:lnTo>
                <a:lnTo>
                  <a:pt x="656181" y="39748"/>
                </a:lnTo>
                <a:lnTo>
                  <a:pt x="656220" y="40247"/>
                </a:lnTo>
                <a:lnTo>
                  <a:pt x="656268" y="40732"/>
                </a:lnTo>
                <a:lnTo>
                  <a:pt x="656324" y="41203"/>
                </a:lnTo>
                <a:lnTo>
                  <a:pt x="656389" y="41661"/>
                </a:lnTo>
                <a:lnTo>
                  <a:pt x="656462" y="42105"/>
                </a:lnTo>
                <a:lnTo>
                  <a:pt x="656545" y="42535"/>
                </a:lnTo>
                <a:lnTo>
                  <a:pt x="656636" y="42951"/>
                </a:lnTo>
                <a:lnTo>
                  <a:pt x="656735" y="43353"/>
                </a:lnTo>
                <a:lnTo>
                  <a:pt x="656843" y="43742"/>
                </a:lnTo>
                <a:lnTo>
                  <a:pt x="656960" y="44117"/>
                </a:lnTo>
                <a:lnTo>
                  <a:pt x="657086" y="44478"/>
                </a:lnTo>
                <a:lnTo>
                  <a:pt x="657220" y="44825"/>
                </a:lnTo>
                <a:lnTo>
                  <a:pt x="657363" y="45158"/>
                </a:lnTo>
                <a:lnTo>
                  <a:pt x="657514" y="45477"/>
                </a:lnTo>
                <a:lnTo>
                  <a:pt x="657674" y="45783"/>
                </a:lnTo>
                <a:lnTo>
                  <a:pt x="657843" y="46075"/>
                </a:lnTo>
                <a:lnTo>
                  <a:pt x="658021" y="46353"/>
                </a:lnTo>
                <a:lnTo>
                  <a:pt x="658207" y="46617"/>
                </a:lnTo>
                <a:lnTo>
                  <a:pt x="658401" y="46867"/>
                </a:lnTo>
                <a:lnTo>
                  <a:pt x="658605" y="47104"/>
                </a:lnTo>
                <a:lnTo>
                  <a:pt x="658815" y="47329"/>
                </a:lnTo>
                <a:lnTo>
                  <a:pt x="659030" y="47544"/>
                </a:lnTo>
                <a:lnTo>
                  <a:pt x="659251" y="47750"/>
                </a:lnTo>
                <a:lnTo>
                  <a:pt x="659476" y="47946"/>
                </a:lnTo>
                <a:lnTo>
                  <a:pt x="659706" y="48132"/>
                </a:lnTo>
                <a:lnTo>
                  <a:pt x="659941" y="48309"/>
                </a:lnTo>
                <a:lnTo>
                  <a:pt x="660182" y="48477"/>
                </a:lnTo>
                <a:lnTo>
                  <a:pt x="660427" y="48635"/>
                </a:lnTo>
                <a:lnTo>
                  <a:pt x="660677" y="48783"/>
                </a:lnTo>
                <a:lnTo>
                  <a:pt x="660933" y="48922"/>
                </a:lnTo>
                <a:lnTo>
                  <a:pt x="661193" y="49051"/>
                </a:lnTo>
                <a:lnTo>
                  <a:pt x="661459" y="49170"/>
                </a:lnTo>
                <a:lnTo>
                  <a:pt x="661729" y="49280"/>
                </a:lnTo>
                <a:lnTo>
                  <a:pt x="662004" y="49381"/>
                </a:lnTo>
                <a:lnTo>
                  <a:pt x="662285" y="49472"/>
                </a:lnTo>
                <a:lnTo>
                  <a:pt x="662570" y="49553"/>
                </a:lnTo>
                <a:lnTo>
                  <a:pt x="662861" y="49625"/>
                </a:lnTo>
                <a:lnTo>
                  <a:pt x="663156" y="49687"/>
                </a:lnTo>
                <a:lnTo>
                  <a:pt x="663457" y="49740"/>
                </a:lnTo>
                <a:lnTo>
                  <a:pt x="663762" y="49783"/>
                </a:lnTo>
                <a:lnTo>
                  <a:pt x="664073" y="49816"/>
                </a:lnTo>
                <a:lnTo>
                  <a:pt x="664388" y="49840"/>
                </a:lnTo>
                <a:lnTo>
                  <a:pt x="664708" y="49854"/>
                </a:lnTo>
                <a:lnTo>
                  <a:pt x="665034" y="49859"/>
                </a:lnTo>
                <a:lnTo>
                  <a:pt x="665367" y="49854"/>
                </a:lnTo>
                <a:lnTo>
                  <a:pt x="665694" y="49840"/>
                </a:lnTo>
                <a:lnTo>
                  <a:pt x="666016" y="49816"/>
                </a:lnTo>
                <a:lnTo>
                  <a:pt x="666333" y="49783"/>
                </a:lnTo>
                <a:lnTo>
                  <a:pt x="666644" y="49740"/>
                </a:lnTo>
                <a:lnTo>
                  <a:pt x="666950" y="49687"/>
                </a:lnTo>
                <a:lnTo>
                  <a:pt x="667251" y="49625"/>
                </a:lnTo>
                <a:lnTo>
                  <a:pt x="667546" y="49553"/>
                </a:lnTo>
                <a:lnTo>
                  <a:pt x="667837" y="49472"/>
                </a:lnTo>
                <a:lnTo>
                  <a:pt x="668121" y="49381"/>
                </a:lnTo>
                <a:lnTo>
                  <a:pt x="668401" y="49280"/>
                </a:lnTo>
                <a:lnTo>
                  <a:pt x="668675" y="49170"/>
                </a:lnTo>
                <a:lnTo>
                  <a:pt x="668944" y="49051"/>
                </a:lnTo>
                <a:lnTo>
                  <a:pt x="669207" y="48922"/>
                </a:lnTo>
                <a:lnTo>
                  <a:pt x="669466" y="48783"/>
                </a:lnTo>
                <a:lnTo>
                  <a:pt x="669719" y="48635"/>
                </a:lnTo>
                <a:lnTo>
                  <a:pt x="669966" y="48477"/>
                </a:lnTo>
                <a:lnTo>
                  <a:pt x="670209" y="48309"/>
                </a:lnTo>
                <a:lnTo>
                  <a:pt x="670446" y="48132"/>
                </a:lnTo>
                <a:lnTo>
                  <a:pt x="670677" y="47946"/>
                </a:lnTo>
                <a:lnTo>
                  <a:pt x="670904" y="47750"/>
                </a:lnTo>
                <a:lnTo>
                  <a:pt x="671125" y="47544"/>
                </a:lnTo>
                <a:lnTo>
                  <a:pt x="671340" y="47329"/>
                </a:lnTo>
                <a:lnTo>
                  <a:pt x="671551" y="47104"/>
                </a:lnTo>
                <a:lnTo>
                  <a:pt x="671754" y="46867"/>
                </a:lnTo>
                <a:lnTo>
                  <a:pt x="671949" y="46617"/>
                </a:lnTo>
                <a:lnTo>
                  <a:pt x="672135" y="46353"/>
                </a:lnTo>
                <a:lnTo>
                  <a:pt x="672312" y="46075"/>
                </a:lnTo>
                <a:lnTo>
                  <a:pt x="672481" y="45783"/>
                </a:lnTo>
                <a:lnTo>
                  <a:pt x="672641" y="45477"/>
                </a:lnTo>
                <a:lnTo>
                  <a:pt x="672793" y="45158"/>
                </a:lnTo>
                <a:lnTo>
                  <a:pt x="672936" y="44825"/>
                </a:lnTo>
                <a:lnTo>
                  <a:pt x="673070" y="44478"/>
                </a:lnTo>
                <a:lnTo>
                  <a:pt x="673195" y="44117"/>
                </a:lnTo>
                <a:lnTo>
                  <a:pt x="673312" y="43742"/>
                </a:lnTo>
                <a:lnTo>
                  <a:pt x="673420" y="43353"/>
                </a:lnTo>
                <a:lnTo>
                  <a:pt x="673520" y="42951"/>
                </a:lnTo>
                <a:lnTo>
                  <a:pt x="673611" y="42535"/>
                </a:lnTo>
                <a:lnTo>
                  <a:pt x="673693" y="42105"/>
                </a:lnTo>
                <a:lnTo>
                  <a:pt x="673767" y="41661"/>
                </a:lnTo>
                <a:lnTo>
                  <a:pt x="673832" y="41203"/>
                </a:lnTo>
                <a:lnTo>
                  <a:pt x="673888" y="40732"/>
                </a:lnTo>
                <a:lnTo>
                  <a:pt x="673935" y="40247"/>
                </a:lnTo>
                <a:lnTo>
                  <a:pt x="673974" y="39748"/>
                </a:lnTo>
                <a:lnTo>
                  <a:pt x="674005" y="39235"/>
                </a:lnTo>
                <a:lnTo>
                  <a:pt x="674026" y="38708"/>
                </a:lnTo>
                <a:lnTo>
                  <a:pt x="674039" y="38167"/>
                </a:lnTo>
                <a:lnTo>
                  <a:pt x="674044" y="37613"/>
                </a:lnTo>
                <a:lnTo>
                  <a:pt x="674044" y="20643"/>
                </a:lnTo>
                <a:lnTo>
                  <a:pt x="693462" y="20643"/>
                </a:lnTo>
                <a:lnTo>
                  <a:pt x="693462" y="90796"/>
                </a:lnTo>
                <a:lnTo>
                  <a:pt x="681479" y="90796"/>
                </a:lnTo>
                <a:lnTo>
                  <a:pt x="680946" y="90800"/>
                </a:lnTo>
                <a:lnTo>
                  <a:pt x="680426" y="90813"/>
                </a:lnTo>
                <a:lnTo>
                  <a:pt x="679919" y="90834"/>
                </a:lnTo>
                <a:lnTo>
                  <a:pt x="679424" y="90864"/>
                </a:lnTo>
                <a:lnTo>
                  <a:pt x="678943" y="90902"/>
                </a:lnTo>
                <a:lnTo>
                  <a:pt x="678475" y="90949"/>
                </a:lnTo>
                <a:lnTo>
                  <a:pt x="678019" y="91005"/>
                </a:lnTo>
                <a:lnTo>
                  <a:pt x="677577" y="91068"/>
                </a:lnTo>
                <a:lnTo>
                  <a:pt x="677147" y="91141"/>
                </a:lnTo>
                <a:lnTo>
                  <a:pt x="676730" y="91221"/>
                </a:lnTo>
                <a:lnTo>
                  <a:pt x="676326" y="91311"/>
                </a:lnTo>
                <a:lnTo>
                  <a:pt x="675935" y="91408"/>
                </a:lnTo>
                <a:lnTo>
                  <a:pt x="675557" y="91515"/>
                </a:lnTo>
                <a:lnTo>
                  <a:pt x="675192" y="91630"/>
                </a:lnTo>
                <a:lnTo>
                  <a:pt x="674840" y="91753"/>
                </a:lnTo>
                <a:lnTo>
                  <a:pt x="674500" y="91885"/>
                </a:lnTo>
                <a:lnTo>
                  <a:pt x="674174" y="92025"/>
                </a:lnTo>
                <a:lnTo>
                  <a:pt x="673861" y="92174"/>
                </a:lnTo>
                <a:lnTo>
                  <a:pt x="673560" y="92331"/>
                </a:lnTo>
                <a:lnTo>
                  <a:pt x="673272" y="92497"/>
                </a:lnTo>
                <a:lnTo>
                  <a:pt x="672997" y="92671"/>
                </a:lnTo>
                <a:lnTo>
                  <a:pt x="672736" y="92854"/>
                </a:lnTo>
                <a:lnTo>
                  <a:pt x="672487" y="93046"/>
                </a:lnTo>
                <a:lnTo>
                  <a:pt x="672250" y="93245"/>
                </a:lnTo>
                <a:lnTo>
                  <a:pt x="672026" y="93452"/>
                </a:lnTo>
                <a:lnTo>
                  <a:pt x="671810" y="93665"/>
                </a:lnTo>
                <a:lnTo>
                  <a:pt x="671605" y="93882"/>
                </a:lnTo>
                <a:lnTo>
                  <a:pt x="671409" y="94106"/>
                </a:lnTo>
                <a:lnTo>
                  <a:pt x="671222" y="94334"/>
                </a:lnTo>
                <a:lnTo>
                  <a:pt x="671045" y="94568"/>
                </a:lnTo>
                <a:lnTo>
                  <a:pt x="670878" y="94808"/>
                </a:lnTo>
                <a:lnTo>
                  <a:pt x="670720" y="95053"/>
                </a:lnTo>
                <a:lnTo>
                  <a:pt x="670571" y="95304"/>
                </a:lnTo>
                <a:lnTo>
                  <a:pt x="670433" y="95560"/>
                </a:lnTo>
                <a:lnTo>
                  <a:pt x="670304" y="95821"/>
                </a:lnTo>
                <a:lnTo>
                  <a:pt x="670184" y="96088"/>
                </a:lnTo>
                <a:lnTo>
                  <a:pt x="670074" y="96361"/>
                </a:lnTo>
                <a:lnTo>
                  <a:pt x="669973" y="96639"/>
                </a:lnTo>
                <a:lnTo>
                  <a:pt x="669883" y="96922"/>
                </a:lnTo>
                <a:lnTo>
                  <a:pt x="669801" y="97211"/>
                </a:lnTo>
                <a:lnTo>
                  <a:pt x="669729" y="97505"/>
                </a:lnTo>
                <a:lnTo>
                  <a:pt x="669667" y="97805"/>
                </a:lnTo>
                <a:lnTo>
                  <a:pt x="669615" y="98110"/>
                </a:lnTo>
                <a:lnTo>
                  <a:pt x="669572" y="98421"/>
                </a:lnTo>
                <a:lnTo>
                  <a:pt x="669538" y="98737"/>
                </a:lnTo>
                <a:lnTo>
                  <a:pt x="669514" y="99059"/>
                </a:lnTo>
                <a:lnTo>
                  <a:pt x="669500" y="99386"/>
                </a:lnTo>
                <a:lnTo>
                  <a:pt x="669495" y="99718"/>
                </a:lnTo>
                <a:lnTo>
                  <a:pt x="669500" y="100051"/>
                </a:lnTo>
                <a:lnTo>
                  <a:pt x="669514" y="100379"/>
                </a:lnTo>
                <a:lnTo>
                  <a:pt x="669538" y="100701"/>
                </a:lnTo>
                <a:lnTo>
                  <a:pt x="669572" y="101018"/>
                </a:lnTo>
                <a:lnTo>
                  <a:pt x="669615" y="101330"/>
                </a:lnTo>
                <a:lnTo>
                  <a:pt x="669667" y="101637"/>
                </a:lnTo>
                <a:lnTo>
                  <a:pt x="669729" y="101939"/>
                </a:lnTo>
                <a:lnTo>
                  <a:pt x="669801" y="102236"/>
                </a:lnTo>
                <a:lnTo>
                  <a:pt x="669883" y="102527"/>
                </a:lnTo>
                <a:lnTo>
                  <a:pt x="669973" y="102813"/>
                </a:lnTo>
                <a:lnTo>
                  <a:pt x="670074" y="103094"/>
                </a:lnTo>
                <a:lnTo>
                  <a:pt x="670184" y="103370"/>
                </a:lnTo>
                <a:lnTo>
                  <a:pt x="670304" y="103641"/>
                </a:lnTo>
                <a:lnTo>
                  <a:pt x="670433" y="103907"/>
                </a:lnTo>
                <a:lnTo>
                  <a:pt x="670571" y="104167"/>
                </a:lnTo>
                <a:lnTo>
                  <a:pt x="670720" y="104422"/>
                </a:lnTo>
                <a:lnTo>
                  <a:pt x="670878" y="104672"/>
                </a:lnTo>
                <a:lnTo>
                  <a:pt x="671045" y="104917"/>
                </a:lnTo>
                <a:lnTo>
                  <a:pt x="671222" y="105157"/>
                </a:lnTo>
                <a:lnTo>
                  <a:pt x="671409" y="105392"/>
                </a:lnTo>
                <a:lnTo>
                  <a:pt x="671605" y="105621"/>
                </a:lnTo>
                <a:lnTo>
                  <a:pt x="671810" y="105846"/>
                </a:lnTo>
                <a:lnTo>
                  <a:pt x="672026" y="106065"/>
                </a:lnTo>
                <a:lnTo>
                  <a:pt x="672250" y="106279"/>
                </a:lnTo>
                <a:lnTo>
                  <a:pt x="672487" y="106486"/>
                </a:lnTo>
                <a:lnTo>
                  <a:pt x="672736" y="106684"/>
                </a:lnTo>
                <a:lnTo>
                  <a:pt x="672997" y="106873"/>
                </a:lnTo>
                <a:lnTo>
                  <a:pt x="673272" y="107054"/>
                </a:lnTo>
                <a:lnTo>
                  <a:pt x="673560" y="107226"/>
                </a:lnTo>
                <a:lnTo>
                  <a:pt x="673861" y="107389"/>
                </a:lnTo>
                <a:lnTo>
                  <a:pt x="674174" y="107543"/>
                </a:lnTo>
                <a:lnTo>
                  <a:pt x="674500" y="107688"/>
                </a:lnTo>
                <a:lnTo>
                  <a:pt x="674840" y="107825"/>
                </a:lnTo>
                <a:lnTo>
                  <a:pt x="675192" y="107952"/>
                </a:lnTo>
                <a:lnTo>
                  <a:pt x="675557" y="108071"/>
                </a:lnTo>
                <a:lnTo>
                  <a:pt x="675935" y="108181"/>
                </a:lnTo>
                <a:lnTo>
                  <a:pt x="676326" y="108283"/>
                </a:lnTo>
                <a:lnTo>
                  <a:pt x="676730" y="108375"/>
                </a:lnTo>
                <a:lnTo>
                  <a:pt x="677147" y="108459"/>
                </a:lnTo>
                <a:lnTo>
                  <a:pt x="677577" y="108534"/>
                </a:lnTo>
                <a:lnTo>
                  <a:pt x="678019" y="108600"/>
                </a:lnTo>
                <a:lnTo>
                  <a:pt x="678475" y="108657"/>
                </a:lnTo>
                <a:lnTo>
                  <a:pt x="678943" y="108705"/>
                </a:lnTo>
                <a:lnTo>
                  <a:pt x="679424" y="108745"/>
                </a:lnTo>
                <a:lnTo>
                  <a:pt x="679919" y="108776"/>
                </a:lnTo>
                <a:lnTo>
                  <a:pt x="680426" y="108798"/>
                </a:lnTo>
                <a:lnTo>
                  <a:pt x="680946" y="108811"/>
                </a:lnTo>
                <a:lnTo>
                  <a:pt x="681479" y="108815"/>
                </a:lnTo>
                <a:lnTo>
                  <a:pt x="723465" y="108815"/>
                </a:lnTo>
                <a:lnTo>
                  <a:pt x="723998" y="108811"/>
                </a:lnTo>
                <a:lnTo>
                  <a:pt x="724518" y="108798"/>
                </a:lnTo>
                <a:lnTo>
                  <a:pt x="725026" y="108776"/>
                </a:lnTo>
                <a:lnTo>
                  <a:pt x="725520" y="108746"/>
                </a:lnTo>
                <a:lnTo>
                  <a:pt x="726001" y="108707"/>
                </a:lnTo>
                <a:lnTo>
                  <a:pt x="726470" y="108660"/>
                </a:lnTo>
                <a:lnTo>
                  <a:pt x="726925" y="108603"/>
                </a:lnTo>
                <a:lnTo>
                  <a:pt x="727368" y="108538"/>
                </a:lnTo>
                <a:lnTo>
                  <a:pt x="727797" y="108465"/>
                </a:lnTo>
                <a:lnTo>
                  <a:pt x="728214" y="108383"/>
                </a:lnTo>
                <a:lnTo>
                  <a:pt x="728618" y="108292"/>
                </a:lnTo>
                <a:lnTo>
                  <a:pt x="729009" y="108192"/>
                </a:lnTo>
                <a:lnTo>
                  <a:pt x="729387" y="108084"/>
                </a:lnTo>
                <a:lnTo>
                  <a:pt x="729752" y="107967"/>
                </a:lnTo>
                <a:lnTo>
                  <a:pt x="730104" y="107842"/>
                </a:lnTo>
                <a:lnTo>
                  <a:pt x="730444" y="107707"/>
                </a:lnTo>
                <a:lnTo>
                  <a:pt x="730770" y="107565"/>
                </a:lnTo>
                <a:lnTo>
                  <a:pt x="731084" y="107413"/>
                </a:lnTo>
                <a:lnTo>
                  <a:pt x="731384" y="107253"/>
                </a:lnTo>
                <a:lnTo>
                  <a:pt x="731672" y="107084"/>
                </a:lnTo>
                <a:lnTo>
                  <a:pt x="731947" y="106907"/>
                </a:lnTo>
                <a:lnTo>
                  <a:pt x="732209" y="106721"/>
                </a:lnTo>
                <a:lnTo>
                  <a:pt x="732458" y="106526"/>
                </a:lnTo>
                <a:lnTo>
                  <a:pt x="732694" y="106322"/>
                </a:lnTo>
                <a:lnTo>
                  <a:pt x="732919" y="106112"/>
                </a:lnTo>
                <a:lnTo>
                  <a:pt x="733134" y="105896"/>
                </a:lnTo>
                <a:lnTo>
                  <a:pt x="733340" y="105675"/>
                </a:lnTo>
                <a:lnTo>
                  <a:pt x="733536" y="105449"/>
                </a:lnTo>
                <a:lnTo>
                  <a:pt x="733722" y="105217"/>
                </a:lnTo>
                <a:lnTo>
                  <a:pt x="733899" y="104980"/>
                </a:lnTo>
                <a:lnTo>
                  <a:pt x="734067" y="104738"/>
                </a:lnTo>
                <a:lnTo>
                  <a:pt x="734225" y="104490"/>
                </a:lnTo>
                <a:lnTo>
                  <a:pt x="734373" y="104237"/>
                </a:lnTo>
                <a:lnTo>
                  <a:pt x="734512" y="103979"/>
                </a:lnTo>
                <a:lnTo>
                  <a:pt x="734641" y="103716"/>
                </a:lnTo>
                <a:lnTo>
                  <a:pt x="734760" y="103447"/>
                </a:lnTo>
                <a:lnTo>
                  <a:pt x="734870" y="103173"/>
                </a:lnTo>
                <a:lnTo>
                  <a:pt x="734971" y="102893"/>
                </a:lnTo>
                <a:lnTo>
                  <a:pt x="735062" y="102608"/>
                </a:lnTo>
                <a:lnTo>
                  <a:pt x="735143" y="102318"/>
                </a:lnTo>
                <a:lnTo>
                  <a:pt x="735215" y="102023"/>
                </a:lnTo>
                <a:lnTo>
                  <a:pt x="735277" y="101722"/>
                </a:lnTo>
                <a:lnTo>
                  <a:pt x="735330" y="101416"/>
                </a:lnTo>
                <a:lnTo>
                  <a:pt x="735373" y="101105"/>
                </a:lnTo>
                <a:lnTo>
                  <a:pt x="735406" y="100788"/>
                </a:lnTo>
                <a:lnTo>
                  <a:pt x="735430" y="100466"/>
                </a:lnTo>
                <a:lnTo>
                  <a:pt x="735444" y="100138"/>
                </a:lnTo>
                <a:lnTo>
                  <a:pt x="735449" y="99806"/>
                </a:lnTo>
                <a:lnTo>
                  <a:pt x="735444" y="99473"/>
                </a:lnTo>
                <a:lnTo>
                  <a:pt x="735430" y="99146"/>
                </a:lnTo>
                <a:lnTo>
                  <a:pt x="735406" y="98824"/>
                </a:lnTo>
                <a:lnTo>
                  <a:pt x="735373" y="98507"/>
                </a:lnTo>
                <a:lnTo>
                  <a:pt x="735330" y="98196"/>
                </a:lnTo>
                <a:lnTo>
                  <a:pt x="735277" y="97890"/>
                </a:lnTo>
                <a:lnTo>
                  <a:pt x="735215" y="97589"/>
                </a:lnTo>
                <a:lnTo>
                  <a:pt x="735143" y="97293"/>
                </a:lnTo>
                <a:lnTo>
                  <a:pt x="735062" y="97003"/>
                </a:lnTo>
                <a:lnTo>
                  <a:pt x="734971" y="96718"/>
                </a:lnTo>
                <a:lnTo>
                  <a:pt x="734870" y="96439"/>
                </a:lnTo>
                <a:lnTo>
                  <a:pt x="734760" y="96165"/>
                </a:lnTo>
                <a:lnTo>
                  <a:pt x="734641" y="95896"/>
                </a:lnTo>
                <a:lnTo>
                  <a:pt x="734512" y="95632"/>
                </a:lnTo>
                <a:lnTo>
                  <a:pt x="734373" y="95374"/>
                </a:lnTo>
                <a:lnTo>
                  <a:pt x="734225" y="95121"/>
                </a:lnTo>
                <a:lnTo>
                  <a:pt x="734067" y="94874"/>
                </a:lnTo>
                <a:lnTo>
                  <a:pt x="733899" y="94631"/>
                </a:lnTo>
                <a:lnTo>
                  <a:pt x="733722" y="94394"/>
                </a:lnTo>
                <a:lnTo>
                  <a:pt x="733536" y="94163"/>
                </a:lnTo>
                <a:lnTo>
                  <a:pt x="733340" y="93936"/>
                </a:lnTo>
                <a:lnTo>
                  <a:pt x="733134" y="93715"/>
                </a:lnTo>
                <a:lnTo>
                  <a:pt x="732919" y="93500"/>
                </a:lnTo>
                <a:lnTo>
                  <a:pt x="732694" y="93289"/>
                </a:lnTo>
                <a:lnTo>
                  <a:pt x="732458" y="93086"/>
                </a:lnTo>
                <a:lnTo>
                  <a:pt x="732209" y="92891"/>
                </a:lnTo>
                <a:lnTo>
                  <a:pt x="731947" y="92705"/>
                </a:lnTo>
                <a:lnTo>
                  <a:pt x="731672" y="92527"/>
                </a:lnTo>
                <a:lnTo>
                  <a:pt x="731384" y="92359"/>
                </a:lnTo>
                <a:lnTo>
                  <a:pt x="731084" y="92198"/>
                </a:lnTo>
                <a:lnTo>
                  <a:pt x="730770" y="92047"/>
                </a:lnTo>
                <a:lnTo>
                  <a:pt x="730444" y="91904"/>
                </a:lnTo>
                <a:lnTo>
                  <a:pt x="730104" y="91770"/>
                </a:lnTo>
                <a:lnTo>
                  <a:pt x="729752" y="91644"/>
                </a:lnTo>
                <a:lnTo>
                  <a:pt x="729387" y="91528"/>
                </a:lnTo>
                <a:lnTo>
                  <a:pt x="729009" y="91419"/>
                </a:lnTo>
                <a:lnTo>
                  <a:pt x="728618" y="91320"/>
                </a:lnTo>
                <a:lnTo>
                  <a:pt x="728214" y="91229"/>
                </a:lnTo>
                <a:lnTo>
                  <a:pt x="727797" y="91147"/>
                </a:lnTo>
                <a:lnTo>
                  <a:pt x="727368" y="91073"/>
                </a:lnTo>
                <a:lnTo>
                  <a:pt x="726925" y="91008"/>
                </a:lnTo>
                <a:lnTo>
                  <a:pt x="726470" y="90952"/>
                </a:lnTo>
                <a:lnTo>
                  <a:pt x="726001" y="90904"/>
                </a:lnTo>
                <a:lnTo>
                  <a:pt x="725520" y="90865"/>
                </a:lnTo>
                <a:lnTo>
                  <a:pt x="725026" y="90835"/>
                </a:lnTo>
                <a:lnTo>
                  <a:pt x="724518" y="90813"/>
                </a:lnTo>
                <a:lnTo>
                  <a:pt x="723998" y="90800"/>
                </a:lnTo>
                <a:lnTo>
                  <a:pt x="723465" y="90796"/>
                </a:lnTo>
                <a:lnTo>
                  <a:pt x="711394" y="90796"/>
                </a:lnTo>
                <a:lnTo>
                  <a:pt x="711394" y="20643"/>
                </a:lnTo>
                <a:lnTo>
                  <a:pt x="731076" y="20643"/>
                </a:lnTo>
                <a:lnTo>
                  <a:pt x="731076" y="37613"/>
                </a:lnTo>
                <a:lnTo>
                  <a:pt x="731080" y="38167"/>
                </a:lnTo>
                <a:lnTo>
                  <a:pt x="731093" y="38708"/>
                </a:lnTo>
                <a:close/>
                <a:moveTo>
                  <a:pt x="830948" y="90813"/>
                </a:moveTo>
                <a:lnTo>
                  <a:pt x="830441" y="90834"/>
                </a:lnTo>
                <a:lnTo>
                  <a:pt x="829947" y="90864"/>
                </a:lnTo>
                <a:lnTo>
                  <a:pt x="829465" y="90902"/>
                </a:lnTo>
                <a:lnTo>
                  <a:pt x="828997" y="90949"/>
                </a:lnTo>
                <a:lnTo>
                  <a:pt x="828542" y="91005"/>
                </a:lnTo>
                <a:lnTo>
                  <a:pt x="828099" y="91068"/>
                </a:lnTo>
                <a:lnTo>
                  <a:pt x="827669" y="91141"/>
                </a:lnTo>
                <a:lnTo>
                  <a:pt x="827252" y="91221"/>
                </a:lnTo>
                <a:lnTo>
                  <a:pt x="826849" y="91311"/>
                </a:lnTo>
                <a:lnTo>
                  <a:pt x="826458" y="91408"/>
                </a:lnTo>
                <a:lnTo>
                  <a:pt x="826080" y="91515"/>
                </a:lnTo>
                <a:lnTo>
                  <a:pt x="825714" y="91630"/>
                </a:lnTo>
                <a:lnTo>
                  <a:pt x="825362" y="91753"/>
                </a:lnTo>
                <a:lnTo>
                  <a:pt x="825023" y="91885"/>
                </a:lnTo>
                <a:lnTo>
                  <a:pt x="824696" y="92025"/>
                </a:lnTo>
                <a:lnTo>
                  <a:pt x="824383" y="92174"/>
                </a:lnTo>
                <a:lnTo>
                  <a:pt x="824082" y="92331"/>
                </a:lnTo>
                <a:lnTo>
                  <a:pt x="823795" y="92497"/>
                </a:lnTo>
                <a:lnTo>
                  <a:pt x="823520" y="92671"/>
                </a:lnTo>
                <a:lnTo>
                  <a:pt x="823258" y="92854"/>
                </a:lnTo>
                <a:lnTo>
                  <a:pt x="823009" y="93046"/>
                </a:lnTo>
                <a:lnTo>
                  <a:pt x="822773" y="93245"/>
                </a:lnTo>
                <a:lnTo>
                  <a:pt x="822548" y="93452"/>
                </a:lnTo>
                <a:lnTo>
                  <a:pt x="822333" y="93665"/>
                </a:lnTo>
                <a:lnTo>
                  <a:pt x="822127" y="93882"/>
                </a:lnTo>
                <a:lnTo>
                  <a:pt x="821931" y="94106"/>
                </a:lnTo>
                <a:lnTo>
                  <a:pt x="821744" y="94334"/>
                </a:lnTo>
                <a:lnTo>
                  <a:pt x="821567" y="94568"/>
                </a:lnTo>
                <a:lnTo>
                  <a:pt x="821400" y="94808"/>
                </a:lnTo>
                <a:lnTo>
                  <a:pt x="821242" y="95053"/>
                </a:lnTo>
                <a:lnTo>
                  <a:pt x="821094" y="95304"/>
                </a:lnTo>
                <a:lnTo>
                  <a:pt x="820955" y="95560"/>
                </a:lnTo>
                <a:lnTo>
                  <a:pt x="820826" y="95821"/>
                </a:lnTo>
                <a:lnTo>
                  <a:pt x="820706" y="96088"/>
                </a:lnTo>
                <a:lnTo>
                  <a:pt x="820596" y="96361"/>
                </a:lnTo>
                <a:lnTo>
                  <a:pt x="820496" y="96639"/>
                </a:lnTo>
                <a:lnTo>
                  <a:pt x="820405" y="96922"/>
                </a:lnTo>
                <a:lnTo>
                  <a:pt x="820324" y="97211"/>
                </a:lnTo>
                <a:lnTo>
                  <a:pt x="820252" y="97505"/>
                </a:lnTo>
                <a:lnTo>
                  <a:pt x="820190" y="97805"/>
                </a:lnTo>
                <a:lnTo>
                  <a:pt x="820137" y="98110"/>
                </a:lnTo>
                <a:lnTo>
                  <a:pt x="820094" y="98421"/>
                </a:lnTo>
                <a:lnTo>
                  <a:pt x="820061" y="98737"/>
                </a:lnTo>
                <a:lnTo>
                  <a:pt x="820037" y="99059"/>
                </a:lnTo>
                <a:lnTo>
                  <a:pt x="820022" y="99386"/>
                </a:lnTo>
                <a:lnTo>
                  <a:pt x="820017" y="99718"/>
                </a:lnTo>
                <a:lnTo>
                  <a:pt x="820022" y="100051"/>
                </a:lnTo>
                <a:lnTo>
                  <a:pt x="820037" y="100379"/>
                </a:lnTo>
                <a:lnTo>
                  <a:pt x="820061" y="100701"/>
                </a:lnTo>
                <a:lnTo>
                  <a:pt x="820094" y="101018"/>
                </a:lnTo>
                <a:lnTo>
                  <a:pt x="820137" y="101330"/>
                </a:lnTo>
                <a:lnTo>
                  <a:pt x="820190" y="101637"/>
                </a:lnTo>
                <a:lnTo>
                  <a:pt x="820252" y="101939"/>
                </a:lnTo>
                <a:lnTo>
                  <a:pt x="820324" y="102236"/>
                </a:lnTo>
                <a:lnTo>
                  <a:pt x="820405" y="102527"/>
                </a:lnTo>
                <a:lnTo>
                  <a:pt x="820496" y="102813"/>
                </a:lnTo>
                <a:lnTo>
                  <a:pt x="820596" y="103094"/>
                </a:lnTo>
                <a:lnTo>
                  <a:pt x="820706" y="103370"/>
                </a:lnTo>
                <a:lnTo>
                  <a:pt x="820826" y="103641"/>
                </a:lnTo>
                <a:lnTo>
                  <a:pt x="820955" y="103907"/>
                </a:lnTo>
                <a:lnTo>
                  <a:pt x="821094" y="104167"/>
                </a:lnTo>
                <a:lnTo>
                  <a:pt x="821242" y="104422"/>
                </a:lnTo>
                <a:lnTo>
                  <a:pt x="821400" y="104672"/>
                </a:lnTo>
                <a:lnTo>
                  <a:pt x="821567" y="104917"/>
                </a:lnTo>
                <a:lnTo>
                  <a:pt x="821744" y="105157"/>
                </a:lnTo>
                <a:lnTo>
                  <a:pt x="821931" y="105392"/>
                </a:lnTo>
                <a:lnTo>
                  <a:pt x="822127" y="105621"/>
                </a:lnTo>
                <a:lnTo>
                  <a:pt x="822333" y="105846"/>
                </a:lnTo>
                <a:lnTo>
                  <a:pt x="822548" y="106065"/>
                </a:lnTo>
                <a:lnTo>
                  <a:pt x="822773" y="106279"/>
                </a:lnTo>
                <a:lnTo>
                  <a:pt x="823009" y="106486"/>
                </a:lnTo>
                <a:lnTo>
                  <a:pt x="823258" y="106684"/>
                </a:lnTo>
                <a:lnTo>
                  <a:pt x="823520" y="106873"/>
                </a:lnTo>
                <a:lnTo>
                  <a:pt x="823795" y="107054"/>
                </a:lnTo>
                <a:lnTo>
                  <a:pt x="824082" y="107226"/>
                </a:lnTo>
                <a:lnTo>
                  <a:pt x="824383" y="107389"/>
                </a:lnTo>
                <a:lnTo>
                  <a:pt x="824696" y="107543"/>
                </a:lnTo>
                <a:lnTo>
                  <a:pt x="825023" y="107688"/>
                </a:lnTo>
                <a:lnTo>
                  <a:pt x="825362" y="107825"/>
                </a:lnTo>
                <a:lnTo>
                  <a:pt x="825714" y="107952"/>
                </a:lnTo>
                <a:lnTo>
                  <a:pt x="826080" y="108071"/>
                </a:lnTo>
                <a:lnTo>
                  <a:pt x="826458" y="108181"/>
                </a:lnTo>
                <a:lnTo>
                  <a:pt x="826849" y="108283"/>
                </a:lnTo>
                <a:lnTo>
                  <a:pt x="827252" y="108375"/>
                </a:lnTo>
                <a:lnTo>
                  <a:pt x="827669" y="108459"/>
                </a:lnTo>
                <a:lnTo>
                  <a:pt x="828099" y="108534"/>
                </a:lnTo>
                <a:lnTo>
                  <a:pt x="828542" y="108600"/>
                </a:lnTo>
                <a:lnTo>
                  <a:pt x="828997" y="108657"/>
                </a:lnTo>
                <a:lnTo>
                  <a:pt x="829465" y="108705"/>
                </a:lnTo>
                <a:lnTo>
                  <a:pt x="829947" y="108745"/>
                </a:lnTo>
                <a:lnTo>
                  <a:pt x="830441" y="108776"/>
                </a:lnTo>
                <a:lnTo>
                  <a:pt x="830948" y="108798"/>
                </a:lnTo>
                <a:lnTo>
                  <a:pt x="831468" y="108811"/>
                </a:lnTo>
                <a:lnTo>
                  <a:pt x="832001" y="108815"/>
                </a:lnTo>
                <a:lnTo>
                  <a:pt x="856143" y="108815"/>
                </a:lnTo>
                <a:lnTo>
                  <a:pt x="856676" y="108811"/>
                </a:lnTo>
                <a:lnTo>
                  <a:pt x="857196" y="108798"/>
                </a:lnTo>
                <a:lnTo>
                  <a:pt x="857703" y="108776"/>
                </a:lnTo>
                <a:lnTo>
                  <a:pt x="858197" y="108746"/>
                </a:lnTo>
                <a:lnTo>
                  <a:pt x="858677" y="108707"/>
                </a:lnTo>
                <a:lnTo>
                  <a:pt x="859145" y="108660"/>
                </a:lnTo>
                <a:lnTo>
                  <a:pt x="859599" y="108603"/>
                </a:lnTo>
                <a:lnTo>
                  <a:pt x="860041" y="108538"/>
                </a:lnTo>
                <a:lnTo>
                  <a:pt x="860469" y="108465"/>
                </a:lnTo>
                <a:lnTo>
                  <a:pt x="860885" y="108383"/>
                </a:lnTo>
                <a:lnTo>
                  <a:pt x="861287" y="108292"/>
                </a:lnTo>
                <a:lnTo>
                  <a:pt x="861676" y="108192"/>
                </a:lnTo>
                <a:lnTo>
                  <a:pt x="862052" y="108084"/>
                </a:lnTo>
                <a:lnTo>
                  <a:pt x="862415" y="107967"/>
                </a:lnTo>
                <a:lnTo>
                  <a:pt x="862765" y="107842"/>
                </a:lnTo>
                <a:lnTo>
                  <a:pt x="863102" y="107707"/>
                </a:lnTo>
                <a:lnTo>
                  <a:pt x="863426" y="107565"/>
                </a:lnTo>
                <a:lnTo>
                  <a:pt x="863737" y="107413"/>
                </a:lnTo>
                <a:lnTo>
                  <a:pt x="864035" y="107253"/>
                </a:lnTo>
                <a:lnTo>
                  <a:pt x="864320" y="107084"/>
                </a:lnTo>
                <a:lnTo>
                  <a:pt x="864591" y="106907"/>
                </a:lnTo>
                <a:lnTo>
                  <a:pt x="864850" y="106721"/>
                </a:lnTo>
                <a:lnTo>
                  <a:pt x="865096" y="106526"/>
                </a:lnTo>
                <a:lnTo>
                  <a:pt x="865328" y="106322"/>
                </a:lnTo>
                <a:lnTo>
                  <a:pt x="865549" y="106112"/>
                </a:lnTo>
                <a:lnTo>
                  <a:pt x="865761" y="105896"/>
                </a:lnTo>
                <a:lnTo>
                  <a:pt x="865964" y="105675"/>
                </a:lnTo>
                <a:lnTo>
                  <a:pt x="866157" y="105449"/>
                </a:lnTo>
                <a:lnTo>
                  <a:pt x="866340" y="105217"/>
                </a:lnTo>
                <a:lnTo>
                  <a:pt x="866514" y="104980"/>
                </a:lnTo>
                <a:lnTo>
                  <a:pt x="866679" y="104738"/>
                </a:lnTo>
                <a:lnTo>
                  <a:pt x="866835" y="104490"/>
                </a:lnTo>
                <a:lnTo>
                  <a:pt x="866980" y="104237"/>
                </a:lnTo>
                <a:lnTo>
                  <a:pt x="867117" y="103979"/>
                </a:lnTo>
                <a:lnTo>
                  <a:pt x="867244" y="103716"/>
                </a:lnTo>
                <a:lnTo>
                  <a:pt x="867362" y="103447"/>
                </a:lnTo>
                <a:lnTo>
                  <a:pt x="867470" y="103173"/>
                </a:lnTo>
                <a:lnTo>
                  <a:pt x="867569" y="102893"/>
                </a:lnTo>
                <a:lnTo>
                  <a:pt x="867658" y="102608"/>
                </a:lnTo>
                <a:lnTo>
                  <a:pt x="867738" y="102318"/>
                </a:lnTo>
                <a:lnTo>
                  <a:pt x="867809" y="102023"/>
                </a:lnTo>
                <a:lnTo>
                  <a:pt x="867870" y="101722"/>
                </a:lnTo>
                <a:lnTo>
                  <a:pt x="867922" y="101416"/>
                </a:lnTo>
                <a:lnTo>
                  <a:pt x="867964" y="101105"/>
                </a:lnTo>
                <a:lnTo>
                  <a:pt x="867997" y="100788"/>
                </a:lnTo>
                <a:lnTo>
                  <a:pt x="868021" y="100466"/>
                </a:lnTo>
                <a:lnTo>
                  <a:pt x="868035" y="100138"/>
                </a:lnTo>
                <a:lnTo>
                  <a:pt x="868040" y="99806"/>
                </a:lnTo>
                <a:lnTo>
                  <a:pt x="868033" y="99472"/>
                </a:lnTo>
                <a:lnTo>
                  <a:pt x="868012" y="99140"/>
                </a:lnTo>
                <a:lnTo>
                  <a:pt x="867977" y="98810"/>
                </a:lnTo>
                <a:lnTo>
                  <a:pt x="867928" y="98483"/>
                </a:lnTo>
                <a:lnTo>
                  <a:pt x="867865" y="98158"/>
                </a:lnTo>
                <a:lnTo>
                  <a:pt x="867788" y="97836"/>
                </a:lnTo>
                <a:lnTo>
                  <a:pt x="867697" y="97515"/>
                </a:lnTo>
                <a:lnTo>
                  <a:pt x="867593" y="97197"/>
                </a:lnTo>
                <a:lnTo>
                  <a:pt x="867474" y="96882"/>
                </a:lnTo>
                <a:lnTo>
                  <a:pt x="867341" y="96568"/>
                </a:lnTo>
                <a:lnTo>
                  <a:pt x="867194" y="96257"/>
                </a:lnTo>
                <a:lnTo>
                  <a:pt x="867034" y="95949"/>
                </a:lnTo>
                <a:lnTo>
                  <a:pt x="866859" y="95642"/>
                </a:lnTo>
                <a:lnTo>
                  <a:pt x="866671" y="95338"/>
                </a:lnTo>
                <a:lnTo>
                  <a:pt x="866468" y="95037"/>
                </a:lnTo>
                <a:lnTo>
                  <a:pt x="866251" y="94737"/>
                </a:lnTo>
                <a:lnTo>
                  <a:pt x="866021" y="94440"/>
                </a:lnTo>
                <a:lnTo>
                  <a:pt x="865776" y="94145"/>
                </a:lnTo>
                <a:lnTo>
                  <a:pt x="865518" y="93853"/>
                </a:lnTo>
                <a:lnTo>
                  <a:pt x="865245" y="93563"/>
                </a:lnTo>
                <a:lnTo>
                  <a:pt x="864959" y="93275"/>
                </a:lnTo>
                <a:lnTo>
                  <a:pt x="864659" y="92989"/>
                </a:lnTo>
                <a:lnTo>
                  <a:pt x="864344" y="92706"/>
                </a:lnTo>
                <a:lnTo>
                  <a:pt x="864016" y="92425"/>
                </a:lnTo>
                <a:lnTo>
                  <a:pt x="863841" y="92292"/>
                </a:lnTo>
                <a:lnTo>
                  <a:pt x="863651" y="92165"/>
                </a:lnTo>
                <a:lnTo>
                  <a:pt x="863446" y="92043"/>
                </a:lnTo>
                <a:lnTo>
                  <a:pt x="863226" y="91928"/>
                </a:lnTo>
                <a:lnTo>
                  <a:pt x="862992" y="91817"/>
                </a:lnTo>
                <a:lnTo>
                  <a:pt x="862742" y="91713"/>
                </a:lnTo>
                <a:lnTo>
                  <a:pt x="862478" y="91614"/>
                </a:lnTo>
                <a:lnTo>
                  <a:pt x="862199" y="91520"/>
                </a:lnTo>
                <a:lnTo>
                  <a:pt x="861904" y="91433"/>
                </a:lnTo>
                <a:lnTo>
                  <a:pt x="861595" y="91351"/>
                </a:lnTo>
                <a:lnTo>
                  <a:pt x="861271" y="91274"/>
                </a:lnTo>
                <a:lnTo>
                  <a:pt x="860933" y="91203"/>
                </a:lnTo>
                <a:lnTo>
                  <a:pt x="860579" y="91138"/>
                </a:lnTo>
                <a:lnTo>
                  <a:pt x="860210" y="91079"/>
                </a:lnTo>
                <a:lnTo>
                  <a:pt x="859827" y="91025"/>
                </a:lnTo>
                <a:lnTo>
                  <a:pt x="859429" y="90977"/>
                </a:lnTo>
                <a:lnTo>
                  <a:pt x="859015" y="90935"/>
                </a:lnTo>
                <a:lnTo>
                  <a:pt x="858587" y="90898"/>
                </a:lnTo>
                <a:lnTo>
                  <a:pt x="858144" y="90867"/>
                </a:lnTo>
                <a:lnTo>
                  <a:pt x="857686" y="90841"/>
                </a:lnTo>
                <a:lnTo>
                  <a:pt x="857214" y="90822"/>
                </a:lnTo>
                <a:lnTo>
                  <a:pt x="856726" y="90807"/>
                </a:lnTo>
                <a:lnTo>
                  <a:pt x="856224" y="90799"/>
                </a:lnTo>
                <a:lnTo>
                  <a:pt x="855706" y="90796"/>
                </a:lnTo>
                <a:lnTo>
                  <a:pt x="820017" y="2799"/>
                </a:lnTo>
                <a:lnTo>
                  <a:pt x="781267" y="2624"/>
                </a:lnTo>
                <a:lnTo>
                  <a:pt x="780734" y="2628"/>
                </a:lnTo>
                <a:lnTo>
                  <a:pt x="780214" y="2641"/>
                </a:lnTo>
                <a:lnTo>
                  <a:pt x="779707" y="2663"/>
                </a:lnTo>
                <a:lnTo>
                  <a:pt x="779213" y="2693"/>
                </a:lnTo>
                <a:lnTo>
                  <a:pt x="778732" y="2732"/>
                </a:lnTo>
                <a:lnTo>
                  <a:pt x="778263" y="2780"/>
                </a:lnTo>
                <a:lnTo>
                  <a:pt x="777808" y="2836"/>
                </a:lnTo>
                <a:lnTo>
                  <a:pt x="777365" y="2901"/>
                </a:lnTo>
                <a:lnTo>
                  <a:pt x="776935" y="2975"/>
                </a:lnTo>
                <a:lnTo>
                  <a:pt x="776519" y="3057"/>
                </a:lnTo>
                <a:lnTo>
                  <a:pt x="776115" y="3148"/>
                </a:lnTo>
                <a:lnTo>
                  <a:pt x="775724" y="3247"/>
                </a:lnTo>
                <a:lnTo>
                  <a:pt x="775346" y="3356"/>
                </a:lnTo>
                <a:lnTo>
                  <a:pt x="774981" y="3472"/>
                </a:lnTo>
                <a:lnTo>
                  <a:pt x="774628" y="3598"/>
                </a:lnTo>
                <a:lnTo>
                  <a:pt x="774289" y="3732"/>
                </a:lnTo>
                <a:lnTo>
                  <a:pt x="773963" y="3875"/>
                </a:lnTo>
                <a:lnTo>
                  <a:pt x="773649" y="4026"/>
                </a:lnTo>
                <a:lnTo>
                  <a:pt x="773348" y="4187"/>
                </a:lnTo>
                <a:lnTo>
                  <a:pt x="773061" y="4355"/>
                </a:lnTo>
                <a:lnTo>
                  <a:pt x="772786" y="4533"/>
                </a:lnTo>
                <a:lnTo>
                  <a:pt x="772524" y="4719"/>
                </a:lnTo>
                <a:lnTo>
                  <a:pt x="772275" y="4914"/>
                </a:lnTo>
                <a:lnTo>
                  <a:pt x="772039" y="5117"/>
                </a:lnTo>
                <a:lnTo>
                  <a:pt x="771814" y="5328"/>
                </a:lnTo>
                <a:lnTo>
                  <a:pt x="771599" y="5543"/>
                </a:lnTo>
                <a:lnTo>
                  <a:pt x="771393" y="5764"/>
                </a:lnTo>
                <a:lnTo>
                  <a:pt x="771197" y="5991"/>
                </a:lnTo>
                <a:lnTo>
                  <a:pt x="771010" y="6222"/>
                </a:lnTo>
                <a:lnTo>
                  <a:pt x="770834" y="6459"/>
                </a:lnTo>
                <a:lnTo>
                  <a:pt x="770666" y="6702"/>
                </a:lnTo>
                <a:lnTo>
                  <a:pt x="770508" y="6949"/>
                </a:lnTo>
                <a:lnTo>
                  <a:pt x="770360" y="7202"/>
                </a:lnTo>
                <a:lnTo>
                  <a:pt x="770221" y="7460"/>
                </a:lnTo>
                <a:lnTo>
                  <a:pt x="770092" y="7724"/>
                </a:lnTo>
                <a:lnTo>
                  <a:pt x="769972" y="7993"/>
                </a:lnTo>
                <a:lnTo>
                  <a:pt x="769862" y="8267"/>
                </a:lnTo>
                <a:lnTo>
                  <a:pt x="769762" y="8546"/>
                </a:lnTo>
                <a:lnTo>
                  <a:pt x="769671" y="8831"/>
                </a:lnTo>
                <a:lnTo>
                  <a:pt x="769590" y="9121"/>
                </a:lnTo>
                <a:lnTo>
                  <a:pt x="769518" y="9417"/>
                </a:lnTo>
                <a:lnTo>
                  <a:pt x="769456" y="9718"/>
                </a:lnTo>
                <a:lnTo>
                  <a:pt x="769403" y="10024"/>
                </a:lnTo>
                <a:lnTo>
                  <a:pt x="769360" y="10335"/>
                </a:lnTo>
                <a:lnTo>
                  <a:pt x="769327" y="10652"/>
                </a:lnTo>
                <a:lnTo>
                  <a:pt x="769303" y="10974"/>
                </a:lnTo>
                <a:lnTo>
                  <a:pt x="769288" y="11301"/>
                </a:lnTo>
                <a:lnTo>
                  <a:pt x="769284" y="11634"/>
                </a:lnTo>
                <a:lnTo>
                  <a:pt x="769288" y="11966"/>
                </a:lnTo>
                <a:lnTo>
                  <a:pt x="769303" y="12294"/>
                </a:lnTo>
                <a:lnTo>
                  <a:pt x="769327" y="12616"/>
                </a:lnTo>
                <a:lnTo>
                  <a:pt x="769360" y="12933"/>
                </a:lnTo>
                <a:lnTo>
                  <a:pt x="769403" y="13244"/>
                </a:lnTo>
                <a:lnTo>
                  <a:pt x="769456" y="13550"/>
                </a:lnTo>
                <a:lnTo>
                  <a:pt x="769518" y="13851"/>
                </a:lnTo>
                <a:lnTo>
                  <a:pt x="769590" y="14146"/>
                </a:lnTo>
                <a:lnTo>
                  <a:pt x="769671" y="14436"/>
                </a:lnTo>
                <a:lnTo>
                  <a:pt x="769762" y="14721"/>
                </a:lnTo>
                <a:lnTo>
                  <a:pt x="769862" y="15001"/>
                </a:lnTo>
                <a:lnTo>
                  <a:pt x="769972" y="15275"/>
                </a:lnTo>
                <a:lnTo>
                  <a:pt x="770092" y="15544"/>
                </a:lnTo>
                <a:lnTo>
                  <a:pt x="770221" y="15807"/>
                </a:lnTo>
                <a:lnTo>
                  <a:pt x="770360" y="16066"/>
                </a:lnTo>
                <a:lnTo>
                  <a:pt x="770508" y="16318"/>
                </a:lnTo>
                <a:lnTo>
                  <a:pt x="770666" y="16566"/>
                </a:lnTo>
                <a:lnTo>
                  <a:pt x="770834" y="16808"/>
                </a:lnTo>
                <a:lnTo>
                  <a:pt x="771010" y="17045"/>
                </a:lnTo>
                <a:lnTo>
                  <a:pt x="771197" y="17277"/>
                </a:lnTo>
                <a:lnTo>
                  <a:pt x="771393" y="17503"/>
                </a:lnTo>
                <a:lnTo>
                  <a:pt x="771599" y="17724"/>
                </a:lnTo>
                <a:lnTo>
                  <a:pt x="771814" y="17940"/>
                </a:lnTo>
                <a:lnTo>
                  <a:pt x="772039" y="18150"/>
                </a:lnTo>
                <a:lnTo>
                  <a:pt x="772275" y="18354"/>
                </a:lnTo>
                <a:lnTo>
                  <a:pt x="772524" y="18549"/>
                </a:lnTo>
                <a:lnTo>
                  <a:pt x="772786" y="18735"/>
                </a:lnTo>
                <a:lnTo>
                  <a:pt x="773061" y="18912"/>
                </a:lnTo>
                <a:lnTo>
                  <a:pt x="773348" y="19081"/>
                </a:lnTo>
                <a:lnTo>
                  <a:pt x="773649" y="19241"/>
                </a:lnTo>
                <a:lnTo>
                  <a:pt x="773963" y="19393"/>
                </a:lnTo>
                <a:lnTo>
                  <a:pt x="774289" y="19535"/>
                </a:lnTo>
                <a:lnTo>
                  <a:pt x="774628" y="19670"/>
                </a:lnTo>
                <a:lnTo>
                  <a:pt x="774981" y="19795"/>
                </a:lnTo>
                <a:lnTo>
                  <a:pt x="775346" y="19912"/>
                </a:lnTo>
                <a:lnTo>
                  <a:pt x="775724" y="20020"/>
                </a:lnTo>
                <a:lnTo>
                  <a:pt x="776115" y="20120"/>
                </a:lnTo>
                <a:lnTo>
                  <a:pt x="776519" y="20211"/>
                </a:lnTo>
                <a:lnTo>
                  <a:pt x="776935" y="20293"/>
                </a:lnTo>
                <a:lnTo>
                  <a:pt x="777365" y="20366"/>
                </a:lnTo>
                <a:lnTo>
                  <a:pt x="777808" y="20431"/>
                </a:lnTo>
                <a:lnTo>
                  <a:pt x="778263" y="20488"/>
                </a:lnTo>
                <a:lnTo>
                  <a:pt x="778732" y="20535"/>
                </a:lnTo>
                <a:lnTo>
                  <a:pt x="779213" y="20574"/>
                </a:lnTo>
                <a:lnTo>
                  <a:pt x="779707" y="20604"/>
                </a:lnTo>
                <a:lnTo>
                  <a:pt x="780214" y="20626"/>
                </a:lnTo>
                <a:lnTo>
                  <a:pt x="780734" y="20639"/>
                </a:lnTo>
                <a:lnTo>
                  <a:pt x="781267" y="20643"/>
                </a:lnTo>
                <a:lnTo>
                  <a:pt x="792989" y="20643"/>
                </a:lnTo>
                <a:lnTo>
                  <a:pt x="764823" y="90796"/>
                </a:lnTo>
                <a:lnTo>
                  <a:pt x="764275" y="90800"/>
                </a:lnTo>
                <a:lnTo>
                  <a:pt x="763741" y="90813"/>
                </a:lnTo>
                <a:lnTo>
                  <a:pt x="763219" y="90834"/>
                </a:lnTo>
                <a:lnTo>
                  <a:pt x="762711" y="90864"/>
                </a:lnTo>
                <a:lnTo>
                  <a:pt x="762216" y="90902"/>
                </a:lnTo>
                <a:lnTo>
                  <a:pt x="761734" y="90949"/>
                </a:lnTo>
                <a:lnTo>
                  <a:pt x="761265" y="91005"/>
                </a:lnTo>
                <a:lnTo>
                  <a:pt x="760809" y="91068"/>
                </a:lnTo>
                <a:lnTo>
                  <a:pt x="760366" y="91141"/>
                </a:lnTo>
                <a:lnTo>
                  <a:pt x="759936" y="91221"/>
                </a:lnTo>
                <a:lnTo>
                  <a:pt x="759519" y="91311"/>
                </a:lnTo>
                <a:lnTo>
                  <a:pt x="759115" y="91408"/>
                </a:lnTo>
                <a:lnTo>
                  <a:pt x="758724" y="91515"/>
                </a:lnTo>
                <a:lnTo>
                  <a:pt x="758347" y="91630"/>
                </a:lnTo>
                <a:lnTo>
                  <a:pt x="757982" y="91753"/>
                </a:lnTo>
                <a:lnTo>
                  <a:pt x="757630" y="91885"/>
                </a:lnTo>
                <a:lnTo>
                  <a:pt x="757292" y="92025"/>
                </a:lnTo>
                <a:lnTo>
                  <a:pt x="756966" y="92174"/>
                </a:lnTo>
                <a:lnTo>
                  <a:pt x="756654" y="92331"/>
                </a:lnTo>
                <a:lnTo>
                  <a:pt x="756355" y="92497"/>
                </a:lnTo>
                <a:lnTo>
                  <a:pt x="756068" y="92671"/>
                </a:lnTo>
                <a:lnTo>
                  <a:pt x="755795" y="92854"/>
                </a:lnTo>
                <a:lnTo>
                  <a:pt x="755535" y="93046"/>
                </a:lnTo>
                <a:lnTo>
                  <a:pt x="755288" y="93245"/>
                </a:lnTo>
                <a:lnTo>
                  <a:pt x="755053" y="93452"/>
                </a:lnTo>
                <a:lnTo>
                  <a:pt x="754827" y="93665"/>
                </a:lnTo>
                <a:lnTo>
                  <a:pt x="754612" y="93882"/>
                </a:lnTo>
                <a:lnTo>
                  <a:pt x="754406" y="94106"/>
                </a:lnTo>
                <a:lnTo>
                  <a:pt x="754211" y="94334"/>
                </a:lnTo>
                <a:lnTo>
                  <a:pt x="754025" y="94568"/>
                </a:lnTo>
                <a:lnTo>
                  <a:pt x="753850" y="94808"/>
                </a:lnTo>
                <a:lnTo>
                  <a:pt x="753684" y="95053"/>
                </a:lnTo>
                <a:lnTo>
                  <a:pt x="753529" y="95304"/>
                </a:lnTo>
                <a:lnTo>
                  <a:pt x="753384" y="95560"/>
                </a:lnTo>
                <a:lnTo>
                  <a:pt x="753248" y="95821"/>
                </a:lnTo>
                <a:lnTo>
                  <a:pt x="753123" y="96088"/>
                </a:lnTo>
                <a:lnTo>
                  <a:pt x="753008" y="96361"/>
                </a:lnTo>
                <a:lnTo>
                  <a:pt x="752903" y="96639"/>
                </a:lnTo>
                <a:lnTo>
                  <a:pt x="752807" y="96922"/>
                </a:lnTo>
                <a:lnTo>
                  <a:pt x="752722" y="97211"/>
                </a:lnTo>
                <a:lnTo>
                  <a:pt x="752647" y="97505"/>
                </a:lnTo>
                <a:lnTo>
                  <a:pt x="752582" y="97805"/>
                </a:lnTo>
                <a:lnTo>
                  <a:pt x="752527" y="98110"/>
                </a:lnTo>
                <a:lnTo>
                  <a:pt x="752482" y="98421"/>
                </a:lnTo>
                <a:lnTo>
                  <a:pt x="752447" y="98737"/>
                </a:lnTo>
                <a:lnTo>
                  <a:pt x="752422" y="99059"/>
                </a:lnTo>
                <a:lnTo>
                  <a:pt x="752406" y="99386"/>
                </a:lnTo>
                <a:lnTo>
                  <a:pt x="752401" y="99718"/>
                </a:lnTo>
                <a:lnTo>
                  <a:pt x="752406" y="100051"/>
                </a:lnTo>
                <a:lnTo>
                  <a:pt x="752421" y="100379"/>
                </a:lnTo>
                <a:lnTo>
                  <a:pt x="752445" y="100701"/>
                </a:lnTo>
                <a:lnTo>
                  <a:pt x="752478" y="101018"/>
                </a:lnTo>
                <a:lnTo>
                  <a:pt x="752521" y="101330"/>
                </a:lnTo>
                <a:lnTo>
                  <a:pt x="752574" y="101637"/>
                </a:lnTo>
                <a:lnTo>
                  <a:pt x="752636" y="101939"/>
                </a:lnTo>
                <a:lnTo>
                  <a:pt x="752708" y="102236"/>
                </a:lnTo>
                <a:lnTo>
                  <a:pt x="752789" y="102527"/>
                </a:lnTo>
                <a:lnTo>
                  <a:pt x="752880" y="102813"/>
                </a:lnTo>
                <a:lnTo>
                  <a:pt x="752980" y="103094"/>
                </a:lnTo>
                <a:lnTo>
                  <a:pt x="753090" y="103370"/>
                </a:lnTo>
                <a:lnTo>
                  <a:pt x="753210" y="103641"/>
                </a:lnTo>
                <a:lnTo>
                  <a:pt x="753339" y="103907"/>
                </a:lnTo>
                <a:lnTo>
                  <a:pt x="753478" y="104167"/>
                </a:lnTo>
                <a:lnTo>
                  <a:pt x="753626" y="104422"/>
                </a:lnTo>
                <a:lnTo>
                  <a:pt x="753784" y="104672"/>
                </a:lnTo>
                <a:lnTo>
                  <a:pt x="753951" y="104917"/>
                </a:lnTo>
                <a:lnTo>
                  <a:pt x="754128" y="105157"/>
                </a:lnTo>
                <a:lnTo>
                  <a:pt x="754315" y="105392"/>
                </a:lnTo>
                <a:lnTo>
                  <a:pt x="754511" y="105621"/>
                </a:lnTo>
                <a:lnTo>
                  <a:pt x="754717" y="105846"/>
                </a:lnTo>
                <a:lnTo>
                  <a:pt x="754932" y="106065"/>
                </a:lnTo>
                <a:lnTo>
                  <a:pt x="755157" y="106279"/>
                </a:lnTo>
                <a:lnTo>
                  <a:pt x="755393" y="106486"/>
                </a:lnTo>
                <a:lnTo>
                  <a:pt x="755642" y="106684"/>
                </a:lnTo>
                <a:lnTo>
                  <a:pt x="755904" y="106873"/>
                </a:lnTo>
                <a:lnTo>
                  <a:pt x="756179" y="107054"/>
                </a:lnTo>
                <a:lnTo>
                  <a:pt x="756466" y="107226"/>
                </a:lnTo>
                <a:lnTo>
                  <a:pt x="756767" y="107389"/>
                </a:lnTo>
                <a:lnTo>
                  <a:pt x="757080" y="107543"/>
                </a:lnTo>
                <a:lnTo>
                  <a:pt x="757407" y="107688"/>
                </a:lnTo>
                <a:lnTo>
                  <a:pt x="757746" y="107825"/>
                </a:lnTo>
                <a:lnTo>
                  <a:pt x="758098" y="107952"/>
                </a:lnTo>
                <a:lnTo>
                  <a:pt x="758464" y="108071"/>
                </a:lnTo>
                <a:lnTo>
                  <a:pt x="758842" y="108181"/>
                </a:lnTo>
                <a:lnTo>
                  <a:pt x="759233" y="108283"/>
                </a:lnTo>
                <a:lnTo>
                  <a:pt x="759636" y="108375"/>
                </a:lnTo>
                <a:lnTo>
                  <a:pt x="760053" y="108459"/>
                </a:lnTo>
                <a:lnTo>
                  <a:pt x="760483" y="108534"/>
                </a:lnTo>
                <a:lnTo>
                  <a:pt x="760926" y="108600"/>
                </a:lnTo>
                <a:lnTo>
                  <a:pt x="761381" y="108657"/>
                </a:lnTo>
                <a:lnTo>
                  <a:pt x="761849" y="108705"/>
                </a:lnTo>
                <a:lnTo>
                  <a:pt x="762331" y="108745"/>
                </a:lnTo>
                <a:lnTo>
                  <a:pt x="762825" y="108776"/>
                </a:lnTo>
                <a:lnTo>
                  <a:pt x="763332" y="108798"/>
                </a:lnTo>
                <a:lnTo>
                  <a:pt x="763852" y="108811"/>
                </a:lnTo>
                <a:lnTo>
                  <a:pt x="764385" y="108815"/>
                </a:lnTo>
                <a:lnTo>
                  <a:pt x="788527" y="108815"/>
                </a:lnTo>
                <a:lnTo>
                  <a:pt x="789060" y="108811"/>
                </a:lnTo>
                <a:lnTo>
                  <a:pt x="789580" y="108798"/>
                </a:lnTo>
                <a:lnTo>
                  <a:pt x="790088" y="108776"/>
                </a:lnTo>
                <a:lnTo>
                  <a:pt x="790582" y="108746"/>
                </a:lnTo>
                <a:lnTo>
                  <a:pt x="791063" y="108707"/>
                </a:lnTo>
                <a:lnTo>
                  <a:pt x="791532" y="108660"/>
                </a:lnTo>
                <a:lnTo>
                  <a:pt x="791987" y="108603"/>
                </a:lnTo>
                <a:lnTo>
                  <a:pt x="792430" y="108538"/>
                </a:lnTo>
                <a:lnTo>
                  <a:pt x="792859" y="108465"/>
                </a:lnTo>
                <a:lnTo>
                  <a:pt x="793276" y="108383"/>
                </a:lnTo>
                <a:lnTo>
                  <a:pt x="793680" y="108292"/>
                </a:lnTo>
                <a:lnTo>
                  <a:pt x="794071" y="108192"/>
                </a:lnTo>
                <a:lnTo>
                  <a:pt x="794449" y="108084"/>
                </a:lnTo>
                <a:lnTo>
                  <a:pt x="794814" y="107967"/>
                </a:lnTo>
                <a:lnTo>
                  <a:pt x="795166" y="107842"/>
                </a:lnTo>
                <a:lnTo>
                  <a:pt x="795506" y="107707"/>
                </a:lnTo>
                <a:lnTo>
                  <a:pt x="795832" y="107565"/>
                </a:lnTo>
                <a:lnTo>
                  <a:pt x="796146" y="107413"/>
                </a:lnTo>
                <a:lnTo>
                  <a:pt x="796446" y="107253"/>
                </a:lnTo>
                <a:lnTo>
                  <a:pt x="796734" y="107084"/>
                </a:lnTo>
                <a:lnTo>
                  <a:pt x="797009" y="106907"/>
                </a:lnTo>
                <a:lnTo>
                  <a:pt x="797271" y="106721"/>
                </a:lnTo>
                <a:lnTo>
                  <a:pt x="797520" y="106526"/>
                </a:lnTo>
                <a:lnTo>
                  <a:pt x="797756" y="106322"/>
                </a:lnTo>
                <a:lnTo>
                  <a:pt x="797981" y="106112"/>
                </a:lnTo>
                <a:lnTo>
                  <a:pt x="798196" y="105896"/>
                </a:lnTo>
                <a:lnTo>
                  <a:pt x="798402" y="105675"/>
                </a:lnTo>
                <a:lnTo>
                  <a:pt x="798598" y="105449"/>
                </a:lnTo>
                <a:lnTo>
                  <a:pt x="798784" y="105217"/>
                </a:lnTo>
                <a:lnTo>
                  <a:pt x="798961" y="104980"/>
                </a:lnTo>
                <a:lnTo>
                  <a:pt x="799129" y="104738"/>
                </a:lnTo>
                <a:lnTo>
                  <a:pt x="799287" y="104490"/>
                </a:lnTo>
                <a:lnTo>
                  <a:pt x="799435" y="104237"/>
                </a:lnTo>
                <a:lnTo>
                  <a:pt x="799574" y="103979"/>
                </a:lnTo>
                <a:lnTo>
                  <a:pt x="799703" y="103716"/>
                </a:lnTo>
                <a:lnTo>
                  <a:pt x="799822" y="103447"/>
                </a:lnTo>
                <a:lnTo>
                  <a:pt x="799932" y="103173"/>
                </a:lnTo>
                <a:lnTo>
                  <a:pt x="800033" y="102893"/>
                </a:lnTo>
                <a:lnTo>
                  <a:pt x="800124" y="102608"/>
                </a:lnTo>
                <a:lnTo>
                  <a:pt x="800205" y="102318"/>
                </a:lnTo>
                <a:lnTo>
                  <a:pt x="800277" y="102023"/>
                </a:lnTo>
                <a:lnTo>
                  <a:pt x="800339" y="101722"/>
                </a:lnTo>
                <a:lnTo>
                  <a:pt x="800392" y="101416"/>
                </a:lnTo>
                <a:lnTo>
                  <a:pt x="800435" y="101105"/>
                </a:lnTo>
                <a:lnTo>
                  <a:pt x="800468" y="100788"/>
                </a:lnTo>
                <a:lnTo>
                  <a:pt x="800492" y="100466"/>
                </a:lnTo>
                <a:lnTo>
                  <a:pt x="800506" y="100138"/>
                </a:lnTo>
                <a:lnTo>
                  <a:pt x="800511" y="99806"/>
                </a:lnTo>
                <a:lnTo>
                  <a:pt x="800506" y="99473"/>
                </a:lnTo>
                <a:lnTo>
                  <a:pt x="800492" y="99146"/>
                </a:lnTo>
                <a:lnTo>
                  <a:pt x="800468" y="98824"/>
                </a:lnTo>
                <a:lnTo>
                  <a:pt x="800435" y="98507"/>
                </a:lnTo>
                <a:lnTo>
                  <a:pt x="800392" y="98196"/>
                </a:lnTo>
                <a:lnTo>
                  <a:pt x="800339" y="97890"/>
                </a:lnTo>
                <a:lnTo>
                  <a:pt x="800277" y="97589"/>
                </a:lnTo>
                <a:lnTo>
                  <a:pt x="800205" y="97293"/>
                </a:lnTo>
                <a:lnTo>
                  <a:pt x="800124" y="97003"/>
                </a:lnTo>
                <a:lnTo>
                  <a:pt x="800033" y="96718"/>
                </a:lnTo>
                <a:lnTo>
                  <a:pt x="799932" y="96439"/>
                </a:lnTo>
                <a:lnTo>
                  <a:pt x="799822" y="96165"/>
                </a:lnTo>
                <a:lnTo>
                  <a:pt x="799703" y="95896"/>
                </a:lnTo>
                <a:lnTo>
                  <a:pt x="799574" y="95632"/>
                </a:lnTo>
                <a:lnTo>
                  <a:pt x="799435" y="95374"/>
                </a:lnTo>
                <a:lnTo>
                  <a:pt x="799287" y="95121"/>
                </a:lnTo>
                <a:lnTo>
                  <a:pt x="799129" y="94874"/>
                </a:lnTo>
                <a:lnTo>
                  <a:pt x="798961" y="94631"/>
                </a:lnTo>
                <a:lnTo>
                  <a:pt x="798784" y="94394"/>
                </a:lnTo>
                <a:lnTo>
                  <a:pt x="798598" y="94163"/>
                </a:lnTo>
                <a:lnTo>
                  <a:pt x="798402" y="93936"/>
                </a:lnTo>
                <a:lnTo>
                  <a:pt x="798196" y="93715"/>
                </a:lnTo>
                <a:lnTo>
                  <a:pt x="797981" y="93500"/>
                </a:lnTo>
                <a:lnTo>
                  <a:pt x="797756" y="93289"/>
                </a:lnTo>
                <a:lnTo>
                  <a:pt x="797520" y="93086"/>
                </a:lnTo>
                <a:lnTo>
                  <a:pt x="797271" y="92891"/>
                </a:lnTo>
                <a:lnTo>
                  <a:pt x="797009" y="92705"/>
                </a:lnTo>
                <a:lnTo>
                  <a:pt x="796734" y="92527"/>
                </a:lnTo>
                <a:lnTo>
                  <a:pt x="796446" y="92359"/>
                </a:lnTo>
                <a:lnTo>
                  <a:pt x="796146" y="92198"/>
                </a:lnTo>
                <a:lnTo>
                  <a:pt x="795832" y="92047"/>
                </a:lnTo>
                <a:lnTo>
                  <a:pt x="795506" y="91904"/>
                </a:lnTo>
                <a:lnTo>
                  <a:pt x="795166" y="91770"/>
                </a:lnTo>
                <a:lnTo>
                  <a:pt x="794814" y="91644"/>
                </a:lnTo>
                <a:lnTo>
                  <a:pt x="794449" y="91528"/>
                </a:lnTo>
                <a:lnTo>
                  <a:pt x="794071" y="91419"/>
                </a:lnTo>
                <a:lnTo>
                  <a:pt x="793680" y="91320"/>
                </a:lnTo>
                <a:lnTo>
                  <a:pt x="793276" y="91229"/>
                </a:lnTo>
                <a:lnTo>
                  <a:pt x="792859" y="91147"/>
                </a:lnTo>
                <a:lnTo>
                  <a:pt x="792430" y="91073"/>
                </a:lnTo>
                <a:lnTo>
                  <a:pt x="791987" y="91008"/>
                </a:lnTo>
                <a:lnTo>
                  <a:pt x="791532" y="90952"/>
                </a:lnTo>
                <a:lnTo>
                  <a:pt x="791063" y="90904"/>
                </a:lnTo>
                <a:lnTo>
                  <a:pt x="790582" y="90865"/>
                </a:lnTo>
                <a:lnTo>
                  <a:pt x="790088" y="90835"/>
                </a:lnTo>
                <a:lnTo>
                  <a:pt x="789580" y="90813"/>
                </a:lnTo>
                <a:lnTo>
                  <a:pt x="789060" y="90800"/>
                </a:lnTo>
                <a:lnTo>
                  <a:pt x="788527" y="90796"/>
                </a:lnTo>
                <a:lnTo>
                  <a:pt x="784154" y="90796"/>
                </a:lnTo>
                <a:lnTo>
                  <a:pt x="788527" y="79950"/>
                </a:lnTo>
                <a:lnTo>
                  <a:pt x="832089" y="79950"/>
                </a:lnTo>
                <a:lnTo>
                  <a:pt x="836375" y="90796"/>
                </a:lnTo>
                <a:lnTo>
                  <a:pt x="832001" y="90796"/>
                </a:lnTo>
                <a:lnTo>
                  <a:pt x="831468" y="90800"/>
                </a:lnTo>
                <a:lnTo>
                  <a:pt x="830948" y="90813"/>
                </a:lnTo>
                <a:close/>
                <a:moveTo>
                  <a:pt x="795700" y="61930"/>
                </a:moveTo>
                <a:lnTo>
                  <a:pt x="810221" y="26417"/>
                </a:lnTo>
                <a:lnTo>
                  <a:pt x="824654" y="61930"/>
                </a:lnTo>
                <a:lnTo>
                  <a:pt x="795700" y="61930"/>
                </a:lnTo>
                <a:close/>
                <a:moveTo>
                  <a:pt x="946052" y="38167"/>
                </a:moveTo>
                <a:lnTo>
                  <a:pt x="946065" y="38708"/>
                </a:lnTo>
                <a:lnTo>
                  <a:pt x="946086" y="39235"/>
                </a:lnTo>
                <a:lnTo>
                  <a:pt x="946117" y="39748"/>
                </a:lnTo>
                <a:lnTo>
                  <a:pt x="946156" y="40247"/>
                </a:lnTo>
                <a:lnTo>
                  <a:pt x="946203" y="40732"/>
                </a:lnTo>
                <a:lnTo>
                  <a:pt x="946259" y="41203"/>
                </a:lnTo>
                <a:lnTo>
                  <a:pt x="946324" y="41661"/>
                </a:lnTo>
                <a:lnTo>
                  <a:pt x="946398" y="42105"/>
                </a:lnTo>
                <a:lnTo>
                  <a:pt x="946480" y="42535"/>
                </a:lnTo>
                <a:lnTo>
                  <a:pt x="946571" y="42951"/>
                </a:lnTo>
                <a:lnTo>
                  <a:pt x="946671" y="43353"/>
                </a:lnTo>
                <a:lnTo>
                  <a:pt x="946779" y="43742"/>
                </a:lnTo>
                <a:lnTo>
                  <a:pt x="946896" y="44117"/>
                </a:lnTo>
                <a:lnTo>
                  <a:pt x="947021" y="44478"/>
                </a:lnTo>
                <a:lnTo>
                  <a:pt x="947155" y="44825"/>
                </a:lnTo>
                <a:lnTo>
                  <a:pt x="947298" y="45158"/>
                </a:lnTo>
                <a:lnTo>
                  <a:pt x="947450" y="45477"/>
                </a:lnTo>
                <a:lnTo>
                  <a:pt x="947610" y="45783"/>
                </a:lnTo>
                <a:lnTo>
                  <a:pt x="947779" y="46075"/>
                </a:lnTo>
                <a:lnTo>
                  <a:pt x="947956" y="46353"/>
                </a:lnTo>
                <a:lnTo>
                  <a:pt x="948142" y="46617"/>
                </a:lnTo>
                <a:lnTo>
                  <a:pt x="948337" y="46867"/>
                </a:lnTo>
                <a:lnTo>
                  <a:pt x="948540" y="47104"/>
                </a:lnTo>
                <a:lnTo>
                  <a:pt x="948751" y="47329"/>
                </a:lnTo>
                <a:lnTo>
                  <a:pt x="948966" y="47544"/>
                </a:lnTo>
                <a:lnTo>
                  <a:pt x="949186" y="47750"/>
                </a:lnTo>
                <a:lnTo>
                  <a:pt x="949411" y="47946"/>
                </a:lnTo>
                <a:lnTo>
                  <a:pt x="949642" y="48132"/>
                </a:lnTo>
                <a:lnTo>
                  <a:pt x="949877" y="48309"/>
                </a:lnTo>
                <a:lnTo>
                  <a:pt x="950117" y="48477"/>
                </a:lnTo>
                <a:lnTo>
                  <a:pt x="950363" y="48635"/>
                </a:lnTo>
                <a:lnTo>
                  <a:pt x="950613" y="48783"/>
                </a:lnTo>
                <a:lnTo>
                  <a:pt x="950868" y="48922"/>
                </a:lnTo>
                <a:lnTo>
                  <a:pt x="951129" y="49051"/>
                </a:lnTo>
                <a:lnTo>
                  <a:pt x="951394" y="49170"/>
                </a:lnTo>
                <a:lnTo>
                  <a:pt x="951664" y="49280"/>
                </a:lnTo>
                <a:lnTo>
                  <a:pt x="951940" y="49381"/>
                </a:lnTo>
                <a:lnTo>
                  <a:pt x="952220" y="49472"/>
                </a:lnTo>
                <a:lnTo>
                  <a:pt x="952506" y="49553"/>
                </a:lnTo>
                <a:lnTo>
                  <a:pt x="952796" y="49625"/>
                </a:lnTo>
                <a:lnTo>
                  <a:pt x="953092" y="49687"/>
                </a:lnTo>
                <a:lnTo>
                  <a:pt x="953392" y="49740"/>
                </a:lnTo>
                <a:lnTo>
                  <a:pt x="953697" y="49783"/>
                </a:lnTo>
                <a:lnTo>
                  <a:pt x="954008" y="49816"/>
                </a:lnTo>
                <a:lnTo>
                  <a:pt x="954323" y="49840"/>
                </a:lnTo>
                <a:lnTo>
                  <a:pt x="954644" y="49854"/>
                </a:lnTo>
                <a:lnTo>
                  <a:pt x="954969" y="49859"/>
                </a:lnTo>
                <a:lnTo>
                  <a:pt x="955302" y="49854"/>
                </a:lnTo>
                <a:lnTo>
                  <a:pt x="955629" y="49840"/>
                </a:lnTo>
                <a:lnTo>
                  <a:pt x="955951" y="49816"/>
                </a:lnTo>
                <a:lnTo>
                  <a:pt x="956268" y="49783"/>
                </a:lnTo>
                <a:lnTo>
                  <a:pt x="956580" y="49740"/>
                </a:lnTo>
                <a:lnTo>
                  <a:pt x="956886" y="49687"/>
                </a:lnTo>
                <a:lnTo>
                  <a:pt x="957186" y="49625"/>
                </a:lnTo>
                <a:lnTo>
                  <a:pt x="957482" y="49553"/>
                </a:lnTo>
                <a:lnTo>
                  <a:pt x="957772" y="49472"/>
                </a:lnTo>
                <a:lnTo>
                  <a:pt x="958057" y="49381"/>
                </a:lnTo>
                <a:lnTo>
                  <a:pt x="958336" y="49280"/>
                </a:lnTo>
                <a:lnTo>
                  <a:pt x="958611" y="49170"/>
                </a:lnTo>
                <a:lnTo>
                  <a:pt x="958879" y="49051"/>
                </a:lnTo>
                <a:lnTo>
                  <a:pt x="959143" y="48922"/>
                </a:lnTo>
                <a:lnTo>
                  <a:pt x="959401" y="48783"/>
                </a:lnTo>
                <a:lnTo>
                  <a:pt x="959654" y="48635"/>
                </a:lnTo>
                <a:lnTo>
                  <a:pt x="959902" y="48477"/>
                </a:lnTo>
                <a:lnTo>
                  <a:pt x="960144" y="48309"/>
                </a:lnTo>
                <a:lnTo>
                  <a:pt x="960381" y="48132"/>
                </a:lnTo>
                <a:lnTo>
                  <a:pt x="960613" y="47946"/>
                </a:lnTo>
                <a:lnTo>
                  <a:pt x="960839" y="47750"/>
                </a:lnTo>
                <a:lnTo>
                  <a:pt x="961060" y="47544"/>
                </a:lnTo>
                <a:lnTo>
                  <a:pt x="961276" y="47329"/>
                </a:lnTo>
                <a:lnTo>
                  <a:pt x="961486" y="47104"/>
                </a:lnTo>
                <a:lnTo>
                  <a:pt x="961690" y="46867"/>
                </a:lnTo>
                <a:lnTo>
                  <a:pt x="961884" y="46617"/>
                </a:lnTo>
                <a:lnTo>
                  <a:pt x="962070" y="46353"/>
                </a:lnTo>
                <a:lnTo>
                  <a:pt x="962248" y="46075"/>
                </a:lnTo>
                <a:lnTo>
                  <a:pt x="962417" y="45783"/>
                </a:lnTo>
                <a:lnTo>
                  <a:pt x="962577" y="45477"/>
                </a:lnTo>
                <a:lnTo>
                  <a:pt x="962728" y="45158"/>
                </a:lnTo>
                <a:lnTo>
                  <a:pt x="962871" y="44825"/>
                </a:lnTo>
                <a:lnTo>
                  <a:pt x="963005" y="44478"/>
                </a:lnTo>
                <a:lnTo>
                  <a:pt x="963131" y="44117"/>
                </a:lnTo>
                <a:lnTo>
                  <a:pt x="963248" y="43742"/>
                </a:lnTo>
                <a:lnTo>
                  <a:pt x="963356" y="43353"/>
                </a:lnTo>
                <a:lnTo>
                  <a:pt x="963455" y="42951"/>
                </a:lnTo>
                <a:lnTo>
                  <a:pt x="963546" y="42535"/>
                </a:lnTo>
                <a:lnTo>
                  <a:pt x="963629" y="42105"/>
                </a:lnTo>
                <a:lnTo>
                  <a:pt x="963702" y="41661"/>
                </a:lnTo>
                <a:lnTo>
                  <a:pt x="963767" y="41203"/>
                </a:lnTo>
                <a:lnTo>
                  <a:pt x="963823" y="40732"/>
                </a:lnTo>
                <a:lnTo>
                  <a:pt x="963871" y="40247"/>
                </a:lnTo>
                <a:lnTo>
                  <a:pt x="963910" y="39748"/>
                </a:lnTo>
                <a:lnTo>
                  <a:pt x="963940" y="39235"/>
                </a:lnTo>
                <a:lnTo>
                  <a:pt x="963962" y="38708"/>
                </a:lnTo>
                <a:lnTo>
                  <a:pt x="963975" y="38167"/>
                </a:lnTo>
                <a:lnTo>
                  <a:pt x="963979" y="37613"/>
                </a:lnTo>
                <a:lnTo>
                  <a:pt x="963979" y="2624"/>
                </a:lnTo>
                <a:lnTo>
                  <a:pt x="871084" y="2624"/>
                </a:lnTo>
                <a:lnTo>
                  <a:pt x="871084" y="37613"/>
                </a:lnTo>
                <a:lnTo>
                  <a:pt x="871088" y="38167"/>
                </a:lnTo>
                <a:lnTo>
                  <a:pt x="871101" y="38708"/>
                </a:lnTo>
                <a:lnTo>
                  <a:pt x="871123" y="39235"/>
                </a:lnTo>
                <a:lnTo>
                  <a:pt x="871153" y="39748"/>
                </a:lnTo>
                <a:lnTo>
                  <a:pt x="871192" y="40247"/>
                </a:lnTo>
                <a:lnTo>
                  <a:pt x="871239" y="40732"/>
                </a:lnTo>
                <a:lnTo>
                  <a:pt x="871296" y="41203"/>
                </a:lnTo>
                <a:lnTo>
                  <a:pt x="871361" y="41661"/>
                </a:lnTo>
                <a:lnTo>
                  <a:pt x="871434" y="42105"/>
                </a:lnTo>
                <a:lnTo>
                  <a:pt x="871516" y="42535"/>
                </a:lnTo>
                <a:lnTo>
                  <a:pt x="871607" y="42951"/>
                </a:lnTo>
                <a:lnTo>
                  <a:pt x="871707" y="43353"/>
                </a:lnTo>
                <a:lnTo>
                  <a:pt x="871815" y="43742"/>
                </a:lnTo>
                <a:lnTo>
                  <a:pt x="871932" y="44117"/>
                </a:lnTo>
                <a:lnTo>
                  <a:pt x="872057" y="44478"/>
                </a:lnTo>
                <a:lnTo>
                  <a:pt x="872192" y="44825"/>
                </a:lnTo>
                <a:lnTo>
                  <a:pt x="872334" y="45158"/>
                </a:lnTo>
                <a:lnTo>
                  <a:pt x="872486" y="45477"/>
                </a:lnTo>
                <a:lnTo>
                  <a:pt x="872646" y="45783"/>
                </a:lnTo>
                <a:lnTo>
                  <a:pt x="872815" y="46075"/>
                </a:lnTo>
                <a:lnTo>
                  <a:pt x="872992" y="46353"/>
                </a:lnTo>
                <a:lnTo>
                  <a:pt x="873178" y="46617"/>
                </a:lnTo>
                <a:lnTo>
                  <a:pt x="873373" y="46867"/>
                </a:lnTo>
                <a:lnTo>
                  <a:pt x="873577" y="47104"/>
                </a:lnTo>
                <a:lnTo>
                  <a:pt x="873787" y="47329"/>
                </a:lnTo>
                <a:lnTo>
                  <a:pt x="874002" y="47544"/>
                </a:lnTo>
                <a:lnTo>
                  <a:pt x="874222" y="47750"/>
                </a:lnTo>
                <a:lnTo>
                  <a:pt x="874448" y="47946"/>
                </a:lnTo>
                <a:lnTo>
                  <a:pt x="874678" y="48132"/>
                </a:lnTo>
                <a:lnTo>
                  <a:pt x="874913" y="48309"/>
                </a:lnTo>
                <a:lnTo>
                  <a:pt x="875154" y="48477"/>
                </a:lnTo>
                <a:lnTo>
                  <a:pt x="875399" y="48635"/>
                </a:lnTo>
                <a:lnTo>
                  <a:pt x="875649" y="48783"/>
                </a:lnTo>
                <a:lnTo>
                  <a:pt x="875905" y="48922"/>
                </a:lnTo>
                <a:lnTo>
                  <a:pt x="876165" y="49051"/>
                </a:lnTo>
                <a:lnTo>
                  <a:pt x="876430" y="49170"/>
                </a:lnTo>
                <a:lnTo>
                  <a:pt x="876701" y="49280"/>
                </a:lnTo>
                <a:lnTo>
                  <a:pt x="876976" y="49381"/>
                </a:lnTo>
                <a:lnTo>
                  <a:pt x="877257" y="49472"/>
                </a:lnTo>
                <a:lnTo>
                  <a:pt x="877542" y="49553"/>
                </a:lnTo>
                <a:lnTo>
                  <a:pt x="877832" y="49625"/>
                </a:lnTo>
                <a:lnTo>
                  <a:pt x="878128" y="49687"/>
                </a:lnTo>
                <a:lnTo>
                  <a:pt x="878428" y="49740"/>
                </a:lnTo>
                <a:lnTo>
                  <a:pt x="878734" y="49783"/>
                </a:lnTo>
                <a:lnTo>
                  <a:pt x="879044" y="49816"/>
                </a:lnTo>
                <a:lnTo>
                  <a:pt x="879360" y="49840"/>
                </a:lnTo>
                <a:lnTo>
                  <a:pt x="879680" y="49854"/>
                </a:lnTo>
                <a:lnTo>
                  <a:pt x="880006" y="49859"/>
                </a:lnTo>
                <a:lnTo>
                  <a:pt x="880338" y="49854"/>
                </a:lnTo>
                <a:lnTo>
                  <a:pt x="880666" y="49840"/>
                </a:lnTo>
                <a:lnTo>
                  <a:pt x="880988" y="49816"/>
                </a:lnTo>
                <a:lnTo>
                  <a:pt x="881305" y="49783"/>
                </a:lnTo>
                <a:lnTo>
                  <a:pt x="881616" y="49740"/>
                </a:lnTo>
                <a:lnTo>
                  <a:pt x="881922" y="49687"/>
                </a:lnTo>
                <a:lnTo>
                  <a:pt x="882223" y="49625"/>
                </a:lnTo>
                <a:lnTo>
                  <a:pt x="882518" y="49553"/>
                </a:lnTo>
                <a:lnTo>
                  <a:pt x="882808" y="49472"/>
                </a:lnTo>
                <a:lnTo>
                  <a:pt x="883093" y="49381"/>
                </a:lnTo>
                <a:lnTo>
                  <a:pt x="883373" y="49280"/>
                </a:lnTo>
                <a:lnTo>
                  <a:pt x="883647" y="49170"/>
                </a:lnTo>
                <a:lnTo>
                  <a:pt x="883916" y="49051"/>
                </a:lnTo>
                <a:lnTo>
                  <a:pt x="884179" y="48922"/>
                </a:lnTo>
                <a:lnTo>
                  <a:pt x="884437" y="48783"/>
                </a:lnTo>
                <a:lnTo>
                  <a:pt x="884690" y="48635"/>
                </a:lnTo>
                <a:lnTo>
                  <a:pt x="884938" y="48477"/>
                </a:lnTo>
                <a:lnTo>
                  <a:pt x="885180" y="48309"/>
                </a:lnTo>
                <a:lnTo>
                  <a:pt x="885417" y="48132"/>
                </a:lnTo>
                <a:lnTo>
                  <a:pt x="885649" y="47946"/>
                </a:lnTo>
                <a:lnTo>
                  <a:pt x="885875" y="47750"/>
                </a:lnTo>
                <a:lnTo>
                  <a:pt x="886096" y="47544"/>
                </a:lnTo>
                <a:lnTo>
                  <a:pt x="886312" y="47329"/>
                </a:lnTo>
                <a:lnTo>
                  <a:pt x="886522" y="47104"/>
                </a:lnTo>
                <a:lnTo>
                  <a:pt x="886726" y="46867"/>
                </a:lnTo>
                <a:lnTo>
                  <a:pt x="886921" y="46617"/>
                </a:lnTo>
                <a:lnTo>
                  <a:pt x="887107" y="46353"/>
                </a:lnTo>
                <a:lnTo>
                  <a:pt x="887284" y="46075"/>
                </a:lnTo>
                <a:lnTo>
                  <a:pt x="887453" y="45783"/>
                </a:lnTo>
                <a:lnTo>
                  <a:pt x="887613" y="45477"/>
                </a:lnTo>
                <a:lnTo>
                  <a:pt x="887765" y="45158"/>
                </a:lnTo>
                <a:lnTo>
                  <a:pt x="887907" y="44825"/>
                </a:lnTo>
                <a:lnTo>
                  <a:pt x="888042" y="44478"/>
                </a:lnTo>
                <a:lnTo>
                  <a:pt x="888167" y="44117"/>
                </a:lnTo>
                <a:lnTo>
                  <a:pt x="888284" y="43742"/>
                </a:lnTo>
                <a:lnTo>
                  <a:pt x="888392" y="43353"/>
                </a:lnTo>
                <a:lnTo>
                  <a:pt x="888492" y="42951"/>
                </a:lnTo>
                <a:lnTo>
                  <a:pt x="888583" y="42535"/>
                </a:lnTo>
                <a:lnTo>
                  <a:pt x="888665" y="42105"/>
                </a:lnTo>
                <a:lnTo>
                  <a:pt x="888738" y="41661"/>
                </a:lnTo>
                <a:lnTo>
                  <a:pt x="888803" y="41203"/>
                </a:lnTo>
                <a:lnTo>
                  <a:pt x="888860" y="40732"/>
                </a:lnTo>
                <a:lnTo>
                  <a:pt x="888907" y="40247"/>
                </a:lnTo>
                <a:lnTo>
                  <a:pt x="888946" y="39748"/>
                </a:lnTo>
                <a:lnTo>
                  <a:pt x="888976" y="39235"/>
                </a:lnTo>
                <a:lnTo>
                  <a:pt x="888998" y="38708"/>
                </a:lnTo>
                <a:lnTo>
                  <a:pt x="889011" y="38167"/>
                </a:lnTo>
                <a:lnTo>
                  <a:pt x="889015" y="37613"/>
                </a:lnTo>
                <a:lnTo>
                  <a:pt x="889015" y="20643"/>
                </a:lnTo>
                <a:lnTo>
                  <a:pt x="908434" y="20643"/>
                </a:lnTo>
                <a:lnTo>
                  <a:pt x="908434" y="90796"/>
                </a:lnTo>
                <a:lnTo>
                  <a:pt x="896451" y="90796"/>
                </a:lnTo>
                <a:lnTo>
                  <a:pt x="895918" y="90800"/>
                </a:lnTo>
                <a:lnTo>
                  <a:pt x="895398" y="90813"/>
                </a:lnTo>
                <a:lnTo>
                  <a:pt x="894890" y="90834"/>
                </a:lnTo>
                <a:lnTo>
                  <a:pt x="894396" y="90864"/>
                </a:lnTo>
                <a:lnTo>
                  <a:pt x="893915" y="90902"/>
                </a:lnTo>
                <a:lnTo>
                  <a:pt x="893446" y="90949"/>
                </a:lnTo>
                <a:lnTo>
                  <a:pt x="892991" y="91005"/>
                </a:lnTo>
                <a:lnTo>
                  <a:pt x="892548" y="91068"/>
                </a:lnTo>
                <a:lnTo>
                  <a:pt x="892119" y="91141"/>
                </a:lnTo>
                <a:lnTo>
                  <a:pt x="891702" y="91221"/>
                </a:lnTo>
                <a:lnTo>
                  <a:pt x="891298" y="91311"/>
                </a:lnTo>
                <a:lnTo>
                  <a:pt x="890907" y="91408"/>
                </a:lnTo>
                <a:lnTo>
                  <a:pt x="890529" y="91515"/>
                </a:lnTo>
                <a:lnTo>
                  <a:pt x="890164" y="91630"/>
                </a:lnTo>
                <a:lnTo>
                  <a:pt x="889812" y="91753"/>
                </a:lnTo>
                <a:lnTo>
                  <a:pt x="889472" y="91885"/>
                </a:lnTo>
                <a:lnTo>
                  <a:pt x="889146" y="92025"/>
                </a:lnTo>
                <a:lnTo>
                  <a:pt x="888832" y="92174"/>
                </a:lnTo>
                <a:lnTo>
                  <a:pt x="888532" y="92331"/>
                </a:lnTo>
                <a:lnTo>
                  <a:pt x="888244" y="92497"/>
                </a:lnTo>
                <a:lnTo>
                  <a:pt x="887969" y="92671"/>
                </a:lnTo>
                <a:lnTo>
                  <a:pt x="887707" y="92854"/>
                </a:lnTo>
                <a:lnTo>
                  <a:pt x="887458" y="93046"/>
                </a:lnTo>
                <a:lnTo>
                  <a:pt x="887222" y="93245"/>
                </a:lnTo>
                <a:lnTo>
                  <a:pt x="886997" y="93452"/>
                </a:lnTo>
                <a:lnTo>
                  <a:pt x="886782" y="93665"/>
                </a:lnTo>
                <a:lnTo>
                  <a:pt x="886576" y="93882"/>
                </a:lnTo>
                <a:lnTo>
                  <a:pt x="886380" y="94106"/>
                </a:lnTo>
                <a:lnTo>
                  <a:pt x="886194" y="94334"/>
                </a:lnTo>
                <a:lnTo>
                  <a:pt x="886017" y="94568"/>
                </a:lnTo>
                <a:lnTo>
                  <a:pt x="885849" y="94808"/>
                </a:lnTo>
                <a:lnTo>
                  <a:pt x="885691" y="95053"/>
                </a:lnTo>
                <a:lnTo>
                  <a:pt x="885543" y="95304"/>
                </a:lnTo>
                <a:lnTo>
                  <a:pt x="885404" y="95560"/>
                </a:lnTo>
                <a:lnTo>
                  <a:pt x="885275" y="95821"/>
                </a:lnTo>
                <a:lnTo>
                  <a:pt x="885156" y="96088"/>
                </a:lnTo>
                <a:lnTo>
                  <a:pt x="885046" y="96361"/>
                </a:lnTo>
                <a:lnTo>
                  <a:pt x="884945" y="96639"/>
                </a:lnTo>
                <a:lnTo>
                  <a:pt x="884854" y="96922"/>
                </a:lnTo>
                <a:lnTo>
                  <a:pt x="884773" y="97211"/>
                </a:lnTo>
                <a:lnTo>
                  <a:pt x="884701" y="97505"/>
                </a:lnTo>
                <a:lnTo>
                  <a:pt x="884639" y="97805"/>
                </a:lnTo>
                <a:lnTo>
                  <a:pt x="884586" y="98110"/>
                </a:lnTo>
                <a:lnTo>
                  <a:pt x="884543" y="98421"/>
                </a:lnTo>
                <a:lnTo>
                  <a:pt x="884510" y="98737"/>
                </a:lnTo>
                <a:lnTo>
                  <a:pt x="884486" y="99059"/>
                </a:lnTo>
                <a:lnTo>
                  <a:pt x="884472" y="99386"/>
                </a:lnTo>
                <a:lnTo>
                  <a:pt x="884467" y="99718"/>
                </a:lnTo>
                <a:lnTo>
                  <a:pt x="884472" y="100051"/>
                </a:lnTo>
                <a:lnTo>
                  <a:pt x="884486" y="100379"/>
                </a:lnTo>
                <a:lnTo>
                  <a:pt x="884510" y="100701"/>
                </a:lnTo>
                <a:lnTo>
                  <a:pt x="884543" y="101018"/>
                </a:lnTo>
                <a:lnTo>
                  <a:pt x="884586" y="101330"/>
                </a:lnTo>
                <a:lnTo>
                  <a:pt x="884639" y="101637"/>
                </a:lnTo>
                <a:lnTo>
                  <a:pt x="884701" y="101939"/>
                </a:lnTo>
                <a:lnTo>
                  <a:pt x="884773" y="102236"/>
                </a:lnTo>
                <a:lnTo>
                  <a:pt x="884854" y="102527"/>
                </a:lnTo>
                <a:lnTo>
                  <a:pt x="884945" y="102813"/>
                </a:lnTo>
                <a:lnTo>
                  <a:pt x="885046" y="103094"/>
                </a:lnTo>
                <a:lnTo>
                  <a:pt x="885156" y="103370"/>
                </a:lnTo>
                <a:lnTo>
                  <a:pt x="885275" y="103641"/>
                </a:lnTo>
                <a:lnTo>
                  <a:pt x="885404" y="103907"/>
                </a:lnTo>
                <a:lnTo>
                  <a:pt x="885543" y="104167"/>
                </a:lnTo>
                <a:lnTo>
                  <a:pt x="885691" y="104422"/>
                </a:lnTo>
                <a:lnTo>
                  <a:pt x="885849" y="104672"/>
                </a:lnTo>
                <a:lnTo>
                  <a:pt x="886017" y="104917"/>
                </a:lnTo>
                <a:lnTo>
                  <a:pt x="886194" y="105157"/>
                </a:lnTo>
                <a:lnTo>
                  <a:pt x="886380" y="105392"/>
                </a:lnTo>
                <a:lnTo>
                  <a:pt x="886576" y="105621"/>
                </a:lnTo>
                <a:lnTo>
                  <a:pt x="886782" y="105846"/>
                </a:lnTo>
                <a:lnTo>
                  <a:pt x="886997" y="106065"/>
                </a:lnTo>
                <a:lnTo>
                  <a:pt x="887222" y="106279"/>
                </a:lnTo>
                <a:lnTo>
                  <a:pt x="887458" y="106486"/>
                </a:lnTo>
                <a:lnTo>
                  <a:pt x="887707" y="106684"/>
                </a:lnTo>
                <a:lnTo>
                  <a:pt x="887969" y="106873"/>
                </a:lnTo>
                <a:lnTo>
                  <a:pt x="888244" y="107054"/>
                </a:lnTo>
                <a:lnTo>
                  <a:pt x="888532" y="107226"/>
                </a:lnTo>
                <a:lnTo>
                  <a:pt x="888832" y="107389"/>
                </a:lnTo>
                <a:lnTo>
                  <a:pt x="889146" y="107543"/>
                </a:lnTo>
                <a:lnTo>
                  <a:pt x="889472" y="107688"/>
                </a:lnTo>
                <a:lnTo>
                  <a:pt x="889812" y="107825"/>
                </a:lnTo>
                <a:lnTo>
                  <a:pt x="890164" y="107952"/>
                </a:lnTo>
                <a:lnTo>
                  <a:pt x="890529" y="108071"/>
                </a:lnTo>
                <a:lnTo>
                  <a:pt x="890907" y="108181"/>
                </a:lnTo>
                <a:lnTo>
                  <a:pt x="891298" y="108283"/>
                </a:lnTo>
                <a:lnTo>
                  <a:pt x="891702" y="108375"/>
                </a:lnTo>
                <a:lnTo>
                  <a:pt x="892119" y="108459"/>
                </a:lnTo>
                <a:lnTo>
                  <a:pt x="892548" y="108534"/>
                </a:lnTo>
                <a:lnTo>
                  <a:pt x="892991" y="108600"/>
                </a:lnTo>
                <a:lnTo>
                  <a:pt x="893446" y="108657"/>
                </a:lnTo>
                <a:lnTo>
                  <a:pt x="893915" y="108705"/>
                </a:lnTo>
                <a:lnTo>
                  <a:pt x="894396" y="108745"/>
                </a:lnTo>
                <a:lnTo>
                  <a:pt x="894890" y="108776"/>
                </a:lnTo>
                <a:lnTo>
                  <a:pt x="895398" y="108798"/>
                </a:lnTo>
                <a:lnTo>
                  <a:pt x="895918" y="108811"/>
                </a:lnTo>
                <a:lnTo>
                  <a:pt x="896451" y="108815"/>
                </a:lnTo>
                <a:lnTo>
                  <a:pt x="938437" y="108815"/>
                </a:lnTo>
                <a:lnTo>
                  <a:pt x="938970" y="108811"/>
                </a:lnTo>
                <a:lnTo>
                  <a:pt x="939490" y="108798"/>
                </a:lnTo>
                <a:lnTo>
                  <a:pt x="939997" y="108776"/>
                </a:lnTo>
                <a:lnTo>
                  <a:pt x="940492" y="108746"/>
                </a:lnTo>
                <a:lnTo>
                  <a:pt x="940973" y="108707"/>
                </a:lnTo>
                <a:lnTo>
                  <a:pt x="941441" y="108660"/>
                </a:lnTo>
                <a:lnTo>
                  <a:pt x="941897" y="108603"/>
                </a:lnTo>
                <a:lnTo>
                  <a:pt x="942339" y="108538"/>
                </a:lnTo>
                <a:lnTo>
                  <a:pt x="942769" y="108465"/>
                </a:lnTo>
                <a:lnTo>
                  <a:pt x="943186" y="108383"/>
                </a:lnTo>
                <a:lnTo>
                  <a:pt x="943590" y="108292"/>
                </a:lnTo>
                <a:lnTo>
                  <a:pt x="943981" y="108192"/>
                </a:lnTo>
                <a:lnTo>
                  <a:pt x="944359" y="108084"/>
                </a:lnTo>
                <a:lnTo>
                  <a:pt x="944724" y="107967"/>
                </a:lnTo>
                <a:lnTo>
                  <a:pt x="945076" y="107842"/>
                </a:lnTo>
                <a:lnTo>
                  <a:pt x="945416" y="107707"/>
                </a:lnTo>
                <a:lnTo>
                  <a:pt x="945742" y="107565"/>
                </a:lnTo>
                <a:lnTo>
                  <a:pt x="946056" y="107413"/>
                </a:lnTo>
                <a:lnTo>
                  <a:pt x="946356" y="107253"/>
                </a:lnTo>
                <a:lnTo>
                  <a:pt x="946644" y="107084"/>
                </a:lnTo>
                <a:lnTo>
                  <a:pt x="946919" y="106907"/>
                </a:lnTo>
                <a:lnTo>
                  <a:pt x="947180" y="106721"/>
                </a:lnTo>
                <a:lnTo>
                  <a:pt x="947429" y="106526"/>
                </a:lnTo>
                <a:lnTo>
                  <a:pt x="947666" y="106322"/>
                </a:lnTo>
                <a:lnTo>
                  <a:pt x="947890" y="106112"/>
                </a:lnTo>
                <a:lnTo>
                  <a:pt x="948106" y="105896"/>
                </a:lnTo>
                <a:lnTo>
                  <a:pt x="948311" y="105675"/>
                </a:lnTo>
                <a:lnTo>
                  <a:pt x="948507" y="105449"/>
                </a:lnTo>
                <a:lnTo>
                  <a:pt x="948694" y="105217"/>
                </a:lnTo>
                <a:lnTo>
                  <a:pt x="948871" y="104980"/>
                </a:lnTo>
                <a:lnTo>
                  <a:pt x="949038" y="104738"/>
                </a:lnTo>
                <a:lnTo>
                  <a:pt x="949196" y="104490"/>
                </a:lnTo>
                <a:lnTo>
                  <a:pt x="949345" y="104237"/>
                </a:lnTo>
                <a:lnTo>
                  <a:pt x="949483" y="103979"/>
                </a:lnTo>
                <a:lnTo>
                  <a:pt x="949612" y="103716"/>
                </a:lnTo>
                <a:lnTo>
                  <a:pt x="949732" y="103447"/>
                </a:lnTo>
                <a:lnTo>
                  <a:pt x="949842" y="103173"/>
                </a:lnTo>
                <a:lnTo>
                  <a:pt x="949943" y="102893"/>
                </a:lnTo>
                <a:lnTo>
                  <a:pt x="950033" y="102608"/>
                </a:lnTo>
                <a:lnTo>
                  <a:pt x="950115" y="102318"/>
                </a:lnTo>
                <a:lnTo>
                  <a:pt x="950187" y="102023"/>
                </a:lnTo>
                <a:lnTo>
                  <a:pt x="950249" y="101722"/>
                </a:lnTo>
                <a:lnTo>
                  <a:pt x="950301" y="101416"/>
                </a:lnTo>
                <a:lnTo>
                  <a:pt x="950344" y="101105"/>
                </a:lnTo>
                <a:lnTo>
                  <a:pt x="950378" y="100788"/>
                </a:lnTo>
                <a:lnTo>
                  <a:pt x="950402" y="100466"/>
                </a:lnTo>
                <a:lnTo>
                  <a:pt x="950416" y="100138"/>
                </a:lnTo>
                <a:lnTo>
                  <a:pt x="950421" y="99806"/>
                </a:lnTo>
                <a:lnTo>
                  <a:pt x="950416" y="99473"/>
                </a:lnTo>
                <a:lnTo>
                  <a:pt x="950402" y="99146"/>
                </a:lnTo>
                <a:lnTo>
                  <a:pt x="950378" y="98824"/>
                </a:lnTo>
                <a:lnTo>
                  <a:pt x="950344" y="98507"/>
                </a:lnTo>
                <a:lnTo>
                  <a:pt x="950301" y="98196"/>
                </a:lnTo>
                <a:lnTo>
                  <a:pt x="950249" y="97890"/>
                </a:lnTo>
                <a:lnTo>
                  <a:pt x="950187" y="97589"/>
                </a:lnTo>
                <a:lnTo>
                  <a:pt x="950115" y="97293"/>
                </a:lnTo>
                <a:lnTo>
                  <a:pt x="950033" y="97003"/>
                </a:lnTo>
                <a:lnTo>
                  <a:pt x="949943" y="96718"/>
                </a:lnTo>
                <a:lnTo>
                  <a:pt x="949842" y="96439"/>
                </a:lnTo>
                <a:lnTo>
                  <a:pt x="949732" y="96165"/>
                </a:lnTo>
                <a:lnTo>
                  <a:pt x="949612" y="95896"/>
                </a:lnTo>
                <a:lnTo>
                  <a:pt x="949483" y="95632"/>
                </a:lnTo>
                <a:lnTo>
                  <a:pt x="949345" y="95374"/>
                </a:lnTo>
                <a:lnTo>
                  <a:pt x="949196" y="95121"/>
                </a:lnTo>
                <a:lnTo>
                  <a:pt x="949038" y="94874"/>
                </a:lnTo>
                <a:lnTo>
                  <a:pt x="948871" y="94631"/>
                </a:lnTo>
                <a:lnTo>
                  <a:pt x="948694" y="94394"/>
                </a:lnTo>
                <a:lnTo>
                  <a:pt x="948507" y="94163"/>
                </a:lnTo>
                <a:lnTo>
                  <a:pt x="948311" y="93936"/>
                </a:lnTo>
                <a:lnTo>
                  <a:pt x="948106" y="93715"/>
                </a:lnTo>
                <a:lnTo>
                  <a:pt x="947890" y="93500"/>
                </a:lnTo>
                <a:lnTo>
                  <a:pt x="947666" y="93289"/>
                </a:lnTo>
                <a:lnTo>
                  <a:pt x="947429" y="93086"/>
                </a:lnTo>
                <a:lnTo>
                  <a:pt x="947180" y="92891"/>
                </a:lnTo>
                <a:lnTo>
                  <a:pt x="946919" y="92705"/>
                </a:lnTo>
                <a:lnTo>
                  <a:pt x="946644" y="92527"/>
                </a:lnTo>
                <a:lnTo>
                  <a:pt x="946356" y="92359"/>
                </a:lnTo>
                <a:lnTo>
                  <a:pt x="946056" y="92198"/>
                </a:lnTo>
                <a:lnTo>
                  <a:pt x="945742" y="92047"/>
                </a:lnTo>
                <a:lnTo>
                  <a:pt x="945416" y="91904"/>
                </a:lnTo>
                <a:lnTo>
                  <a:pt x="945076" y="91770"/>
                </a:lnTo>
                <a:lnTo>
                  <a:pt x="944724" y="91644"/>
                </a:lnTo>
                <a:lnTo>
                  <a:pt x="944359" y="91528"/>
                </a:lnTo>
                <a:lnTo>
                  <a:pt x="943981" y="91419"/>
                </a:lnTo>
                <a:lnTo>
                  <a:pt x="943590" y="91320"/>
                </a:lnTo>
                <a:lnTo>
                  <a:pt x="943186" y="91229"/>
                </a:lnTo>
                <a:lnTo>
                  <a:pt x="942769" y="91147"/>
                </a:lnTo>
                <a:lnTo>
                  <a:pt x="942339" y="91073"/>
                </a:lnTo>
                <a:lnTo>
                  <a:pt x="941897" y="91008"/>
                </a:lnTo>
                <a:lnTo>
                  <a:pt x="941441" y="90952"/>
                </a:lnTo>
                <a:lnTo>
                  <a:pt x="940973" y="90904"/>
                </a:lnTo>
                <a:lnTo>
                  <a:pt x="940492" y="90865"/>
                </a:lnTo>
                <a:lnTo>
                  <a:pt x="939997" y="90835"/>
                </a:lnTo>
                <a:lnTo>
                  <a:pt x="939490" y="90813"/>
                </a:lnTo>
                <a:lnTo>
                  <a:pt x="938970" y="90800"/>
                </a:lnTo>
                <a:lnTo>
                  <a:pt x="938437" y="90796"/>
                </a:lnTo>
                <a:lnTo>
                  <a:pt x="926366" y="90796"/>
                </a:lnTo>
                <a:lnTo>
                  <a:pt x="926366" y="20643"/>
                </a:lnTo>
                <a:lnTo>
                  <a:pt x="946047" y="20643"/>
                </a:lnTo>
                <a:lnTo>
                  <a:pt x="946047" y="37613"/>
                </a:lnTo>
                <a:lnTo>
                  <a:pt x="946052" y="38167"/>
                </a:lnTo>
                <a:close/>
                <a:moveTo>
                  <a:pt x="1135594" y="70524"/>
                </a:moveTo>
                <a:lnTo>
                  <a:pt x="1136879" y="71417"/>
                </a:lnTo>
                <a:lnTo>
                  <a:pt x="1138191" y="72403"/>
                </a:lnTo>
                <a:lnTo>
                  <a:pt x="1139528" y="73482"/>
                </a:lnTo>
                <a:lnTo>
                  <a:pt x="1140892" y="74655"/>
                </a:lnTo>
                <a:lnTo>
                  <a:pt x="1142281" y="75920"/>
                </a:lnTo>
                <a:lnTo>
                  <a:pt x="1143696" y="77278"/>
                </a:lnTo>
                <a:lnTo>
                  <a:pt x="1145136" y="78729"/>
                </a:lnTo>
                <a:lnTo>
                  <a:pt x="1146603" y="80274"/>
                </a:lnTo>
                <a:lnTo>
                  <a:pt x="1148095" y="81911"/>
                </a:lnTo>
                <a:lnTo>
                  <a:pt x="1149613" y="83641"/>
                </a:lnTo>
                <a:lnTo>
                  <a:pt x="1151157" y="85465"/>
                </a:lnTo>
                <a:lnTo>
                  <a:pt x="1152727" y="87381"/>
                </a:lnTo>
                <a:lnTo>
                  <a:pt x="1154323" y="89391"/>
                </a:lnTo>
                <a:lnTo>
                  <a:pt x="1155944" y="91493"/>
                </a:lnTo>
                <a:lnTo>
                  <a:pt x="1157592" y="93689"/>
                </a:lnTo>
                <a:lnTo>
                  <a:pt x="1159265" y="95977"/>
                </a:lnTo>
                <a:lnTo>
                  <a:pt x="1160963" y="98359"/>
                </a:lnTo>
                <a:lnTo>
                  <a:pt x="1162688" y="100833"/>
                </a:lnTo>
                <a:lnTo>
                  <a:pt x="1164439" y="103401"/>
                </a:lnTo>
                <a:lnTo>
                  <a:pt x="1166215" y="106062"/>
                </a:lnTo>
                <a:lnTo>
                  <a:pt x="1168017" y="108815"/>
                </a:lnTo>
                <a:lnTo>
                  <a:pt x="1178251" y="108815"/>
                </a:lnTo>
                <a:lnTo>
                  <a:pt x="1178784" y="108811"/>
                </a:lnTo>
                <a:lnTo>
                  <a:pt x="1179304" y="108798"/>
                </a:lnTo>
                <a:lnTo>
                  <a:pt x="1179811" y="108776"/>
                </a:lnTo>
                <a:lnTo>
                  <a:pt x="1180305" y="108746"/>
                </a:lnTo>
                <a:lnTo>
                  <a:pt x="1180785" y="108707"/>
                </a:lnTo>
                <a:lnTo>
                  <a:pt x="1181253" y="108660"/>
                </a:lnTo>
                <a:lnTo>
                  <a:pt x="1181707" y="108603"/>
                </a:lnTo>
                <a:lnTo>
                  <a:pt x="1182149" y="108538"/>
                </a:lnTo>
                <a:lnTo>
                  <a:pt x="1182577" y="108465"/>
                </a:lnTo>
                <a:lnTo>
                  <a:pt x="1182992" y="108383"/>
                </a:lnTo>
                <a:lnTo>
                  <a:pt x="1183395" y="108292"/>
                </a:lnTo>
                <a:lnTo>
                  <a:pt x="1183784" y="108192"/>
                </a:lnTo>
                <a:lnTo>
                  <a:pt x="1184160" y="108084"/>
                </a:lnTo>
                <a:lnTo>
                  <a:pt x="1184523" y="107967"/>
                </a:lnTo>
                <a:lnTo>
                  <a:pt x="1184873" y="107842"/>
                </a:lnTo>
                <a:lnTo>
                  <a:pt x="1185210" y="107707"/>
                </a:lnTo>
                <a:lnTo>
                  <a:pt x="1185534" y="107565"/>
                </a:lnTo>
                <a:lnTo>
                  <a:pt x="1185845" y="107413"/>
                </a:lnTo>
                <a:lnTo>
                  <a:pt x="1186143" y="107253"/>
                </a:lnTo>
                <a:lnTo>
                  <a:pt x="1186428" y="107084"/>
                </a:lnTo>
                <a:lnTo>
                  <a:pt x="1186699" y="106907"/>
                </a:lnTo>
                <a:lnTo>
                  <a:pt x="1186958" y="106721"/>
                </a:lnTo>
                <a:lnTo>
                  <a:pt x="1187203" y="106526"/>
                </a:lnTo>
                <a:lnTo>
                  <a:pt x="1187436" y="106322"/>
                </a:lnTo>
                <a:lnTo>
                  <a:pt x="1187657" y="106112"/>
                </a:lnTo>
                <a:lnTo>
                  <a:pt x="1187869" y="105896"/>
                </a:lnTo>
                <a:lnTo>
                  <a:pt x="1188071" y="105675"/>
                </a:lnTo>
                <a:lnTo>
                  <a:pt x="1188264" y="105449"/>
                </a:lnTo>
                <a:lnTo>
                  <a:pt x="1188448" y="105217"/>
                </a:lnTo>
                <a:lnTo>
                  <a:pt x="1188622" y="104980"/>
                </a:lnTo>
                <a:lnTo>
                  <a:pt x="1188787" y="104738"/>
                </a:lnTo>
                <a:lnTo>
                  <a:pt x="1188942" y="104490"/>
                </a:lnTo>
                <a:lnTo>
                  <a:pt x="1189088" y="104237"/>
                </a:lnTo>
                <a:lnTo>
                  <a:pt x="1189225" y="103979"/>
                </a:lnTo>
                <a:lnTo>
                  <a:pt x="1189352" y="103716"/>
                </a:lnTo>
                <a:lnTo>
                  <a:pt x="1189470" y="103447"/>
                </a:lnTo>
                <a:lnTo>
                  <a:pt x="1189578" y="103173"/>
                </a:lnTo>
                <a:lnTo>
                  <a:pt x="1189677" y="102893"/>
                </a:lnTo>
                <a:lnTo>
                  <a:pt x="1189766" y="102608"/>
                </a:lnTo>
                <a:lnTo>
                  <a:pt x="1189846" y="102318"/>
                </a:lnTo>
                <a:lnTo>
                  <a:pt x="1189917" y="102023"/>
                </a:lnTo>
                <a:lnTo>
                  <a:pt x="1189978" y="101722"/>
                </a:lnTo>
                <a:lnTo>
                  <a:pt x="1190030" y="101416"/>
                </a:lnTo>
                <a:lnTo>
                  <a:pt x="1190072" y="101105"/>
                </a:lnTo>
                <a:lnTo>
                  <a:pt x="1190105" y="100788"/>
                </a:lnTo>
                <a:lnTo>
                  <a:pt x="1190129" y="100466"/>
                </a:lnTo>
                <a:lnTo>
                  <a:pt x="1190143" y="100138"/>
                </a:lnTo>
                <a:lnTo>
                  <a:pt x="1190148" y="99806"/>
                </a:lnTo>
                <a:lnTo>
                  <a:pt x="1190141" y="99472"/>
                </a:lnTo>
                <a:lnTo>
                  <a:pt x="1190120" y="99140"/>
                </a:lnTo>
                <a:lnTo>
                  <a:pt x="1190086" y="98811"/>
                </a:lnTo>
                <a:lnTo>
                  <a:pt x="1190038" y="98485"/>
                </a:lnTo>
                <a:lnTo>
                  <a:pt x="1189977" y="98161"/>
                </a:lnTo>
                <a:lnTo>
                  <a:pt x="1189902" y="97840"/>
                </a:lnTo>
                <a:lnTo>
                  <a:pt x="1189813" y="97521"/>
                </a:lnTo>
                <a:lnTo>
                  <a:pt x="1189710" y="97205"/>
                </a:lnTo>
                <a:lnTo>
                  <a:pt x="1189594" y="96891"/>
                </a:lnTo>
                <a:lnTo>
                  <a:pt x="1189464" y="96580"/>
                </a:lnTo>
                <a:lnTo>
                  <a:pt x="1189321" y="96272"/>
                </a:lnTo>
                <a:lnTo>
                  <a:pt x="1189164" y="95966"/>
                </a:lnTo>
                <a:lnTo>
                  <a:pt x="1188993" y="95663"/>
                </a:lnTo>
                <a:lnTo>
                  <a:pt x="1188808" y="95362"/>
                </a:lnTo>
                <a:lnTo>
                  <a:pt x="1188610" y="95063"/>
                </a:lnTo>
                <a:lnTo>
                  <a:pt x="1188398" y="94768"/>
                </a:lnTo>
                <a:lnTo>
                  <a:pt x="1188173" y="94474"/>
                </a:lnTo>
                <a:lnTo>
                  <a:pt x="1187933" y="94184"/>
                </a:lnTo>
                <a:lnTo>
                  <a:pt x="1187681" y="93896"/>
                </a:lnTo>
                <a:lnTo>
                  <a:pt x="1187414" y="93610"/>
                </a:lnTo>
                <a:lnTo>
                  <a:pt x="1187134" y="93327"/>
                </a:lnTo>
                <a:lnTo>
                  <a:pt x="1186840" y="93047"/>
                </a:lnTo>
                <a:lnTo>
                  <a:pt x="1186533" y="92769"/>
                </a:lnTo>
                <a:lnTo>
                  <a:pt x="1186211" y="92494"/>
                </a:lnTo>
                <a:lnTo>
                  <a:pt x="1186021" y="92355"/>
                </a:lnTo>
                <a:lnTo>
                  <a:pt x="1185815" y="92223"/>
                </a:lnTo>
                <a:lnTo>
                  <a:pt x="1185592" y="92096"/>
                </a:lnTo>
                <a:lnTo>
                  <a:pt x="1185354" y="91975"/>
                </a:lnTo>
                <a:lnTo>
                  <a:pt x="1185099" y="91860"/>
                </a:lnTo>
                <a:lnTo>
                  <a:pt x="1184828" y="91751"/>
                </a:lnTo>
                <a:lnTo>
                  <a:pt x="1184541" y="91648"/>
                </a:lnTo>
                <a:lnTo>
                  <a:pt x="1184238" y="91551"/>
                </a:lnTo>
                <a:lnTo>
                  <a:pt x="1183919" y="91459"/>
                </a:lnTo>
                <a:lnTo>
                  <a:pt x="1183584" y="91374"/>
                </a:lnTo>
                <a:lnTo>
                  <a:pt x="1183233" y="91294"/>
                </a:lnTo>
                <a:lnTo>
                  <a:pt x="1182866" y="91221"/>
                </a:lnTo>
                <a:lnTo>
                  <a:pt x="1182482" y="91153"/>
                </a:lnTo>
                <a:lnTo>
                  <a:pt x="1182083" y="91091"/>
                </a:lnTo>
                <a:lnTo>
                  <a:pt x="1181667" y="91035"/>
                </a:lnTo>
                <a:lnTo>
                  <a:pt x="1181235" y="90985"/>
                </a:lnTo>
                <a:lnTo>
                  <a:pt x="1180787" y="90941"/>
                </a:lnTo>
                <a:lnTo>
                  <a:pt x="1180323" y="90902"/>
                </a:lnTo>
                <a:lnTo>
                  <a:pt x="1179843" y="90870"/>
                </a:lnTo>
                <a:lnTo>
                  <a:pt x="1179347" y="90843"/>
                </a:lnTo>
                <a:lnTo>
                  <a:pt x="1178835" y="90823"/>
                </a:lnTo>
                <a:lnTo>
                  <a:pt x="1178307" y="90808"/>
                </a:lnTo>
                <a:lnTo>
                  <a:pt x="1177762" y="90799"/>
                </a:lnTo>
                <a:lnTo>
                  <a:pt x="1177202" y="90796"/>
                </a:lnTo>
                <a:lnTo>
                  <a:pt x="1176638" y="89928"/>
                </a:lnTo>
                <a:lnTo>
                  <a:pt x="1176084" y="89080"/>
                </a:lnTo>
                <a:lnTo>
                  <a:pt x="1175540" y="88251"/>
                </a:lnTo>
                <a:lnTo>
                  <a:pt x="1175005" y="87441"/>
                </a:lnTo>
                <a:lnTo>
                  <a:pt x="1174480" y="86651"/>
                </a:lnTo>
                <a:lnTo>
                  <a:pt x="1173965" y="85880"/>
                </a:lnTo>
                <a:lnTo>
                  <a:pt x="1173460" y="85128"/>
                </a:lnTo>
                <a:lnTo>
                  <a:pt x="1172964" y="84395"/>
                </a:lnTo>
                <a:lnTo>
                  <a:pt x="1172478" y="83682"/>
                </a:lnTo>
                <a:lnTo>
                  <a:pt x="1172002" y="82989"/>
                </a:lnTo>
                <a:lnTo>
                  <a:pt x="1171535" y="82314"/>
                </a:lnTo>
                <a:lnTo>
                  <a:pt x="1171079" y="81659"/>
                </a:lnTo>
                <a:lnTo>
                  <a:pt x="1170632" y="81024"/>
                </a:lnTo>
                <a:lnTo>
                  <a:pt x="1170194" y="80407"/>
                </a:lnTo>
                <a:lnTo>
                  <a:pt x="1169767" y="79810"/>
                </a:lnTo>
                <a:lnTo>
                  <a:pt x="1169349" y="79233"/>
                </a:lnTo>
                <a:lnTo>
                  <a:pt x="1168940" y="78675"/>
                </a:lnTo>
                <a:lnTo>
                  <a:pt x="1168542" y="78136"/>
                </a:lnTo>
                <a:lnTo>
                  <a:pt x="1168153" y="77616"/>
                </a:lnTo>
                <a:lnTo>
                  <a:pt x="1167774" y="77116"/>
                </a:lnTo>
                <a:lnTo>
                  <a:pt x="1167405" y="76635"/>
                </a:lnTo>
                <a:lnTo>
                  <a:pt x="1167045" y="76173"/>
                </a:lnTo>
                <a:lnTo>
                  <a:pt x="1166695" y="75731"/>
                </a:lnTo>
                <a:lnTo>
                  <a:pt x="1166355" y="75308"/>
                </a:lnTo>
                <a:lnTo>
                  <a:pt x="1165817" y="74668"/>
                </a:lnTo>
                <a:lnTo>
                  <a:pt x="1165282" y="74037"/>
                </a:lnTo>
                <a:lnTo>
                  <a:pt x="1164749" y="73416"/>
                </a:lnTo>
                <a:lnTo>
                  <a:pt x="1164219" y="72804"/>
                </a:lnTo>
                <a:lnTo>
                  <a:pt x="1163692" y="72202"/>
                </a:lnTo>
                <a:lnTo>
                  <a:pt x="1163168" y="71610"/>
                </a:lnTo>
                <a:lnTo>
                  <a:pt x="1162646" y="71027"/>
                </a:lnTo>
                <a:lnTo>
                  <a:pt x="1162127" y="70455"/>
                </a:lnTo>
                <a:lnTo>
                  <a:pt x="1161611" y="69891"/>
                </a:lnTo>
                <a:lnTo>
                  <a:pt x="1161098" y="69338"/>
                </a:lnTo>
                <a:lnTo>
                  <a:pt x="1160587" y="68794"/>
                </a:lnTo>
                <a:lnTo>
                  <a:pt x="1160079" y="68260"/>
                </a:lnTo>
                <a:lnTo>
                  <a:pt x="1159574" y="67735"/>
                </a:lnTo>
                <a:lnTo>
                  <a:pt x="1159071" y="67220"/>
                </a:lnTo>
                <a:lnTo>
                  <a:pt x="1158571" y="66715"/>
                </a:lnTo>
                <a:lnTo>
                  <a:pt x="1158074" y="66219"/>
                </a:lnTo>
                <a:lnTo>
                  <a:pt x="1157580" y="65734"/>
                </a:lnTo>
                <a:lnTo>
                  <a:pt x="1157089" y="65257"/>
                </a:lnTo>
                <a:lnTo>
                  <a:pt x="1156600" y="64791"/>
                </a:lnTo>
                <a:lnTo>
                  <a:pt x="1156114" y="64334"/>
                </a:lnTo>
                <a:lnTo>
                  <a:pt x="1155630" y="63887"/>
                </a:lnTo>
                <a:lnTo>
                  <a:pt x="1155150" y="63449"/>
                </a:lnTo>
                <a:lnTo>
                  <a:pt x="1154672" y="63021"/>
                </a:lnTo>
                <a:lnTo>
                  <a:pt x="1154196" y="62603"/>
                </a:lnTo>
                <a:lnTo>
                  <a:pt x="1155012" y="62155"/>
                </a:lnTo>
                <a:lnTo>
                  <a:pt x="1155809" y="61702"/>
                </a:lnTo>
                <a:lnTo>
                  <a:pt x="1156590" y="61244"/>
                </a:lnTo>
                <a:lnTo>
                  <a:pt x="1157353" y="60780"/>
                </a:lnTo>
                <a:lnTo>
                  <a:pt x="1158099" y="60311"/>
                </a:lnTo>
                <a:lnTo>
                  <a:pt x="1158827" y="59836"/>
                </a:lnTo>
                <a:lnTo>
                  <a:pt x="1159538" y="59357"/>
                </a:lnTo>
                <a:lnTo>
                  <a:pt x="1160232" y="58872"/>
                </a:lnTo>
                <a:lnTo>
                  <a:pt x="1160909" y="58382"/>
                </a:lnTo>
                <a:lnTo>
                  <a:pt x="1161568" y="57886"/>
                </a:lnTo>
                <a:lnTo>
                  <a:pt x="1162210" y="57385"/>
                </a:lnTo>
                <a:lnTo>
                  <a:pt x="1162834" y="56879"/>
                </a:lnTo>
                <a:lnTo>
                  <a:pt x="1163442" y="56367"/>
                </a:lnTo>
                <a:lnTo>
                  <a:pt x="1164032" y="55850"/>
                </a:lnTo>
                <a:lnTo>
                  <a:pt x="1164604" y="55328"/>
                </a:lnTo>
                <a:lnTo>
                  <a:pt x="1165160" y="54801"/>
                </a:lnTo>
                <a:lnTo>
                  <a:pt x="1165698" y="54268"/>
                </a:lnTo>
                <a:lnTo>
                  <a:pt x="1166218" y="53730"/>
                </a:lnTo>
                <a:lnTo>
                  <a:pt x="1166722" y="53186"/>
                </a:lnTo>
                <a:lnTo>
                  <a:pt x="1167208" y="52638"/>
                </a:lnTo>
                <a:lnTo>
                  <a:pt x="1167677" y="52084"/>
                </a:lnTo>
                <a:lnTo>
                  <a:pt x="1168128" y="51524"/>
                </a:lnTo>
                <a:lnTo>
                  <a:pt x="1168562" y="50959"/>
                </a:lnTo>
                <a:lnTo>
                  <a:pt x="1168979" y="50389"/>
                </a:lnTo>
                <a:lnTo>
                  <a:pt x="1169379" y="49814"/>
                </a:lnTo>
                <a:lnTo>
                  <a:pt x="1169762" y="49233"/>
                </a:lnTo>
                <a:lnTo>
                  <a:pt x="1170127" y="48647"/>
                </a:lnTo>
                <a:lnTo>
                  <a:pt x="1170476" y="48055"/>
                </a:lnTo>
                <a:lnTo>
                  <a:pt x="1170808" y="47459"/>
                </a:lnTo>
                <a:lnTo>
                  <a:pt x="1171122" y="46856"/>
                </a:lnTo>
                <a:lnTo>
                  <a:pt x="1171420" y="46249"/>
                </a:lnTo>
                <a:lnTo>
                  <a:pt x="1171701" y="45636"/>
                </a:lnTo>
                <a:lnTo>
                  <a:pt x="1171964" y="45018"/>
                </a:lnTo>
                <a:lnTo>
                  <a:pt x="1172211" y="44395"/>
                </a:lnTo>
                <a:lnTo>
                  <a:pt x="1172441" y="43766"/>
                </a:lnTo>
                <a:lnTo>
                  <a:pt x="1172653" y="43132"/>
                </a:lnTo>
                <a:lnTo>
                  <a:pt x="1172849" y="42493"/>
                </a:lnTo>
                <a:lnTo>
                  <a:pt x="1173027" y="41848"/>
                </a:lnTo>
                <a:lnTo>
                  <a:pt x="1173189" y="41198"/>
                </a:lnTo>
                <a:lnTo>
                  <a:pt x="1173333" y="40543"/>
                </a:lnTo>
                <a:lnTo>
                  <a:pt x="1173461" y="39882"/>
                </a:lnTo>
                <a:lnTo>
                  <a:pt x="1173572" y="39216"/>
                </a:lnTo>
                <a:lnTo>
                  <a:pt x="1173665" y="38545"/>
                </a:lnTo>
                <a:lnTo>
                  <a:pt x="1173742" y="37868"/>
                </a:lnTo>
                <a:lnTo>
                  <a:pt x="1173801" y="37187"/>
                </a:lnTo>
                <a:lnTo>
                  <a:pt x="1173844" y="36499"/>
                </a:lnTo>
                <a:lnTo>
                  <a:pt x="1173869" y="35807"/>
                </a:lnTo>
                <a:lnTo>
                  <a:pt x="1173878" y="35109"/>
                </a:lnTo>
                <a:lnTo>
                  <a:pt x="1173860" y="33993"/>
                </a:lnTo>
                <a:lnTo>
                  <a:pt x="1173805" y="32890"/>
                </a:lnTo>
                <a:lnTo>
                  <a:pt x="1173714" y="31802"/>
                </a:lnTo>
                <a:lnTo>
                  <a:pt x="1173587" y="30728"/>
                </a:lnTo>
                <a:lnTo>
                  <a:pt x="1173424" y="29667"/>
                </a:lnTo>
                <a:lnTo>
                  <a:pt x="1173224" y="28622"/>
                </a:lnTo>
                <a:lnTo>
                  <a:pt x="1172989" y="27590"/>
                </a:lnTo>
                <a:lnTo>
                  <a:pt x="1172716" y="26572"/>
                </a:lnTo>
                <a:lnTo>
                  <a:pt x="1172408" y="25569"/>
                </a:lnTo>
                <a:lnTo>
                  <a:pt x="1172063" y="24579"/>
                </a:lnTo>
                <a:lnTo>
                  <a:pt x="1171682" y="23604"/>
                </a:lnTo>
                <a:lnTo>
                  <a:pt x="1171265" y="22643"/>
                </a:lnTo>
                <a:lnTo>
                  <a:pt x="1170811" y="21696"/>
                </a:lnTo>
                <a:lnTo>
                  <a:pt x="1170321" y="20763"/>
                </a:lnTo>
                <a:lnTo>
                  <a:pt x="1169795" y="19845"/>
                </a:lnTo>
                <a:lnTo>
                  <a:pt x="1169232" y="18940"/>
                </a:lnTo>
                <a:lnTo>
                  <a:pt x="1168633" y="18050"/>
                </a:lnTo>
                <a:lnTo>
                  <a:pt x="1167998" y="17174"/>
                </a:lnTo>
                <a:lnTo>
                  <a:pt x="1167327" y="16312"/>
                </a:lnTo>
                <a:lnTo>
                  <a:pt x="1166619" y="15464"/>
                </a:lnTo>
                <a:lnTo>
                  <a:pt x="1165875" y="14630"/>
                </a:lnTo>
                <a:lnTo>
                  <a:pt x="1165094" y="13810"/>
                </a:lnTo>
                <a:lnTo>
                  <a:pt x="1164278" y="13005"/>
                </a:lnTo>
                <a:lnTo>
                  <a:pt x="1163425" y="12213"/>
                </a:lnTo>
                <a:lnTo>
                  <a:pt x="1162539" y="11445"/>
                </a:lnTo>
                <a:lnTo>
                  <a:pt x="1161623" y="10710"/>
                </a:lnTo>
                <a:lnTo>
                  <a:pt x="1160678" y="10007"/>
                </a:lnTo>
                <a:lnTo>
                  <a:pt x="1159704" y="9337"/>
                </a:lnTo>
                <a:lnTo>
                  <a:pt x="1158699" y="8699"/>
                </a:lnTo>
                <a:lnTo>
                  <a:pt x="1157665" y="8095"/>
                </a:lnTo>
                <a:lnTo>
                  <a:pt x="1156602" y="7523"/>
                </a:lnTo>
                <a:lnTo>
                  <a:pt x="1155509" y="6983"/>
                </a:lnTo>
                <a:lnTo>
                  <a:pt x="1154386" y="6477"/>
                </a:lnTo>
                <a:lnTo>
                  <a:pt x="1153233" y="6003"/>
                </a:lnTo>
                <a:lnTo>
                  <a:pt x="1152051" y="5561"/>
                </a:lnTo>
                <a:lnTo>
                  <a:pt x="1150840" y="5153"/>
                </a:lnTo>
                <a:lnTo>
                  <a:pt x="1149599" y="4777"/>
                </a:lnTo>
                <a:lnTo>
                  <a:pt x="1148328" y="4434"/>
                </a:lnTo>
                <a:lnTo>
                  <a:pt x="1147027" y="4123"/>
                </a:lnTo>
                <a:lnTo>
                  <a:pt x="1145697" y="3845"/>
                </a:lnTo>
                <a:lnTo>
                  <a:pt x="1144337" y="3600"/>
                </a:lnTo>
                <a:lnTo>
                  <a:pt x="1142948" y="3387"/>
                </a:lnTo>
                <a:lnTo>
                  <a:pt x="1141529" y="3208"/>
                </a:lnTo>
                <a:lnTo>
                  <a:pt x="1140081" y="3061"/>
                </a:lnTo>
                <a:lnTo>
                  <a:pt x="1138603" y="2946"/>
                </a:lnTo>
                <a:lnTo>
                  <a:pt x="1137095" y="2864"/>
                </a:lnTo>
                <a:lnTo>
                  <a:pt x="1135557" y="2815"/>
                </a:lnTo>
                <a:lnTo>
                  <a:pt x="1133990" y="2799"/>
                </a:lnTo>
                <a:lnTo>
                  <a:pt x="1093403" y="2624"/>
                </a:lnTo>
                <a:lnTo>
                  <a:pt x="1092870" y="2628"/>
                </a:lnTo>
                <a:lnTo>
                  <a:pt x="1092350" y="2641"/>
                </a:lnTo>
                <a:lnTo>
                  <a:pt x="1091843" y="2663"/>
                </a:lnTo>
                <a:lnTo>
                  <a:pt x="1091349" y="2693"/>
                </a:lnTo>
                <a:lnTo>
                  <a:pt x="1090868" y="2732"/>
                </a:lnTo>
                <a:lnTo>
                  <a:pt x="1090399" y="2780"/>
                </a:lnTo>
                <a:lnTo>
                  <a:pt x="1089944" y="2836"/>
                </a:lnTo>
                <a:lnTo>
                  <a:pt x="1089501" y="2901"/>
                </a:lnTo>
                <a:lnTo>
                  <a:pt x="1089071" y="2975"/>
                </a:lnTo>
                <a:lnTo>
                  <a:pt x="1088655" y="3057"/>
                </a:lnTo>
                <a:lnTo>
                  <a:pt x="1088251" y="3148"/>
                </a:lnTo>
                <a:lnTo>
                  <a:pt x="1087860" y="3247"/>
                </a:lnTo>
                <a:lnTo>
                  <a:pt x="1087482" y="3356"/>
                </a:lnTo>
                <a:lnTo>
                  <a:pt x="1087117" y="3472"/>
                </a:lnTo>
                <a:lnTo>
                  <a:pt x="1086764" y="3598"/>
                </a:lnTo>
                <a:lnTo>
                  <a:pt x="1086425" y="3732"/>
                </a:lnTo>
                <a:lnTo>
                  <a:pt x="1086099" y="3875"/>
                </a:lnTo>
                <a:lnTo>
                  <a:pt x="1085785" y="4026"/>
                </a:lnTo>
                <a:lnTo>
                  <a:pt x="1085484" y="4187"/>
                </a:lnTo>
                <a:lnTo>
                  <a:pt x="1085197" y="4355"/>
                </a:lnTo>
                <a:lnTo>
                  <a:pt x="1084922" y="4533"/>
                </a:lnTo>
                <a:lnTo>
                  <a:pt x="1084660" y="4719"/>
                </a:lnTo>
                <a:lnTo>
                  <a:pt x="1084411" y="4914"/>
                </a:lnTo>
                <a:lnTo>
                  <a:pt x="1084175" y="5117"/>
                </a:lnTo>
                <a:lnTo>
                  <a:pt x="1083950" y="5328"/>
                </a:lnTo>
                <a:lnTo>
                  <a:pt x="1083735" y="5543"/>
                </a:lnTo>
                <a:lnTo>
                  <a:pt x="1083529" y="5764"/>
                </a:lnTo>
                <a:lnTo>
                  <a:pt x="1083333" y="5991"/>
                </a:lnTo>
                <a:lnTo>
                  <a:pt x="1083147" y="6222"/>
                </a:lnTo>
                <a:lnTo>
                  <a:pt x="1082970" y="6459"/>
                </a:lnTo>
                <a:lnTo>
                  <a:pt x="1082802" y="6702"/>
                </a:lnTo>
                <a:lnTo>
                  <a:pt x="1082644" y="6949"/>
                </a:lnTo>
                <a:lnTo>
                  <a:pt x="1082496" y="7202"/>
                </a:lnTo>
                <a:lnTo>
                  <a:pt x="1082357" y="7460"/>
                </a:lnTo>
                <a:lnTo>
                  <a:pt x="1082228" y="7724"/>
                </a:lnTo>
                <a:lnTo>
                  <a:pt x="1082108" y="7993"/>
                </a:lnTo>
                <a:lnTo>
                  <a:pt x="1081998" y="8267"/>
                </a:lnTo>
                <a:lnTo>
                  <a:pt x="1081898" y="8546"/>
                </a:lnTo>
                <a:lnTo>
                  <a:pt x="1081807" y="8831"/>
                </a:lnTo>
                <a:lnTo>
                  <a:pt x="1081726" y="9121"/>
                </a:lnTo>
                <a:lnTo>
                  <a:pt x="1081654" y="9417"/>
                </a:lnTo>
                <a:lnTo>
                  <a:pt x="1081592" y="9718"/>
                </a:lnTo>
                <a:lnTo>
                  <a:pt x="1081539" y="10024"/>
                </a:lnTo>
                <a:lnTo>
                  <a:pt x="1081496" y="10335"/>
                </a:lnTo>
                <a:lnTo>
                  <a:pt x="1081463" y="10652"/>
                </a:lnTo>
                <a:lnTo>
                  <a:pt x="1081439" y="10974"/>
                </a:lnTo>
                <a:lnTo>
                  <a:pt x="1081424" y="11301"/>
                </a:lnTo>
                <a:lnTo>
                  <a:pt x="1081420" y="11634"/>
                </a:lnTo>
                <a:lnTo>
                  <a:pt x="1081424" y="11966"/>
                </a:lnTo>
                <a:lnTo>
                  <a:pt x="1081439" y="12294"/>
                </a:lnTo>
                <a:lnTo>
                  <a:pt x="1081463" y="12616"/>
                </a:lnTo>
                <a:lnTo>
                  <a:pt x="1081496" y="12933"/>
                </a:lnTo>
                <a:lnTo>
                  <a:pt x="1081539" y="13244"/>
                </a:lnTo>
                <a:lnTo>
                  <a:pt x="1081592" y="13550"/>
                </a:lnTo>
                <a:lnTo>
                  <a:pt x="1081654" y="13851"/>
                </a:lnTo>
                <a:lnTo>
                  <a:pt x="1081726" y="14146"/>
                </a:lnTo>
                <a:lnTo>
                  <a:pt x="1081807" y="14436"/>
                </a:lnTo>
                <a:lnTo>
                  <a:pt x="1081898" y="14721"/>
                </a:lnTo>
                <a:lnTo>
                  <a:pt x="1081998" y="15001"/>
                </a:lnTo>
                <a:lnTo>
                  <a:pt x="1082108" y="15275"/>
                </a:lnTo>
                <a:lnTo>
                  <a:pt x="1082228" y="15544"/>
                </a:lnTo>
                <a:lnTo>
                  <a:pt x="1082357" y="15807"/>
                </a:lnTo>
                <a:lnTo>
                  <a:pt x="1082496" y="16066"/>
                </a:lnTo>
                <a:lnTo>
                  <a:pt x="1082644" y="16318"/>
                </a:lnTo>
                <a:lnTo>
                  <a:pt x="1082802" y="16566"/>
                </a:lnTo>
                <a:lnTo>
                  <a:pt x="1082970" y="16808"/>
                </a:lnTo>
                <a:lnTo>
                  <a:pt x="1083147" y="17045"/>
                </a:lnTo>
                <a:lnTo>
                  <a:pt x="1083333" y="17277"/>
                </a:lnTo>
                <a:lnTo>
                  <a:pt x="1083529" y="17503"/>
                </a:lnTo>
                <a:lnTo>
                  <a:pt x="1083735" y="17724"/>
                </a:lnTo>
                <a:lnTo>
                  <a:pt x="1083950" y="17940"/>
                </a:lnTo>
                <a:lnTo>
                  <a:pt x="1084175" y="18150"/>
                </a:lnTo>
                <a:lnTo>
                  <a:pt x="1084411" y="18354"/>
                </a:lnTo>
                <a:lnTo>
                  <a:pt x="1084660" y="18549"/>
                </a:lnTo>
                <a:lnTo>
                  <a:pt x="1084922" y="18735"/>
                </a:lnTo>
                <a:lnTo>
                  <a:pt x="1085197" y="18912"/>
                </a:lnTo>
                <a:lnTo>
                  <a:pt x="1085484" y="19081"/>
                </a:lnTo>
                <a:lnTo>
                  <a:pt x="1085785" y="19241"/>
                </a:lnTo>
                <a:lnTo>
                  <a:pt x="1086099" y="19393"/>
                </a:lnTo>
                <a:lnTo>
                  <a:pt x="1086425" y="19535"/>
                </a:lnTo>
                <a:lnTo>
                  <a:pt x="1086764" y="19670"/>
                </a:lnTo>
                <a:lnTo>
                  <a:pt x="1087117" y="19795"/>
                </a:lnTo>
                <a:lnTo>
                  <a:pt x="1087482" y="19912"/>
                </a:lnTo>
                <a:lnTo>
                  <a:pt x="1087860" y="20020"/>
                </a:lnTo>
                <a:lnTo>
                  <a:pt x="1088251" y="20120"/>
                </a:lnTo>
                <a:lnTo>
                  <a:pt x="1088655" y="20211"/>
                </a:lnTo>
                <a:lnTo>
                  <a:pt x="1089071" y="20293"/>
                </a:lnTo>
                <a:lnTo>
                  <a:pt x="1089501" y="20366"/>
                </a:lnTo>
                <a:lnTo>
                  <a:pt x="1089944" y="20431"/>
                </a:lnTo>
                <a:lnTo>
                  <a:pt x="1090399" y="20488"/>
                </a:lnTo>
                <a:lnTo>
                  <a:pt x="1090868" y="20535"/>
                </a:lnTo>
                <a:lnTo>
                  <a:pt x="1091349" y="20574"/>
                </a:lnTo>
                <a:lnTo>
                  <a:pt x="1091843" y="20604"/>
                </a:lnTo>
                <a:lnTo>
                  <a:pt x="1092350" y="20626"/>
                </a:lnTo>
                <a:lnTo>
                  <a:pt x="1092870" y="20639"/>
                </a:lnTo>
                <a:lnTo>
                  <a:pt x="1093403" y="20643"/>
                </a:lnTo>
                <a:lnTo>
                  <a:pt x="1096202" y="20643"/>
                </a:lnTo>
                <a:lnTo>
                  <a:pt x="1096202" y="90796"/>
                </a:lnTo>
                <a:lnTo>
                  <a:pt x="1093403" y="90796"/>
                </a:lnTo>
                <a:lnTo>
                  <a:pt x="1092877" y="90800"/>
                </a:lnTo>
                <a:lnTo>
                  <a:pt x="1092364" y="90813"/>
                </a:lnTo>
                <a:lnTo>
                  <a:pt x="1091863" y="90834"/>
                </a:lnTo>
                <a:lnTo>
                  <a:pt x="1091374" y="90864"/>
                </a:lnTo>
                <a:lnTo>
                  <a:pt x="1090898" y="90902"/>
                </a:lnTo>
                <a:lnTo>
                  <a:pt x="1090435" y="90949"/>
                </a:lnTo>
                <a:lnTo>
                  <a:pt x="1089984" y="91005"/>
                </a:lnTo>
                <a:lnTo>
                  <a:pt x="1089545" y="91068"/>
                </a:lnTo>
                <a:lnTo>
                  <a:pt x="1089119" y="91141"/>
                </a:lnTo>
                <a:lnTo>
                  <a:pt x="1088705" y="91221"/>
                </a:lnTo>
                <a:lnTo>
                  <a:pt x="1088303" y="91311"/>
                </a:lnTo>
                <a:lnTo>
                  <a:pt x="1087914" y="91408"/>
                </a:lnTo>
                <a:lnTo>
                  <a:pt x="1087538" y="91515"/>
                </a:lnTo>
                <a:lnTo>
                  <a:pt x="1087174" y="91630"/>
                </a:lnTo>
                <a:lnTo>
                  <a:pt x="1086822" y="91753"/>
                </a:lnTo>
                <a:lnTo>
                  <a:pt x="1086483" y="91885"/>
                </a:lnTo>
                <a:lnTo>
                  <a:pt x="1086157" y="92025"/>
                </a:lnTo>
                <a:lnTo>
                  <a:pt x="1085842" y="92174"/>
                </a:lnTo>
                <a:lnTo>
                  <a:pt x="1085541" y="92331"/>
                </a:lnTo>
                <a:lnTo>
                  <a:pt x="1085251" y="92497"/>
                </a:lnTo>
                <a:lnTo>
                  <a:pt x="1084975" y="92671"/>
                </a:lnTo>
                <a:lnTo>
                  <a:pt x="1084710" y="92854"/>
                </a:lnTo>
                <a:lnTo>
                  <a:pt x="1084458" y="93046"/>
                </a:lnTo>
                <a:lnTo>
                  <a:pt x="1084219" y="93245"/>
                </a:lnTo>
                <a:lnTo>
                  <a:pt x="1083990" y="93452"/>
                </a:lnTo>
                <a:lnTo>
                  <a:pt x="1083772" y="93665"/>
                </a:lnTo>
                <a:lnTo>
                  <a:pt x="1083563" y="93882"/>
                </a:lnTo>
                <a:lnTo>
                  <a:pt x="1083363" y="94106"/>
                </a:lnTo>
                <a:lnTo>
                  <a:pt x="1083174" y="94334"/>
                </a:lnTo>
                <a:lnTo>
                  <a:pt x="1082994" y="94568"/>
                </a:lnTo>
                <a:lnTo>
                  <a:pt x="1082824" y="94808"/>
                </a:lnTo>
                <a:lnTo>
                  <a:pt x="1082664" y="95053"/>
                </a:lnTo>
                <a:lnTo>
                  <a:pt x="1082513" y="95304"/>
                </a:lnTo>
                <a:lnTo>
                  <a:pt x="1082372" y="95560"/>
                </a:lnTo>
                <a:lnTo>
                  <a:pt x="1082241" y="95821"/>
                </a:lnTo>
                <a:lnTo>
                  <a:pt x="1082119" y="96088"/>
                </a:lnTo>
                <a:lnTo>
                  <a:pt x="1082008" y="96361"/>
                </a:lnTo>
                <a:lnTo>
                  <a:pt x="1081906" y="96639"/>
                </a:lnTo>
                <a:lnTo>
                  <a:pt x="1081813" y="96922"/>
                </a:lnTo>
                <a:lnTo>
                  <a:pt x="1081731" y="97211"/>
                </a:lnTo>
                <a:lnTo>
                  <a:pt x="1081658" y="97505"/>
                </a:lnTo>
                <a:lnTo>
                  <a:pt x="1081595" y="97805"/>
                </a:lnTo>
                <a:lnTo>
                  <a:pt x="1081541" y="98110"/>
                </a:lnTo>
                <a:lnTo>
                  <a:pt x="1081497" y="98421"/>
                </a:lnTo>
                <a:lnTo>
                  <a:pt x="1081463" y="98737"/>
                </a:lnTo>
                <a:lnTo>
                  <a:pt x="1081439" y="99059"/>
                </a:lnTo>
                <a:lnTo>
                  <a:pt x="1081424" y="99386"/>
                </a:lnTo>
                <a:lnTo>
                  <a:pt x="1081420" y="99718"/>
                </a:lnTo>
                <a:lnTo>
                  <a:pt x="1081424" y="100051"/>
                </a:lnTo>
                <a:lnTo>
                  <a:pt x="1081439" y="100379"/>
                </a:lnTo>
                <a:lnTo>
                  <a:pt x="1081463" y="100701"/>
                </a:lnTo>
                <a:lnTo>
                  <a:pt x="1081496" y="101018"/>
                </a:lnTo>
                <a:lnTo>
                  <a:pt x="1081539" y="101330"/>
                </a:lnTo>
                <a:lnTo>
                  <a:pt x="1081592" y="101637"/>
                </a:lnTo>
                <a:lnTo>
                  <a:pt x="1081654" y="101939"/>
                </a:lnTo>
                <a:lnTo>
                  <a:pt x="1081726" y="102236"/>
                </a:lnTo>
                <a:lnTo>
                  <a:pt x="1081807" y="102527"/>
                </a:lnTo>
                <a:lnTo>
                  <a:pt x="1081898" y="102813"/>
                </a:lnTo>
                <a:lnTo>
                  <a:pt x="1081998" y="103094"/>
                </a:lnTo>
                <a:lnTo>
                  <a:pt x="1082108" y="103370"/>
                </a:lnTo>
                <a:lnTo>
                  <a:pt x="1082228" y="103641"/>
                </a:lnTo>
                <a:lnTo>
                  <a:pt x="1082357" y="103907"/>
                </a:lnTo>
                <a:lnTo>
                  <a:pt x="1082496" y="104167"/>
                </a:lnTo>
                <a:lnTo>
                  <a:pt x="1082644" y="104422"/>
                </a:lnTo>
                <a:lnTo>
                  <a:pt x="1082802" y="104672"/>
                </a:lnTo>
                <a:lnTo>
                  <a:pt x="1082970" y="104917"/>
                </a:lnTo>
                <a:lnTo>
                  <a:pt x="1083147" y="105157"/>
                </a:lnTo>
                <a:lnTo>
                  <a:pt x="1083333" y="105392"/>
                </a:lnTo>
                <a:lnTo>
                  <a:pt x="1083529" y="105621"/>
                </a:lnTo>
                <a:lnTo>
                  <a:pt x="1083735" y="105846"/>
                </a:lnTo>
                <a:lnTo>
                  <a:pt x="1083950" y="106065"/>
                </a:lnTo>
                <a:lnTo>
                  <a:pt x="1084175" y="106279"/>
                </a:lnTo>
                <a:lnTo>
                  <a:pt x="1084411" y="106486"/>
                </a:lnTo>
                <a:lnTo>
                  <a:pt x="1084660" y="106684"/>
                </a:lnTo>
                <a:lnTo>
                  <a:pt x="1084922" y="106873"/>
                </a:lnTo>
                <a:lnTo>
                  <a:pt x="1085197" y="107054"/>
                </a:lnTo>
                <a:lnTo>
                  <a:pt x="1085484" y="107226"/>
                </a:lnTo>
                <a:lnTo>
                  <a:pt x="1085785" y="107389"/>
                </a:lnTo>
                <a:lnTo>
                  <a:pt x="1086099" y="107543"/>
                </a:lnTo>
                <a:lnTo>
                  <a:pt x="1086425" y="107688"/>
                </a:lnTo>
                <a:lnTo>
                  <a:pt x="1086764" y="107825"/>
                </a:lnTo>
                <a:lnTo>
                  <a:pt x="1087117" y="107952"/>
                </a:lnTo>
                <a:lnTo>
                  <a:pt x="1087482" y="108071"/>
                </a:lnTo>
                <a:lnTo>
                  <a:pt x="1087860" y="108181"/>
                </a:lnTo>
                <a:lnTo>
                  <a:pt x="1088251" y="108283"/>
                </a:lnTo>
                <a:lnTo>
                  <a:pt x="1088655" y="108375"/>
                </a:lnTo>
                <a:lnTo>
                  <a:pt x="1089071" y="108459"/>
                </a:lnTo>
                <a:lnTo>
                  <a:pt x="1089501" y="108534"/>
                </a:lnTo>
                <a:lnTo>
                  <a:pt x="1089944" y="108600"/>
                </a:lnTo>
                <a:lnTo>
                  <a:pt x="1090399" y="108657"/>
                </a:lnTo>
                <a:lnTo>
                  <a:pt x="1090868" y="108705"/>
                </a:lnTo>
                <a:lnTo>
                  <a:pt x="1091349" y="108745"/>
                </a:lnTo>
                <a:lnTo>
                  <a:pt x="1091843" y="108776"/>
                </a:lnTo>
                <a:lnTo>
                  <a:pt x="1092350" y="108798"/>
                </a:lnTo>
                <a:lnTo>
                  <a:pt x="1092870" y="108811"/>
                </a:lnTo>
                <a:lnTo>
                  <a:pt x="1093403" y="108815"/>
                </a:lnTo>
                <a:lnTo>
                  <a:pt x="1120607" y="108815"/>
                </a:lnTo>
                <a:lnTo>
                  <a:pt x="1121140" y="108811"/>
                </a:lnTo>
                <a:lnTo>
                  <a:pt x="1121660" y="108798"/>
                </a:lnTo>
                <a:lnTo>
                  <a:pt x="1122167" y="108776"/>
                </a:lnTo>
                <a:lnTo>
                  <a:pt x="1122662" y="108746"/>
                </a:lnTo>
                <a:lnTo>
                  <a:pt x="1123143" y="108707"/>
                </a:lnTo>
                <a:lnTo>
                  <a:pt x="1123611" y="108660"/>
                </a:lnTo>
                <a:lnTo>
                  <a:pt x="1124067" y="108603"/>
                </a:lnTo>
                <a:lnTo>
                  <a:pt x="1124509" y="108538"/>
                </a:lnTo>
                <a:lnTo>
                  <a:pt x="1124939" y="108465"/>
                </a:lnTo>
                <a:lnTo>
                  <a:pt x="1125356" y="108383"/>
                </a:lnTo>
                <a:lnTo>
                  <a:pt x="1125760" y="108292"/>
                </a:lnTo>
                <a:lnTo>
                  <a:pt x="1126151" y="108192"/>
                </a:lnTo>
                <a:lnTo>
                  <a:pt x="1126529" y="108084"/>
                </a:lnTo>
                <a:lnTo>
                  <a:pt x="1126894" y="107967"/>
                </a:lnTo>
                <a:lnTo>
                  <a:pt x="1127246" y="107842"/>
                </a:lnTo>
                <a:lnTo>
                  <a:pt x="1127586" y="107707"/>
                </a:lnTo>
                <a:lnTo>
                  <a:pt x="1127912" y="107565"/>
                </a:lnTo>
                <a:lnTo>
                  <a:pt x="1128225" y="107413"/>
                </a:lnTo>
                <a:lnTo>
                  <a:pt x="1128526" y="107253"/>
                </a:lnTo>
                <a:lnTo>
                  <a:pt x="1128814" y="107084"/>
                </a:lnTo>
                <a:lnTo>
                  <a:pt x="1129089" y="106907"/>
                </a:lnTo>
                <a:lnTo>
                  <a:pt x="1129350" y="106721"/>
                </a:lnTo>
                <a:lnTo>
                  <a:pt x="1129599" y="106526"/>
                </a:lnTo>
                <a:lnTo>
                  <a:pt x="1129835" y="106322"/>
                </a:lnTo>
                <a:lnTo>
                  <a:pt x="1130060" y="106112"/>
                </a:lnTo>
                <a:lnTo>
                  <a:pt x="1130276" y="105896"/>
                </a:lnTo>
                <a:lnTo>
                  <a:pt x="1130481" y="105675"/>
                </a:lnTo>
                <a:lnTo>
                  <a:pt x="1130677" y="105449"/>
                </a:lnTo>
                <a:lnTo>
                  <a:pt x="1130864" y="105217"/>
                </a:lnTo>
                <a:lnTo>
                  <a:pt x="1131041" y="104980"/>
                </a:lnTo>
                <a:lnTo>
                  <a:pt x="1131208" y="104738"/>
                </a:lnTo>
                <a:lnTo>
                  <a:pt x="1131366" y="104490"/>
                </a:lnTo>
                <a:lnTo>
                  <a:pt x="1131515" y="104237"/>
                </a:lnTo>
                <a:lnTo>
                  <a:pt x="1131653" y="103979"/>
                </a:lnTo>
                <a:lnTo>
                  <a:pt x="1131782" y="103716"/>
                </a:lnTo>
                <a:lnTo>
                  <a:pt x="1131902" y="103447"/>
                </a:lnTo>
                <a:lnTo>
                  <a:pt x="1132012" y="103173"/>
                </a:lnTo>
                <a:lnTo>
                  <a:pt x="1132112" y="102893"/>
                </a:lnTo>
                <a:lnTo>
                  <a:pt x="1132203" y="102608"/>
                </a:lnTo>
                <a:lnTo>
                  <a:pt x="1132285" y="102318"/>
                </a:lnTo>
                <a:lnTo>
                  <a:pt x="1132356" y="102023"/>
                </a:lnTo>
                <a:lnTo>
                  <a:pt x="1132419" y="101722"/>
                </a:lnTo>
                <a:lnTo>
                  <a:pt x="1132471" y="101416"/>
                </a:lnTo>
                <a:lnTo>
                  <a:pt x="1132514" y="101105"/>
                </a:lnTo>
                <a:lnTo>
                  <a:pt x="1132548" y="100788"/>
                </a:lnTo>
                <a:lnTo>
                  <a:pt x="1132572" y="100466"/>
                </a:lnTo>
                <a:lnTo>
                  <a:pt x="1132586" y="100138"/>
                </a:lnTo>
                <a:lnTo>
                  <a:pt x="1132591" y="99806"/>
                </a:lnTo>
                <a:lnTo>
                  <a:pt x="1132586" y="99473"/>
                </a:lnTo>
                <a:lnTo>
                  <a:pt x="1132572" y="99146"/>
                </a:lnTo>
                <a:lnTo>
                  <a:pt x="1132548" y="98824"/>
                </a:lnTo>
                <a:lnTo>
                  <a:pt x="1132514" y="98507"/>
                </a:lnTo>
                <a:lnTo>
                  <a:pt x="1132471" y="98196"/>
                </a:lnTo>
                <a:lnTo>
                  <a:pt x="1132419" y="97890"/>
                </a:lnTo>
                <a:lnTo>
                  <a:pt x="1132356" y="97589"/>
                </a:lnTo>
                <a:lnTo>
                  <a:pt x="1132285" y="97293"/>
                </a:lnTo>
                <a:lnTo>
                  <a:pt x="1132203" y="97003"/>
                </a:lnTo>
                <a:lnTo>
                  <a:pt x="1132112" y="96718"/>
                </a:lnTo>
                <a:lnTo>
                  <a:pt x="1132012" y="96439"/>
                </a:lnTo>
                <a:lnTo>
                  <a:pt x="1131902" y="96165"/>
                </a:lnTo>
                <a:lnTo>
                  <a:pt x="1131782" y="95896"/>
                </a:lnTo>
                <a:lnTo>
                  <a:pt x="1131653" y="95632"/>
                </a:lnTo>
                <a:lnTo>
                  <a:pt x="1131515" y="95374"/>
                </a:lnTo>
                <a:lnTo>
                  <a:pt x="1131366" y="95121"/>
                </a:lnTo>
                <a:lnTo>
                  <a:pt x="1131208" y="94874"/>
                </a:lnTo>
                <a:lnTo>
                  <a:pt x="1131041" y="94631"/>
                </a:lnTo>
                <a:lnTo>
                  <a:pt x="1130864" y="94394"/>
                </a:lnTo>
                <a:lnTo>
                  <a:pt x="1130677" y="94163"/>
                </a:lnTo>
                <a:lnTo>
                  <a:pt x="1130481" y="93936"/>
                </a:lnTo>
                <a:lnTo>
                  <a:pt x="1130276" y="93715"/>
                </a:lnTo>
                <a:lnTo>
                  <a:pt x="1130060" y="93500"/>
                </a:lnTo>
                <a:lnTo>
                  <a:pt x="1129835" y="93289"/>
                </a:lnTo>
                <a:lnTo>
                  <a:pt x="1129599" y="93086"/>
                </a:lnTo>
                <a:lnTo>
                  <a:pt x="1129350" y="92891"/>
                </a:lnTo>
                <a:lnTo>
                  <a:pt x="1129089" y="92705"/>
                </a:lnTo>
                <a:lnTo>
                  <a:pt x="1128814" y="92527"/>
                </a:lnTo>
                <a:lnTo>
                  <a:pt x="1128526" y="92359"/>
                </a:lnTo>
                <a:lnTo>
                  <a:pt x="1128225" y="92198"/>
                </a:lnTo>
                <a:lnTo>
                  <a:pt x="1127912" y="92047"/>
                </a:lnTo>
                <a:lnTo>
                  <a:pt x="1127586" y="91904"/>
                </a:lnTo>
                <a:lnTo>
                  <a:pt x="1127246" y="91770"/>
                </a:lnTo>
                <a:lnTo>
                  <a:pt x="1126894" y="91644"/>
                </a:lnTo>
                <a:lnTo>
                  <a:pt x="1126529" y="91528"/>
                </a:lnTo>
                <a:lnTo>
                  <a:pt x="1126151" y="91419"/>
                </a:lnTo>
                <a:lnTo>
                  <a:pt x="1125760" y="91320"/>
                </a:lnTo>
                <a:lnTo>
                  <a:pt x="1125356" y="91229"/>
                </a:lnTo>
                <a:lnTo>
                  <a:pt x="1124939" y="91147"/>
                </a:lnTo>
                <a:lnTo>
                  <a:pt x="1124509" y="91073"/>
                </a:lnTo>
                <a:lnTo>
                  <a:pt x="1124067" y="91008"/>
                </a:lnTo>
                <a:lnTo>
                  <a:pt x="1123611" y="90952"/>
                </a:lnTo>
                <a:lnTo>
                  <a:pt x="1123143" y="90904"/>
                </a:lnTo>
                <a:lnTo>
                  <a:pt x="1122662" y="90865"/>
                </a:lnTo>
                <a:lnTo>
                  <a:pt x="1122167" y="90835"/>
                </a:lnTo>
                <a:lnTo>
                  <a:pt x="1121660" y="90813"/>
                </a:lnTo>
                <a:lnTo>
                  <a:pt x="1121140" y="90800"/>
                </a:lnTo>
                <a:lnTo>
                  <a:pt x="1120607" y="90796"/>
                </a:lnTo>
                <a:lnTo>
                  <a:pt x="1114134" y="90796"/>
                </a:lnTo>
                <a:lnTo>
                  <a:pt x="1114134" y="68403"/>
                </a:lnTo>
                <a:lnTo>
                  <a:pt x="1131891" y="68403"/>
                </a:lnTo>
                <a:lnTo>
                  <a:pt x="1133099" y="69017"/>
                </a:lnTo>
                <a:lnTo>
                  <a:pt x="1134334" y="69724"/>
                </a:lnTo>
                <a:lnTo>
                  <a:pt x="1135594" y="70524"/>
                </a:lnTo>
                <a:close/>
                <a:moveTo>
                  <a:pt x="1136390" y="20848"/>
                </a:moveTo>
                <a:lnTo>
                  <a:pt x="1137215" y="20886"/>
                </a:lnTo>
                <a:lnTo>
                  <a:pt x="1138021" y="20938"/>
                </a:lnTo>
                <a:lnTo>
                  <a:pt x="1138811" y="21006"/>
                </a:lnTo>
                <a:lnTo>
                  <a:pt x="1139583" y="21088"/>
                </a:lnTo>
                <a:lnTo>
                  <a:pt x="1140338" y="21186"/>
                </a:lnTo>
                <a:lnTo>
                  <a:pt x="1141076" y="21298"/>
                </a:lnTo>
                <a:lnTo>
                  <a:pt x="1141796" y="21426"/>
                </a:lnTo>
                <a:lnTo>
                  <a:pt x="1142499" y="21568"/>
                </a:lnTo>
                <a:lnTo>
                  <a:pt x="1143185" y="21726"/>
                </a:lnTo>
                <a:lnTo>
                  <a:pt x="1143853" y="21898"/>
                </a:lnTo>
                <a:lnTo>
                  <a:pt x="1144504" y="22086"/>
                </a:lnTo>
                <a:lnTo>
                  <a:pt x="1145138" y="22288"/>
                </a:lnTo>
                <a:lnTo>
                  <a:pt x="1145754" y="22505"/>
                </a:lnTo>
                <a:lnTo>
                  <a:pt x="1146353" y="22738"/>
                </a:lnTo>
                <a:lnTo>
                  <a:pt x="1146935" y="22985"/>
                </a:lnTo>
                <a:lnTo>
                  <a:pt x="1147499" y="23248"/>
                </a:lnTo>
                <a:lnTo>
                  <a:pt x="1148047" y="23525"/>
                </a:lnTo>
                <a:lnTo>
                  <a:pt x="1148576" y="23818"/>
                </a:lnTo>
                <a:lnTo>
                  <a:pt x="1149089" y="24125"/>
                </a:lnTo>
                <a:lnTo>
                  <a:pt x="1149584" y="24447"/>
                </a:lnTo>
                <a:lnTo>
                  <a:pt x="1150062" y="24785"/>
                </a:lnTo>
                <a:lnTo>
                  <a:pt x="1150523" y="25137"/>
                </a:lnTo>
                <a:lnTo>
                  <a:pt x="1150965" y="25498"/>
                </a:lnTo>
                <a:lnTo>
                  <a:pt x="1151389" y="25862"/>
                </a:lnTo>
                <a:lnTo>
                  <a:pt x="1151794" y="26228"/>
                </a:lnTo>
                <a:lnTo>
                  <a:pt x="1152180" y="26597"/>
                </a:lnTo>
                <a:lnTo>
                  <a:pt x="1152547" y="26968"/>
                </a:lnTo>
                <a:lnTo>
                  <a:pt x="1152895" y="27342"/>
                </a:lnTo>
                <a:lnTo>
                  <a:pt x="1153225" y="27718"/>
                </a:lnTo>
                <a:lnTo>
                  <a:pt x="1153536" y="28097"/>
                </a:lnTo>
                <a:lnTo>
                  <a:pt x="1153827" y="28479"/>
                </a:lnTo>
                <a:lnTo>
                  <a:pt x="1154101" y="28863"/>
                </a:lnTo>
                <a:lnTo>
                  <a:pt x="1154355" y="29249"/>
                </a:lnTo>
                <a:lnTo>
                  <a:pt x="1154590" y="29639"/>
                </a:lnTo>
                <a:lnTo>
                  <a:pt x="1154807" y="30031"/>
                </a:lnTo>
                <a:lnTo>
                  <a:pt x="1155004" y="30425"/>
                </a:lnTo>
                <a:lnTo>
                  <a:pt x="1155183" y="30822"/>
                </a:lnTo>
                <a:lnTo>
                  <a:pt x="1155343" y="31222"/>
                </a:lnTo>
                <a:lnTo>
                  <a:pt x="1155485" y="31624"/>
                </a:lnTo>
                <a:lnTo>
                  <a:pt x="1155607" y="32028"/>
                </a:lnTo>
                <a:lnTo>
                  <a:pt x="1155711" y="32436"/>
                </a:lnTo>
                <a:lnTo>
                  <a:pt x="1155795" y="32845"/>
                </a:lnTo>
                <a:lnTo>
                  <a:pt x="1155861" y="33258"/>
                </a:lnTo>
                <a:lnTo>
                  <a:pt x="1155908" y="33673"/>
                </a:lnTo>
                <a:lnTo>
                  <a:pt x="1155937" y="34090"/>
                </a:lnTo>
                <a:lnTo>
                  <a:pt x="1155946" y="34511"/>
                </a:lnTo>
                <a:lnTo>
                  <a:pt x="1155941" y="34794"/>
                </a:lnTo>
                <a:lnTo>
                  <a:pt x="1155926" y="35078"/>
                </a:lnTo>
                <a:lnTo>
                  <a:pt x="1155902" y="35362"/>
                </a:lnTo>
                <a:lnTo>
                  <a:pt x="1155867" y="35647"/>
                </a:lnTo>
                <a:lnTo>
                  <a:pt x="1155823" y="35931"/>
                </a:lnTo>
                <a:lnTo>
                  <a:pt x="1155768" y="36216"/>
                </a:lnTo>
                <a:lnTo>
                  <a:pt x="1155704" y="36502"/>
                </a:lnTo>
                <a:lnTo>
                  <a:pt x="1155630" y="36788"/>
                </a:lnTo>
                <a:lnTo>
                  <a:pt x="1155546" y="37074"/>
                </a:lnTo>
                <a:lnTo>
                  <a:pt x="1155452" y="37360"/>
                </a:lnTo>
                <a:lnTo>
                  <a:pt x="1155349" y="37647"/>
                </a:lnTo>
                <a:lnTo>
                  <a:pt x="1155235" y="37934"/>
                </a:lnTo>
                <a:lnTo>
                  <a:pt x="1155112" y="38221"/>
                </a:lnTo>
                <a:lnTo>
                  <a:pt x="1154979" y="38508"/>
                </a:lnTo>
                <a:lnTo>
                  <a:pt x="1154835" y="38796"/>
                </a:lnTo>
                <a:lnTo>
                  <a:pt x="1154682" y="39085"/>
                </a:lnTo>
                <a:lnTo>
                  <a:pt x="1154520" y="39373"/>
                </a:lnTo>
                <a:lnTo>
                  <a:pt x="1154347" y="39662"/>
                </a:lnTo>
                <a:lnTo>
                  <a:pt x="1154164" y="39951"/>
                </a:lnTo>
                <a:lnTo>
                  <a:pt x="1153972" y="40241"/>
                </a:lnTo>
                <a:lnTo>
                  <a:pt x="1153769" y="40530"/>
                </a:lnTo>
                <a:lnTo>
                  <a:pt x="1153557" y="40821"/>
                </a:lnTo>
                <a:lnTo>
                  <a:pt x="1153335" y="41111"/>
                </a:lnTo>
                <a:lnTo>
                  <a:pt x="1153103" y="41402"/>
                </a:lnTo>
                <a:lnTo>
                  <a:pt x="1152857" y="41692"/>
                </a:lnTo>
                <a:lnTo>
                  <a:pt x="1152592" y="41981"/>
                </a:lnTo>
                <a:lnTo>
                  <a:pt x="1152308" y="42268"/>
                </a:lnTo>
                <a:lnTo>
                  <a:pt x="1152006" y="42555"/>
                </a:lnTo>
                <a:lnTo>
                  <a:pt x="1151685" y="42840"/>
                </a:lnTo>
                <a:lnTo>
                  <a:pt x="1151345" y="43124"/>
                </a:lnTo>
                <a:lnTo>
                  <a:pt x="1150987" y="43407"/>
                </a:lnTo>
                <a:lnTo>
                  <a:pt x="1150610" y="43688"/>
                </a:lnTo>
                <a:lnTo>
                  <a:pt x="1150214" y="43969"/>
                </a:lnTo>
                <a:lnTo>
                  <a:pt x="1149800" y="44248"/>
                </a:lnTo>
                <a:lnTo>
                  <a:pt x="1149367" y="44526"/>
                </a:lnTo>
                <a:lnTo>
                  <a:pt x="1148915" y="44803"/>
                </a:lnTo>
                <a:lnTo>
                  <a:pt x="1148445" y="45078"/>
                </a:lnTo>
                <a:lnTo>
                  <a:pt x="1147956" y="45353"/>
                </a:lnTo>
                <a:lnTo>
                  <a:pt x="1147448" y="45626"/>
                </a:lnTo>
                <a:lnTo>
                  <a:pt x="1146922" y="45898"/>
                </a:lnTo>
                <a:lnTo>
                  <a:pt x="1146377" y="46169"/>
                </a:lnTo>
                <a:lnTo>
                  <a:pt x="1145813" y="46438"/>
                </a:lnTo>
                <a:lnTo>
                  <a:pt x="1145230" y="46707"/>
                </a:lnTo>
                <a:lnTo>
                  <a:pt x="1144629" y="46974"/>
                </a:lnTo>
                <a:lnTo>
                  <a:pt x="1144009" y="47240"/>
                </a:lnTo>
                <a:lnTo>
                  <a:pt x="1143371" y="47505"/>
                </a:lnTo>
                <a:lnTo>
                  <a:pt x="1142714" y="47768"/>
                </a:lnTo>
                <a:lnTo>
                  <a:pt x="1142038" y="48030"/>
                </a:lnTo>
                <a:lnTo>
                  <a:pt x="1141525" y="48222"/>
                </a:lnTo>
                <a:lnTo>
                  <a:pt x="1141006" y="48406"/>
                </a:lnTo>
                <a:lnTo>
                  <a:pt x="1140481" y="48582"/>
                </a:lnTo>
                <a:lnTo>
                  <a:pt x="1139951" y="48750"/>
                </a:lnTo>
                <a:lnTo>
                  <a:pt x="1139414" y="48909"/>
                </a:lnTo>
                <a:lnTo>
                  <a:pt x="1138872" y="49060"/>
                </a:lnTo>
                <a:lnTo>
                  <a:pt x="1138325" y="49203"/>
                </a:lnTo>
                <a:lnTo>
                  <a:pt x="1137771" y="49338"/>
                </a:lnTo>
                <a:lnTo>
                  <a:pt x="1137212" y="49465"/>
                </a:lnTo>
                <a:lnTo>
                  <a:pt x="1136647" y="49583"/>
                </a:lnTo>
                <a:lnTo>
                  <a:pt x="1136076" y="49693"/>
                </a:lnTo>
                <a:lnTo>
                  <a:pt x="1135499" y="49796"/>
                </a:lnTo>
                <a:lnTo>
                  <a:pt x="1134917" y="49890"/>
                </a:lnTo>
                <a:lnTo>
                  <a:pt x="1134329" y="49975"/>
                </a:lnTo>
                <a:lnTo>
                  <a:pt x="1133735" y="50053"/>
                </a:lnTo>
                <a:lnTo>
                  <a:pt x="1133135" y="50122"/>
                </a:lnTo>
                <a:lnTo>
                  <a:pt x="1132530" y="50184"/>
                </a:lnTo>
                <a:lnTo>
                  <a:pt x="1131918" y="50237"/>
                </a:lnTo>
                <a:lnTo>
                  <a:pt x="1131301" y="50282"/>
                </a:lnTo>
                <a:lnTo>
                  <a:pt x="1130679" y="50319"/>
                </a:lnTo>
                <a:lnTo>
                  <a:pt x="1130050" y="50347"/>
                </a:lnTo>
                <a:lnTo>
                  <a:pt x="1129416" y="50368"/>
                </a:lnTo>
                <a:lnTo>
                  <a:pt x="1128776" y="50380"/>
                </a:lnTo>
                <a:lnTo>
                  <a:pt x="1128130" y="50384"/>
                </a:lnTo>
                <a:lnTo>
                  <a:pt x="1114134" y="50384"/>
                </a:lnTo>
                <a:lnTo>
                  <a:pt x="1114134" y="20643"/>
                </a:lnTo>
                <a:lnTo>
                  <a:pt x="1134690" y="20818"/>
                </a:lnTo>
                <a:lnTo>
                  <a:pt x="1135549" y="20826"/>
                </a:lnTo>
                <a:lnTo>
                  <a:pt x="1136390" y="20848"/>
                </a:lnTo>
                <a:close/>
                <a:moveTo>
                  <a:pt x="1075067" y="48068"/>
                </a:moveTo>
                <a:lnTo>
                  <a:pt x="1074830" y="46193"/>
                </a:lnTo>
                <a:lnTo>
                  <a:pt x="1074540" y="44346"/>
                </a:lnTo>
                <a:lnTo>
                  <a:pt x="1074198" y="42527"/>
                </a:lnTo>
                <a:lnTo>
                  <a:pt x="1073803" y="40736"/>
                </a:lnTo>
                <a:lnTo>
                  <a:pt x="1073355" y="38973"/>
                </a:lnTo>
                <a:lnTo>
                  <a:pt x="1072854" y="37239"/>
                </a:lnTo>
                <a:lnTo>
                  <a:pt x="1072301" y="35533"/>
                </a:lnTo>
                <a:lnTo>
                  <a:pt x="1071695" y="33854"/>
                </a:lnTo>
                <a:lnTo>
                  <a:pt x="1071036" y="32205"/>
                </a:lnTo>
                <a:lnTo>
                  <a:pt x="1070325" y="30583"/>
                </a:lnTo>
                <a:lnTo>
                  <a:pt x="1069561" y="28989"/>
                </a:lnTo>
                <a:lnTo>
                  <a:pt x="1068744" y="27424"/>
                </a:lnTo>
                <a:lnTo>
                  <a:pt x="1067874" y="25886"/>
                </a:lnTo>
                <a:lnTo>
                  <a:pt x="1066952" y="24377"/>
                </a:lnTo>
                <a:lnTo>
                  <a:pt x="1065977" y="22896"/>
                </a:lnTo>
                <a:lnTo>
                  <a:pt x="1064950" y="21444"/>
                </a:lnTo>
                <a:lnTo>
                  <a:pt x="1063869" y="20019"/>
                </a:lnTo>
                <a:lnTo>
                  <a:pt x="1062736" y="18623"/>
                </a:lnTo>
                <a:lnTo>
                  <a:pt x="1061551" y="17255"/>
                </a:lnTo>
                <a:lnTo>
                  <a:pt x="1060312" y="15914"/>
                </a:lnTo>
                <a:lnTo>
                  <a:pt x="1059039" y="14616"/>
                </a:lnTo>
                <a:lnTo>
                  <a:pt x="1057750" y="13373"/>
                </a:lnTo>
                <a:lnTo>
                  <a:pt x="1056444" y="12185"/>
                </a:lnTo>
                <a:lnTo>
                  <a:pt x="1055121" y="11052"/>
                </a:lnTo>
                <a:lnTo>
                  <a:pt x="1053782" y="9974"/>
                </a:lnTo>
                <a:lnTo>
                  <a:pt x="1052426" y="8952"/>
                </a:lnTo>
                <a:lnTo>
                  <a:pt x="1051054" y="7985"/>
                </a:lnTo>
                <a:lnTo>
                  <a:pt x="1049665" y="7073"/>
                </a:lnTo>
                <a:lnTo>
                  <a:pt x="1048260" y="6217"/>
                </a:lnTo>
                <a:lnTo>
                  <a:pt x="1046838" y="5415"/>
                </a:lnTo>
                <a:lnTo>
                  <a:pt x="1045399" y="4669"/>
                </a:lnTo>
                <a:lnTo>
                  <a:pt x="1043944" y="3979"/>
                </a:lnTo>
                <a:lnTo>
                  <a:pt x="1042473" y="3343"/>
                </a:lnTo>
                <a:lnTo>
                  <a:pt x="1040984" y="2763"/>
                </a:lnTo>
                <a:lnTo>
                  <a:pt x="1039480" y="2238"/>
                </a:lnTo>
                <a:lnTo>
                  <a:pt x="1037958" y="1768"/>
                </a:lnTo>
                <a:lnTo>
                  <a:pt x="1036421" y="1354"/>
                </a:lnTo>
                <a:lnTo>
                  <a:pt x="1034866" y="995"/>
                </a:lnTo>
                <a:lnTo>
                  <a:pt x="1033295" y="691"/>
                </a:lnTo>
                <a:lnTo>
                  <a:pt x="1031708" y="442"/>
                </a:lnTo>
                <a:lnTo>
                  <a:pt x="1030104" y="249"/>
                </a:lnTo>
                <a:lnTo>
                  <a:pt x="1028483" y="111"/>
                </a:lnTo>
                <a:lnTo>
                  <a:pt x="1026846" y="28"/>
                </a:lnTo>
                <a:lnTo>
                  <a:pt x="1025192" y="0"/>
                </a:lnTo>
                <a:lnTo>
                  <a:pt x="1023704" y="23"/>
                </a:lnTo>
                <a:lnTo>
                  <a:pt x="1022228" y="92"/>
                </a:lnTo>
                <a:lnTo>
                  <a:pt x="1020764" y="207"/>
                </a:lnTo>
                <a:lnTo>
                  <a:pt x="1019312" y="368"/>
                </a:lnTo>
                <a:lnTo>
                  <a:pt x="1017873" y="575"/>
                </a:lnTo>
                <a:lnTo>
                  <a:pt x="1016445" y="827"/>
                </a:lnTo>
                <a:lnTo>
                  <a:pt x="1015030" y="1126"/>
                </a:lnTo>
                <a:lnTo>
                  <a:pt x="1013627" y="1471"/>
                </a:lnTo>
                <a:lnTo>
                  <a:pt x="1012236" y="1862"/>
                </a:lnTo>
                <a:lnTo>
                  <a:pt x="1010857" y="2298"/>
                </a:lnTo>
                <a:lnTo>
                  <a:pt x="1009490" y="2781"/>
                </a:lnTo>
                <a:lnTo>
                  <a:pt x="1008135" y="3310"/>
                </a:lnTo>
                <a:lnTo>
                  <a:pt x="1006793" y="3884"/>
                </a:lnTo>
                <a:lnTo>
                  <a:pt x="1005462" y="4505"/>
                </a:lnTo>
                <a:lnTo>
                  <a:pt x="1004144" y="5171"/>
                </a:lnTo>
                <a:lnTo>
                  <a:pt x="1002838" y="5884"/>
                </a:lnTo>
                <a:lnTo>
                  <a:pt x="1001544" y="6642"/>
                </a:lnTo>
                <a:lnTo>
                  <a:pt x="1000263" y="7447"/>
                </a:lnTo>
                <a:lnTo>
                  <a:pt x="998993" y="8297"/>
                </a:lnTo>
                <a:lnTo>
                  <a:pt x="997736" y="9193"/>
                </a:lnTo>
                <a:lnTo>
                  <a:pt x="996491" y="10136"/>
                </a:lnTo>
                <a:lnTo>
                  <a:pt x="995257" y="11124"/>
                </a:lnTo>
                <a:lnTo>
                  <a:pt x="994036" y="12158"/>
                </a:lnTo>
                <a:lnTo>
                  <a:pt x="992828" y="13238"/>
                </a:lnTo>
                <a:lnTo>
                  <a:pt x="991372" y="14629"/>
                </a:lnTo>
                <a:lnTo>
                  <a:pt x="989977" y="16053"/>
                </a:lnTo>
                <a:lnTo>
                  <a:pt x="988645" y="17510"/>
                </a:lnTo>
                <a:lnTo>
                  <a:pt x="987375" y="19001"/>
                </a:lnTo>
                <a:lnTo>
                  <a:pt x="986167" y="20526"/>
                </a:lnTo>
                <a:lnTo>
                  <a:pt x="985021" y="22084"/>
                </a:lnTo>
                <a:lnTo>
                  <a:pt x="983936" y="23675"/>
                </a:lnTo>
                <a:lnTo>
                  <a:pt x="982914" y="25300"/>
                </a:lnTo>
                <a:lnTo>
                  <a:pt x="981954" y="26958"/>
                </a:lnTo>
                <a:lnTo>
                  <a:pt x="981055" y="28650"/>
                </a:lnTo>
                <a:lnTo>
                  <a:pt x="980219" y="30376"/>
                </a:lnTo>
                <a:lnTo>
                  <a:pt x="979444" y="32134"/>
                </a:lnTo>
                <a:lnTo>
                  <a:pt x="978732" y="33927"/>
                </a:lnTo>
                <a:lnTo>
                  <a:pt x="978081" y="35752"/>
                </a:lnTo>
                <a:lnTo>
                  <a:pt x="977493" y="37612"/>
                </a:lnTo>
                <a:lnTo>
                  <a:pt x="976966" y="39504"/>
                </a:lnTo>
                <a:lnTo>
                  <a:pt x="976501" y="41431"/>
                </a:lnTo>
                <a:lnTo>
                  <a:pt x="976099" y="43390"/>
                </a:lnTo>
                <a:lnTo>
                  <a:pt x="975758" y="45383"/>
                </a:lnTo>
                <a:lnTo>
                  <a:pt x="975479" y="47410"/>
                </a:lnTo>
                <a:lnTo>
                  <a:pt x="975262" y="49470"/>
                </a:lnTo>
                <a:lnTo>
                  <a:pt x="975107" y="51563"/>
                </a:lnTo>
                <a:lnTo>
                  <a:pt x="975014" y="53691"/>
                </a:lnTo>
                <a:lnTo>
                  <a:pt x="974983" y="55851"/>
                </a:lnTo>
                <a:lnTo>
                  <a:pt x="975014" y="58012"/>
                </a:lnTo>
                <a:lnTo>
                  <a:pt x="975107" y="60138"/>
                </a:lnTo>
                <a:lnTo>
                  <a:pt x="975262" y="62231"/>
                </a:lnTo>
                <a:lnTo>
                  <a:pt x="975479" y="64290"/>
                </a:lnTo>
                <a:lnTo>
                  <a:pt x="975758" y="66316"/>
                </a:lnTo>
                <a:lnTo>
                  <a:pt x="976099" y="68307"/>
                </a:lnTo>
                <a:lnTo>
                  <a:pt x="976501" y="70265"/>
                </a:lnTo>
                <a:lnTo>
                  <a:pt x="976966" y="72189"/>
                </a:lnTo>
                <a:lnTo>
                  <a:pt x="977493" y="74079"/>
                </a:lnTo>
                <a:lnTo>
                  <a:pt x="978081" y="75936"/>
                </a:lnTo>
                <a:lnTo>
                  <a:pt x="978732" y="77758"/>
                </a:lnTo>
                <a:lnTo>
                  <a:pt x="979444" y="79547"/>
                </a:lnTo>
                <a:lnTo>
                  <a:pt x="980219" y="81302"/>
                </a:lnTo>
                <a:lnTo>
                  <a:pt x="981055" y="83023"/>
                </a:lnTo>
                <a:lnTo>
                  <a:pt x="981954" y="84711"/>
                </a:lnTo>
                <a:lnTo>
                  <a:pt x="982914" y="86364"/>
                </a:lnTo>
                <a:lnTo>
                  <a:pt x="983936" y="87984"/>
                </a:lnTo>
                <a:lnTo>
                  <a:pt x="985021" y="89570"/>
                </a:lnTo>
                <a:lnTo>
                  <a:pt x="986167" y="91122"/>
                </a:lnTo>
                <a:lnTo>
                  <a:pt x="987375" y="92641"/>
                </a:lnTo>
                <a:lnTo>
                  <a:pt x="988645" y="94125"/>
                </a:lnTo>
                <a:lnTo>
                  <a:pt x="989977" y="95576"/>
                </a:lnTo>
                <a:lnTo>
                  <a:pt x="991372" y="96993"/>
                </a:lnTo>
                <a:lnTo>
                  <a:pt x="992828" y="98376"/>
                </a:lnTo>
                <a:lnTo>
                  <a:pt x="994036" y="99456"/>
                </a:lnTo>
                <a:lnTo>
                  <a:pt x="995257" y="100491"/>
                </a:lnTo>
                <a:lnTo>
                  <a:pt x="996491" y="101479"/>
                </a:lnTo>
                <a:lnTo>
                  <a:pt x="997736" y="102421"/>
                </a:lnTo>
                <a:lnTo>
                  <a:pt x="998993" y="103318"/>
                </a:lnTo>
                <a:lnTo>
                  <a:pt x="1000263" y="104168"/>
                </a:lnTo>
                <a:lnTo>
                  <a:pt x="1001544" y="104972"/>
                </a:lnTo>
                <a:lnTo>
                  <a:pt x="1002838" y="105731"/>
                </a:lnTo>
                <a:lnTo>
                  <a:pt x="1004144" y="106443"/>
                </a:lnTo>
                <a:lnTo>
                  <a:pt x="1005462" y="107110"/>
                </a:lnTo>
                <a:lnTo>
                  <a:pt x="1006793" y="107730"/>
                </a:lnTo>
                <a:lnTo>
                  <a:pt x="1008135" y="108305"/>
                </a:lnTo>
                <a:lnTo>
                  <a:pt x="1009490" y="108834"/>
                </a:lnTo>
                <a:lnTo>
                  <a:pt x="1010857" y="109316"/>
                </a:lnTo>
                <a:lnTo>
                  <a:pt x="1012236" y="109753"/>
                </a:lnTo>
                <a:lnTo>
                  <a:pt x="1013627" y="110144"/>
                </a:lnTo>
                <a:lnTo>
                  <a:pt x="1015030" y="110488"/>
                </a:lnTo>
                <a:lnTo>
                  <a:pt x="1016445" y="110787"/>
                </a:lnTo>
                <a:lnTo>
                  <a:pt x="1017873" y="111040"/>
                </a:lnTo>
                <a:lnTo>
                  <a:pt x="1019312" y="111247"/>
                </a:lnTo>
                <a:lnTo>
                  <a:pt x="1020764" y="111408"/>
                </a:lnTo>
                <a:lnTo>
                  <a:pt x="1022228" y="111523"/>
                </a:lnTo>
                <a:lnTo>
                  <a:pt x="1023704" y="111592"/>
                </a:lnTo>
                <a:lnTo>
                  <a:pt x="1025192" y="111615"/>
                </a:lnTo>
                <a:lnTo>
                  <a:pt x="1026846" y="111587"/>
                </a:lnTo>
                <a:lnTo>
                  <a:pt x="1028483" y="111504"/>
                </a:lnTo>
                <a:lnTo>
                  <a:pt x="1030104" y="111366"/>
                </a:lnTo>
                <a:lnTo>
                  <a:pt x="1031708" y="111173"/>
                </a:lnTo>
                <a:lnTo>
                  <a:pt x="1033295" y="110924"/>
                </a:lnTo>
                <a:lnTo>
                  <a:pt x="1034866" y="110620"/>
                </a:lnTo>
                <a:lnTo>
                  <a:pt x="1036421" y="110261"/>
                </a:lnTo>
                <a:lnTo>
                  <a:pt x="1037958" y="109847"/>
                </a:lnTo>
                <a:lnTo>
                  <a:pt x="1039480" y="109377"/>
                </a:lnTo>
                <a:lnTo>
                  <a:pt x="1040984" y="108852"/>
                </a:lnTo>
                <a:lnTo>
                  <a:pt x="1042473" y="108272"/>
                </a:lnTo>
                <a:lnTo>
                  <a:pt x="1043944" y="107637"/>
                </a:lnTo>
                <a:lnTo>
                  <a:pt x="1045399" y="106946"/>
                </a:lnTo>
                <a:lnTo>
                  <a:pt x="1046838" y="106200"/>
                </a:lnTo>
                <a:lnTo>
                  <a:pt x="1048260" y="105399"/>
                </a:lnTo>
                <a:lnTo>
                  <a:pt x="1049665" y="104543"/>
                </a:lnTo>
                <a:lnTo>
                  <a:pt x="1051054" y="103631"/>
                </a:lnTo>
                <a:lnTo>
                  <a:pt x="1052426" y="102664"/>
                </a:lnTo>
                <a:lnTo>
                  <a:pt x="1053782" y="101642"/>
                </a:lnTo>
                <a:lnTo>
                  <a:pt x="1055121" y="100565"/>
                </a:lnTo>
                <a:lnTo>
                  <a:pt x="1056444" y="99432"/>
                </a:lnTo>
                <a:lnTo>
                  <a:pt x="1057750" y="98244"/>
                </a:lnTo>
                <a:lnTo>
                  <a:pt x="1059039" y="97001"/>
                </a:lnTo>
                <a:lnTo>
                  <a:pt x="1060312" y="95703"/>
                </a:lnTo>
                <a:lnTo>
                  <a:pt x="1061551" y="94363"/>
                </a:lnTo>
                <a:lnTo>
                  <a:pt x="1062736" y="92995"/>
                </a:lnTo>
                <a:lnTo>
                  <a:pt x="1063869" y="91599"/>
                </a:lnTo>
                <a:lnTo>
                  <a:pt x="1064950" y="90175"/>
                </a:lnTo>
                <a:lnTo>
                  <a:pt x="1065977" y="88724"/>
                </a:lnTo>
                <a:lnTo>
                  <a:pt x="1066952" y="87244"/>
                </a:lnTo>
                <a:lnTo>
                  <a:pt x="1067874" y="85737"/>
                </a:lnTo>
                <a:lnTo>
                  <a:pt x="1068744" y="84202"/>
                </a:lnTo>
                <a:lnTo>
                  <a:pt x="1069561" y="82639"/>
                </a:lnTo>
                <a:lnTo>
                  <a:pt x="1070325" y="81048"/>
                </a:lnTo>
                <a:lnTo>
                  <a:pt x="1071036" y="79429"/>
                </a:lnTo>
                <a:lnTo>
                  <a:pt x="1071695" y="77783"/>
                </a:lnTo>
                <a:lnTo>
                  <a:pt x="1072301" y="76108"/>
                </a:lnTo>
                <a:lnTo>
                  <a:pt x="1072854" y="74406"/>
                </a:lnTo>
                <a:lnTo>
                  <a:pt x="1073355" y="72676"/>
                </a:lnTo>
                <a:lnTo>
                  <a:pt x="1073803" y="70918"/>
                </a:lnTo>
                <a:lnTo>
                  <a:pt x="1074198" y="69132"/>
                </a:lnTo>
                <a:lnTo>
                  <a:pt x="1074540" y="67318"/>
                </a:lnTo>
                <a:lnTo>
                  <a:pt x="1074830" y="65477"/>
                </a:lnTo>
                <a:lnTo>
                  <a:pt x="1075067" y="63607"/>
                </a:lnTo>
                <a:lnTo>
                  <a:pt x="1075252" y="61710"/>
                </a:lnTo>
                <a:lnTo>
                  <a:pt x="1075383" y="59785"/>
                </a:lnTo>
                <a:lnTo>
                  <a:pt x="1075462" y="57832"/>
                </a:lnTo>
                <a:lnTo>
                  <a:pt x="1075489" y="55851"/>
                </a:lnTo>
                <a:lnTo>
                  <a:pt x="1075462" y="53863"/>
                </a:lnTo>
                <a:lnTo>
                  <a:pt x="1075383" y="51903"/>
                </a:lnTo>
                <a:lnTo>
                  <a:pt x="1075252" y="49972"/>
                </a:lnTo>
                <a:lnTo>
                  <a:pt x="1075067" y="48068"/>
                </a:lnTo>
                <a:close/>
                <a:moveTo>
                  <a:pt x="1057282" y="61152"/>
                </a:moveTo>
                <a:lnTo>
                  <a:pt x="1057128" y="62428"/>
                </a:lnTo>
                <a:lnTo>
                  <a:pt x="1056939" y="63684"/>
                </a:lnTo>
                <a:lnTo>
                  <a:pt x="1056716" y="64920"/>
                </a:lnTo>
                <a:lnTo>
                  <a:pt x="1056459" y="66136"/>
                </a:lnTo>
                <a:lnTo>
                  <a:pt x="1056167" y="67333"/>
                </a:lnTo>
                <a:lnTo>
                  <a:pt x="1055841" y="68510"/>
                </a:lnTo>
                <a:lnTo>
                  <a:pt x="1055481" y="69667"/>
                </a:lnTo>
                <a:lnTo>
                  <a:pt x="1055086" y="70805"/>
                </a:lnTo>
                <a:lnTo>
                  <a:pt x="1054657" y="71922"/>
                </a:lnTo>
                <a:lnTo>
                  <a:pt x="1054194" y="73020"/>
                </a:lnTo>
                <a:lnTo>
                  <a:pt x="1053696" y="74098"/>
                </a:lnTo>
                <a:lnTo>
                  <a:pt x="1053164" y="75157"/>
                </a:lnTo>
                <a:lnTo>
                  <a:pt x="1052598" y="76195"/>
                </a:lnTo>
                <a:lnTo>
                  <a:pt x="1051997" y="77214"/>
                </a:lnTo>
                <a:lnTo>
                  <a:pt x="1051362" y="78214"/>
                </a:lnTo>
                <a:lnTo>
                  <a:pt x="1050693" y="79193"/>
                </a:lnTo>
                <a:lnTo>
                  <a:pt x="1049989" y="80152"/>
                </a:lnTo>
                <a:lnTo>
                  <a:pt x="1049251" y="81092"/>
                </a:lnTo>
                <a:lnTo>
                  <a:pt x="1048479" y="82012"/>
                </a:lnTo>
                <a:lnTo>
                  <a:pt x="1047673" y="82913"/>
                </a:lnTo>
                <a:lnTo>
                  <a:pt x="1046844" y="83784"/>
                </a:lnTo>
                <a:lnTo>
                  <a:pt x="1046006" y="84619"/>
                </a:lnTo>
                <a:lnTo>
                  <a:pt x="1045159" y="85416"/>
                </a:lnTo>
                <a:lnTo>
                  <a:pt x="1044303" y="86177"/>
                </a:lnTo>
                <a:lnTo>
                  <a:pt x="1043437" y="86900"/>
                </a:lnTo>
                <a:lnTo>
                  <a:pt x="1042561" y="87586"/>
                </a:lnTo>
                <a:lnTo>
                  <a:pt x="1041676" y="88235"/>
                </a:lnTo>
                <a:lnTo>
                  <a:pt x="1040782" y="88847"/>
                </a:lnTo>
                <a:lnTo>
                  <a:pt x="1039878" y="89422"/>
                </a:lnTo>
                <a:lnTo>
                  <a:pt x="1038965" y="89960"/>
                </a:lnTo>
                <a:lnTo>
                  <a:pt x="1038042" y="90461"/>
                </a:lnTo>
                <a:lnTo>
                  <a:pt x="1037110" y="90925"/>
                </a:lnTo>
                <a:lnTo>
                  <a:pt x="1036169" y="91351"/>
                </a:lnTo>
                <a:lnTo>
                  <a:pt x="1035218" y="91741"/>
                </a:lnTo>
                <a:lnTo>
                  <a:pt x="1034258" y="92093"/>
                </a:lnTo>
                <a:lnTo>
                  <a:pt x="1033288" y="92408"/>
                </a:lnTo>
                <a:lnTo>
                  <a:pt x="1032309" y="92687"/>
                </a:lnTo>
                <a:lnTo>
                  <a:pt x="1031321" y="92928"/>
                </a:lnTo>
                <a:lnTo>
                  <a:pt x="1030323" y="93132"/>
                </a:lnTo>
                <a:lnTo>
                  <a:pt x="1029316" y="93299"/>
                </a:lnTo>
                <a:lnTo>
                  <a:pt x="1028299" y="93428"/>
                </a:lnTo>
                <a:lnTo>
                  <a:pt x="1027273" y="93521"/>
                </a:lnTo>
                <a:lnTo>
                  <a:pt x="1026237" y="93577"/>
                </a:lnTo>
                <a:lnTo>
                  <a:pt x="1025192" y="93595"/>
                </a:lnTo>
                <a:lnTo>
                  <a:pt x="1024155" y="93577"/>
                </a:lnTo>
                <a:lnTo>
                  <a:pt x="1023126" y="93521"/>
                </a:lnTo>
                <a:lnTo>
                  <a:pt x="1022106" y="93428"/>
                </a:lnTo>
                <a:lnTo>
                  <a:pt x="1021096" y="93297"/>
                </a:lnTo>
                <a:lnTo>
                  <a:pt x="1020094" y="93130"/>
                </a:lnTo>
                <a:lnTo>
                  <a:pt x="1019102" y="92925"/>
                </a:lnTo>
                <a:lnTo>
                  <a:pt x="1018119" y="92683"/>
                </a:lnTo>
                <a:lnTo>
                  <a:pt x="1017145" y="92403"/>
                </a:lnTo>
                <a:lnTo>
                  <a:pt x="1016180" y="92087"/>
                </a:lnTo>
                <a:lnTo>
                  <a:pt x="1015224" y="91733"/>
                </a:lnTo>
                <a:lnTo>
                  <a:pt x="1014277" y="91342"/>
                </a:lnTo>
                <a:lnTo>
                  <a:pt x="1013340" y="90914"/>
                </a:lnTo>
                <a:lnTo>
                  <a:pt x="1012411" y="90448"/>
                </a:lnTo>
                <a:lnTo>
                  <a:pt x="1011492" y="89945"/>
                </a:lnTo>
                <a:lnTo>
                  <a:pt x="1010582" y="89405"/>
                </a:lnTo>
                <a:lnTo>
                  <a:pt x="1009681" y="88828"/>
                </a:lnTo>
                <a:lnTo>
                  <a:pt x="1008789" y="88214"/>
                </a:lnTo>
                <a:lnTo>
                  <a:pt x="1007906" y="87562"/>
                </a:lnTo>
                <a:lnTo>
                  <a:pt x="1007032" y="86873"/>
                </a:lnTo>
                <a:lnTo>
                  <a:pt x="1006167" y="86146"/>
                </a:lnTo>
                <a:lnTo>
                  <a:pt x="1005312" y="85383"/>
                </a:lnTo>
                <a:lnTo>
                  <a:pt x="1004465" y="84582"/>
                </a:lnTo>
                <a:lnTo>
                  <a:pt x="1003628" y="83744"/>
                </a:lnTo>
                <a:lnTo>
                  <a:pt x="1002799" y="82869"/>
                </a:lnTo>
                <a:lnTo>
                  <a:pt x="1001993" y="81965"/>
                </a:lnTo>
                <a:lnTo>
                  <a:pt x="1001221" y="81042"/>
                </a:lnTo>
                <a:lnTo>
                  <a:pt x="1000483" y="80100"/>
                </a:lnTo>
                <a:lnTo>
                  <a:pt x="999779" y="79138"/>
                </a:lnTo>
                <a:lnTo>
                  <a:pt x="999110" y="78157"/>
                </a:lnTo>
                <a:lnTo>
                  <a:pt x="998475" y="77157"/>
                </a:lnTo>
                <a:lnTo>
                  <a:pt x="997874" y="76137"/>
                </a:lnTo>
                <a:lnTo>
                  <a:pt x="997308" y="75099"/>
                </a:lnTo>
                <a:lnTo>
                  <a:pt x="996776" y="74040"/>
                </a:lnTo>
                <a:lnTo>
                  <a:pt x="996279" y="72963"/>
                </a:lnTo>
                <a:lnTo>
                  <a:pt x="995815" y="71866"/>
                </a:lnTo>
                <a:lnTo>
                  <a:pt x="995386" y="70750"/>
                </a:lnTo>
                <a:lnTo>
                  <a:pt x="994991" y="69615"/>
                </a:lnTo>
                <a:lnTo>
                  <a:pt x="994631" y="68460"/>
                </a:lnTo>
                <a:lnTo>
                  <a:pt x="994305" y="67286"/>
                </a:lnTo>
                <a:lnTo>
                  <a:pt x="994013" y="66093"/>
                </a:lnTo>
                <a:lnTo>
                  <a:pt x="993756" y="64880"/>
                </a:lnTo>
                <a:lnTo>
                  <a:pt x="993533" y="63648"/>
                </a:lnTo>
                <a:lnTo>
                  <a:pt x="993344" y="62397"/>
                </a:lnTo>
                <a:lnTo>
                  <a:pt x="993190" y="61126"/>
                </a:lnTo>
                <a:lnTo>
                  <a:pt x="993070" y="59836"/>
                </a:lnTo>
                <a:lnTo>
                  <a:pt x="992984" y="58527"/>
                </a:lnTo>
                <a:lnTo>
                  <a:pt x="992932" y="57199"/>
                </a:lnTo>
                <a:lnTo>
                  <a:pt x="992915" y="55851"/>
                </a:lnTo>
                <a:lnTo>
                  <a:pt x="992932" y="54503"/>
                </a:lnTo>
                <a:lnTo>
                  <a:pt x="992984" y="53175"/>
                </a:lnTo>
                <a:lnTo>
                  <a:pt x="993070" y="51865"/>
                </a:lnTo>
                <a:lnTo>
                  <a:pt x="993190" y="50575"/>
                </a:lnTo>
                <a:lnTo>
                  <a:pt x="993344" y="49303"/>
                </a:lnTo>
                <a:lnTo>
                  <a:pt x="993533" y="48051"/>
                </a:lnTo>
                <a:lnTo>
                  <a:pt x="993756" y="46819"/>
                </a:lnTo>
                <a:lnTo>
                  <a:pt x="994013" y="45605"/>
                </a:lnTo>
                <a:lnTo>
                  <a:pt x="994305" y="44410"/>
                </a:lnTo>
                <a:lnTo>
                  <a:pt x="994631" y="43235"/>
                </a:lnTo>
                <a:lnTo>
                  <a:pt x="994991" y="42079"/>
                </a:lnTo>
                <a:lnTo>
                  <a:pt x="995386" y="40942"/>
                </a:lnTo>
                <a:lnTo>
                  <a:pt x="995815" y="39824"/>
                </a:lnTo>
                <a:lnTo>
                  <a:pt x="996279" y="38725"/>
                </a:lnTo>
                <a:lnTo>
                  <a:pt x="996776" y="37646"/>
                </a:lnTo>
                <a:lnTo>
                  <a:pt x="997308" y="36585"/>
                </a:lnTo>
                <a:lnTo>
                  <a:pt x="997874" y="35544"/>
                </a:lnTo>
                <a:lnTo>
                  <a:pt x="998475" y="34522"/>
                </a:lnTo>
                <a:lnTo>
                  <a:pt x="999110" y="33519"/>
                </a:lnTo>
                <a:lnTo>
                  <a:pt x="999779" y="32535"/>
                </a:lnTo>
                <a:lnTo>
                  <a:pt x="1000483" y="31571"/>
                </a:lnTo>
                <a:lnTo>
                  <a:pt x="1001221" y="30625"/>
                </a:lnTo>
                <a:lnTo>
                  <a:pt x="1001993" y="29699"/>
                </a:lnTo>
                <a:lnTo>
                  <a:pt x="1002799" y="28792"/>
                </a:lnTo>
                <a:lnTo>
                  <a:pt x="1003628" y="27913"/>
                </a:lnTo>
                <a:lnTo>
                  <a:pt x="1004465" y="27071"/>
                </a:lnTo>
                <a:lnTo>
                  <a:pt x="1005312" y="26267"/>
                </a:lnTo>
                <a:lnTo>
                  <a:pt x="1006167" y="25500"/>
                </a:lnTo>
                <a:lnTo>
                  <a:pt x="1007032" y="24771"/>
                </a:lnTo>
                <a:lnTo>
                  <a:pt x="1007906" y="24079"/>
                </a:lnTo>
                <a:lnTo>
                  <a:pt x="1008789" y="23424"/>
                </a:lnTo>
                <a:lnTo>
                  <a:pt x="1009681" y="22807"/>
                </a:lnTo>
                <a:lnTo>
                  <a:pt x="1010582" y="22227"/>
                </a:lnTo>
                <a:lnTo>
                  <a:pt x="1011492" y="21685"/>
                </a:lnTo>
                <a:lnTo>
                  <a:pt x="1012411" y="21180"/>
                </a:lnTo>
                <a:lnTo>
                  <a:pt x="1013340" y="20712"/>
                </a:lnTo>
                <a:lnTo>
                  <a:pt x="1014277" y="20282"/>
                </a:lnTo>
                <a:lnTo>
                  <a:pt x="1015224" y="19890"/>
                </a:lnTo>
                <a:lnTo>
                  <a:pt x="1016180" y="19534"/>
                </a:lnTo>
                <a:lnTo>
                  <a:pt x="1017145" y="19216"/>
                </a:lnTo>
                <a:lnTo>
                  <a:pt x="1018119" y="18936"/>
                </a:lnTo>
                <a:lnTo>
                  <a:pt x="1019102" y="18693"/>
                </a:lnTo>
                <a:lnTo>
                  <a:pt x="1020094" y="18487"/>
                </a:lnTo>
                <a:lnTo>
                  <a:pt x="1021096" y="18319"/>
                </a:lnTo>
                <a:lnTo>
                  <a:pt x="1022106" y="18188"/>
                </a:lnTo>
                <a:lnTo>
                  <a:pt x="1023126" y="18094"/>
                </a:lnTo>
                <a:lnTo>
                  <a:pt x="1024155" y="18038"/>
                </a:lnTo>
                <a:lnTo>
                  <a:pt x="1025192" y="18019"/>
                </a:lnTo>
                <a:lnTo>
                  <a:pt x="1026237" y="18038"/>
                </a:lnTo>
                <a:lnTo>
                  <a:pt x="1027273" y="18094"/>
                </a:lnTo>
                <a:lnTo>
                  <a:pt x="1028299" y="18187"/>
                </a:lnTo>
                <a:lnTo>
                  <a:pt x="1029316" y="18317"/>
                </a:lnTo>
                <a:lnTo>
                  <a:pt x="1030323" y="18485"/>
                </a:lnTo>
                <a:lnTo>
                  <a:pt x="1031321" y="18690"/>
                </a:lnTo>
                <a:lnTo>
                  <a:pt x="1032309" y="18932"/>
                </a:lnTo>
                <a:lnTo>
                  <a:pt x="1033288" y="19211"/>
                </a:lnTo>
                <a:lnTo>
                  <a:pt x="1034258" y="19528"/>
                </a:lnTo>
                <a:lnTo>
                  <a:pt x="1035218" y="19882"/>
                </a:lnTo>
                <a:lnTo>
                  <a:pt x="1036169" y="20273"/>
                </a:lnTo>
                <a:lnTo>
                  <a:pt x="1037110" y="20702"/>
                </a:lnTo>
                <a:lnTo>
                  <a:pt x="1038042" y="21167"/>
                </a:lnTo>
                <a:lnTo>
                  <a:pt x="1038965" y="21670"/>
                </a:lnTo>
                <a:lnTo>
                  <a:pt x="1039878" y="22210"/>
                </a:lnTo>
                <a:lnTo>
                  <a:pt x="1040782" y="22788"/>
                </a:lnTo>
                <a:lnTo>
                  <a:pt x="1041676" y="23402"/>
                </a:lnTo>
                <a:lnTo>
                  <a:pt x="1042561" y="24054"/>
                </a:lnTo>
                <a:lnTo>
                  <a:pt x="1043437" y="24744"/>
                </a:lnTo>
                <a:lnTo>
                  <a:pt x="1044303" y="25470"/>
                </a:lnTo>
                <a:lnTo>
                  <a:pt x="1045159" y="26234"/>
                </a:lnTo>
                <a:lnTo>
                  <a:pt x="1046006" y="27035"/>
                </a:lnTo>
                <a:lnTo>
                  <a:pt x="1046844" y="27873"/>
                </a:lnTo>
                <a:lnTo>
                  <a:pt x="1047673" y="28748"/>
                </a:lnTo>
                <a:lnTo>
                  <a:pt x="1048479" y="29652"/>
                </a:lnTo>
                <a:lnTo>
                  <a:pt x="1049251" y="30575"/>
                </a:lnTo>
                <a:lnTo>
                  <a:pt x="1049989" y="31518"/>
                </a:lnTo>
                <a:lnTo>
                  <a:pt x="1050693" y="32481"/>
                </a:lnTo>
                <a:lnTo>
                  <a:pt x="1051362" y="33463"/>
                </a:lnTo>
                <a:lnTo>
                  <a:pt x="1051997" y="34465"/>
                </a:lnTo>
                <a:lnTo>
                  <a:pt x="1052598" y="35486"/>
                </a:lnTo>
                <a:lnTo>
                  <a:pt x="1053164" y="36527"/>
                </a:lnTo>
                <a:lnTo>
                  <a:pt x="1053696" y="37588"/>
                </a:lnTo>
                <a:lnTo>
                  <a:pt x="1054194" y="38668"/>
                </a:lnTo>
                <a:lnTo>
                  <a:pt x="1054657" y="39768"/>
                </a:lnTo>
                <a:lnTo>
                  <a:pt x="1055086" y="40887"/>
                </a:lnTo>
                <a:lnTo>
                  <a:pt x="1055481" y="42026"/>
                </a:lnTo>
                <a:lnTo>
                  <a:pt x="1055841" y="43185"/>
                </a:lnTo>
                <a:lnTo>
                  <a:pt x="1056167" y="44363"/>
                </a:lnTo>
                <a:lnTo>
                  <a:pt x="1056459" y="45561"/>
                </a:lnTo>
                <a:lnTo>
                  <a:pt x="1056716" y="46779"/>
                </a:lnTo>
                <a:lnTo>
                  <a:pt x="1056939" y="48016"/>
                </a:lnTo>
                <a:lnTo>
                  <a:pt x="1057128" y="49273"/>
                </a:lnTo>
                <a:lnTo>
                  <a:pt x="1057282" y="50549"/>
                </a:lnTo>
                <a:lnTo>
                  <a:pt x="1057403" y="51845"/>
                </a:lnTo>
                <a:lnTo>
                  <a:pt x="1057488" y="53161"/>
                </a:lnTo>
                <a:lnTo>
                  <a:pt x="1057540" y="54496"/>
                </a:lnTo>
                <a:lnTo>
                  <a:pt x="1057557" y="55851"/>
                </a:lnTo>
                <a:lnTo>
                  <a:pt x="1057540" y="57206"/>
                </a:lnTo>
                <a:lnTo>
                  <a:pt x="1057488" y="58541"/>
                </a:lnTo>
                <a:lnTo>
                  <a:pt x="1057403" y="59856"/>
                </a:lnTo>
                <a:lnTo>
                  <a:pt x="1057282" y="61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8379D-5010-4FA9-A056-7BDE908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710" y="3321220"/>
            <a:ext cx="1915691" cy="170512"/>
          </a:xfrm>
          <a:custGeom xmlns:a="http://schemas.openxmlformats.org/drawingml/2006/main">
            <a:pathLst>
              <a:path w="1915691" h="170512" fill="none">
                <a:moveTo>
                  <a:pt x="1915691" y="0"/>
                </a:moveTo>
                <a:lnTo>
                  <a:pt x="1915040" y="170512"/>
                </a:lnTo>
                <a:lnTo>
                  <a:pt x="0" y="170512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F6668-4A70-44EA-9BC1-0A2B7EA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710" y="3453786"/>
            <a:ext cx="114000" cy="75892"/>
          </a:xfrm>
          <a:custGeom xmlns:a="http://schemas.openxmlformats.org/drawingml/2006/main">
            <a:pathLst>
              <a:path w="114000" h="75892">
                <a:moveTo>
                  <a:pt x="0" y="37946"/>
                </a:moveTo>
                <a:lnTo>
                  <a:pt x="114000" y="0"/>
                </a:lnTo>
                <a:lnTo>
                  <a:pt x="114000" y="75892"/>
                </a:lnTo>
                <a:lnTo>
                  <a:pt x="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BB155-3ACA-46E0-8CC8-33E8150C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710" y="3453786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0" y="37946"/>
                </a:moveTo>
                <a:lnTo>
                  <a:pt x="114000" y="0"/>
                </a:lnTo>
                <a:lnTo>
                  <a:pt x="114000" y="75892"/>
                </a:lnTo>
                <a:lnTo>
                  <a:pt x="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84" name="Text DUTSimulation">
            <a:extLst xmlns:a="http://schemas.openxmlformats.org/drawingml/2006/main">
              <a:ext uri="{FF2B5EF4-FFF2-40B4-BE49-F238E27FC236}">
                <a16:creationId xmlns:a16="http://schemas.microsoft.com/office/drawing/2014/main" id="{68918BE2-F2BC-45F5-9A88-8C91053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103" y="3092642"/>
            <a:ext cx="1633799" cy="126914"/>
          </a:xfrm>
          <a:custGeom xmlns:a="http://schemas.openxmlformats.org/drawingml/2006/main">
            <a:pathLst>
              <a:path w="1633799" h="126914">
                <a:moveTo>
                  <a:pt x="12119" y="104203"/>
                </a:moveTo>
                <a:lnTo>
                  <a:pt x="12119" y="27673"/>
                </a:lnTo>
                <a:cubicBezTo>
                  <a:pt x="7984" y="27673"/>
                  <a:pt x="4930" y="26767"/>
                  <a:pt x="2958" y="24953"/>
                </a:cubicBezTo>
                <a:cubicBezTo>
                  <a:pt x="986" y="23140"/>
                  <a:pt x="0" y="20771"/>
                  <a:pt x="0" y="17844"/>
                </a:cubicBezTo>
                <a:cubicBezTo>
                  <a:pt x="0" y="14918"/>
                  <a:pt x="1002" y="12548"/>
                  <a:pt x="3006" y="10735"/>
                </a:cubicBezTo>
                <a:cubicBezTo>
                  <a:pt x="5010" y="8922"/>
                  <a:pt x="8366" y="8016"/>
                  <a:pt x="13073" y="8016"/>
                </a:cubicBezTo>
                <a:lnTo>
                  <a:pt x="54010" y="8111"/>
                </a:lnTo>
                <a:cubicBezTo>
                  <a:pt x="60372" y="8111"/>
                  <a:pt x="66590" y="9289"/>
                  <a:pt x="72666" y="11645"/>
                </a:cubicBezTo>
                <a:cubicBezTo>
                  <a:pt x="78741" y="14001"/>
                  <a:pt x="83623" y="16992"/>
                  <a:pt x="87313" y="20621"/>
                </a:cubicBezTo>
                <a:cubicBezTo>
                  <a:pt x="90112" y="23360"/>
                  <a:pt x="93023" y="27117"/>
                  <a:pt x="96044" y="31893"/>
                </a:cubicBezTo>
                <a:cubicBezTo>
                  <a:pt x="99066" y="36668"/>
                  <a:pt x="101341" y="41411"/>
                  <a:pt x="102867" y="46123"/>
                </a:cubicBezTo>
                <a:cubicBezTo>
                  <a:pt x="104394" y="50832"/>
                  <a:pt x="105158" y="56594"/>
                  <a:pt x="105158" y="63406"/>
                </a:cubicBezTo>
                <a:lnTo>
                  <a:pt x="105158" y="72767"/>
                </a:lnTo>
                <a:cubicBezTo>
                  <a:pt x="105158" y="81043"/>
                  <a:pt x="103758" y="88381"/>
                  <a:pt x="100959" y="94780"/>
                </a:cubicBezTo>
                <a:cubicBezTo>
                  <a:pt x="98160" y="101180"/>
                  <a:pt x="94486" y="106401"/>
                  <a:pt x="89937" y="110445"/>
                </a:cubicBezTo>
                <a:cubicBezTo>
                  <a:pt x="85389" y="114486"/>
                  <a:pt x="81111" y="117462"/>
                  <a:pt x="77103" y="119373"/>
                </a:cubicBezTo>
                <a:cubicBezTo>
                  <a:pt x="70741" y="122365"/>
                  <a:pt x="62503" y="123861"/>
                  <a:pt x="52388" y="123861"/>
                </a:cubicBezTo>
                <a:lnTo>
                  <a:pt x="13073" y="123861"/>
                </a:lnTo>
                <a:cubicBezTo>
                  <a:pt x="8366" y="123861"/>
                  <a:pt x="5010" y="122938"/>
                  <a:pt x="3006" y="121093"/>
                </a:cubicBezTo>
                <a:cubicBezTo>
                  <a:pt x="1002" y="119248"/>
                  <a:pt x="0" y="116863"/>
                  <a:pt x="0" y="113937"/>
                </a:cubicBezTo>
                <a:cubicBezTo>
                  <a:pt x="0" y="111010"/>
                  <a:pt x="1002" y="108656"/>
                  <a:pt x="3006" y="106875"/>
                </a:cubicBezTo>
                <a:cubicBezTo>
                  <a:pt x="5010" y="105094"/>
                  <a:pt x="8047" y="104203"/>
                  <a:pt x="12119" y="104203"/>
                </a:cubicBezTo>
                <a:moveTo>
                  <a:pt x="31681" y="104203"/>
                </a:moveTo>
                <a:lnTo>
                  <a:pt x="52483" y="104203"/>
                </a:lnTo>
                <a:cubicBezTo>
                  <a:pt x="60244" y="104203"/>
                  <a:pt x="66097" y="103090"/>
                  <a:pt x="70041" y="100863"/>
                </a:cubicBezTo>
                <a:cubicBezTo>
                  <a:pt x="75194" y="97937"/>
                  <a:pt x="79075" y="94216"/>
                  <a:pt x="81683" y="89699"/>
                </a:cubicBezTo>
                <a:cubicBezTo>
                  <a:pt x="84291" y="85182"/>
                  <a:pt x="85596" y="79329"/>
                  <a:pt x="85596" y="72141"/>
                </a:cubicBezTo>
                <a:lnTo>
                  <a:pt x="85596" y="62885"/>
                </a:lnTo>
                <a:cubicBezTo>
                  <a:pt x="85596" y="56714"/>
                  <a:pt x="84419" y="51306"/>
                  <a:pt x="82065" y="46662"/>
                </a:cubicBezTo>
                <a:cubicBezTo>
                  <a:pt x="78375" y="39410"/>
                  <a:pt x="74224" y="34432"/>
                  <a:pt x="69612" y="31729"/>
                </a:cubicBezTo>
                <a:cubicBezTo>
                  <a:pt x="65000" y="29025"/>
                  <a:pt x="59227" y="27673"/>
                  <a:pt x="52292" y="27673"/>
                </a:cubicBezTo>
                <a:lnTo>
                  <a:pt x="31681" y="27673"/>
                </a:lnTo>
                <a:lnTo>
                  <a:pt x="31681" y="104203"/>
                </a:lnTo>
                <a:close/>
                <a:moveTo>
                  <a:pt x="217834" y="27864"/>
                </a:moveTo>
                <a:lnTo>
                  <a:pt x="217834" y="83359"/>
                </a:lnTo>
                <a:cubicBezTo>
                  <a:pt x="217834" y="95458"/>
                  <a:pt x="213493" y="105742"/>
                  <a:pt x="204809" y="114211"/>
                </a:cubicBezTo>
                <a:cubicBezTo>
                  <a:pt x="196125" y="122680"/>
                  <a:pt x="185676" y="126914"/>
                  <a:pt x="173462" y="126914"/>
                </a:cubicBezTo>
                <a:cubicBezTo>
                  <a:pt x="167419" y="126914"/>
                  <a:pt x="161741" y="125848"/>
                  <a:pt x="156429" y="123715"/>
                </a:cubicBezTo>
                <a:cubicBezTo>
                  <a:pt x="151117" y="121581"/>
                  <a:pt x="146346" y="118445"/>
                  <a:pt x="142115" y="114306"/>
                </a:cubicBezTo>
                <a:cubicBezTo>
                  <a:pt x="137885" y="110167"/>
                  <a:pt x="134593" y="105853"/>
                  <a:pt x="132239" y="101364"/>
                </a:cubicBezTo>
                <a:cubicBezTo>
                  <a:pt x="129885" y="96875"/>
                  <a:pt x="128708" y="90874"/>
                  <a:pt x="128708" y="83359"/>
                </a:cubicBezTo>
                <a:lnTo>
                  <a:pt x="128708" y="27864"/>
                </a:lnTo>
                <a:cubicBezTo>
                  <a:pt x="124573" y="27864"/>
                  <a:pt x="121520" y="26941"/>
                  <a:pt x="119547" y="25097"/>
                </a:cubicBezTo>
                <a:cubicBezTo>
                  <a:pt x="117575" y="23252"/>
                  <a:pt x="116589" y="20866"/>
                  <a:pt x="116589" y="17940"/>
                </a:cubicBezTo>
                <a:cubicBezTo>
                  <a:pt x="116589" y="15013"/>
                  <a:pt x="117575" y="12660"/>
                  <a:pt x="119547" y="10878"/>
                </a:cubicBezTo>
                <a:cubicBezTo>
                  <a:pt x="121520" y="9097"/>
                  <a:pt x="124891" y="8206"/>
                  <a:pt x="129662" y="8206"/>
                </a:cubicBezTo>
                <a:lnTo>
                  <a:pt x="155331" y="8016"/>
                </a:lnTo>
                <a:cubicBezTo>
                  <a:pt x="160039" y="8016"/>
                  <a:pt x="163395" y="8922"/>
                  <a:pt x="165399" y="10735"/>
                </a:cubicBezTo>
                <a:cubicBezTo>
                  <a:pt x="167403" y="12548"/>
                  <a:pt x="168405" y="14918"/>
                  <a:pt x="168405" y="17844"/>
                </a:cubicBezTo>
                <a:cubicBezTo>
                  <a:pt x="168405" y="20771"/>
                  <a:pt x="167403" y="23140"/>
                  <a:pt x="165399" y="24953"/>
                </a:cubicBezTo>
                <a:cubicBezTo>
                  <a:pt x="163395" y="26767"/>
                  <a:pt x="160039" y="27673"/>
                  <a:pt x="155331" y="27673"/>
                </a:cubicBezTo>
                <a:lnTo>
                  <a:pt x="148270" y="27673"/>
                </a:lnTo>
                <a:lnTo>
                  <a:pt x="148270" y="84969"/>
                </a:lnTo>
                <a:cubicBezTo>
                  <a:pt x="148270" y="90836"/>
                  <a:pt x="150703" y="96018"/>
                  <a:pt x="155570" y="100515"/>
                </a:cubicBezTo>
                <a:cubicBezTo>
                  <a:pt x="160437" y="105009"/>
                  <a:pt x="166305" y="107257"/>
                  <a:pt x="173176" y="107257"/>
                </a:cubicBezTo>
                <a:cubicBezTo>
                  <a:pt x="177756" y="107257"/>
                  <a:pt x="182050" y="106173"/>
                  <a:pt x="186058" y="104006"/>
                </a:cubicBezTo>
                <a:cubicBezTo>
                  <a:pt x="190066" y="101838"/>
                  <a:pt x="193342" y="98681"/>
                  <a:pt x="195887" y="94536"/>
                </a:cubicBezTo>
                <a:cubicBezTo>
                  <a:pt x="197477" y="91921"/>
                  <a:pt x="198272" y="88733"/>
                  <a:pt x="198272" y="84969"/>
                </a:cubicBezTo>
                <a:lnTo>
                  <a:pt x="198272" y="27673"/>
                </a:lnTo>
                <a:lnTo>
                  <a:pt x="191211" y="27673"/>
                </a:lnTo>
                <a:cubicBezTo>
                  <a:pt x="186503" y="27673"/>
                  <a:pt x="183148" y="26767"/>
                  <a:pt x="181144" y="24953"/>
                </a:cubicBezTo>
                <a:cubicBezTo>
                  <a:pt x="179140" y="23140"/>
                  <a:pt x="178138" y="20771"/>
                  <a:pt x="178138" y="17844"/>
                </a:cubicBezTo>
                <a:cubicBezTo>
                  <a:pt x="178138" y="14918"/>
                  <a:pt x="179140" y="12548"/>
                  <a:pt x="181144" y="10735"/>
                </a:cubicBezTo>
                <a:cubicBezTo>
                  <a:pt x="183148" y="8922"/>
                  <a:pt x="186503" y="8016"/>
                  <a:pt x="191211" y="8016"/>
                </a:cubicBezTo>
                <a:lnTo>
                  <a:pt x="216880" y="8206"/>
                </a:lnTo>
                <a:cubicBezTo>
                  <a:pt x="221588" y="8206"/>
                  <a:pt x="224943" y="9097"/>
                  <a:pt x="226947" y="10878"/>
                </a:cubicBezTo>
                <a:cubicBezTo>
                  <a:pt x="228951" y="12660"/>
                  <a:pt x="229953" y="15013"/>
                  <a:pt x="229953" y="17940"/>
                </a:cubicBezTo>
                <a:cubicBezTo>
                  <a:pt x="229953" y="20866"/>
                  <a:pt x="228967" y="23252"/>
                  <a:pt x="226995" y="25097"/>
                </a:cubicBezTo>
                <a:cubicBezTo>
                  <a:pt x="225023" y="26941"/>
                  <a:pt x="221969" y="27864"/>
                  <a:pt x="217834" y="27864"/>
                </a:cubicBezTo>
                <a:close/>
                <a:moveTo>
                  <a:pt x="299881" y="27673"/>
                </a:moveTo>
                <a:lnTo>
                  <a:pt x="299881" y="104203"/>
                </a:lnTo>
                <a:lnTo>
                  <a:pt x="313049" y="104203"/>
                </a:lnTo>
                <a:cubicBezTo>
                  <a:pt x="317757" y="104203"/>
                  <a:pt x="321113" y="105110"/>
                  <a:pt x="323116" y="106923"/>
                </a:cubicBezTo>
                <a:cubicBezTo>
                  <a:pt x="325120" y="108736"/>
                  <a:pt x="326122" y="111106"/>
                  <a:pt x="326122" y="114032"/>
                </a:cubicBezTo>
                <a:cubicBezTo>
                  <a:pt x="326122" y="116958"/>
                  <a:pt x="325120" y="119328"/>
                  <a:pt x="323116" y="121141"/>
                </a:cubicBezTo>
                <a:cubicBezTo>
                  <a:pt x="321113" y="122954"/>
                  <a:pt x="317757" y="123861"/>
                  <a:pt x="313049" y="123861"/>
                </a:cubicBezTo>
                <a:lnTo>
                  <a:pt x="267246" y="123861"/>
                </a:lnTo>
                <a:cubicBezTo>
                  <a:pt x="262538" y="123861"/>
                  <a:pt x="259182" y="122938"/>
                  <a:pt x="257178" y="121093"/>
                </a:cubicBezTo>
                <a:cubicBezTo>
                  <a:pt x="255174" y="119248"/>
                  <a:pt x="254172" y="116863"/>
                  <a:pt x="254172" y="113937"/>
                </a:cubicBezTo>
                <a:cubicBezTo>
                  <a:pt x="254172" y="111010"/>
                  <a:pt x="255174" y="108656"/>
                  <a:pt x="257178" y="106875"/>
                </a:cubicBezTo>
                <a:cubicBezTo>
                  <a:pt x="259182" y="105094"/>
                  <a:pt x="262538" y="104203"/>
                  <a:pt x="267246" y="104203"/>
                </a:cubicBezTo>
                <a:lnTo>
                  <a:pt x="280319" y="104203"/>
                </a:lnTo>
                <a:lnTo>
                  <a:pt x="280319" y="27673"/>
                </a:lnTo>
                <a:lnTo>
                  <a:pt x="259134" y="27673"/>
                </a:lnTo>
                <a:lnTo>
                  <a:pt x="259134" y="46185"/>
                </a:lnTo>
                <a:cubicBezTo>
                  <a:pt x="259134" y="51084"/>
                  <a:pt x="258228" y="54535"/>
                  <a:pt x="256415" y="56539"/>
                </a:cubicBezTo>
                <a:cubicBezTo>
                  <a:pt x="254602" y="58543"/>
                  <a:pt x="252232" y="59545"/>
                  <a:pt x="249306" y="59545"/>
                </a:cubicBezTo>
                <a:cubicBezTo>
                  <a:pt x="246443" y="59545"/>
                  <a:pt x="244105" y="58543"/>
                  <a:pt x="242292" y="56539"/>
                </a:cubicBezTo>
                <a:cubicBezTo>
                  <a:pt x="240479" y="54535"/>
                  <a:pt x="239573" y="51084"/>
                  <a:pt x="239573" y="46185"/>
                </a:cubicBezTo>
                <a:lnTo>
                  <a:pt x="239573" y="8016"/>
                </a:lnTo>
                <a:lnTo>
                  <a:pt x="340913" y="8016"/>
                </a:lnTo>
                <a:lnTo>
                  <a:pt x="340913" y="46185"/>
                </a:lnTo>
                <a:cubicBezTo>
                  <a:pt x="340913" y="51084"/>
                  <a:pt x="340007" y="54535"/>
                  <a:pt x="338193" y="56539"/>
                </a:cubicBezTo>
                <a:cubicBezTo>
                  <a:pt x="336380" y="58543"/>
                  <a:pt x="334011" y="59545"/>
                  <a:pt x="331084" y="59545"/>
                </a:cubicBezTo>
                <a:cubicBezTo>
                  <a:pt x="328222" y="59545"/>
                  <a:pt x="325884" y="58543"/>
                  <a:pt x="324071" y="56539"/>
                </a:cubicBezTo>
                <a:cubicBezTo>
                  <a:pt x="322258" y="54535"/>
                  <a:pt x="321351" y="51084"/>
                  <a:pt x="321351" y="46185"/>
                </a:cubicBezTo>
                <a:lnTo>
                  <a:pt x="321351" y="27673"/>
                </a:lnTo>
                <a:lnTo>
                  <a:pt x="299881" y="27673"/>
                </a:lnTo>
                <a:close/>
                <a:moveTo>
                  <a:pt x="496321" y="119089"/>
                </a:moveTo>
                <a:cubicBezTo>
                  <a:pt x="494604" y="121125"/>
                  <a:pt x="493220" y="122429"/>
                  <a:pt x="492170" y="123002"/>
                </a:cubicBezTo>
                <a:cubicBezTo>
                  <a:pt x="491121" y="123574"/>
                  <a:pt x="489833" y="123861"/>
                  <a:pt x="488306" y="123861"/>
                </a:cubicBezTo>
                <a:cubicBezTo>
                  <a:pt x="485316" y="123861"/>
                  <a:pt x="482914" y="122857"/>
                  <a:pt x="481101" y="120849"/>
                </a:cubicBezTo>
                <a:cubicBezTo>
                  <a:pt x="479288" y="118839"/>
                  <a:pt x="478382" y="115506"/>
                  <a:pt x="478382" y="110850"/>
                </a:cubicBezTo>
                <a:lnTo>
                  <a:pt x="478382" y="97652"/>
                </a:lnTo>
                <a:cubicBezTo>
                  <a:pt x="478382" y="92932"/>
                  <a:pt x="479288" y="89569"/>
                  <a:pt x="481101" y="87561"/>
                </a:cubicBezTo>
                <a:cubicBezTo>
                  <a:pt x="482914" y="85551"/>
                  <a:pt x="485316" y="84546"/>
                  <a:pt x="488306" y="84546"/>
                </a:cubicBezTo>
                <a:cubicBezTo>
                  <a:pt x="490596" y="84546"/>
                  <a:pt x="492520" y="85150"/>
                  <a:pt x="494079" y="86359"/>
                </a:cubicBezTo>
                <a:cubicBezTo>
                  <a:pt x="495638" y="87568"/>
                  <a:pt x="496830" y="89587"/>
                  <a:pt x="497657" y="92418"/>
                </a:cubicBezTo>
                <a:cubicBezTo>
                  <a:pt x="498484" y="95249"/>
                  <a:pt x="499343" y="97174"/>
                  <a:pt x="500234" y="98192"/>
                </a:cubicBezTo>
                <a:cubicBezTo>
                  <a:pt x="502079" y="100164"/>
                  <a:pt x="505355" y="102168"/>
                  <a:pt x="510062" y="104203"/>
                </a:cubicBezTo>
                <a:cubicBezTo>
                  <a:pt x="514770" y="106239"/>
                  <a:pt x="519923" y="107257"/>
                  <a:pt x="525521" y="107257"/>
                </a:cubicBezTo>
                <a:cubicBezTo>
                  <a:pt x="534237" y="107257"/>
                  <a:pt x="541393" y="105219"/>
                  <a:pt x="546992" y="101144"/>
                </a:cubicBezTo>
                <a:cubicBezTo>
                  <a:pt x="550554" y="98659"/>
                  <a:pt x="552335" y="95601"/>
                  <a:pt x="552335" y="91971"/>
                </a:cubicBezTo>
                <a:cubicBezTo>
                  <a:pt x="552335" y="89550"/>
                  <a:pt x="551477" y="87272"/>
                  <a:pt x="549759" y="85139"/>
                </a:cubicBezTo>
                <a:cubicBezTo>
                  <a:pt x="548041" y="83006"/>
                  <a:pt x="545242" y="81239"/>
                  <a:pt x="541362" y="79837"/>
                </a:cubicBezTo>
                <a:cubicBezTo>
                  <a:pt x="538817" y="78883"/>
                  <a:pt x="533123" y="77578"/>
                  <a:pt x="524281" y="75922"/>
                </a:cubicBezTo>
                <a:cubicBezTo>
                  <a:pt x="513593" y="73948"/>
                  <a:pt x="505514" y="71558"/>
                  <a:pt x="500043" y="68753"/>
                </a:cubicBezTo>
                <a:cubicBezTo>
                  <a:pt x="494572" y="65948"/>
                  <a:pt x="490246" y="61995"/>
                  <a:pt x="487065" y="56894"/>
                </a:cubicBezTo>
                <a:cubicBezTo>
                  <a:pt x="483884" y="51793"/>
                  <a:pt x="482294" y="46277"/>
                  <a:pt x="482294" y="40347"/>
                </a:cubicBezTo>
                <a:cubicBezTo>
                  <a:pt x="482294" y="30975"/>
                  <a:pt x="486206" y="22767"/>
                  <a:pt x="494031" y="15721"/>
                </a:cubicBezTo>
                <a:cubicBezTo>
                  <a:pt x="501856" y="8676"/>
                  <a:pt x="512035" y="5153"/>
                  <a:pt x="524567" y="5153"/>
                </a:cubicBezTo>
                <a:cubicBezTo>
                  <a:pt x="529593" y="5153"/>
                  <a:pt x="534253" y="5718"/>
                  <a:pt x="538547" y="6847"/>
                </a:cubicBezTo>
                <a:cubicBezTo>
                  <a:pt x="542841" y="7976"/>
                  <a:pt x="546737" y="9701"/>
                  <a:pt x="550236" y="12023"/>
                </a:cubicBezTo>
                <a:cubicBezTo>
                  <a:pt x="552781" y="9479"/>
                  <a:pt x="555325" y="8206"/>
                  <a:pt x="557870" y="8206"/>
                </a:cubicBezTo>
                <a:cubicBezTo>
                  <a:pt x="560733" y="8206"/>
                  <a:pt x="563071" y="9211"/>
                  <a:pt x="564884" y="11221"/>
                </a:cubicBezTo>
                <a:cubicBezTo>
                  <a:pt x="566697" y="13229"/>
                  <a:pt x="567603" y="16560"/>
                  <a:pt x="567603" y="21214"/>
                </a:cubicBezTo>
                <a:lnTo>
                  <a:pt x="567603" y="35945"/>
                </a:lnTo>
                <a:cubicBezTo>
                  <a:pt x="567603" y="40663"/>
                  <a:pt x="566697" y="44026"/>
                  <a:pt x="564884" y="46036"/>
                </a:cubicBezTo>
                <a:cubicBezTo>
                  <a:pt x="563071" y="48044"/>
                  <a:pt x="560733" y="49048"/>
                  <a:pt x="557870" y="49048"/>
                </a:cubicBezTo>
                <a:cubicBezTo>
                  <a:pt x="555453" y="49048"/>
                  <a:pt x="553353" y="48316"/>
                  <a:pt x="551572" y="46853"/>
                </a:cubicBezTo>
                <a:cubicBezTo>
                  <a:pt x="550172" y="45772"/>
                  <a:pt x="549123" y="43609"/>
                  <a:pt x="548423" y="40364"/>
                </a:cubicBezTo>
                <a:cubicBezTo>
                  <a:pt x="547723" y="37120"/>
                  <a:pt x="546833" y="34798"/>
                  <a:pt x="545751" y="33398"/>
                </a:cubicBezTo>
                <a:cubicBezTo>
                  <a:pt x="543906" y="30981"/>
                  <a:pt x="541139" y="28945"/>
                  <a:pt x="537449" y="27291"/>
                </a:cubicBezTo>
                <a:cubicBezTo>
                  <a:pt x="533759" y="25637"/>
                  <a:pt x="529497" y="24810"/>
                  <a:pt x="524662" y="24810"/>
                </a:cubicBezTo>
                <a:cubicBezTo>
                  <a:pt x="517601" y="24810"/>
                  <a:pt x="512019" y="26450"/>
                  <a:pt x="507915" y="29731"/>
                </a:cubicBezTo>
                <a:cubicBezTo>
                  <a:pt x="503812" y="33011"/>
                  <a:pt x="501761" y="36434"/>
                  <a:pt x="501761" y="40001"/>
                </a:cubicBezTo>
                <a:cubicBezTo>
                  <a:pt x="501761" y="42422"/>
                  <a:pt x="502603" y="44763"/>
                  <a:pt x="504289" y="47023"/>
                </a:cubicBezTo>
                <a:cubicBezTo>
                  <a:pt x="505975" y="49284"/>
                  <a:pt x="508440" y="51051"/>
                  <a:pt x="511685" y="52325"/>
                </a:cubicBezTo>
                <a:cubicBezTo>
                  <a:pt x="513848" y="53216"/>
                  <a:pt x="519939" y="54648"/>
                  <a:pt x="529958" y="56622"/>
                </a:cubicBezTo>
                <a:cubicBezTo>
                  <a:pt x="539978" y="58596"/>
                  <a:pt x="547676" y="60763"/>
                  <a:pt x="553051" y="63123"/>
                </a:cubicBezTo>
                <a:cubicBezTo>
                  <a:pt x="558427" y="65481"/>
                  <a:pt x="562896" y="69179"/>
                  <a:pt x="566458" y="74216"/>
                </a:cubicBezTo>
                <a:cubicBezTo>
                  <a:pt x="570021" y="79254"/>
                  <a:pt x="571802" y="85248"/>
                  <a:pt x="571802" y="92198"/>
                </a:cubicBezTo>
                <a:cubicBezTo>
                  <a:pt x="571802" y="101889"/>
                  <a:pt x="568398" y="109635"/>
                  <a:pt x="561592" y="115436"/>
                </a:cubicBezTo>
                <a:cubicBezTo>
                  <a:pt x="552558" y="123088"/>
                  <a:pt x="541044" y="126914"/>
                  <a:pt x="527048" y="126914"/>
                </a:cubicBezTo>
                <a:cubicBezTo>
                  <a:pt x="521641" y="126914"/>
                  <a:pt x="516376" y="126262"/>
                  <a:pt x="511255" y="124958"/>
                </a:cubicBezTo>
                <a:cubicBezTo>
                  <a:pt x="506134" y="123654"/>
                  <a:pt x="501156" y="121698"/>
                  <a:pt x="496321" y="119089"/>
                </a:cubicBezTo>
                <a:close/>
                <a:moveTo>
                  <a:pt x="649172" y="0"/>
                </a:moveTo>
                <a:lnTo>
                  <a:pt x="649172" y="20802"/>
                </a:lnTo>
                <a:lnTo>
                  <a:pt x="625888" y="20802"/>
                </a:lnTo>
                <a:lnTo>
                  <a:pt x="625888" y="0"/>
                </a:lnTo>
                <a:lnTo>
                  <a:pt x="649172" y="0"/>
                </a:lnTo>
                <a:moveTo>
                  <a:pt x="651844" y="37215"/>
                </a:moveTo>
                <a:lnTo>
                  <a:pt x="651844" y="104203"/>
                </a:lnTo>
                <a:lnTo>
                  <a:pt x="675318" y="104203"/>
                </a:lnTo>
                <a:cubicBezTo>
                  <a:pt x="680026" y="104203"/>
                  <a:pt x="683381" y="105110"/>
                  <a:pt x="685385" y="106923"/>
                </a:cubicBezTo>
                <a:cubicBezTo>
                  <a:pt x="687389" y="108736"/>
                  <a:pt x="688391" y="111106"/>
                  <a:pt x="688391" y="114032"/>
                </a:cubicBezTo>
                <a:cubicBezTo>
                  <a:pt x="688391" y="116958"/>
                  <a:pt x="687389" y="119328"/>
                  <a:pt x="685385" y="121141"/>
                </a:cubicBezTo>
                <a:cubicBezTo>
                  <a:pt x="683381" y="122954"/>
                  <a:pt x="680026" y="123861"/>
                  <a:pt x="675318" y="123861"/>
                </a:cubicBezTo>
                <a:lnTo>
                  <a:pt x="608807" y="123861"/>
                </a:lnTo>
                <a:cubicBezTo>
                  <a:pt x="604100" y="123861"/>
                  <a:pt x="600744" y="122938"/>
                  <a:pt x="598740" y="121093"/>
                </a:cubicBezTo>
                <a:cubicBezTo>
                  <a:pt x="596736" y="119248"/>
                  <a:pt x="595734" y="116863"/>
                  <a:pt x="595734" y="113937"/>
                </a:cubicBezTo>
                <a:cubicBezTo>
                  <a:pt x="595734" y="111010"/>
                  <a:pt x="596736" y="108656"/>
                  <a:pt x="598740" y="106875"/>
                </a:cubicBezTo>
                <a:cubicBezTo>
                  <a:pt x="600744" y="105094"/>
                  <a:pt x="604100" y="104203"/>
                  <a:pt x="608807" y="104203"/>
                </a:cubicBezTo>
                <a:lnTo>
                  <a:pt x="632282" y="104203"/>
                </a:lnTo>
                <a:lnTo>
                  <a:pt x="632282" y="56873"/>
                </a:lnTo>
                <a:lnTo>
                  <a:pt x="616537" y="56873"/>
                </a:lnTo>
                <a:cubicBezTo>
                  <a:pt x="611893" y="56873"/>
                  <a:pt x="608553" y="55950"/>
                  <a:pt x="606517" y="54106"/>
                </a:cubicBezTo>
                <a:cubicBezTo>
                  <a:pt x="604481" y="52261"/>
                  <a:pt x="603464" y="49875"/>
                  <a:pt x="603464" y="46949"/>
                </a:cubicBezTo>
                <a:cubicBezTo>
                  <a:pt x="603464" y="44022"/>
                  <a:pt x="604466" y="41669"/>
                  <a:pt x="606470" y="39887"/>
                </a:cubicBezTo>
                <a:cubicBezTo>
                  <a:pt x="608473" y="38106"/>
                  <a:pt x="611829" y="37215"/>
                  <a:pt x="616537" y="37215"/>
                </a:cubicBezTo>
                <a:lnTo>
                  <a:pt x="651844" y="37215"/>
                </a:lnTo>
                <a:close/>
                <a:moveTo>
                  <a:pt x="729214" y="37215"/>
                </a:moveTo>
                <a:lnTo>
                  <a:pt x="729214" y="42750"/>
                </a:lnTo>
                <a:cubicBezTo>
                  <a:pt x="732395" y="39561"/>
                  <a:pt x="735274" y="37365"/>
                  <a:pt x="737850" y="36160"/>
                </a:cubicBezTo>
                <a:cubicBezTo>
                  <a:pt x="740427" y="34955"/>
                  <a:pt x="743401" y="34353"/>
                  <a:pt x="746773" y="34353"/>
                </a:cubicBezTo>
                <a:cubicBezTo>
                  <a:pt x="749635" y="34353"/>
                  <a:pt x="752466" y="35068"/>
                  <a:pt x="755265" y="36500"/>
                </a:cubicBezTo>
                <a:cubicBezTo>
                  <a:pt x="758064" y="37931"/>
                  <a:pt x="760800" y="40078"/>
                  <a:pt x="763472" y="42941"/>
                </a:cubicBezTo>
                <a:cubicBezTo>
                  <a:pt x="766843" y="40110"/>
                  <a:pt x="770263" y="38003"/>
                  <a:pt x="773730" y="36619"/>
                </a:cubicBezTo>
                <a:cubicBezTo>
                  <a:pt x="777197" y="35235"/>
                  <a:pt x="780744" y="34544"/>
                  <a:pt x="784370" y="34544"/>
                </a:cubicBezTo>
                <a:cubicBezTo>
                  <a:pt x="791622" y="34544"/>
                  <a:pt x="797506" y="36484"/>
                  <a:pt x="802023" y="40364"/>
                </a:cubicBezTo>
                <a:cubicBezTo>
                  <a:pt x="808003" y="45454"/>
                  <a:pt x="810993" y="52133"/>
                  <a:pt x="810993" y="60404"/>
                </a:cubicBezTo>
                <a:lnTo>
                  <a:pt x="810993" y="104203"/>
                </a:lnTo>
                <a:cubicBezTo>
                  <a:pt x="815064" y="104203"/>
                  <a:pt x="818086" y="105110"/>
                  <a:pt x="820058" y="106923"/>
                </a:cubicBezTo>
                <a:cubicBezTo>
                  <a:pt x="822030" y="108736"/>
                  <a:pt x="823017" y="111106"/>
                  <a:pt x="823017" y="114032"/>
                </a:cubicBezTo>
                <a:cubicBezTo>
                  <a:pt x="823017" y="116958"/>
                  <a:pt x="822030" y="119328"/>
                  <a:pt x="820058" y="121141"/>
                </a:cubicBezTo>
                <a:cubicBezTo>
                  <a:pt x="818086" y="122954"/>
                  <a:pt x="814746" y="123861"/>
                  <a:pt x="810039" y="123861"/>
                </a:cubicBezTo>
                <a:lnTo>
                  <a:pt x="791431" y="123861"/>
                </a:lnTo>
                <a:lnTo>
                  <a:pt x="791431" y="62121"/>
                </a:lnTo>
                <a:cubicBezTo>
                  <a:pt x="791431" y="59131"/>
                  <a:pt x="790890" y="57064"/>
                  <a:pt x="789809" y="55919"/>
                </a:cubicBezTo>
                <a:cubicBezTo>
                  <a:pt x="788727" y="54774"/>
                  <a:pt x="787073" y="54201"/>
                  <a:pt x="784847" y="54201"/>
                </a:cubicBezTo>
                <a:cubicBezTo>
                  <a:pt x="782684" y="54201"/>
                  <a:pt x="780680" y="54765"/>
                  <a:pt x="778835" y="55892"/>
                </a:cubicBezTo>
                <a:cubicBezTo>
                  <a:pt x="776481" y="57458"/>
                  <a:pt x="773619" y="60404"/>
                  <a:pt x="770247" y="64727"/>
                </a:cubicBezTo>
                <a:lnTo>
                  <a:pt x="770247" y="104203"/>
                </a:lnTo>
                <a:cubicBezTo>
                  <a:pt x="774318" y="104203"/>
                  <a:pt x="777340" y="105110"/>
                  <a:pt x="779312" y="106923"/>
                </a:cubicBezTo>
                <a:cubicBezTo>
                  <a:pt x="781284" y="108736"/>
                  <a:pt x="782270" y="111106"/>
                  <a:pt x="782270" y="114032"/>
                </a:cubicBezTo>
                <a:cubicBezTo>
                  <a:pt x="782270" y="116958"/>
                  <a:pt x="781284" y="119328"/>
                  <a:pt x="779312" y="121141"/>
                </a:cubicBezTo>
                <a:cubicBezTo>
                  <a:pt x="777340" y="122954"/>
                  <a:pt x="774000" y="123861"/>
                  <a:pt x="769293" y="123861"/>
                </a:cubicBezTo>
                <a:lnTo>
                  <a:pt x="750685" y="123861"/>
                </a:lnTo>
                <a:lnTo>
                  <a:pt x="750685" y="61951"/>
                </a:lnTo>
                <a:cubicBezTo>
                  <a:pt x="750685" y="59017"/>
                  <a:pt x="750128" y="56960"/>
                  <a:pt x="749015" y="55781"/>
                </a:cubicBezTo>
                <a:cubicBezTo>
                  <a:pt x="747902" y="54601"/>
                  <a:pt x="746232" y="54010"/>
                  <a:pt x="744005" y="54010"/>
                </a:cubicBezTo>
                <a:cubicBezTo>
                  <a:pt x="741715" y="54010"/>
                  <a:pt x="739457" y="54728"/>
                  <a:pt x="737230" y="56163"/>
                </a:cubicBezTo>
                <a:cubicBezTo>
                  <a:pt x="735004" y="57598"/>
                  <a:pt x="732332" y="60453"/>
                  <a:pt x="729214" y="64727"/>
                </a:cubicBezTo>
                <a:lnTo>
                  <a:pt x="729214" y="104203"/>
                </a:lnTo>
                <a:cubicBezTo>
                  <a:pt x="733286" y="104203"/>
                  <a:pt x="736324" y="105110"/>
                  <a:pt x="738327" y="106923"/>
                </a:cubicBezTo>
                <a:cubicBezTo>
                  <a:pt x="740331" y="108736"/>
                  <a:pt x="741333" y="111106"/>
                  <a:pt x="741333" y="114032"/>
                </a:cubicBezTo>
                <a:cubicBezTo>
                  <a:pt x="741333" y="116958"/>
                  <a:pt x="740331" y="119328"/>
                  <a:pt x="738327" y="121141"/>
                </a:cubicBezTo>
                <a:cubicBezTo>
                  <a:pt x="736324" y="122954"/>
                  <a:pt x="732968" y="123861"/>
                  <a:pt x="728260" y="123861"/>
                </a:cubicBezTo>
                <a:lnTo>
                  <a:pt x="710607" y="123861"/>
                </a:lnTo>
                <a:cubicBezTo>
                  <a:pt x="705899" y="123861"/>
                  <a:pt x="702543" y="122938"/>
                  <a:pt x="700539" y="121093"/>
                </a:cubicBezTo>
                <a:cubicBezTo>
                  <a:pt x="698536" y="119248"/>
                  <a:pt x="697534" y="116863"/>
                  <a:pt x="697534" y="113937"/>
                </a:cubicBezTo>
                <a:cubicBezTo>
                  <a:pt x="697534" y="111010"/>
                  <a:pt x="698520" y="108656"/>
                  <a:pt x="700492" y="106875"/>
                </a:cubicBezTo>
                <a:cubicBezTo>
                  <a:pt x="702464" y="105094"/>
                  <a:pt x="705517" y="104203"/>
                  <a:pt x="709653" y="104203"/>
                </a:cubicBezTo>
                <a:lnTo>
                  <a:pt x="709653" y="56873"/>
                </a:lnTo>
                <a:cubicBezTo>
                  <a:pt x="705517" y="56873"/>
                  <a:pt x="702464" y="55950"/>
                  <a:pt x="700492" y="54106"/>
                </a:cubicBezTo>
                <a:cubicBezTo>
                  <a:pt x="698520" y="52261"/>
                  <a:pt x="697534" y="49875"/>
                  <a:pt x="697534" y="46949"/>
                </a:cubicBezTo>
                <a:cubicBezTo>
                  <a:pt x="697534" y="44022"/>
                  <a:pt x="698536" y="41669"/>
                  <a:pt x="700539" y="39887"/>
                </a:cubicBezTo>
                <a:cubicBezTo>
                  <a:pt x="702543" y="38106"/>
                  <a:pt x="705899" y="37215"/>
                  <a:pt x="710607" y="37215"/>
                </a:cubicBezTo>
                <a:lnTo>
                  <a:pt x="729214" y="37215"/>
                </a:lnTo>
                <a:close/>
                <a:moveTo>
                  <a:pt x="918230" y="37215"/>
                </a:moveTo>
                <a:lnTo>
                  <a:pt x="918230" y="104203"/>
                </a:lnTo>
                <a:cubicBezTo>
                  <a:pt x="922365" y="104203"/>
                  <a:pt x="925419" y="105110"/>
                  <a:pt x="927391" y="106923"/>
                </a:cubicBezTo>
                <a:cubicBezTo>
                  <a:pt x="929363" y="108736"/>
                  <a:pt x="930349" y="111106"/>
                  <a:pt x="930349" y="114032"/>
                </a:cubicBezTo>
                <a:cubicBezTo>
                  <a:pt x="930349" y="116958"/>
                  <a:pt x="929347" y="119328"/>
                  <a:pt x="927343" y="121141"/>
                </a:cubicBezTo>
                <a:cubicBezTo>
                  <a:pt x="925340" y="122954"/>
                  <a:pt x="921984" y="123861"/>
                  <a:pt x="917276" y="123861"/>
                </a:cubicBezTo>
                <a:lnTo>
                  <a:pt x="898668" y="123861"/>
                </a:lnTo>
                <a:lnTo>
                  <a:pt x="898668" y="119280"/>
                </a:lnTo>
                <a:cubicBezTo>
                  <a:pt x="893070" y="121825"/>
                  <a:pt x="887726" y="123733"/>
                  <a:pt x="882637" y="125006"/>
                </a:cubicBezTo>
                <a:cubicBezTo>
                  <a:pt x="877548" y="126278"/>
                  <a:pt x="872713" y="126914"/>
                  <a:pt x="868133" y="126914"/>
                </a:cubicBezTo>
                <a:cubicBezTo>
                  <a:pt x="861707" y="126914"/>
                  <a:pt x="856141" y="125566"/>
                  <a:pt x="851433" y="122871"/>
                </a:cubicBezTo>
                <a:cubicBezTo>
                  <a:pt x="846726" y="120173"/>
                  <a:pt x="843004" y="116445"/>
                  <a:pt x="840269" y="111688"/>
                </a:cubicBezTo>
                <a:cubicBezTo>
                  <a:pt x="838297" y="108263"/>
                  <a:pt x="837311" y="103981"/>
                  <a:pt x="837311" y="98842"/>
                </a:cubicBezTo>
                <a:lnTo>
                  <a:pt x="837311" y="56873"/>
                </a:lnTo>
                <a:lnTo>
                  <a:pt x="833971" y="56873"/>
                </a:lnTo>
                <a:cubicBezTo>
                  <a:pt x="829263" y="56873"/>
                  <a:pt x="825907" y="55950"/>
                  <a:pt x="823904" y="54106"/>
                </a:cubicBezTo>
                <a:cubicBezTo>
                  <a:pt x="821900" y="52261"/>
                  <a:pt x="820898" y="49875"/>
                  <a:pt x="820898" y="46949"/>
                </a:cubicBezTo>
                <a:cubicBezTo>
                  <a:pt x="820898" y="44022"/>
                  <a:pt x="821900" y="41669"/>
                  <a:pt x="823904" y="39887"/>
                </a:cubicBezTo>
                <a:cubicBezTo>
                  <a:pt x="825907" y="38106"/>
                  <a:pt x="829263" y="37215"/>
                  <a:pt x="833971" y="37215"/>
                </a:cubicBezTo>
                <a:lnTo>
                  <a:pt x="856873" y="37215"/>
                </a:lnTo>
                <a:lnTo>
                  <a:pt x="856873" y="95266"/>
                </a:lnTo>
                <a:cubicBezTo>
                  <a:pt x="856873" y="99389"/>
                  <a:pt x="857875" y="102419"/>
                  <a:pt x="859879" y="104355"/>
                </a:cubicBezTo>
                <a:cubicBezTo>
                  <a:pt x="861882" y="106290"/>
                  <a:pt x="864952" y="107257"/>
                  <a:pt x="869087" y="107257"/>
                </a:cubicBezTo>
                <a:cubicBezTo>
                  <a:pt x="873031" y="107257"/>
                  <a:pt x="877278" y="106480"/>
                  <a:pt x="881826" y="104925"/>
                </a:cubicBezTo>
                <a:cubicBezTo>
                  <a:pt x="886375" y="103370"/>
                  <a:pt x="891989" y="100563"/>
                  <a:pt x="898668" y="96504"/>
                </a:cubicBezTo>
                <a:lnTo>
                  <a:pt x="898668" y="56873"/>
                </a:lnTo>
                <a:lnTo>
                  <a:pt x="891607" y="56873"/>
                </a:lnTo>
                <a:cubicBezTo>
                  <a:pt x="886899" y="56873"/>
                  <a:pt x="883544" y="55950"/>
                  <a:pt x="881540" y="54106"/>
                </a:cubicBezTo>
                <a:cubicBezTo>
                  <a:pt x="879536" y="52261"/>
                  <a:pt x="878534" y="49875"/>
                  <a:pt x="878534" y="46949"/>
                </a:cubicBezTo>
                <a:cubicBezTo>
                  <a:pt x="878534" y="44022"/>
                  <a:pt x="879536" y="41669"/>
                  <a:pt x="881540" y="39887"/>
                </a:cubicBezTo>
                <a:cubicBezTo>
                  <a:pt x="883544" y="38106"/>
                  <a:pt x="886899" y="37215"/>
                  <a:pt x="891607" y="37215"/>
                </a:cubicBezTo>
                <a:lnTo>
                  <a:pt x="918230" y="37215"/>
                </a:lnTo>
                <a:close/>
                <a:moveTo>
                  <a:pt x="1003712" y="0"/>
                </a:moveTo>
                <a:lnTo>
                  <a:pt x="1003712" y="104203"/>
                </a:lnTo>
                <a:lnTo>
                  <a:pt x="1027187" y="104203"/>
                </a:lnTo>
                <a:cubicBezTo>
                  <a:pt x="1031894" y="104203"/>
                  <a:pt x="1035250" y="105110"/>
                  <a:pt x="1037254" y="106923"/>
                </a:cubicBezTo>
                <a:cubicBezTo>
                  <a:pt x="1039258" y="108736"/>
                  <a:pt x="1040260" y="111106"/>
                  <a:pt x="1040260" y="114032"/>
                </a:cubicBezTo>
                <a:cubicBezTo>
                  <a:pt x="1040260" y="116958"/>
                  <a:pt x="1039258" y="119328"/>
                  <a:pt x="1037254" y="121141"/>
                </a:cubicBezTo>
                <a:cubicBezTo>
                  <a:pt x="1035250" y="122954"/>
                  <a:pt x="1031894" y="123861"/>
                  <a:pt x="1027187" y="123861"/>
                </a:cubicBezTo>
                <a:lnTo>
                  <a:pt x="960676" y="123861"/>
                </a:lnTo>
                <a:cubicBezTo>
                  <a:pt x="955968" y="123861"/>
                  <a:pt x="952613" y="122938"/>
                  <a:pt x="950609" y="121093"/>
                </a:cubicBezTo>
                <a:cubicBezTo>
                  <a:pt x="948605" y="119248"/>
                  <a:pt x="947603" y="116863"/>
                  <a:pt x="947603" y="113937"/>
                </a:cubicBezTo>
                <a:cubicBezTo>
                  <a:pt x="947603" y="111010"/>
                  <a:pt x="948605" y="108656"/>
                  <a:pt x="950609" y="106875"/>
                </a:cubicBezTo>
                <a:cubicBezTo>
                  <a:pt x="952613" y="105094"/>
                  <a:pt x="955968" y="104203"/>
                  <a:pt x="960676" y="104203"/>
                </a:cubicBezTo>
                <a:lnTo>
                  <a:pt x="984150" y="104203"/>
                </a:lnTo>
                <a:lnTo>
                  <a:pt x="984150" y="19657"/>
                </a:lnTo>
                <a:lnTo>
                  <a:pt x="968405" y="19657"/>
                </a:lnTo>
                <a:cubicBezTo>
                  <a:pt x="963761" y="19657"/>
                  <a:pt x="960421" y="18735"/>
                  <a:pt x="958386" y="16890"/>
                </a:cubicBezTo>
                <a:cubicBezTo>
                  <a:pt x="956350" y="15045"/>
                  <a:pt x="955332" y="12660"/>
                  <a:pt x="955332" y="9733"/>
                </a:cubicBezTo>
                <a:cubicBezTo>
                  <a:pt x="955332" y="6807"/>
                  <a:pt x="956334" y="4453"/>
                  <a:pt x="958338" y="2672"/>
                </a:cubicBezTo>
                <a:cubicBezTo>
                  <a:pt x="960342" y="891"/>
                  <a:pt x="963698" y="0"/>
                  <a:pt x="968405" y="0"/>
                </a:cubicBezTo>
                <a:lnTo>
                  <a:pt x="1003712" y="0"/>
                </a:lnTo>
                <a:close/>
                <a:moveTo>
                  <a:pt x="1128794" y="123861"/>
                </a:moveTo>
                <a:lnTo>
                  <a:pt x="1128794" y="119280"/>
                </a:lnTo>
                <a:cubicBezTo>
                  <a:pt x="1123896" y="121825"/>
                  <a:pt x="1118488" y="123733"/>
                  <a:pt x="1112572" y="125006"/>
                </a:cubicBezTo>
                <a:cubicBezTo>
                  <a:pt x="1106656" y="126278"/>
                  <a:pt x="1101280" y="126914"/>
                  <a:pt x="1096445" y="126914"/>
                </a:cubicBezTo>
                <a:cubicBezTo>
                  <a:pt x="1085949" y="126914"/>
                  <a:pt x="1077424" y="124136"/>
                  <a:pt x="1070871" y="118580"/>
                </a:cubicBezTo>
                <a:cubicBezTo>
                  <a:pt x="1064319" y="113021"/>
                  <a:pt x="1061043" y="106875"/>
                  <a:pt x="1061043" y="100142"/>
                </a:cubicBezTo>
                <a:cubicBezTo>
                  <a:pt x="1061043" y="91949"/>
                  <a:pt x="1065226" y="84344"/>
                  <a:pt x="1073591" y="77326"/>
                </a:cubicBezTo>
                <a:cubicBezTo>
                  <a:pt x="1081957" y="70307"/>
                  <a:pt x="1093519" y="66797"/>
                  <a:pt x="1108278" y="66797"/>
                </a:cubicBezTo>
                <a:cubicBezTo>
                  <a:pt x="1114194" y="66797"/>
                  <a:pt x="1121033" y="67433"/>
                  <a:pt x="1128794" y="68705"/>
                </a:cubicBezTo>
                <a:lnTo>
                  <a:pt x="1128794" y="64059"/>
                </a:lnTo>
                <a:cubicBezTo>
                  <a:pt x="1128794" y="61153"/>
                  <a:pt x="1127538" y="58783"/>
                  <a:pt x="1125025" y="56950"/>
                </a:cubicBezTo>
                <a:cubicBezTo>
                  <a:pt x="1122512" y="55117"/>
                  <a:pt x="1117725" y="54201"/>
                  <a:pt x="1110663" y="54201"/>
                </a:cubicBezTo>
                <a:cubicBezTo>
                  <a:pt x="1104874" y="54201"/>
                  <a:pt x="1097368" y="55322"/>
                  <a:pt x="1088143" y="57565"/>
                </a:cubicBezTo>
                <a:cubicBezTo>
                  <a:pt x="1084708" y="58376"/>
                  <a:pt x="1082036" y="58781"/>
                  <a:pt x="1080128" y="58781"/>
                </a:cubicBezTo>
                <a:cubicBezTo>
                  <a:pt x="1077519" y="58781"/>
                  <a:pt x="1075309" y="57843"/>
                  <a:pt x="1073496" y="55966"/>
                </a:cubicBezTo>
                <a:cubicBezTo>
                  <a:pt x="1071683" y="54090"/>
                  <a:pt x="1070776" y="51688"/>
                  <a:pt x="1070776" y="48762"/>
                </a:cubicBezTo>
                <a:cubicBezTo>
                  <a:pt x="1070776" y="47108"/>
                  <a:pt x="1071094" y="45676"/>
                  <a:pt x="1071730" y="44468"/>
                </a:cubicBezTo>
                <a:cubicBezTo>
                  <a:pt x="1072366" y="43259"/>
                  <a:pt x="1073257" y="42289"/>
                  <a:pt x="1074402" y="41557"/>
                </a:cubicBezTo>
                <a:cubicBezTo>
                  <a:pt x="1075547" y="40826"/>
                  <a:pt x="1077933" y="39951"/>
                  <a:pt x="1081559" y="38933"/>
                </a:cubicBezTo>
                <a:cubicBezTo>
                  <a:pt x="1086394" y="37597"/>
                  <a:pt x="1091324" y="36532"/>
                  <a:pt x="1096350" y="35736"/>
                </a:cubicBezTo>
                <a:cubicBezTo>
                  <a:pt x="1101375" y="34941"/>
                  <a:pt x="1105924" y="34544"/>
                  <a:pt x="1109995" y="34544"/>
                </a:cubicBezTo>
                <a:cubicBezTo>
                  <a:pt x="1122146" y="34544"/>
                  <a:pt x="1131577" y="37168"/>
                  <a:pt x="1138289" y="42416"/>
                </a:cubicBezTo>
                <a:cubicBezTo>
                  <a:pt x="1145000" y="47664"/>
                  <a:pt x="1148356" y="54837"/>
                  <a:pt x="1148356" y="63934"/>
                </a:cubicBezTo>
                <a:lnTo>
                  <a:pt x="1148356" y="104203"/>
                </a:lnTo>
                <a:lnTo>
                  <a:pt x="1151696" y="104203"/>
                </a:lnTo>
                <a:cubicBezTo>
                  <a:pt x="1156403" y="104203"/>
                  <a:pt x="1159759" y="105110"/>
                  <a:pt x="1161763" y="106923"/>
                </a:cubicBezTo>
                <a:cubicBezTo>
                  <a:pt x="1163767" y="108736"/>
                  <a:pt x="1164769" y="111106"/>
                  <a:pt x="1164769" y="114032"/>
                </a:cubicBezTo>
                <a:cubicBezTo>
                  <a:pt x="1164769" y="116958"/>
                  <a:pt x="1163767" y="119328"/>
                  <a:pt x="1161763" y="121141"/>
                </a:cubicBezTo>
                <a:cubicBezTo>
                  <a:pt x="1159759" y="122954"/>
                  <a:pt x="1156403" y="123861"/>
                  <a:pt x="1151696" y="123861"/>
                </a:cubicBezTo>
                <a:lnTo>
                  <a:pt x="1128794" y="123861"/>
                </a:lnTo>
                <a:moveTo>
                  <a:pt x="1128794" y="88724"/>
                </a:moveTo>
                <a:cubicBezTo>
                  <a:pt x="1120969" y="87211"/>
                  <a:pt x="1113749" y="86454"/>
                  <a:pt x="1107133" y="86454"/>
                </a:cubicBezTo>
                <a:cubicBezTo>
                  <a:pt x="1099181" y="86454"/>
                  <a:pt x="1092342" y="88377"/>
                  <a:pt x="1086616" y="92222"/>
                </a:cubicBezTo>
                <a:cubicBezTo>
                  <a:pt x="1083054" y="94681"/>
                  <a:pt x="1081273" y="97171"/>
                  <a:pt x="1081273" y="99691"/>
                </a:cubicBezTo>
                <a:cubicBezTo>
                  <a:pt x="1081273" y="101520"/>
                  <a:pt x="1082132" y="103003"/>
                  <a:pt x="1083849" y="104138"/>
                </a:cubicBezTo>
                <a:cubicBezTo>
                  <a:pt x="1087030" y="106217"/>
                  <a:pt x="1091388" y="107257"/>
                  <a:pt x="1096922" y="107257"/>
                </a:cubicBezTo>
                <a:cubicBezTo>
                  <a:pt x="1101630" y="107257"/>
                  <a:pt x="1106958" y="106343"/>
                  <a:pt x="1112906" y="104516"/>
                </a:cubicBezTo>
                <a:cubicBezTo>
                  <a:pt x="1118854" y="102687"/>
                  <a:pt x="1124150" y="100196"/>
                  <a:pt x="1128794" y="97043"/>
                </a:cubicBezTo>
                <a:lnTo>
                  <a:pt x="1128794" y="88724"/>
                </a:lnTo>
                <a:close/>
                <a:moveTo>
                  <a:pt x="1223627" y="56873"/>
                </a:moveTo>
                <a:lnTo>
                  <a:pt x="1223627" y="95872"/>
                </a:lnTo>
                <a:cubicBezTo>
                  <a:pt x="1223627" y="100046"/>
                  <a:pt x="1224486" y="102798"/>
                  <a:pt x="1226204" y="104126"/>
                </a:cubicBezTo>
                <a:cubicBezTo>
                  <a:pt x="1228876" y="106213"/>
                  <a:pt x="1233647" y="107257"/>
                  <a:pt x="1240517" y="107257"/>
                </a:cubicBezTo>
                <a:cubicBezTo>
                  <a:pt x="1250505" y="107257"/>
                  <a:pt x="1259730" y="105103"/>
                  <a:pt x="1268190" y="100795"/>
                </a:cubicBezTo>
                <a:cubicBezTo>
                  <a:pt x="1271435" y="99123"/>
                  <a:pt x="1273980" y="98287"/>
                  <a:pt x="1275824" y="98287"/>
                </a:cubicBezTo>
                <a:cubicBezTo>
                  <a:pt x="1278369" y="98287"/>
                  <a:pt x="1280580" y="99248"/>
                  <a:pt x="1282456" y="101171"/>
                </a:cubicBezTo>
                <a:cubicBezTo>
                  <a:pt x="1284333" y="103091"/>
                  <a:pt x="1285271" y="105428"/>
                  <a:pt x="1285271" y="108181"/>
                </a:cubicBezTo>
                <a:cubicBezTo>
                  <a:pt x="1285271" y="110744"/>
                  <a:pt x="1284254" y="112953"/>
                  <a:pt x="1282218" y="114810"/>
                </a:cubicBezTo>
                <a:cubicBezTo>
                  <a:pt x="1279101" y="117820"/>
                  <a:pt x="1272946" y="120590"/>
                  <a:pt x="1263753" y="123121"/>
                </a:cubicBezTo>
                <a:cubicBezTo>
                  <a:pt x="1254561" y="125650"/>
                  <a:pt x="1246815" y="126914"/>
                  <a:pt x="1240517" y="126914"/>
                </a:cubicBezTo>
                <a:cubicBezTo>
                  <a:pt x="1228367" y="126914"/>
                  <a:pt x="1219254" y="124297"/>
                  <a:pt x="1213178" y="119063"/>
                </a:cubicBezTo>
                <a:cubicBezTo>
                  <a:pt x="1207103" y="113828"/>
                  <a:pt x="1204065" y="107405"/>
                  <a:pt x="1204065" y="99793"/>
                </a:cubicBezTo>
                <a:lnTo>
                  <a:pt x="1204065" y="56873"/>
                </a:lnTo>
                <a:lnTo>
                  <a:pt x="1197004" y="56873"/>
                </a:lnTo>
                <a:cubicBezTo>
                  <a:pt x="1192296" y="56873"/>
                  <a:pt x="1188941" y="55962"/>
                  <a:pt x="1186937" y="54141"/>
                </a:cubicBezTo>
                <a:cubicBezTo>
                  <a:pt x="1184933" y="52318"/>
                  <a:pt x="1183931" y="49937"/>
                  <a:pt x="1183931" y="46996"/>
                </a:cubicBezTo>
                <a:cubicBezTo>
                  <a:pt x="1183931" y="44120"/>
                  <a:pt x="1184933" y="41771"/>
                  <a:pt x="1186937" y="39950"/>
                </a:cubicBezTo>
                <a:cubicBezTo>
                  <a:pt x="1188941" y="38127"/>
                  <a:pt x="1192296" y="37215"/>
                  <a:pt x="1197004" y="37215"/>
                </a:cubicBezTo>
                <a:lnTo>
                  <a:pt x="1204065" y="37215"/>
                </a:lnTo>
                <a:lnTo>
                  <a:pt x="1204065" y="19562"/>
                </a:lnTo>
                <a:cubicBezTo>
                  <a:pt x="1204065" y="14854"/>
                  <a:pt x="1204972" y="11499"/>
                  <a:pt x="1206785" y="9495"/>
                </a:cubicBezTo>
                <a:cubicBezTo>
                  <a:pt x="1208598" y="7491"/>
                  <a:pt x="1210968" y="6489"/>
                  <a:pt x="1213894" y="6489"/>
                </a:cubicBezTo>
                <a:cubicBezTo>
                  <a:pt x="1216757" y="6489"/>
                  <a:pt x="1219095" y="7491"/>
                  <a:pt x="1220908" y="9495"/>
                </a:cubicBezTo>
                <a:cubicBezTo>
                  <a:pt x="1222721" y="11499"/>
                  <a:pt x="1223627" y="14854"/>
                  <a:pt x="1223627" y="19562"/>
                </a:cubicBezTo>
                <a:lnTo>
                  <a:pt x="1223627" y="37215"/>
                </a:lnTo>
                <a:lnTo>
                  <a:pt x="1259793" y="37215"/>
                </a:lnTo>
                <a:cubicBezTo>
                  <a:pt x="1264501" y="37215"/>
                  <a:pt x="1267857" y="38127"/>
                  <a:pt x="1269860" y="39950"/>
                </a:cubicBezTo>
                <a:cubicBezTo>
                  <a:pt x="1271864" y="41771"/>
                  <a:pt x="1272866" y="44152"/>
                  <a:pt x="1272866" y="47092"/>
                </a:cubicBezTo>
                <a:cubicBezTo>
                  <a:pt x="1272866" y="49969"/>
                  <a:pt x="1271864" y="52318"/>
                  <a:pt x="1269860" y="54141"/>
                </a:cubicBezTo>
                <a:cubicBezTo>
                  <a:pt x="1267857" y="55962"/>
                  <a:pt x="1264501" y="56873"/>
                  <a:pt x="1259793" y="56873"/>
                </a:cubicBezTo>
                <a:lnTo>
                  <a:pt x="1223627" y="56873"/>
                </a:lnTo>
                <a:close/>
                <a:moveTo>
                  <a:pt x="1352717" y="0"/>
                </a:moveTo>
                <a:lnTo>
                  <a:pt x="1352717" y="20802"/>
                </a:lnTo>
                <a:lnTo>
                  <a:pt x="1329433" y="20802"/>
                </a:lnTo>
                <a:lnTo>
                  <a:pt x="1329433" y="0"/>
                </a:lnTo>
                <a:lnTo>
                  <a:pt x="1352717" y="0"/>
                </a:lnTo>
                <a:moveTo>
                  <a:pt x="1355389" y="37215"/>
                </a:moveTo>
                <a:lnTo>
                  <a:pt x="1355389" y="104203"/>
                </a:lnTo>
                <a:lnTo>
                  <a:pt x="1378863" y="104203"/>
                </a:lnTo>
                <a:cubicBezTo>
                  <a:pt x="1383571" y="104203"/>
                  <a:pt x="1386927" y="105110"/>
                  <a:pt x="1388930" y="106923"/>
                </a:cubicBezTo>
                <a:cubicBezTo>
                  <a:pt x="1390934" y="108736"/>
                  <a:pt x="1391936" y="111106"/>
                  <a:pt x="1391936" y="114032"/>
                </a:cubicBezTo>
                <a:cubicBezTo>
                  <a:pt x="1391936" y="116958"/>
                  <a:pt x="1390934" y="119328"/>
                  <a:pt x="1388930" y="121141"/>
                </a:cubicBezTo>
                <a:cubicBezTo>
                  <a:pt x="1386927" y="122954"/>
                  <a:pt x="1383571" y="123861"/>
                  <a:pt x="1378863" y="123861"/>
                </a:cubicBezTo>
                <a:lnTo>
                  <a:pt x="1312352" y="123861"/>
                </a:lnTo>
                <a:cubicBezTo>
                  <a:pt x="1307645" y="123861"/>
                  <a:pt x="1304289" y="122938"/>
                  <a:pt x="1302285" y="121093"/>
                </a:cubicBezTo>
                <a:cubicBezTo>
                  <a:pt x="1300281" y="119248"/>
                  <a:pt x="1299279" y="116863"/>
                  <a:pt x="1299279" y="113937"/>
                </a:cubicBezTo>
                <a:cubicBezTo>
                  <a:pt x="1299279" y="111010"/>
                  <a:pt x="1300281" y="108656"/>
                  <a:pt x="1302285" y="106875"/>
                </a:cubicBezTo>
                <a:cubicBezTo>
                  <a:pt x="1304289" y="105094"/>
                  <a:pt x="1307645" y="104203"/>
                  <a:pt x="1312352" y="104203"/>
                </a:cubicBezTo>
                <a:lnTo>
                  <a:pt x="1335827" y="104203"/>
                </a:lnTo>
                <a:lnTo>
                  <a:pt x="1335827" y="56873"/>
                </a:lnTo>
                <a:lnTo>
                  <a:pt x="1320082" y="56873"/>
                </a:lnTo>
                <a:cubicBezTo>
                  <a:pt x="1315438" y="56873"/>
                  <a:pt x="1312098" y="55950"/>
                  <a:pt x="1310062" y="54106"/>
                </a:cubicBezTo>
                <a:cubicBezTo>
                  <a:pt x="1308027" y="52261"/>
                  <a:pt x="1307009" y="49875"/>
                  <a:pt x="1307009" y="46949"/>
                </a:cubicBezTo>
                <a:cubicBezTo>
                  <a:pt x="1307009" y="44022"/>
                  <a:pt x="1308011" y="41669"/>
                  <a:pt x="1310015" y="39887"/>
                </a:cubicBezTo>
                <a:cubicBezTo>
                  <a:pt x="1312018" y="38106"/>
                  <a:pt x="1315374" y="37215"/>
                  <a:pt x="1320082" y="37215"/>
                </a:cubicBezTo>
                <a:lnTo>
                  <a:pt x="1355389" y="37215"/>
                </a:lnTo>
                <a:close/>
                <a:moveTo>
                  <a:pt x="1513774" y="82065"/>
                </a:moveTo>
                <a:cubicBezTo>
                  <a:pt x="1513774" y="89572"/>
                  <a:pt x="1511690" y="96840"/>
                  <a:pt x="1507524" y="103869"/>
                </a:cubicBezTo>
                <a:cubicBezTo>
                  <a:pt x="1503357" y="110899"/>
                  <a:pt x="1497154" y="116497"/>
                  <a:pt x="1488916" y="120664"/>
                </a:cubicBezTo>
                <a:cubicBezTo>
                  <a:pt x="1480678" y="124831"/>
                  <a:pt x="1472073" y="126914"/>
                  <a:pt x="1463104" y="126914"/>
                </a:cubicBezTo>
                <a:cubicBezTo>
                  <a:pt x="1454197" y="126914"/>
                  <a:pt x="1445673" y="124863"/>
                  <a:pt x="1437530" y="120759"/>
                </a:cubicBezTo>
                <a:cubicBezTo>
                  <a:pt x="1429387" y="116656"/>
                  <a:pt x="1423184" y="111074"/>
                  <a:pt x="1418922" y="104012"/>
                </a:cubicBezTo>
                <a:cubicBezTo>
                  <a:pt x="1414660" y="96951"/>
                  <a:pt x="1412529" y="89572"/>
                  <a:pt x="1412529" y="81874"/>
                </a:cubicBezTo>
                <a:cubicBezTo>
                  <a:pt x="1412529" y="74049"/>
                  <a:pt x="1414692" y="66368"/>
                  <a:pt x="1419018" y="58829"/>
                </a:cubicBezTo>
                <a:cubicBezTo>
                  <a:pt x="1423344" y="51291"/>
                  <a:pt x="1429562" y="45358"/>
                  <a:pt x="1437673" y="41032"/>
                </a:cubicBezTo>
                <a:cubicBezTo>
                  <a:pt x="1445784" y="36707"/>
                  <a:pt x="1454261" y="34544"/>
                  <a:pt x="1463104" y="34544"/>
                </a:cubicBezTo>
                <a:cubicBezTo>
                  <a:pt x="1472010" y="34544"/>
                  <a:pt x="1480582" y="36754"/>
                  <a:pt x="1488820" y="41176"/>
                </a:cubicBezTo>
                <a:cubicBezTo>
                  <a:pt x="1497059" y="45597"/>
                  <a:pt x="1503277" y="51545"/>
                  <a:pt x="1507476" y="59020"/>
                </a:cubicBezTo>
                <a:cubicBezTo>
                  <a:pt x="1511675" y="66495"/>
                  <a:pt x="1513774" y="74176"/>
                  <a:pt x="1513774" y="82065"/>
                </a:cubicBezTo>
                <a:moveTo>
                  <a:pt x="1494212" y="82154"/>
                </a:moveTo>
                <a:cubicBezTo>
                  <a:pt x="1494212" y="75880"/>
                  <a:pt x="1491954" y="70112"/>
                  <a:pt x="1487437" y="64850"/>
                </a:cubicBezTo>
                <a:cubicBezTo>
                  <a:pt x="1481266" y="57751"/>
                  <a:pt x="1473155" y="54201"/>
                  <a:pt x="1463104" y="54201"/>
                </a:cubicBezTo>
                <a:cubicBezTo>
                  <a:pt x="1454261" y="54201"/>
                  <a:pt x="1446881" y="57022"/>
                  <a:pt x="1440965" y="62664"/>
                </a:cubicBezTo>
                <a:cubicBezTo>
                  <a:pt x="1435049" y="68306"/>
                  <a:pt x="1432091" y="74834"/>
                  <a:pt x="1432091" y="82250"/>
                </a:cubicBezTo>
                <a:cubicBezTo>
                  <a:pt x="1432091" y="88335"/>
                  <a:pt x="1435081" y="94025"/>
                  <a:pt x="1441061" y="99319"/>
                </a:cubicBezTo>
                <a:cubicBezTo>
                  <a:pt x="1447041" y="104611"/>
                  <a:pt x="1454388" y="107257"/>
                  <a:pt x="1463104" y="107257"/>
                </a:cubicBezTo>
                <a:cubicBezTo>
                  <a:pt x="1471883" y="107257"/>
                  <a:pt x="1479262" y="104611"/>
                  <a:pt x="1485242" y="99319"/>
                </a:cubicBezTo>
                <a:cubicBezTo>
                  <a:pt x="1491222" y="94025"/>
                  <a:pt x="1494212" y="88303"/>
                  <a:pt x="1494212" y="82154"/>
                </a:cubicBezTo>
                <a:close/>
                <a:moveTo>
                  <a:pt x="1560418" y="37215"/>
                </a:moveTo>
                <a:lnTo>
                  <a:pt x="1560418" y="43704"/>
                </a:lnTo>
                <a:cubicBezTo>
                  <a:pt x="1563980" y="40651"/>
                  <a:pt x="1567909" y="38361"/>
                  <a:pt x="1572203" y="36834"/>
                </a:cubicBezTo>
                <a:cubicBezTo>
                  <a:pt x="1576497" y="35307"/>
                  <a:pt x="1581157" y="34544"/>
                  <a:pt x="1586182" y="34544"/>
                </a:cubicBezTo>
                <a:cubicBezTo>
                  <a:pt x="1597760" y="34544"/>
                  <a:pt x="1606921" y="38138"/>
                  <a:pt x="1613664" y="45327"/>
                </a:cubicBezTo>
                <a:cubicBezTo>
                  <a:pt x="1619008" y="51052"/>
                  <a:pt x="1621680" y="58559"/>
                  <a:pt x="1621680" y="67847"/>
                </a:cubicBezTo>
                <a:lnTo>
                  <a:pt x="1621680" y="104203"/>
                </a:lnTo>
                <a:cubicBezTo>
                  <a:pt x="1625815" y="104203"/>
                  <a:pt x="1628869" y="105110"/>
                  <a:pt x="1630841" y="106923"/>
                </a:cubicBezTo>
                <a:cubicBezTo>
                  <a:pt x="1632813" y="108736"/>
                  <a:pt x="1633799" y="111106"/>
                  <a:pt x="1633799" y="114032"/>
                </a:cubicBezTo>
                <a:cubicBezTo>
                  <a:pt x="1633799" y="116958"/>
                  <a:pt x="1632797" y="119328"/>
                  <a:pt x="1630793" y="121141"/>
                </a:cubicBezTo>
                <a:cubicBezTo>
                  <a:pt x="1628789" y="122954"/>
                  <a:pt x="1625433" y="123861"/>
                  <a:pt x="1620726" y="123861"/>
                </a:cubicBezTo>
                <a:lnTo>
                  <a:pt x="1603072" y="123861"/>
                </a:lnTo>
                <a:cubicBezTo>
                  <a:pt x="1598365" y="123861"/>
                  <a:pt x="1595009" y="122938"/>
                  <a:pt x="1593005" y="121093"/>
                </a:cubicBezTo>
                <a:cubicBezTo>
                  <a:pt x="1591001" y="119248"/>
                  <a:pt x="1589999" y="116863"/>
                  <a:pt x="1589999" y="113937"/>
                </a:cubicBezTo>
                <a:cubicBezTo>
                  <a:pt x="1589999" y="111010"/>
                  <a:pt x="1590985" y="108656"/>
                  <a:pt x="1592957" y="106875"/>
                </a:cubicBezTo>
                <a:cubicBezTo>
                  <a:pt x="1594930" y="105094"/>
                  <a:pt x="1597983" y="104203"/>
                  <a:pt x="1602118" y="104203"/>
                </a:cubicBezTo>
                <a:lnTo>
                  <a:pt x="1602118" y="67346"/>
                </a:lnTo>
                <a:cubicBezTo>
                  <a:pt x="1602118" y="63091"/>
                  <a:pt x="1600973" y="59980"/>
                  <a:pt x="1598683" y="58012"/>
                </a:cubicBezTo>
                <a:cubicBezTo>
                  <a:pt x="1595693" y="55471"/>
                  <a:pt x="1591208" y="54201"/>
                  <a:pt x="1585228" y="54201"/>
                </a:cubicBezTo>
                <a:cubicBezTo>
                  <a:pt x="1580711" y="54201"/>
                  <a:pt x="1576751" y="55076"/>
                  <a:pt x="1573348" y="56825"/>
                </a:cubicBezTo>
                <a:cubicBezTo>
                  <a:pt x="1569944" y="58575"/>
                  <a:pt x="1565634" y="62280"/>
                  <a:pt x="1560418" y="67942"/>
                </a:cubicBezTo>
                <a:lnTo>
                  <a:pt x="1560418" y="104203"/>
                </a:lnTo>
                <a:cubicBezTo>
                  <a:pt x="1565443" y="104203"/>
                  <a:pt x="1568688" y="104808"/>
                  <a:pt x="1570151" y="106016"/>
                </a:cubicBezTo>
                <a:cubicBezTo>
                  <a:pt x="1573268" y="108434"/>
                  <a:pt x="1574827" y="111106"/>
                  <a:pt x="1574827" y="114032"/>
                </a:cubicBezTo>
                <a:cubicBezTo>
                  <a:pt x="1574827" y="116958"/>
                  <a:pt x="1573825" y="119328"/>
                  <a:pt x="1571821" y="121141"/>
                </a:cubicBezTo>
                <a:cubicBezTo>
                  <a:pt x="1569817" y="122954"/>
                  <a:pt x="1566461" y="123861"/>
                  <a:pt x="1561754" y="123861"/>
                </a:cubicBezTo>
                <a:lnTo>
                  <a:pt x="1539520" y="123861"/>
                </a:lnTo>
                <a:cubicBezTo>
                  <a:pt x="1534812" y="123861"/>
                  <a:pt x="1531456" y="122938"/>
                  <a:pt x="1529453" y="121093"/>
                </a:cubicBezTo>
                <a:cubicBezTo>
                  <a:pt x="1527449" y="119248"/>
                  <a:pt x="1526447" y="116863"/>
                  <a:pt x="1526447" y="113937"/>
                </a:cubicBezTo>
                <a:cubicBezTo>
                  <a:pt x="1526447" y="111010"/>
                  <a:pt x="1527973" y="108346"/>
                  <a:pt x="1531027" y="105945"/>
                </a:cubicBezTo>
                <a:cubicBezTo>
                  <a:pt x="1532554" y="104784"/>
                  <a:pt x="1535830" y="104203"/>
                  <a:pt x="1540856" y="104203"/>
                </a:cubicBezTo>
                <a:lnTo>
                  <a:pt x="1540856" y="56873"/>
                </a:lnTo>
                <a:cubicBezTo>
                  <a:pt x="1536721" y="56873"/>
                  <a:pt x="1533667" y="55950"/>
                  <a:pt x="1531695" y="54106"/>
                </a:cubicBezTo>
                <a:cubicBezTo>
                  <a:pt x="1529723" y="52261"/>
                  <a:pt x="1528737" y="49875"/>
                  <a:pt x="1528737" y="46949"/>
                </a:cubicBezTo>
                <a:cubicBezTo>
                  <a:pt x="1528737" y="44022"/>
                  <a:pt x="1529739" y="41669"/>
                  <a:pt x="1531743" y="39887"/>
                </a:cubicBezTo>
                <a:cubicBezTo>
                  <a:pt x="1533747" y="38106"/>
                  <a:pt x="1537102" y="37215"/>
                  <a:pt x="1541810" y="37215"/>
                </a:cubicBezTo>
                <a:lnTo>
                  <a:pt x="1560418" y="37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FB620-752F-47A0-9480-3BBD3AAE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39" y="1521646"/>
            <a:ext cx="1814068" cy="1058410"/>
          </a:xfrm>
          <a:custGeom xmlns:a="http://schemas.openxmlformats.org/drawingml/2006/main">
            <a:pathLst>
              <a:path w="1814068" h="1058410" fill="none">
                <a:moveTo>
                  <a:pt x="1813905" y="0"/>
                </a:moveTo>
                <a:lnTo>
                  <a:pt x="1814068" y="162369"/>
                </a:lnTo>
                <a:lnTo>
                  <a:pt x="1235924" y="162369"/>
                </a:lnTo>
                <a:lnTo>
                  <a:pt x="405352" y="162369"/>
                </a:lnTo>
                <a:lnTo>
                  <a:pt x="405352" y="1058084"/>
                </a:lnTo>
                <a:lnTo>
                  <a:pt x="0" y="105841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0B60F-43C4-4D08-9512-53556F1C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39" y="2542110"/>
            <a:ext cx="114000" cy="76054"/>
          </a:xfrm>
          <a:custGeom xmlns:a="http://schemas.openxmlformats.org/drawingml/2006/main">
            <a:pathLst>
              <a:path w="114000" h="76054">
                <a:moveTo>
                  <a:pt x="0" y="38109"/>
                </a:moveTo>
                <a:lnTo>
                  <a:pt x="114000" y="0"/>
                </a:lnTo>
                <a:lnTo>
                  <a:pt x="114000" y="76054"/>
                </a:lnTo>
                <a:lnTo>
                  <a:pt x="0" y="38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D8613-5E41-45E1-B48A-41F7933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39" y="2542110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0" y="38109"/>
                </a:moveTo>
                <a:lnTo>
                  <a:pt x="114000" y="0"/>
                </a:lnTo>
                <a:lnTo>
                  <a:pt x="114000" y="76054"/>
                </a:lnTo>
                <a:lnTo>
                  <a:pt x="0" y="38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88" name="Text InputDatabase">
            <a:extLst xmlns:a="http://schemas.openxmlformats.org/drawingml/2006/main">
              <a:ext uri="{FF2B5EF4-FFF2-40B4-BE49-F238E27FC236}">
                <a16:creationId xmlns:a16="http://schemas.microsoft.com/office/drawing/2014/main" id="{F9284D81-73C7-409E-BF87-575B4D7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938" y="1284925"/>
            <a:ext cx="1616146" cy="164702"/>
          </a:xfrm>
          <a:custGeom xmlns:a="http://schemas.openxmlformats.org/drawingml/2006/main">
            <a:pathLst>
              <a:path w="1616146" h="164702">
                <a:moveTo>
                  <a:pt x="52388" y="27864"/>
                </a:moveTo>
                <a:lnTo>
                  <a:pt x="52388" y="104203"/>
                </a:lnTo>
                <a:lnTo>
                  <a:pt x="72141" y="104203"/>
                </a:lnTo>
                <a:cubicBezTo>
                  <a:pt x="76848" y="104203"/>
                  <a:pt x="80204" y="105110"/>
                  <a:pt x="82208" y="106923"/>
                </a:cubicBezTo>
                <a:cubicBezTo>
                  <a:pt x="84212" y="108736"/>
                  <a:pt x="85214" y="111106"/>
                  <a:pt x="85214" y="114032"/>
                </a:cubicBezTo>
                <a:cubicBezTo>
                  <a:pt x="85214" y="116958"/>
                  <a:pt x="84212" y="119328"/>
                  <a:pt x="82208" y="121141"/>
                </a:cubicBezTo>
                <a:cubicBezTo>
                  <a:pt x="80204" y="122954"/>
                  <a:pt x="76848" y="123861"/>
                  <a:pt x="72141" y="123861"/>
                </a:cubicBezTo>
                <a:lnTo>
                  <a:pt x="13073" y="123861"/>
                </a:lnTo>
                <a:cubicBezTo>
                  <a:pt x="8366" y="123861"/>
                  <a:pt x="5010" y="122938"/>
                  <a:pt x="3006" y="121093"/>
                </a:cubicBezTo>
                <a:cubicBezTo>
                  <a:pt x="1002" y="119248"/>
                  <a:pt x="0" y="116863"/>
                  <a:pt x="0" y="113937"/>
                </a:cubicBezTo>
                <a:cubicBezTo>
                  <a:pt x="0" y="111010"/>
                  <a:pt x="1002" y="108656"/>
                  <a:pt x="3006" y="106875"/>
                </a:cubicBezTo>
                <a:cubicBezTo>
                  <a:pt x="5010" y="105094"/>
                  <a:pt x="8366" y="104203"/>
                  <a:pt x="13073" y="104203"/>
                </a:cubicBezTo>
                <a:lnTo>
                  <a:pt x="32826" y="104203"/>
                </a:lnTo>
                <a:lnTo>
                  <a:pt x="32826" y="27673"/>
                </a:lnTo>
                <a:lnTo>
                  <a:pt x="13073" y="27673"/>
                </a:lnTo>
                <a:cubicBezTo>
                  <a:pt x="8366" y="27673"/>
                  <a:pt x="5010" y="26767"/>
                  <a:pt x="3006" y="24953"/>
                </a:cubicBezTo>
                <a:cubicBezTo>
                  <a:pt x="1002" y="23140"/>
                  <a:pt x="0" y="20771"/>
                  <a:pt x="0" y="17844"/>
                </a:cubicBezTo>
                <a:cubicBezTo>
                  <a:pt x="0" y="14918"/>
                  <a:pt x="1002" y="12548"/>
                  <a:pt x="3006" y="10735"/>
                </a:cubicBezTo>
                <a:cubicBezTo>
                  <a:pt x="5010" y="8922"/>
                  <a:pt x="8366" y="8016"/>
                  <a:pt x="13073" y="8016"/>
                </a:cubicBezTo>
                <a:lnTo>
                  <a:pt x="72141" y="8206"/>
                </a:lnTo>
                <a:cubicBezTo>
                  <a:pt x="76848" y="8206"/>
                  <a:pt x="80204" y="9097"/>
                  <a:pt x="82208" y="10878"/>
                </a:cubicBezTo>
                <a:cubicBezTo>
                  <a:pt x="84212" y="12660"/>
                  <a:pt x="85214" y="15013"/>
                  <a:pt x="85214" y="17940"/>
                </a:cubicBezTo>
                <a:cubicBezTo>
                  <a:pt x="85214" y="20866"/>
                  <a:pt x="84212" y="23252"/>
                  <a:pt x="82208" y="25097"/>
                </a:cubicBezTo>
                <a:cubicBezTo>
                  <a:pt x="80204" y="26941"/>
                  <a:pt x="76848" y="27864"/>
                  <a:pt x="72141" y="27864"/>
                </a:cubicBezTo>
                <a:lnTo>
                  <a:pt x="52388" y="27864"/>
                </a:lnTo>
                <a:close/>
                <a:moveTo>
                  <a:pt x="140064" y="37215"/>
                </a:moveTo>
                <a:lnTo>
                  <a:pt x="140064" y="43704"/>
                </a:lnTo>
                <a:cubicBezTo>
                  <a:pt x="143626" y="40651"/>
                  <a:pt x="147554" y="38361"/>
                  <a:pt x="151849" y="36834"/>
                </a:cubicBezTo>
                <a:cubicBezTo>
                  <a:pt x="156143" y="35307"/>
                  <a:pt x="160802" y="34544"/>
                  <a:pt x="165828" y="34544"/>
                </a:cubicBezTo>
                <a:cubicBezTo>
                  <a:pt x="177406" y="34544"/>
                  <a:pt x="186567" y="38138"/>
                  <a:pt x="193310" y="45327"/>
                </a:cubicBezTo>
                <a:cubicBezTo>
                  <a:pt x="198654" y="51052"/>
                  <a:pt x="201326" y="58559"/>
                  <a:pt x="201326" y="67847"/>
                </a:cubicBezTo>
                <a:lnTo>
                  <a:pt x="201326" y="104203"/>
                </a:lnTo>
                <a:cubicBezTo>
                  <a:pt x="205461" y="104203"/>
                  <a:pt x="208515" y="105110"/>
                  <a:pt x="210487" y="106923"/>
                </a:cubicBezTo>
                <a:cubicBezTo>
                  <a:pt x="212459" y="108736"/>
                  <a:pt x="213445" y="111106"/>
                  <a:pt x="213445" y="114032"/>
                </a:cubicBezTo>
                <a:cubicBezTo>
                  <a:pt x="213445" y="116958"/>
                  <a:pt x="212443" y="119328"/>
                  <a:pt x="210439" y="121141"/>
                </a:cubicBezTo>
                <a:cubicBezTo>
                  <a:pt x="208435" y="122954"/>
                  <a:pt x="205079" y="123861"/>
                  <a:pt x="200372" y="123861"/>
                </a:cubicBezTo>
                <a:lnTo>
                  <a:pt x="182718" y="123861"/>
                </a:lnTo>
                <a:cubicBezTo>
                  <a:pt x="178011" y="123861"/>
                  <a:pt x="174655" y="122938"/>
                  <a:pt x="172651" y="121093"/>
                </a:cubicBezTo>
                <a:cubicBezTo>
                  <a:pt x="170647" y="119248"/>
                  <a:pt x="169645" y="116863"/>
                  <a:pt x="169645" y="113937"/>
                </a:cubicBezTo>
                <a:cubicBezTo>
                  <a:pt x="169645" y="111010"/>
                  <a:pt x="170631" y="108656"/>
                  <a:pt x="172603" y="106875"/>
                </a:cubicBezTo>
                <a:cubicBezTo>
                  <a:pt x="174575" y="105094"/>
                  <a:pt x="177629" y="104203"/>
                  <a:pt x="181764" y="104203"/>
                </a:cubicBezTo>
                <a:lnTo>
                  <a:pt x="181764" y="67346"/>
                </a:lnTo>
                <a:cubicBezTo>
                  <a:pt x="181764" y="63091"/>
                  <a:pt x="180619" y="59980"/>
                  <a:pt x="178329" y="58012"/>
                </a:cubicBezTo>
                <a:cubicBezTo>
                  <a:pt x="175339" y="55471"/>
                  <a:pt x="170854" y="54201"/>
                  <a:pt x="164874" y="54201"/>
                </a:cubicBezTo>
                <a:cubicBezTo>
                  <a:pt x="160357" y="54201"/>
                  <a:pt x="156397" y="55076"/>
                  <a:pt x="152994" y="56825"/>
                </a:cubicBezTo>
                <a:cubicBezTo>
                  <a:pt x="149590" y="58575"/>
                  <a:pt x="145280" y="62280"/>
                  <a:pt x="140064" y="67942"/>
                </a:cubicBezTo>
                <a:lnTo>
                  <a:pt x="140064" y="104203"/>
                </a:lnTo>
                <a:cubicBezTo>
                  <a:pt x="145089" y="104203"/>
                  <a:pt x="148334" y="104808"/>
                  <a:pt x="149797" y="106016"/>
                </a:cubicBezTo>
                <a:cubicBezTo>
                  <a:pt x="152914" y="108434"/>
                  <a:pt x="154473" y="111106"/>
                  <a:pt x="154473" y="114032"/>
                </a:cubicBezTo>
                <a:cubicBezTo>
                  <a:pt x="154473" y="116958"/>
                  <a:pt x="153471" y="119328"/>
                  <a:pt x="151467" y="121141"/>
                </a:cubicBezTo>
                <a:cubicBezTo>
                  <a:pt x="149463" y="122954"/>
                  <a:pt x="146107" y="123861"/>
                  <a:pt x="141400" y="123861"/>
                </a:cubicBezTo>
                <a:lnTo>
                  <a:pt x="119166" y="123861"/>
                </a:lnTo>
                <a:cubicBezTo>
                  <a:pt x="114458" y="123861"/>
                  <a:pt x="111102" y="122938"/>
                  <a:pt x="109098" y="121093"/>
                </a:cubicBezTo>
                <a:cubicBezTo>
                  <a:pt x="107095" y="119248"/>
                  <a:pt x="106093" y="116863"/>
                  <a:pt x="106093" y="113937"/>
                </a:cubicBezTo>
                <a:cubicBezTo>
                  <a:pt x="106093" y="111010"/>
                  <a:pt x="107619" y="108346"/>
                  <a:pt x="110673" y="105945"/>
                </a:cubicBezTo>
                <a:cubicBezTo>
                  <a:pt x="112200" y="104784"/>
                  <a:pt x="115476" y="104203"/>
                  <a:pt x="120502" y="104203"/>
                </a:cubicBezTo>
                <a:lnTo>
                  <a:pt x="120502" y="56873"/>
                </a:lnTo>
                <a:cubicBezTo>
                  <a:pt x="116367" y="56873"/>
                  <a:pt x="113313" y="55950"/>
                  <a:pt x="111341" y="54106"/>
                </a:cubicBezTo>
                <a:cubicBezTo>
                  <a:pt x="109369" y="52261"/>
                  <a:pt x="108383" y="49875"/>
                  <a:pt x="108383" y="46949"/>
                </a:cubicBezTo>
                <a:cubicBezTo>
                  <a:pt x="108383" y="44022"/>
                  <a:pt x="109385" y="41669"/>
                  <a:pt x="111389" y="39887"/>
                </a:cubicBezTo>
                <a:cubicBezTo>
                  <a:pt x="113393" y="38106"/>
                  <a:pt x="116748" y="37215"/>
                  <a:pt x="121456" y="37215"/>
                </a:cubicBezTo>
                <a:lnTo>
                  <a:pt x="140064" y="37215"/>
                </a:lnTo>
                <a:close/>
                <a:moveTo>
                  <a:pt x="252836" y="112982"/>
                </a:moveTo>
                <a:lnTo>
                  <a:pt x="252836" y="145045"/>
                </a:lnTo>
                <a:lnTo>
                  <a:pt x="264574" y="145045"/>
                </a:lnTo>
                <a:cubicBezTo>
                  <a:pt x="269281" y="145045"/>
                  <a:pt x="272637" y="145967"/>
                  <a:pt x="274641" y="147812"/>
                </a:cubicBezTo>
                <a:cubicBezTo>
                  <a:pt x="276645" y="149657"/>
                  <a:pt x="277647" y="152043"/>
                  <a:pt x="277647" y="154969"/>
                </a:cubicBezTo>
                <a:cubicBezTo>
                  <a:pt x="277647" y="157895"/>
                  <a:pt x="276645" y="160249"/>
                  <a:pt x="274641" y="162030"/>
                </a:cubicBezTo>
                <a:cubicBezTo>
                  <a:pt x="272637" y="163812"/>
                  <a:pt x="269281" y="164702"/>
                  <a:pt x="264574" y="164702"/>
                </a:cubicBezTo>
                <a:lnTo>
                  <a:pt x="229935" y="164702"/>
                </a:lnTo>
                <a:cubicBezTo>
                  <a:pt x="225227" y="164702"/>
                  <a:pt x="221871" y="163812"/>
                  <a:pt x="219867" y="162030"/>
                </a:cubicBezTo>
                <a:cubicBezTo>
                  <a:pt x="217863" y="160249"/>
                  <a:pt x="216862" y="157895"/>
                  <a:pt x="216862" y="154969"/>
                </a:cubicBezTo>
                <a:cubicBezTo>
                  <a:pt x="216862" y="152043"/>
                  <a:pt x="217879" y="149657"/>
                  <a:pt x="219915" y="147812"/>
                </a:cubicBezTo>
                <a:cubicBezTo>
                  <a:pt x="221951" y="145967"/>
                  <a:pt x="225291" y="145045"/>
                  <a:pt x="229935" y="145045"/>
                </a:cubicBezTo>
                <a:lnTo>
                  <a:pt x="233275" y="145045"/>
                </a:lnTo>
                <a:lnTo>
                  <a:pt x="233275" y="56873"/>
                </a:lnTo>
                <a:lnTo>
                  <a:pt x="229935" y="56873"/>
                </a:lnTo>
                <a:cubicBezTo>
                  <a:pt x="225227" y="56873"/>
                  <a:pt x="221871" y="55950"/>
                  <a:pt x="219867" y="54106"/>
                </a:cubicBezTo>
                <a:cubicBezTo>
                  <a:pt x="217863" y="52261"/>
                  <a:pt x="216862" y="49875"/>
                  <a:pt x="216862" y="46949"/>
                </a:cubicBezTo>
                <a:cubicBezTo>
                  <a:pt x="216862" y="44022"/>
                  <a:pt x="217863" y="41669"/>
                  <a:pt x="219867" y="39887"/>
                </a:cubicBezTo>
                <a:cubicBezTo>
                  <a:pt x="221871" y="38106"/>
                  <a:pt x="225227" y="37215"/>
                  <a:pt x="229935" y="37215"/>
                </a:cubicBezTo>
                <a:lnTo>
                  <a:pt x="252836" y="37215"/>
                </a:lnTo>
                <a:lnTo>
                  <a:pt x="252836" y="43895"/>
                </a:lnTo>
                <a:cubicBezTo>
                  <a:pt x="257417" y="40746"/>
                  <a:pt x="262156" y="38400"/>
                  <a:pt x="267055" y="36858"/>
                </a:cubicBezTo>
                <a:cubicBezTo>
                  <a:pt x="271953" y="35315"/>
                  <a:pt x="276979" y="34544"/>
                  <a:pt x="282132" y="34544"/>
                </a:cubicBezTo>
                <a:cubicBezTo>
                  <a:pt x="295491" y="34544"/>
                  <a:pt x="306878" y="39076"/>
                  <a:pt x="316294" y="48142"/>
                </a:cubicBezTo>
                <a:cubicBezTo>
                  <a:pt x="325709" y="57207"/>
                  <a:pt x="330416" y="67592"/>
                  <a:pt x="330416" y="79298"/>
                </a:cubicBezTo>
                <a:cubicBezTo>
                  <a:pt x="330416" y="92212"/>
                  <a:pt x="324850" y="102867"/>
                  <a:pt x="313717" y="111265"/>
                </a:cubicBezTo>
                <a:cubicBezTo>
                  <a:pt x="304429" y="118262"/>
                  <a:pt x="293964" y="121761"/>
                  <a:pt x="282323" y="121761"/>
                </a:cubicBezTo>
                <a:cubicBezTo>
                  <a:pt x="277297" y="121761"/>
                  <a:pt x="272335" y="121030"/>
                  <a:pt x="267436" y="119567"/>
                </a:cubicBezTo>
                <a:cubicBezTo>
                  <a:pt x="262538" y="118103"/>
                  <a:pt x="257671" y="115909"/>
                  <a:pt x="252836" y="112982"/>
                </a:cubicBezTo>
                <a:moveTo>
                  <a:pt x="310854" y="79387"/>
                </a:moveTo>
                <a:cubicBezTo>
                  <a:pt x="310854" y="76663"/>
                  <a:pt x="309773" y="73195"/>
                  <a:pt x="307610" y="68983"/>
                </a:cubicBezTo>
                <a:cubicBezTo>
                  <a:pt x="305447" y="64768"/>
                  <a:pt x="302123" y="61251"/>
                  <a:pt x="297638" y="58432"/>
                </a:cubicBezTo>
                <a:cubicBezTo>
                  <a:pt x="293153" y="55611"/>
                  <a:pt x="287889" y="54201"/>
                  <a:pt x="281845" y="54201"/>
                </a:cubicBezTo>
                <a:cubicBezTo>
                  <a:pt x="272112" y="54201"/>
                  <a:pt x="264383" y="57844"/>
                  <a:pt x="258657" y="65130"/>
                </a:cubicBezTo>
                <a:cubicBezTo>
                  <a:pt x="254777" y="70136"/>
                  <a:pt x="252836" y="74952"/>
                  <a:pt x="252836" y="79578"/>
                </a:cubicBezTo>
                <a:cubicBezTo>
                  <a:pt x="252836" y="84774"/>
                  <a:pt x="255620" y="89828"/>
                  <a:pt x="261186" y="94738"/>
                </a:cubicBezTo>
                <a:cubicBezTo>
                  <a:pt x="266753" y="99649"/>
                  <a:pt x="273639" y="102104"/>
                  <a:pt x="281845" y="102104"/>
                </a:cubicBezTo>
                <a:cubicBezTo>
                  <a:pt x="290116" y="102104"/>
                  <a:pt x="297018" y="99665"/>
                  <a:pt x="302553" y="94786"/>
                </a:cubicBezTo>
                <a:cubicBezTo>
                  <a:pt x="308087" y="89908"/>
                  <a:pt x="310854" y="84774"/>
                  <a:pt x="310854" y="79387"/>
                </a:cubicBezTo>
                <a:close/>
                <a:moveTo>
                  <a:pt x="435936" y="37215"/>
                </a:moveTo>
                <a:lnTo>
                  <a:pt x="435936" y="104203"/>
                </a:lnTo>
                <a:cubicBezTo>
                  <a:pt x="440071" y="104203"/>
                  <a:pt x="443125" y="105110"/>
                  <a:pt x="445097" y="106923"/>
                </a:cubicBezTo>
                <a:cubicBezTo>
                  <a:pt x="447069" y="108736"/>
                  <a:pt x="448055" y="111106"/>
                  <a:pt x="448055" y="114032"/>
                </a:cubicBezTo>
                <a:cubicBezTo>
                  <a:pt x="448055" y="116958"/>
                  <a:pt x="447053" y="119328"/>
                  <a:pt x="445049" y="121141"/>
                </a:cubicBezTo>
                <a:cubicBezTo>
                  <a:pt x="443046" y="122954"/>
                  <a:pt x="439690" y="123861"/>
                  <a:pt x="434982" y="123861"/>
                </a:cubicBezTo>
                <a:lnTo>
                  <a:pt x="416374" y="123861"/>
                </a:lnTo>
                <a:lnTo>
                  <a:pt x="416374" y="119280"/>
                </a:lnTo>
                <a:cubicBezTo>
                  <a:pt x="410776" y="121825"/>
                  <a:pt x="405432" y="123733"/>
                  <a:pt x="400343" y="125006"/>
                </a:cubicBezTo>
                <a:cubicBezTo>
                  <a:pt x="395254" y="126278"/>
                  <a:pt x="390419" y="126914"/>
                  <a:pt x="385839" y="126914"/>
                </a:cubicBezTo>
                <a:cubicBezTo>
                  <a:pt x="379413" y="126914"/>
                  <a:pt x="373847" y="125566"/>
                  <a:pt x="369139" y="122871"/>
                </a:cubicBezTo>
                <a:cubicBezTo>
                  <a:pt x="364432" y="120173"/>
                  <a:pt x="360710" y="116445"/>
                  <a:pt x="357975" y="111688"/>
                </a:cubicBezTo>
                <a:cubicBezTo>
                  <a:pt x="356003" y="108263"/>
                  <a:pt x="355017" y="103981"/>
                  <a:pt x="355017" y="98842"/>
                </a:cubicBezTo>
                <a:lnTo>
                  <a:pt x="355017" y="56873"/>
                </a:lnTo>
                <a:lnTo>
                  <a:pt x="351677" y="56873"/>
                </a:lnTo>
                <a:cubicBezTo>
                  <a:pt x="346969" y="56873"/>
                  <a:pt x="343613" y="55950"/>
                  <a:pt x="341610" y="54106"/>
                </a:cubicBezTo>
                <a:cubicBezTo>
                  <a:pt x="339606" y="52261"/>
                  <a:pt x="338604" y="49875"/>
                  <a:pt x="338604" y="46949"/>
                </a:cubicBezTo>
                <a:cubicBezTo>
                  <a:pt x="338604" y="44022"/>
                  <a:pt x="339606" y="41669"/>
                  <a:pt x="341610" y="39887"/>
                </a:cubicBezTo>
                <a:cubicBezTo>
                  <a:pt x="343613" y="38106"/>
                  <a:pt x="346969" y="37215"/>
                  <a:pt x="351677" y="37215"/>
                </a:cubicBezTo>
                <a:lnTo>
                  <a:pt x="374579" y="37215"/>
                </a:lnTo>
                <a:lnTo>
                  <a:pt x="374579" y="95266"/>
                </a:lnTo>
                <a:cubicBezTo>
                  <a:pt x="374579" y="99389"/>
                  <a:pt x="375581" y="102419"/>
                  <a:pt x="377585" y="104355"/>
                </a:cubicBezTo>
                <a:cubicBezTo>
                  <a:pt x="379588" y="106290"/>
                  <a:pt x="382658" y="107257"/>
                  <a:pt x="386793" y="107257"/>
                </a:cubicBezTo>
                <a:cubicBezTo>
                  <a:pt x="390737" y="107257"/>
                  <a:pt x="394984" y="106480"/>
                  <a:pt x="399532" y="104925"/>
                </a:cubicBezTo>
                <a:cubicBezTo>
                  <a:pt x="404081" y="103370"/>
                  <a:pt x="409695" y="100563"/>
                  <a:pt x="416374" y="96504"/>
                </a:cubicBezTo>
                <a:lnTo>
                  <a:pt x="416374" y="56873"/>
                </a:lnTo>
                <a:lnTo>
                  <a:pt x="409313" y="56873"/>
                </a:lnTo>
                <a:cubicBezTo>
                  <a:pt x="404605" y="56873"/>
                  <a:pt x="401250" y="55950"/>
                  <a:pt x="399246" y="54106"/>
                </a:cubicBezTo>
                <a:cubicBezTo>
                  <a:pt x="397242" y="52261"/>
                  <a:pt x="396240" y="49875"/>
                  <a:pt x="396240" y="46949"/>
                </a:cubicBezTo>
                <a:cubicBezTo>
                  <a:pt x="396240" y="44022"/>
                  <a:pt x="397242" y="41669"/>
                  <a:pt x="399246" y="39887"/>
                </a:cubicBezTo>
                <a:cubicBezTo>
                  <a:pt x="401250" y="38106"/>
                  <a:pt x="404605" y="37215"/>
                  <a:pt x="409313" y="37215"/>
                </a:cubicBezTo>
                <a:lnTo>
                  <a:pt x="435936" y="37215"/>
                </a:lnTo>
                <a:close/>
                <a:moveTo>
                  <a:pt x="506818" y="56873"/>
                </a:moveTo>
                <a:lnTo>
                  <a:pt x="506818" y="95872"/>
                </a:lnTo>
                <a:cubicBezTo>
                  <a:pt x="506818" y="100046"/>
                  <a:pt x="507677" y="102798"/>
                  <a:pt x="509395" y="104126"/>
                </a:cubicBezTo>
                <a:cubicBezTo>
                  <a:pt x="512066" y="106213"/>
                  <a:pt x="516838" y="107257"/>
                  <a:pt x="523708" y="107257"/>
                </a:cubicBezTo>
                <a:cubicBezTo>
                  <a:pt x="533696" y="107257"/>
                  <a:pt x="542920" y="105103"/>
                  <a:pt x="551381" y="100795"/>
                </a:cubicBezTo>
                <a:cubicBezTo>
                  <a:pt x="554626" y="99123"/>
                  <a:pt x="557170" y="98287"/>
                  <a:pt x="559015" y="98287"/>
                </a:cubicBezTo>
                <a:cubicBezTo>
                  <a:pt x="561560" y="98287"/>
                  <a:pt x="563770" y="99248"/>
                  <a:pt x="565647" y="101171"/>
                </a:cubicBezTo>
                <a:cubicBezTo>
                  <a:pt x="567524" y="103091"/>
                  <a:pt x="568462" y="105428"/>
                  <a:pt x="568462" y="108181"/>
                </a:cubicBezTo>
                <a:cubicBezTo>
                  <a:pt x="568462" y="110744"/>
                  <a:pt x="567444" y="112953"/>
                  <a:pt x="565409" y="114810"/>
                </a:cubicBezTo>
                <a:cubicBezTo>
                  <a:pt x="562291" y="117820"/>
                  <a:pt x="556136" y="120590"/>
                  <a:pt x="546944" y="123121"/>
                </a:cubicBezTo>
                <a:cubicBezTo>
                  <a:pt x="537751" y="125650"/>
                  <a:pt x="530006" y="126914"/>
                  <a:pt x="523708" y="126914"/>
                </a:cubicBezTo>
                <a:cubicBezTo>
                  <a:pt x="511557" y="126914"/>
                  <a:pt x="502444" y="124297"/>
                  <a:pt x="496369" y="119063"/>
                </a:cubicBezTo>
                <a:cubicBezTo>
                  <a:pt x="490294" y="113828"/>
                  <a:pt x="487256" y="107405"/>
                  <a:pt x="487256" y="99793"/>
                </a:cubicBezTo>
                <a:lnTo>
                  <a:pt x="487256" y="56873"/>
                </a:lnTo>
                <a:lnTo>
                  <a:pt x="480195" y="56873"/>
                </a:lnTo>
                <a:cubicBezTo>
                  <a:pt x="475487" y="56873"/>
                  <a:pt x="472131" y="55962"/>
                  <a:pt x="470127" y="54141"/>
                </a:cubicBezTo>
                <a:cubicBezTo>
                  <a:pt x="468124" y="52318"/>
                  <a:pt x="467122" y="49937"/>
                  <a:pt x="467122" y="46996"/>
                </a:cubicBezTo>
                <a:cubicBezTo>
                  <a:pt x="467122" y="44120"/>
                  <a:pt x="468124" y="41771"/>
                  <a:pt x="470127" y="39950"/>
                </a:cubicBezTo>
                <a:cubicBezTo>
                  <a:pt x="472131" y="38127"/>
                  <a:pt x="475487" y="37215"/>
                  <a:pt x="480195" y="37215"/>
                </a:cubicBezTo>
                <a:lnTo>
                  <a:pt x="487256" y="37215"/>
                </a:lnTo>
                <a:lnTo>
                  <a:pt x="487256" y="19562"/>
                </a:lnTo>
                <a:cubicBezTo>
                  <a:pt x="487256" y="14854"/>
                  <a:pt x="488163" y="11499"/>
                  <a:pt x="489976" y="9495"/>
                </a:cubicBezTo>
                <a:cubicBezTo>
                  <a:pt x="491789" y="7491"/>
                  <a:pt x="494158" y="6489"/>
                  <a:pt x="497085" y="6489"/>
                </a:cubicBezTo>
                <a:cubicBezTo>
                  <a:pt x="499948" y="6489"/>
                  <a:pt x="502285" y="7491"/>
                  <a:pt x="504098" y="9495"/>
                </a:cubicBezTo>
                <a:cubicBezTo>
                  <a:pt x="505912" y="11499"/>
                  <a:pt x="506818" y="14854"/>
                  <a:pt x="506818" y="19562"/>
                </a:cubicBezTo>
                <a:lnTo>
                  <a:pt x="506818" y="37215"/>
                </a:lnTo>
                <a:lnTo>
                  <a:pt x="542984" y="37215"/>
                </a:lnTo>
                <a:cubicBezTo>
                  <a:pt x="547691" y="37215"/>
                  <a:pt x="551047" y="38127"/>
                  <a:pt x="553051" y="39950"/>
                </a:cubicBezTo>
                <a:cubicBezTo>
                  <a:pt x="555055" y="41771"/>
                  <a:pt x="556057" y="44152"/>
                  <a:pt x="556057" y="47092"/>
                </a:cubicBezTo>
                <a:cubicBezTo>
                  <a:pt x="556057" y="49969"/>
                  <a:pt x="555055" y="52318"/>
                  <a:pt x="553051" y="54141"/>
                </a:cubicBezTo>
                <a:cubicBezTo>
                  <a:pt x="551047" y="55962"/>
                  <a:pt x="547691" y="56873"/>
                  <a:pt x="542984" y="56873"/>
                </a:cubicBezTo>
                <a:lnTo>
                  <a:pt x="506818" y="56873"/>
                </a:lnTo>
                <a:close/>
                <a:moveTo>
                  <a:pt x="702400" y="104203"/>
                </a:moveTo>
                <a:lnTo>
                  <a:pt x="702400" y="27673"/>
                </a:lnTo>
                <a:cubicBezTo>
                  <a:pt x="698265" y="27673"/>
                  <a:pt x="695211" y="26767"/>
                  <a:pt x="693239" y="24953"/>
                </a:cubicBezTo>
                <a:cubicBezTo>
                  <a:pt x="691267" y="23140"/>
                  <a:pt x="690281" y="20771"/>
                  <a:pt x="690281" y="17844"/>
                </a:cubicBezTo>
                <a:cubicBezTo>
                  <a:pt x="690281" y="14918"/>
                  <a:pt x="691283" y="12548"/>
                  <a:pt x="693287" y="10735"/>
                </a:cubicBezTo>
                <a:cubicBezTo>
                  <a:pt x="695291" y="8922"/>
                  <a:pt x="698647" y="8016"/>
                  <a:pt x="703354" y="8016"/>
                </a:cubicBezTo>
                <a:lnTo>
                  <a:pt x="744291" y="8111"/>
                </a:lnTo>
                <a:cubicBezTo>
                  <a:pt x="750653" y="8111"/>
                  <a:pt x="756871" y="9289"/>
                  <a:pt x="762947" y="11645"/>
                </a:cubicBezTo>
                <a:cubicBezTo>
                  <a:pt x="769022" y="14001"/>
                  <a:pt x="773905" y="16992"/>
                  <a:pt x="777594" y="20621"/>
                </a:cubicBezTo>
                <a:cubicBezTo>
                  <a:pt x="780393" y="23360"/>
                  <a:pt x="783304" y="27117"/>
                  <a:pt x="786326" y="31893"/>
                </a:cubicBezTo>
                <a:cubicBezTo>
                  <a:pt x="789347" y="36668"/>
                  <a:pt x="791622" y="41411"/>
                  <a:pt x="793148" y="46123"/>
                </a:cubicBezTo>
                <a:cubicBezTo>
                  <a:pt x="794675" y="50832"/>
                  <a:pt x="795439" y="56594"/>
                  <a:pt x="795439" y="63406"/>
                </a:cubicBezTo>
                <a:lnTo>
                  <a:pt x="795439" y="72767"/>
                </a:lnTo>
                <a:cubicBezTo>
                  <a:pt x="795439" y="81043"/>
                  <a:pt x="794039" y="88381"/>
                  <a:pt x="791240" y="94780"/>
                </a:cubicBezTo>
                <a:cubicBezTo>
                  <a:pt x="788441" y="101180"/>
                  <a:pt x="784767" y="106401"/>
                  <a:pt x="780218" y="110445"/>
                </a:cubicBezTo>
                <a:cubicBezTo>
                  <a:pt x="775670" y="114486"/>
                  <a:pt x="771392" y="117462"/>
                  <a:pt x="767384" y="119373"/>
                </a:cubicBezTo>
                <a:cubicBezTo>
                  <a:pt x="761022" y="122365"/>
                  <a:pt x="752784" y="123861"/>
                  <a:pt x="742669" y="123861"/>
                </a:cubicBezTo>
                <a:lnTo>
                  <a:pt x="703354" y="123861"/>
                </a:lnTo>
                <a:cubicBezTo>
                  <a:pt x="698647" y="123861"/>
                  <a:pt x="695291" y="122938"/>
                  <a:pt x="693287" y="121093"/>
                </a:cubicBezTo>
                <a:cubicBezTo>
                  <a:pt x="691283" y="119248"/>
                  <a:pt x="690281" y="116863"/>
                  <a:pt x="690281" y="113937"/>
                </a:cubicBezTo>
                <a:cubicBezTo>
                  <a:pt x="690281" y="111010"/>
                  <a:pt x="691283" y="108656"/>
                  <a:pt x="693287" y="106875"/>
                </a:cubicBezTo>
                <a:cubicBezTo>
                  <a:pt x="695291" y="105094"/>
                  <a:pt x="698329" y="104203"/>
                  <a:pt x="702400" y="104203"/>
                </a:cubicBezTo>
                <a:moveTo>
                  <a:pt x="721962" y="104203"/>
                </a:moveTo>
                <a:lnTo>
                  <a:pt x="742764" y="104203"/>
                </a:lnTo>
                <a:cubicBezTo>
                  <a:pt x="750526" y="104203"/>
                  <a:pt x="756378" y="103090"/>
                  <a:pt x="760322" y="100863"/>
                </a:cubicBezTo>
                <a:cubicBezTo>
                  <a:pt x="765475" y="97937"/>
                  <a:pt x="769356" y="94216"/>
                  <a:pt x="771964" y="89699"/>
                </a:cubicBezTo>
                <a:cubicBezTo>
                  <a:pt x="774573" y="85182"/>
                  <a:pt x="775877" y="79329"/>
                  <a:pt x="775877" y="72141"/>
                </a:cubicBezTo>
                <a:lnTo>
                  <a:pt x="775877" y="62885"/>
                </a:lnTo>
                <a:cubicBezTo>
                  <a:pt x="775877" y="56714"/>
                  <a:pt x="774700" y="51306"/>
                  <a:pt x="772346" y="46662"/>
                </a:cubicBezTo>
                <a:cubicBezTo>
                  <a:pt x="768656" y="39410"/>
                  <a:pt x="764505" y="34432"/>
                  <a:pt x="759893" y="31729"/>
                </a:cubicBezTo>
                <a:cubicBezTo>
                  <a:pt x="755281" y="29025"/>
                  <a:pt x="749508" y="27673"/>
                  <a:pt x="742574" y="27673"/>
                </a:cubicBezTo>
                <a:lnTo>
                  <a:pt x="721962" y="27673"/>
                </a:lnTo>
                <a:lnTo>
                  <a:pt x="721962" y="104203"/>
                </a:lnTo>
                <a:close/>
                <a:moveTo>
                  <a:pt x="881015" y="123861"/>
                </a:moveTo>
                <a:lnTo>
                  <a:pt x="881015" y="119280"/>
                </a:lnTo>
                <a:cubicBezTo>
                  <a:pt x="876117" y="121825"/>
                  <a:pt x="870709" y="123733"/>
                  <a:pt x="864793" y="125006"/>
                </a:cubicBezTo>
                <a:cubicBezTo>
                  <a:pt x="858877" y="126278"/>
                  <a:pt x="853501" y="126914"/>
                  <a:pt x="848666" y="126914"/>
                </a:cubicBezTo>
                <a:cubicBezTo>
                  <a:pt x="838170" y="126914"/>
                  <a:pt x="829645" y="124136"/>
                  <a:pt x="823092" y="118580"/>
                </a:cubicBezTo>
                <a:cubicBezTo>
                  <a:pt x="816540" y="113021"/>
                  <a:pt x="813264" y="106875"/>
                  <a:pt x="813264" y="100142"/>
                </a:cubicBezTo>
                <a:cubicBezTo>
                  <a:pt x="813264" y="91949"/>
                  <a:pt x="817447" y="84344"/>
                  <a:pt x="825812" y="77326"/>
                </a:cubicBezTo>
                <a:cubicBezTo>
                  <a:pt x="834178" y="70307"/>
                  <a:pt x="845740" y="66797"/>
                  <a:pt x="860499" y="66797"/>
                </a:cubicBezTo>
                <a:cubicBezTo>
                  <a:pt x="866415" y="66797"/>
                  <a:pt x="873254" y="67433"/>
                  <a:pt x="881015" y="68705"/>
                </a:cubicBezTo>
                <a:lnTo>
                  <a:pt x="881015" y="64059"/>
                </a:lnTo>
                <a:cubicBezTo>
                  <a:pt x="881015" y="61153"/>
                  <a:pt x="879759" y="58783"/>
                  <a:pt x="877246" y="56950"/>
                </a:cubicBezTo>
                <a:cubicBezTo>
                  <a:pt x="874733" y="55117"/>
                  <a:pt x="869946" y="54201"/>
                  <a:pt x="862884" y="54201"/>
                </a:cubicBezTo>
                <a:cubicBezTo>
                  <a:pt x="857095" y="54201"/>
                  <a:pt x="849589" y="55322"/>
                  <a:pt x="840364" y="57565"/>
                </a:cubicBezTo>
                <a:cubicBezTo>
                  <a:pt x="836929" y="58376"/>
                  <a:pt x="834257" y="58781"/>
                  <a:pt x="832349" y="58781"/>
                </a:cubicBezTo>
                <a:cubicBezTo>
                  <a:pt x="829740" y="58781"/>
                  <a:pt x="827530" y="57843"/>
                  <a:pt x="825717" y="55966"/>
                </a:cubicBezTo>
                <a:cubicBezTo>
                  <a:pt x="823904" y="54090"/>
                  <a:pt x="822997" y="51688"/>
                  <a:pt x="822997" y="48762"/>
                </a:cubicBezTo>
                <a:cubicBezTo>
                  <a:pt x="822997" y="47108"/>
                  <a:pt x="823315" y="45676"/>
                  <a:pt x="823951" y="44468"/>
                </a:cubicBezTo>
                <a:cubicBezTo>
                  <a:pt x="824587" y="43259"/>
                  <a:pt x="825478" y="42289"/>
                  <a:pt x="826623" y="41557"/>
                </a:cubicBezTo>
                <a:cubicBezTo>
                  <a:pt x="827768" y="40826"/>
                  <a:pt x="830154" y="39951"/>
                  <a:pt x="833780" y="38933"/>
                </a:cubicBezTo>
                <a:cubicBezTo>
                  <a:pt x="838615" y="37597"/>
                  <a:pt x="843545" y="36532"/>
                  <a:pt x="848571" y="35736"/>
                </a:cubicBezTo>
                <a:cubicBezTo>
                  <a:pt x="853596" y="34941"/>
                  <a:pt x="858145" y="34544"/>
                  <a:pt x="862216" y="34544"/>
                </a:cubicBezTo>
                <a:cubicBezTo>
                  <a:pt x="874367" y="34544"/>
                  <a:pt x="883798" y="37168"/>
                  <a:pt x="890510" y="42416"/>
                </a:cubicBezTo>
                <a:cubicBezTo>
                  <a:pt x="897221" y="47664"/>
                  <a:pt x="900577" y="54837"/>
                  <a:pt x="900577" y="63934"/>
                </a:cubicBezTo>
                <a:lnTo>
                  <a:pt x="900577" y="104203"/>
                </a:lnTo>
                <a:lnTo>
                  <a:pt x="903917" y="104203"/>
                </a:lnTo>
                <a:cubicBezTo>
                  <a:pt x="908624" y="104203"/>
                  <a:pt x="911980" y="105110"/>
                  <a:pt x="913984" y="106923"/>
                </a:cubicBezTo>
                <a:cubicBezTo>
                  <a:pt x="915988" y="108736"/>
                  <a:pt x="916990" y="111106"/>
                  <a:pt x="916990" y="114032"/>
                </a:cubicBezTo>
                <a:cubicBezTo>
                  <a:pt x="916990" y="116958"/>
                  <a:pt x="915988" y="119328"/>
                  <a:pt x="913984" y="121141"/>
                </a:cubicBezTo>
                <a:cubicBezTo>
                  <a:pt x="911980" y="122954"/>
                  <a:pt x="908624" y="123861"/>
                  <a:pt x="903917" y="123861"/>
                </a:cubicBezTo>
                <a:lnTo>
                  <a:pt x="881015" y="123861"/>
                </a:lnTo>
                <a:moveTo>
                  <a:pt x="881015" y="88724"/>
                </a:moveTo>
                <a:cubicBezTo>
                  <a:pt x="873190" y="87211"/>
                  <a:pt x="865970" y="86454"/>
                  <a:pt x="859354" y="86454"/>
                </a:cubicBezTo>
                <a:cubicBezTo>
                  <a:pt x="851402" y="86454"/>
                  <a:pt x="844563" y="88377"/>
                  <a:pt x="838837" y="92222"/>
                </a:cubicBezTo>
                <a:cubicBezTo>
                  <a:pt x="835275" y="94681"/>
                  <a:pt x="833494" y="97171"/>
                  <a:pt x="833494" y="99691"/>
                </a:cubicBezTo>
                <a:cubicBezTo>
                  <a:pt x="833494" y="101520"/>
                  <a:pt x="834353" y="103003"/>
                  <a:pt x="836070" y="104138"/>
                </a:cubicBezTo>
                <a:cubicBezTo>
                  <a:pt x="839251" y="106217"/>
                  <a:pt x="843609" y="107257"/>
                  <a:pt x="849143" y="107257"/>
                </a:cubicBezTo>
                <a:cubicBezTo>
                  <a:pt x="853851" y="107257"/>
                  <a:pt x="859179" y="106343"/>
                  <a:pt x="865127" y="104516"/>
                </a:cubicBezTo>
                <a:cubicBezTo>
                  <a:pt x="871075" y="102687"/>
                  <a:pt x="876371" y="100196"/>
                  <a:pt x="881015" y="97043"/>
                </a:cubicBezTo>
                <a:lnTo>
                  <a:pt x="881015" y="88724"/>
                </a:lnTo>
                <a:close/>
                <a:moveTo>
                  <a:pt x="975848" y="56873"/>
                </a:moveTo>
                <a:lnTo>
                  <a:pt x="975848" y="95872"/>
                </a:lnTo>
                <a:cubicBezTo>
                  <a:pt x="975848" y="100046"/>
                  <a:pt x="976707" y="102798"/>
                  <a:pt x="978425" y="104126"/>
                </a:cubicBezTo>
                <a:cubicBezTo>
                  <a:pt x="981096" y="106213"/>
                  <a:pt x="985868" y="107257"/>
                  <a:pt x="992738" y="107257"/>
                </a:cubicBezTo>
                <a:cubicBezTo>
                  <a:pt x="1002726" y="107257"/>
                  <a:pt x="1011950" y="105103"/>
                  <a:pt x="1020411" y="100795"/>
                </a:cubicBezTo>
                <a:cubicBezTo>
                  <a:pt x="1023656" y="99123"/>
                  <a:pt x="1026200" y="98287"/>
                  <a:pt x="1028045" y="98287"/>
                </a:cubicBezTo>
                <a:cubicBezTo>
                  <a:pt x="1030590" y="98287"/>
                  <a:pt x="1032800" y="99248"/>
                  <a:pt x="1034677" y="101171"/>
                </a:cubicBezTo>
                <a:cubicBezTo>
                  <a:pt x="1036554" y="103091"/>
                  <a:pt x="1037492" y="105428"/>
                  <a:pt x="1037492" y="108181"/>
                </a:cubicBezTo>
                <a:cubicBezTo>
                  <a:pt x="1037492" y="110744"/>
                  <a:pt x="1036474" y="112953"/>
                  <a:pt x="1034439" y="114810"/>
                </a:cubicBezTo>
                <a:cubicBezTo>
                  <a:pt x="1031321" y="117820"/>
                  <a:pt x="1025167" y="120590"/>
                  <a:pt x="1015974" y="123121"/>
                </a:cubicBezTo>
                <a:cubicBezTo>
                  <a:pt x="1006781" y="125650"/>
                  <a:pt x="999036" y="126914"/>
                  <a:pt x="992738" y="126914"/>
                </a:cubicBezTo>
                <a:cubicBezTo>
                  <a:pt x="980588" y="126914"/>
                  <a:pt x="971474" y="124297"/>
                  <a:pt x="965399" y="119063"/>
                </a:cubicBezTo>
                <a:cubicBezTo>
                  <a:pt x="959324" y="113828"/>
                  <a:pt x="956286" y="107405"/>
                  <a:pt x="956286" y="99793"/>
                </a:cubicBezTo>
                <a:lnTo>
                  <a:pt x="956286" y="56873"/>
                </a:lnTo>
                <a:lnTo>
                  <a:pt x="949225" y="56873"/>
                </a:lnTo>
                <a:cubicBezTo>
                  <a:pt x="944517" y="56873"/>
                  <a:pt x="941161" y="55962"/>
                  <a:pt x="939157" y="54141"/>
                </a:cubicBezTo>
                <a:cubicBezTo>
                  <a:pt x="937154" y="52318"/>
                  <a:pt x="936152" y="49937"/>
                  <a:pt x="936152" y="46996"/>
                </a:cubicBezTo>
                <a:cubicBezTo>
                  <a:pt x="936152" y="44120"/>
                  <a:pt x="937154" y="41771"/>
                  <a:pt x="939157" y="39950"/>
                </a:cubicBezTo>
                <a:cubicBezTo>
                  <a:pt x="941161" y="38127"/>
                  <a:pt x="944517" y="37215"/>
                  <a:pt x="949225" y="37215"/>
                </a:cubicBezTo>
                <a:lnTo>
                  <a:pt x="956286" y="37215"/>
                </a:lnTo>
                <a:lnTo>
                  <a:pt x="956286" y="19562"/>
                </a:lnTo>
                <a:cubicBezTo>
                  <a:pt x="956286" y="14854"/>
                  <a:pt x="957193" y="11499"/>
                  <a:pt x="959006" y="9495"/>
                </a:cubicBezTo>
                <a:cubicBezTo>
                  <a:pt x="960819" y="7491"/>
                  <a:pt x="963188" y="6489"/>
                  <a:pt x="966115" y="6489"/>
                </a:cubicBezTo>
                <a:cubicBezTo>
                  <a:pt x="968978" y="6489"/>
                  <a:pt x="971315" y="7491"/>
                  <a:pt x="973129" y="9495"/>
                </a:cubicBezTo>
                <a:cubicBezTo>
                  <a:pt x="974942" y="11499"/>
                  <a:pt x="975848" y="14854"/>
                  <a:pt x="975848" y="19562"/>
                </a:cubicBezTo>
                <a:lnTo>
                  <a:pt x="975848" y="37215"/>
                </a:lnTo>
                <a:lnTo>
                  <a:pt x="1012014" y="37215"/>
                </a:lnTo>
                <a:cubicBezTo>
                  <a:pt x="1016721" y="37215"/>
                  <a:pt x="1020077" y="38127"/>
                  <a:pt x="1022081" y="39950"/>
                </a:cubicBezTo>
                <a:cubicBezTo>
                  <a:pt x="1024085" y="41771"/>
                  <a:pt x="1025087" y="44152"/>
                  <a:pt x="1025087" y="47092"/>
                </a:cubicBezTo>
                <a:cubicBezTo>
                  <a:pt x="1025087" y="49969"/>
                  <a:pt x="1024085" y="52318"/>
                  <a:pt x="1022081" y="54141"/>
                </a:cubicBezTo>
                <a:cubicBezTo>
                  <a:pt x="1020077" y="55962"/>
                  <a:pt x="1016721" y="56873"/>
                  <a:pt x="1012014" y="56873"/>
                </a:cubicBezTo>
                <a:lnTo>
                  <a:pt x="975848" y="56873"/>
                </a:lnTo>
                <a:close/>
                <a:moveTo>
                  <a:pt x="1115530" y="123861"/>
                </a:moveTo>
                <a:lnTo>
                  <a:pt x="1115530" y="119280"/>
                </a:lnTo>
                <a:cubicBezTo>
                  <a:pt x="1110632" y="121825"/>
                  <a:pt x="1105224" y="123733"/>
                  <a:pt x="1099308" y="125006"/>
                </a:cubicBezTo>
                <a:cubicBezTo>
                  <a:pt x="1093392" y="126278"/>
                  <a:pt x="1088016" y="126914"/>
                  <a:pt x="1083181" y="126914"/>
                </a:cubicBezTo>
                <a:cubicBezTo>
                  <a:pt x="1072685" y="126914"/>
                  <a:pt x="1064160" y="124136"/>
                  <a:pt x="1057608" y="118580"/>
                </a:cubicBezTo>
                <a:cubicBezTo>
                  <a:pt x="1051055" y="113021"/>
                  <a:pt x="1047779" y="106875"/>
                  <a:pt x="1047779" y="100142"/>
                </a:cubicBezTo>
                <a:cubicBezTo>
                  <a:pt x="1047779" y="91949"/>
                  <a:pt x="1051962" y="84344"/>
                  <a:pt x="1060327" y="77326"/>
                </a:cubicBezTo>
                <a:cubicBezTo>
                  <a:pt x="1068693" y="70307"/>
                  <a:pt x="1080255" y="66797"/>
                  <a:pt x="1095014" y="66797"/>
                </a:cubicBezTo>
                <a:cubicBezTo>
                  <a:pt x="1100930" y="66797"/>
                  <a:pt x="1107769" y="67433"/>
                  <a:pt x="1115530" y="68705"/>
                </a:cubicBezTo>
                <a:lnTo>
                  <a:pt x="1115530" y="64059"/>
                </a:lnTo>
                <a:cubicBezTo>
                  <a:pt x="1115530" y="61153"/>
                  <a:pt x="1114274" y="58783"/>
                  <a:pt x="1111761" y="56950"/>
                </a:cubicBezTo>
                <a:cubicBezTo>
                  <a:pt x="1109248" y="55117"/>
                  <a:pt x="1104461" y="54201"/>
                  <a:pt x="1097399" y="54201"/>
                </a:cubicBezTo>
                <a:cubicBezTo>
                  <a:pt x="1091610" y="54201"/>
                  <a:pt x="1084104" y="55322"/>
                  <a:pt x="1074879" y="57565"/>
                </a:cubicBezTo>
                <a:cubicBezTo>
                  <a:pt x="1071444" y="58376"/>
                  <a:pt x="1068772" y="58781"/>
                  <a:pt x="1066864" y="58781"/>
                </a:cubicBezTo>
                <a:cubicBezTo>
                  <a:pt x="1064255" y="58781"/>
                  <a:pt x="1062045" y="57843"/>
                  <a:pt x="1060232" y="55966"/>
                </a:cubicBezTo>
                <a:cubicBezTo>
                  <a:pt x="1058419" y="54090"/>
                  <a:pt x="1057512" y="51688"/>
                  <a:pt x="1057512" y="48762"/>
                </a:cubicBezTo>
                <a:cubicBezTo>
                  <a:pt x="1057512" y="47108"/>
                  <a:pt x="1057830" y="45676"/>
                  <a:pt x="1058466" y="44468"/>
                </a:cubicBezTo>
                <a:cubicBezTo>
                  <a:pt x="1059102" y="43259"/>
                  <a:pt x="1059993" y="42289"/>
                  <a:pt x="1061138" y="41557"/>
                </a:cubicBezTo>
                <a:cubicBezTo>
                  <a:pt x="1062283" y="40826"/>
                  <a:pt x="1064669" y="39951"/>
                  <a:pt x="1068295" y="38933"/>
                </a:cubicBezTo>
                <a:cubicBezTo>
                  <a:pt x="1073130" y="37597"/>
                  <a:pt x="1078060" y="36532"/>
                  <a:pt x="1083086" y="35736"/>
                </a:cubicBezTo>
                <a:cubicBezTo>
                  <a:pt x="1088111" y="34941"/>
                  <a:pt x="1092660" y="34544"/>
                  <a:pt x="1096731" y="34544"/>
                </a:cubicBezTo>
                <a:cubicBezTo>
                  <a:pt x="1108882" y="34544"/>
                  <a:pt x="1118313" y="37168"/>
                  <a:pt x="1125025" y="42416"/>
                </a:cubicBezTo>
                <a:cubicBezTo>
                  <a:pt x="1131736" y="47664"/>
                  <a:pt x="1135092" y="54837"/>
                  <a:pt x="1135092" y="63934"/>
                </a:cubicBezTo>
                <a:lnTo>
                  <a:pt x="1135092" y="104203"/>
                </a:lnTo>
                <a:lnTo>
                  <a:pt x="1138432" y="104203"/>
                </a:lnTo>
                <a:cubicBezTo>
                  <a:pt x="1143139" y="104203"/>
                  <a:pt x="1146495" y="105110"/>
                  <a:pt x="1148499" y="106923"/>
                </a:cubicBezTo>
                <a:cubicBezTo>
                  <a:pt x="1150503" y="108736"/>
                  <a:pt x="1151505" y="111106"/>
                  <a:pt x="1151505" y="114032"/>
                </a:cubicBezTo>
                <a:cubicBezTo>
                  <a:pt x="1151505" y="116958"/>
                  <a:pt x="1150503" y="119328"/>
                  <a:pt x="1148499" y="121141"/>
                </a:cubicBezTo>
                <a:cubicBezTo>
                  <a:pt x="1146495" y="122954"/>
                  <a:pt x="1143139" y="123861"/>
                  <a:pt x="1138432" y="123861"/>
                </a:cubicBezTo>
                <a:lnTo>
                  <a:pt x="1115530" y="123861"/>
                </a:lnTo>
                <a:moveTo>
                  <a:pt x="1115530" y="88724"/>
                </a:moveTo>
                <a:cubicBezTo>
                  <a:pt x="1107705" y="87211"/>
                  <a:pt x="1100485" y="86454"/>
                  <a:pt x="1093869" y="86454"/>
                </a:cubicBezTo>
                <a:cubicBezTo>
                  <a:pt x="1085917" y="86454"/>
                  <a:pt x="1079078" y="88377"/>
                  <a:pt x="1073353" y="92222"/>
                </a:cubicBezTo>
                <a:cubicBezTo>
                  <a:pt x="1069790" y="94681"/>
                  <a:pt x="1068009" y="97171"/>
                  <a:pt x="1068009" y="99691"/>
                </a:cubicBezTo>
                <a:cubicBezTo>
                  <a:pt x="1068009" y="101520"/>
                  <a:pt x="1068868" y="103003"/>
                  <a:pt x="1070585" y="104138"/>
                </a:cubicBezTo>
                <a:cubicBezTo>
                  <a:pt x="1073766" y="106217"/>
                  <a:pt x="1078124" y="107257"/>
                  <a:pt x="1083658" y="107257"/>
                </a:cubicBezTo>
                <a:cubicBezTo>
                  <a:pt x="1088366" y="107257"/>
                  <a:pt x="1093694" y="106343"/>
                  <a:pt x="1099642" y="104516"/>
                </a:cubicBezTo>
                <a:cubicBezTo>
                  <a:pt x="1105590" y="102687"/>
                  <a:pt x="1110886" y="100196"/>
                  <a:pt x="1115530" y="97043"/>
                </a:cubicBezTo>
                <a:lnTo>
                  <a:pt x="1115530" y="88724"/>
                </a:lnTo>
                <a:close/>
                <a:moveTo>
                  <a:pt x="1190515" y="0"/>
                </a:moveTo>
                <a:lnTo>
                  <a:pt x="1190515" y="43940"/>
                </a:lnTo>
                <a:cubicBezTo>
                  <a:pt x="1195286" y="40809"/>
                  <a:pt x="1200137" y="38460"/>
                  <a:pt x="1205067" y="36893"/>
                </a:cubicBezTo>
                <a:cubicBezTo>
                  <a:pt x="1209997" y="35327"/>
                  <a:pt x="1214975" y="34544"/>
                  <a:pt x="1220001" y="34544"/>
                </a:cubicBezTo>
                <a:cubicBezTo>
                  <a:pt x="1233551" y="34544"/>
                  <a:pt x="1245034" y="39219"/>
                  <a:pt x="1254449" y="48571"/>
                </a:cubicBezTo>
                <a:cubicBezTo>
                  <a:pt x="1263864" y="57923"/>
                  <a:pt x="1268572" y="69214"/>
                  <a:pt x="1268572" y="82447"/>
                </a:cubicBezTo>
                <a:cubicBezTo>
                  <a:pt x="1268572" y="95106"/>
                  <a:pt x="1264087" y="105682"/>
                  <a:pt x="1255117" y="114175"/>
                </a:cubicBezTo>
                <a:cubicBezTo>
                  <a:pt x="1246147" y="122668"/>
                  <a:pt x="1234315" y="126914"/>
                  <a:pt x="1219619" y="126914"/>
                </a:cubicBezTo>
                <a:cubicBezTo>
                  <a:pt x="1214403" y="126914"/>
                  <a:pt x="1209377" y="126241"/>
                  <a:pt x="1204542" y="124895"/>
                </a:cubicBezTo>
                <a:cubicBezTo>
                  <a:pt x="1199707" y="123550"/>
                  <a:pt x="1195032" y="121564"/>
                  <a:pt x="1190515" y="118937"/>
                </a:cubicBezTo>
                <a:lnTo>
                  <a:pt x="1190515" y="123861"/>
                </a:lnTo>
                <a:lnTo>
                  <a:pt x="1167613" y="123861"/>
                </a:lnTo>
                <a:cubicBezTo>
                  <a:pt x="1162905" y="123861"/>
                  <a:pt x="1159550" y="122938"/>
                  <a:pt x="1157546" y="121093"/>
                </a:cubicBezTo>
                <a:cubicBezTo>
                  <a:pt x="1155542" y="119248"/>
                  <a:pt x="1154540" y="116863"/>
                  <a:pt x="1154540" y="113937"/>
                </a:cubicBezTo>
                <a:cubicBezTo>
                  <a:pt x="1154540" y="111010"/>
                  <a:pt x="1155558" y="108656"/>
                  <a:pt x="1157594" y="106875"/>
                </a:cubicBezTo>
                <a:cubicBezTo>
                  <a:pt x="1159629" y="105094"/>
                  <a:pt x="1162969" y="104203"/>
                  <a:pt x="1167613" y="104203"/>
                </a:cubicBezTo>
                <a:lnTo>
                  <a:pt x="1170953" y="104203"/>
                </a:lnTo>
                <a:lnTo>
                  <a:pt x="1170953" y="19657"/>
                </a:lnTo>
                <a:lnTo>
                  <a:pt x="1167613" y="19657"/>
                </a:lnTo>
                <a:cubicBezTo>
                  <a:pt x="1162905" y="19657"/>
                  <a:pt x="1159550" y="18735"/>
                  <a:pt x="1157546" y="16890"/>
                </a:cubicBezTo>
                <a:cubicBezTo>
                  <a:pt x="1155542" y="15045"/>
                  <a:pt x="1154540" y="12660"/>
                  <a:pt x="1154540" y="9733"/>
                </a:cubicBezTo>
                <a:cubicBezTo>
                  <a:pt x="1154540" y="6807"/>
                  <a:pt x="1155542" y="4453"/>
                  <a:pt x="1157546" y="2672"/>
                </a:cubicBezTo>
                <a:cubicBezTo>
                  <a:pt x="1159550" y="891"/>
                  <a:pt x="1162905" y="0"/>
                  <a:pt x="1167613" y="0"/>
                </a:cubicBezTo>
                <a:lnTo>
                  <a:pt x="1190515" y="0"/>
                </a:lnTo>
                <a:moveTo>
                  <a:pt x="1249010" y="83010"/>
                </a:moveTo>
                <a:cubicBezTo>
                  <a:pt x="1249010" y="74961"/>
                  <a:pt x="1246179" y="68147"/>
                  <a:pt x="1240517" y="62568"/>
                </a:cubicBezTo>
                <a:cubicBezTo>
                  <a:pt x="1234855" y="56990"/>
                  <a:pt x="1227921" y="54201"/>
                  <a:pt x="1219715" y="54201"/>
                </a:cubicBezTo>
                <a:cubicBezTo>
                  <a:pt x="1211572" y="54201"/>
                  <a:pt x="1204669" y="56990"/>
                  <a:pt x="1199008" y="62568"/>
                </a:cubicBezTo>
                <a:cubicBezTo>
                  <a:pt x="1193346" y="68147"/>
                  <a:pt x="1190515" y="74866"/>
                  <a:pt x="1190515" y="82727"/>
                </a:cubicBezTo>
                <a:cubicBezTo>
                  <a:pt x="1190515" y="89890"/>
                  <a:pt x="1193060" y="95769"/>
                  <a:pt x="1198149" y="100365"/>
                </a:cubicBezTo>
                <a:cubicBezTo>
                  <a:pt x="1203238" y="104960"/>
                  <a:pt x="1210427" y="107257"/>
                  <a:pt x="1219715" y="107257"/>
                </a:cubicBezTo>
                <a:cubicBezTo>
                  <a:pt x="1229003" y="107257"/>
                  <a:pt x="1236207" y="104960"/>
                  <a:pt x="1241328" y="100365"/>
                </a:cubicBezTo>
                <a:cubicBezTo>
                  <a:pt x="1246449" y="95769"/>
                  <a:pt x="1249010" y="89984"/>
                  <a:pt x="1249010" y="83010"/>
                </a:cubicBezTo>
                <a:close/>
                <a:moveTo>
                  <a:pt x="1350045" y="123861"/>
                </a:moveTo>
                <a:lnTo>
                  <a:pt x="1350045" y="119280"/>
                </a:lnTo>
                <a:cubicBezTo>
                  <a:pt x="1345147" y="121825"/>
                  <a:pt x="1339739" y="123733"/>
                  <a:pt x="1333823" y="125006"/>
                </a:cubicBezTo>
                <a:cubicBezTo>
                  <a:pt x="1327907" y="126278"/>
                  <a:pt x="1322531" y="126914"/>
                  <a:pt x="1317696" y="126914"/>
                </a:cubicBezTo>
                <a:cubicBezTo>
                  <a:pt x="1307200" y="126914"/>
                  <a:pt x="1298675" y="124136"/>
                  <a:pt x="1292123" y="118580"/>
                </a:cubicBezTo>
                <a:cubicBezTo>
                  <a:pt x="1285570" y="113021"/>
                  <a:pt x="1282294" y="106875"/>
                  <a:pt x="1282294" y="100142"/>
                </a:cubicBezTo>
                <a:cubicBezTo>
                  <a:pt x="1282294" y="91949"/>
                  <a:pt x="1286477" y="84344"/>
                  <a:pt x="1294842" y="77326"/>
                </a:cubicBezTo>
                <a:cubicBezTo>
                  <a:pt x="1303208" y="70307"/>
                  <a:pt x="1314770" y="66797"/>
                  <a:pt x="1329529" y="66797"/>
                </a:cubicBezTo>
                <a:cubicBezTo>
                  <a:pt x="1335445" y="66797"/>
                  <a:pt x="1342284" y="67433"/>
                  <a:pt x="1350045" y="68705"/>
                </a:cubicBezTo>
                <a:lnTo>
                  <a:pt x="1350045" y="64059"/>
                </a:lnTo>
                <a:cubicBezTo>
                  <a:pt x="1350045" y="61153"/>
                  <a:pt x="1348789" y="58783"/>
                  <a:pt x="1346276" y="56950"/>
                </a:cubicBezTo>
                <a:cubicBezTo>
                  <a:pt x="1343763" y="55117"/>
                  <a:pt x="1338976" y="54201"/>
                  <a:pt x="1331914" y="54201"/>
                </a:cubicBezTo>
                <a:cubicBezTo>
                  <a:pt x="1326125" y="54201"/>
                  <a:pt x="1318619" y="55322"/>
                  <a:pt x="1309394" y="57565"/>
                </a:cubicBezTo>
                <a:cubicBezTo>
                  <a:pt x="1305959" y="58376"/>
                  <a:pt x="1303287" y="58781"/>
                  <a:pt x="1301379" y="58781"/>
                </a:cubicBezTo>
                <a:cubicBezTo>
                  <a:pt x="1298770" y="58781"/>
                  <a:pt x="1296560" y="57843"/>
                  <a:pt x="1294747" y="55966"/>
                </a:cubicBezTo>
                <a:cubicBezTo>
                  <a:pt x="1292934" y="54090"/>
                  <a:pt x="1292027" y="51688"/>
                  <a:pt x="1292027" y="48762"/>
                </a:cubicBezTo>
                <a:cubicBezTo>
                  <a:pt x="1292027" y="47108"/>
                  <a:pt x="1292345" y="45676"/>
                  <a:pt x="1292981" y="44468"/>
                </a:cubicBezTo>
                <a:cubicBezTo>
                  <a:pt x="1293618" y="43259"/>
                  <a:pt x="1294508" y="42289"/>
                  <a:pt x="1295653" y="41557"/>
                </a:cubicBezTo>
                <a:cubicBezTo>
                  <a:pt x="1296798" y="40826"/>
                  <a:pt x="1299184" y="39951"/>
                  <a:pt x="1302810" y="38933"/>
                </a:cubicBezTo>
                <a:cubicBezTo>
                  <a:pt x="1307645" y="37597"/>
                  <a:pt x="1312575" y="36532"/>
                  <a:pt x="1317601" y="35736"/>
                </a:cubicBezTo>
                <a:cubicBezTo>
                  <a:pt x="1322626" y="34941"/>
                  <a:pt x="1327175" y="34544"/>
                  <a:pt x="1331246" y="34544"/>
                </a:cubicBezTo>
                <a:cubicBezTo>
                  <a:pt x="1343397" y="34544"/>
                  <a:pt x="1352828" y="37168"/>
                  <a:pt x="1359540" y="42416"/>
                </a:cubicBezTo>
                <a:cubicBezTo>
                  <a:pt x="1366251" y="47664"/>
                  <a:pt x="1369607" y="54837"/>
                  <a:pt x="1369607" y="63934"/>
                </a:cubicBezTo>
                <a:lnTo>
                  <a:pt x="1369607" y="104203"/>
                </a:lnTo>
                <a:lnTo>
                  <a:pt x="1372947" y="104203"/>
                </a:lnTo>
                <a:cubicBezTo>
                  <a:pt x="1377654" y="104203"/>
                  <a:pt x="1381010" y="105110"/>
                  <a:pt x="1383014" y="106923"/>
                </a:cubicBezTo>
                <a:cubicBezTo>
                  <a:pt x="1385018" y="108736"/>
                  <a:pt x="1386020" y="111106"/>
                  <a:pt x="1386020" y="114032"/>
                </a:cubicBezTo>
                <a:cubicBezTo>
                  <a:pt x="1386020" y="116958"/>
                  <a:pt x="1385018" y="119328"/>
                  <a:pt x="1383014" y="121141"/>
                </a:cubicBezTo>
                <a:cubicBezTo>
                  <a:pt x="1381010" y="122954"/>
                  <a:pt x="1377654" y="123861"/>
                  <a:pt x="1372947" y="123861"/>
                </a:cubicBezTo>
                <a:lnTo>
                  <a:pt x="1350045" y="123861"/>
                </a:lnTo>
                <a:moveTo>
                  <a:pt x="1350045" y="88724"/>
                </a:moveTo>
                <a:cubicBezTo>
                  <a:pt x="1342220" y="87211"/>
                  <a:pt x="1335000" y="86454"/>
                  <a:pt x="1328384" y="86454"/>
                </a:cubicBezTo>
                <a:cubicBezTo>
                  <a:pt x="1320432" y="86454"/>
                  <a:pt x="1313593" y="88377"/>
                  <a:pt x="1307868" y="92222"/>
                </a:cubicBezTo>
                <a:cubicBezTo>
                  <a:pt x="1304305" y="94681"/>
                  <a:pt x="1302524" y="97171"/>
                  <a:pt x="1302524" y="99691"/>
                </a:cubicBezTo>
                <a:cubicBezTo>
                  <a:pt x="1302524" y="101520"/>
                  <a:pt x="1303383" y="103003"/>
                  <a:pt x="1305100" y="104138"/>
                </a:cubicBezTo>
                <a:cubicBezTo>
                  <a:pt x="1308281" y="106217"/>
                  <a:pt x="1312639" y="107257"/>
                  <a:pt x="1318173" y="107257"/>
                </a:cubicBezTo>
                <a:cubicBezTo>
                  <a:pt x="1322881" y="107257"/>
                  <a:pt x="1328209" y="106343"/>
                  <a:pt x="1334157" y="104516"/>
                </a:cubicBezTo>
                <a:cubicBezTo>
                  <a:pt x="1340105" y="102687"/>
                  <a:pt x="1345401" y="100196"/>
                  <a:pt x="1350045" y="97043"/>
                </a:cubicBezTo>
                <a:lnTo>
                  <a:pt x="1350045" y="88724"/>
                </a:lnTo>
                <a:close/>
                <a:moveTo>
                  <a:pt x="1470833" y="60117"/>
                </a:moveTo>
                <a:cubicBezTo>
                  <a:pt x="1467652" y="58145"/>
                  <a:pt x="1464312" y="56666"/>
                  <a:pt x="1460813" y="55680"/>
                </a:cubicBezTo>
                <a:cubicBezTo>
                  <a:pt x="1457315" y="54694"/>
                  <a:pt x="1453657" y="54201"/>
                  <a:pt x="1449840" y="54201"/>
                </a:cubicBezTo>
                <a:cubicBezTo>
                  <a:pt x="1442269" y="54201"/>
                  <a:pt x="1436258" y="55437"/>
                  <a:pt x="1431804" y="57908"/>
                </a:cubicBezTo>
                <a:cubicBezTo>
                  <a:pt x="1429832" y="58985"/>
                  <a:pt x="1428846" y="60158"/>
                  <a:pt x="1428846" y="61426"/>
                </a:cubicBezTo>
                <a:cubicBezTo>
                  <a:pt x="1428846" y="62884"/>
                  <a:pt x="1430182" y="64310"/>
                  <a:pt x="1432854" y="65706"/>
                </a:cubicBezTo>
                <a:cubicBezTo>
                  <a:pt x="1434890" y="66719"/>
                  <a:pt x="1439438" y="67702"/>
                  <a:pt x="1446500" y="68652"/>
                </a:cubicBezTo>
                <a:cubicBezTo>
                  <a:pt x="1459477" y="70427"/>
                  <a:pt x="1468511" y="72204"/>
                  <a:pt x="1473600" y="73984"/>
                </a:cubicBezTo>
                <a:cubicBezTo>
                  <a:pt x="1480280" y="76337"/>
                  <a:pt x="1485433" y="79835"/>
                  <a:pt x="1489059" y="84477"/>
                </a:cubicBezTo>
                <a:cubicBezTo>
                  <a:pt x="1492685" y="89117"/>
                  <a:pt x="1494498" y="94012"/>
                  <a:pt x="1494498" y="99161"/>
                </a:cubicBezTo>
                <a:cubicBezTo>
                  <a:pt x="1494498" y="106154"/>
                  <a:pt x="1491413" y="112004"/>
                  <a:pt x="1485242" y="116710"/>
                </a:cubicBezTo>
                <a:cubicBezTo>
                  <a:pt x="1476399" y="123513"/>
                  <a:pt x="1464917" y="126914"/>
                  <a:pt x="1450794" y="126914"/>
                </a:cubicBezTo>
                <a:cubicBezTo>
                  <a:pt x="1445132" y="126914"/>
                  <a:pt x="1439900" y="126429"/>
                  <a:pt x="1435097" y="125459"/>
                </a:cubicBezTo>
                <a:cubicBezTo>
                  <a:pt x="1430294" y="124489"/>
                  <a:pt x="1425888" y="123065"/>
                  <a:pt x="1421880" y="121189"/>
                </a:cubicBezTo>
                <a:cubicBezTo>
                  <a:pt x="1420926" y="122046"/>
                  <a:pt x="1419908" y="122706"/>
                  <a:pt x="1418827" y="123169"/>
                </a:cubicBezTo>
                <a:cubicBezTo>
                  <a:pt x="1417745" y="123630"/>
                  <a:pt x="1416632" y="123861"/>
                  <a:pt x="1415487" y="123861"/>
                </a:cubicBezTo>
                <a:cubicBezTo>
                  <a:pt x="1412433" y="123861"/>
                  <a:pt x="1410000" y="122856"/>
                  <a:pt x="1408187" y="120846"/>
                </a:cubicBezTo>
                <a:cubicBezTo>
                  <a:pt x="1406374" y="118836"/>
                  <a:pt x="1405467" y="115470"/>
                  <a:pt x="1405467" y="110749"/>
                </a:cubicBezTo>
                <a:lnTo>
                  <a:pt x="1405467" y="104147"/>
                </a:lnTo>
                <a:cubicBezTo>
                  <a:pt x="1405467" y="99425"/>
                  <a:pt x="1406374" y="96059"/>
                  <a:pt x="1408187" y="94050"/>
                </a:cubicBezTo>
                <a:cubicBezTo>
                  <a:pt x="1410000" y="92040"/>
                  <a:pt x="1412370" y="91035"/>
                  <a:pt x="1415296" y="91035"/>
                </a:cubicBezTo>
                <a:cubicBezTo>
                  <a:pt x="1417650" y="91035"/>
                  <a:pt x="1419622" y="91680"/>
                  <a:pt x="1421212" y="92970"/>
                </a:cubicBezTo>
                <a:cubicBezTo>
                  <a:pt x="1422803" y="94258"/>
                  <a:pt x="1424043" y="96474"/>
                  <a:pt x="1424934" y="99617"/>
                </a:cubicBezTo>
                <a:cubicBezTo>
                  <a:pt x="1427924" y="102132"/>
                  <a:pt x="1431518" y="104034"/>
                  <a:pt x="1435717" y="105325"/>
                </a:cubicBezTo>
                <a:cubicBezTo>
                  <a:pt x="1439916" y="106613"/>
                  <a:pt x="1444750" y="107257"/>
                  <a:pt x="1450221" y="107257"/>
                </a:cubicBezTo>
                <a:cubicBezTo>
                  <a:pt x="1459191" y="107257"/>
                  <a:pt x="1466157" y="105862"/>
                  <a:pt x="1471119" y="103073"/>
                </a:cubicBezTo>
                <a:cubicBezTo>
                  <a:pt x="1473473" y="101679"/>
                  <a:pt x="1474650" y="100221"/>
                  <a:pt x="1474650" y="98698"/>
                </a:cubicBezTo>
                <a:cubicBezTo>
                  <a:pt x="1474650" y="96164"/>
                  <a:pt x="1472964" y="94072"/>
                  <a:pt x="1469592" y="92424"/>
                </a:cubicBezTo>
                <a:cubicBezTo>
                  <a:pt x="1466221" y="90776"/>
                  <a:pt x="1459255" y="89382"/>
                  <a:pt x="1448695" y="88241"/>
                </a:cubicBezTo>
                <a:cubicBezTo>
                  <a:pt x="1432981" y="86593"/>
                  <a:pt x="1422485" y="83416"/>
                  <a:pt x="1417205" y="78710"/>
                </a:cubicBezTo>
                <a:cubicBezTo>
                  <a:pt x="1411924" y="74068"/>
                  <a:pt x="1409284" y="68345"/>
                  <a:pt x="1409284" y="61540"/>
                </a:cubicBezTo>
                <a:cubicBezTo>
                  <a:pt x="1409284" y="54544"/>
                  <a:pt x="1412242" y="48725"/>
                  <a:pt x="1418159" y="44083"/>
                </a:cubicBezTo>
                <a:cubicBezTo>
                  <a:pt x="1426174" y="37723"/>
                  <a:pt x="1436671" y="34544"/>
                  <a:pt x="1449649" y="34544"/>
                </a:cubicBezTo>
                <a:cubicBezTo>
                  <a:pt x="1454166" y="34544"/>
                  <a:pt x="1458507" y="34981"/>
                  <a:pt x="1462674" y="35856"/>
                </a:cubicBezTo>
                <a:cubicBezTo>
                  <a:pt x="1466841" y="36730"/>
                  <a:pt x="1470833" y="38074"/>
                  <a:pt x="1474650" y="39887"/>
                </a:cubicBezTo>
                <a:cubicBezTo>
                  <a:pt x="1475859" y="38997"/>
                  <a:pt x="1476988" y="38329"/>
                  <a:pt x="1478037" y="37883"/>
                </a:cubicBezTo>
                <a:cubicBezTo>
                  <a:pt x="1479087" y="37438"/>
                  <a:pt x="1480057" y="37215"/>
                  <a:pt x="1480948" y="37215"/>
                </a:cubicBezTo>
                <a:cubicBezTo>
                  <a:pt x="1483620" y="37215"/>
                  <a:pt x="1485846" y="38217"/>
                  <a:pt x="1487628" y="40221"/>
                </a:cubicBezTo>
                <a:cubicBezTo>
                  <a:pt x="1489409" y="42225"/>
                  <a:pt x="1490300" y="45581"/>
                  <a:pt x="1490300" y="50289"/>
                </a:cubicBezTo>
                <a:lnTo>
                  <a:pt x="1490300" y="55060"/>
                </a:lnTo>
                <a:cubicBezTo>
                  <a:pt x="1490300" y="59322"/>
                  <a:pt x="1489791" y="62217"/>
                  <a:pt x="1488773" y="63743"/>
                </a:cubicBezTo>
                <a:cubicBezTo>
                  <a:pt x="1486737" y="66670"/>
                  <a:pt x="1483970" y="68133"/>
                  <a:pt x="1480471" y="68133"/>
                </a:cubicBezTo>
                <a:cubicBezTo>
                  <a:pt x="1478117" y="68133"/>
                  <a:pt x="1476049" y="67401"/>
                  <a:pt x="1474268" y="65938"/>
                </a:cubicBezTo>
                <a:cubicBezTo>
                  <a:pt x="1472487" y="64475"/>
                  <a:pt x="1471342" y="62535"/>
                  <a:pt x="1470833" y="60117"/>
                </a:cubicBezTo>
                <a:close/>
                <a:moveTo>
                  <a:pt x="1616050" y="90271"/>
                </a:moveTo>
                <a:lnTo>
                  <a:pt x="1535799" y="90271"/>
                </a:lnTo>
                <a:cubicBezTo>
                  <a:pt x="1537834" y="95361"/>
                  <a:pt x="1541445" y="99464"/>
                  <a:pt x="1546629" y="102581"/>
                </a:cubicBezTo>
                <a:cubicBezTo>
                  <a:pt x="1551814" y="105698"/>
                  <a:pt x="1558828" y="107257"/>
                  <a:pt x="1567670" y="107257"/>
                </a:cubicBezTo>
                <a:cubicBezTo>
                  <a:pt x="1574923" y="107257"/>
                  <a:pt x="1584560" y="105721"/>
                  <a:pt x="1596584" y="102650"/>
                </a:cubicBezTo>
                <a:cubicBezTo>
                  <a:pt x="1601546" y="101395"/>
                  <a:pt x="1604981" y="100768"/>
                  <a:pt x="1606890" y="100768"/>
                </a:cubicBezTo>
                <a:cubicBezTo>
                  <a:pt x="1609498" y="100768"/>
                  <a:pt x="1611693" y="101690"/>
                  <a:pt x="1613474" y="103535"/>
                </a:cubicBezTo>
                <a:cubicBezTo>
                  <a:pt x="1615255" y="105380"/>
                  <a:pt x="1616146" y="107702"/>
                  <a:pt x="1616146" y="110501"/>
                </a:cubicBezTo>
                <a:cubicBezTo>
                  <a:pt x="1616146" y="113046"/>
                  <a:pt x="1615192" y="115209"/>
                  <a:pt x="1613283" y="116990"/>
                </a:cubicBezTo>
                <a:cubicBezTo>
                  <a:pt x="1610738" y="119344"/>
                  <a:pt x="1604536" y="121586"/>
                  <a:pt x="1594675" y="123718"/>
                </a:cubicBezTo>
                <a:cubicBezTo>
                  <a:pt x="1584815" y="125849"/>
                  <a:pt x="1575336" y="126914"/>
                  <a:pt x="1566239" y="126914"/>
                </a:cubicBezTo>
                <a:cubicBezTo>
                  <a:pt x="1550589" y="126914"/>
                  <a:pt x="1538073" y="122493"/>
                  <a:pt x="1528689" y="113650"/>
                </a:cubicBezTo>
                <a:cubicBezTo>
                  <a:pt x="1519306" y="104808"/>
                  <a:pt x="1514614" y="93929"/>
                  <a:pt x="1514614" y="81015"/>
                </a:cubicBezTo>
                <a:cubicBezTo>
                  <a:pt x="1514614" y="67274"/>
                  <a:pt x="1519688" y="56094"/>
                  <a:pt x="1529835" y="47474"/>
                </a:cubicBezTo>
                <a:cubicBezTo>
                  <a:pt x="1539981" y="38854"/>
                  <a:pt x="1551671" y="34544"/>
                  <a:pt x="1564903" y="34544"/>
                </a:cubicBezTo>
                <a:cubicBezTo>
                  <a:pt x="1572855" y="34544"/>
                  <a:pt x="1580155" y="35941"/>
                  <a:pt x="1586803" y="38736"/>
                </a:cubicBezTo>
                <a:cubicBezTo>
                  <a:pt x="1593451" y="41529"/>
                  <a:pt x="1598397" y="44545"/>
                  <a:pt x="1601641" y="47784"/>
                </a:cubicBezTo>
                <a:cubicBezTo>
                  <a:pt x="1606222" y="52483"/>
                  <a:pt x="1610007" y="58294"/>
                  <a:pt x="1612997" y="65217"/>
                </a:cubicBezTo>
                <a:cubicBezTo>
                  <a:pt x="1615032" y="70043"/>
                  <a:pt x="1616050" y="75633"/>
                  <a:pt x="1616050" y="81984"/>
                </a:cubicBezTo>
                <a:lnTo>
                  <a:pt x="1616050" y="90271"/>
                </a:lnTo>
                <a:moveTo>
                  <a:pt x="1594389" y="70614"/>
                </a:moveTo>
                <a:cubicBezTo>
                  <a:pt x="1591399" y="65111"/>
                  <a:pt x="1587487" y="61000"/>
                  <a:pt x="1582652" y="58280"/>
                </a:cubicBezTo>
                <a:cubicBezTo>
                  <a:pt x="1577817" y="55561"/>
                  <a:pt x="1572060" y="54201"/>
                  <a:pt x="1565380" y="54201"/>
                </a:cubicBezTo>
                <a:cubicBezTo>
                  <a:pt x="1558764" y="54201"/>
                  <a:pt x="1553039" y="55561"/>
                  <a:pt x="1548204" y="58280"/>
                </a:cubicBezTo>
                <a:cubicBezTo>
                  <a:pt x="1543369" y="61000"/>
                  <a:pt x="1539425" y="65111"/>
                  <a:pt x="1536371" y="70614"/>
                </a:cubicBezTo>
                <a:lnTo>
                  <a:pt x="1594389" y="706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96C6C-9B71-4A20-B49E-69394F23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30" y="1995887"/>
            <a:ext cx="1148959" cy="914281"/>
          </a:xfrm>
          <a:custGeom xmlns:a="http://schemas.openxmlformats.org/drawingml/2006/main">
            <a:pathLst>
              <a:path w="1148959" h="914281">
                <a:moveTo>
                  <a:pt x="45437" y="0"/>
                </a:moveTo>
                <a:cubicBezTo>
                  <a:pt x="20357" y="0"/>
                  <a:pt x="0" y="20846"/>
                  <a:pt x="0" y="45926"/>
                </a:cubicBezTo>
                <a:lnTo>
                  <a:pt x="0" y="698821"/>
                </a:lnTo>
                <a:cubicBezTo>
                  <a:pt x="0" y="736115"/>
                  <a:pt x="29803" y="766407"/>
                  <a:pt x="66446" y="766407"/>
                </a:cubicBezTo>
                <a:lnTo>
                  <a:pt x="423429" y="766407"/>
                </a:lnTo>
                <a:lnTo>
                  <a:pt x="423429" y="827967"/>
                </a:lnTo>
                <a:cubicBezTo>
                  <a:pt x="383203" y="835458"/>
                  <a:pt x="352586" y="871287"/>
                  <a:pt x="352586" y="914281"/>
                </a:cubicBezTo>
                <a:lnTo>
                  <a:pt x="796698" y="914281"/>
                </a:lnTo>
                <a:cubicBezTo>
                  <a:pt x="796698" y="871287"/>
                  <a:pt x="766081" y="835458"/>
                  <a:pt x="725530" y="827967"/>
                </a:cubicBezTo>
                <a:lnTo>
                  <a:pt x="725530" y="766407"/>
                </a:lnTo>
                <a:lnTo>
                  <a:pt x="1082839" y="766407"/>
                </a:lnTo>
                <a:cubicBezTo>
                  <a:pt x="1119481" y="766407"/>
                  <a:pt x="1148959" y="736115"/>
                  <a:pt x="1148959" y="698821"/>
                </a:cubicBezTo>
                <a:lnTo>
                  <a:pt x="1148959" y="45926"/>
                </a:lnTo>
                <a:cubicBezTo>
                  <a:pt x="1148959" y="20846"/>
                  <a:pt x="1128927" y="0"/>
                  <a:pt x="1103684" y="0"/>
                </a:cubicBezTo>
                <a:lnTo>
                  <a:pt x="454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FB8A0-E95E-4155-ADFE-59FD918D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141" y="2046861"/>
            <a:ext cx="1046033" cy="661527"/>
          </a:xfrm>
          <a:custGeom xmlns:a="http://schemas.openxmlformats.org/drawingml/2006/main">
            <a:pathLst>
              <a:path w="1046033" h="661527">
                <a:moveTo>
                  <a:pt x="0" y="597524"/>
                </a:moveTo>
                <a:lnTo>
                  <a:pt x="1046033" y="597524"/>
                </a:lnTo>
                <a:lnTo>
                  <a:pt x="1046033" y="661527"/>
                </a:lnTo>
                <a:lnTo>
                  <a:pt x="0" y="661527"/>
                </a:lnTo>
                <a:lnTo>
                  <a:pt x="0" y="597524"/>
                </a:lnTo>
                <a:close/>
                <a:moveTo>
                  <a:pt x="1140" y="0"/>
                </a:moveTo>
                <a:lnTo>
                  <a:pt x="1044893" y="0"/>
                </a:lnTo>
                <a:lnTo>
                  <a:pt x="1044893" y="576189"/>
                </a:lnTo>
                <a:lnTo>
                  <a:pt x="1140" y="576189"/>
                </a:lnTo>
                <a:lnTo>
                  <a:pt x="114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254A8-EA6A-46E9-A0AC-BC96286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481" y="2038032"/>
            <a:ext cx="502252" cy="500842"/>
          </a:xfrm>
          <a:custGeom xmlns:a="http://schemas.openxmlformats.org/drawingml/2006/main">
            <a:pathLst>
              <a:path w="502252" h="500842">
                <a:moveTo>
                  <a:pt x="282784" y="367127"/>
                </a:moveTo>
                <a:cubicBezTo>
                  <a:pt x="349640" y="349213"/>
                  <a:pt x="386979" y="281546"/>
                  <a:pt x="369444" y="216106"/>
                </a:cubicBezTo>
                <a:cubicBezTo>
                  <a:pt x="353680" y="157273"/>
                  <a:pt x="292569" y="110421"/>
                  <a:pt x="216903" y="130696"/>
                </a:cubicBezTo>
                <a:cubicBezTo>
                  <a:pt x="162789" y="145196"/>
                  <a:pt x="113011" y="206080"/>
                  <a:pt x="132906" y="280329"/>
                </a:cubicBezTo>
                <a:cubicBezTo>
                  <a:pt x="149514" y="342308"/>
                  <a:pt x="214512" y="385420"/>
                  <a:pt x="282784" y="367127"/>
                </a:cubicBezTo>
                <a:close/>
                <a:moveTo>
                  <a:pt x="283728" y="498384"/>
                </a:moveTo>
                <a:cubicBezTo>
                  <a:pt x="264794" y="500085"/>
                  <a:pt x="245608" y="500842"/>
                  <a:pt x="226806" y="498630"/>
                </a:cubicBezTo>
                <a:lnTo>
                  <a:pt x="217201" y="458379"/>
                </a:lnTo>
                <a:cubicBezTo>
                  <a:pt x="203310" y="456874"/>
                  <a:pt x="188829" y="453168"/>
                  <a:pt x="173504" y="446315"/>
                </a:cubicBezTo>
                <a:lnTo>
                  <a:pt x="143674" y="476563"/>
                </a:lnTo>
                <a:cubicBezTo>
                  <a:pt x="127832" y="467151"/>
                  <a:pt x="112075" y="458054"/>
                  <a:pt x="95317" y="445852"/>
                </a:cubicBezTo>
                <a:lnTo>
                  <a:pt x="109295" y="405520"/>
                </a:lnTo>
                <a:cubicBezTo>
                  <a:pt x="99372" y="398063"/>
                  <a:pt x="87115" y="385667"/>
                  <a:pt x="78223" y="371358"/>
                </a:cubicBezTo>
                <a:lnTo>
                  <a:pt x="38025" y="381792"/>
                </a:lnTo>
                <a:cubicBezTo>
                  <a:pt x="29478" y="366885"/>
                  <a:pt x="21097" y="350078"/>
                  <a:pt x="13320" y="329232"/>
                </a:cubicBezTo>
                <a:lnTo>
                  <a:pt x="46682" y="304613"/>
                </a:lnTo>
                <a:cubicBezTo>
                  <a:pt x="42312" y="291453"/>
                  <a:pt x="39299" y="272028"/>
                  <a:pt x="38191" y="257825"/>
                </a:cubicBezTo>
                <a:lnTo>
                  <a:pt x="0" y="244285"/>
                </a:lnTo>
                <a:cubicBezTo>
                  <a:pt x="911" y="225663"/>
                  <a:pt x="2651" y="206988"/>
                  <a:pt x="7392" y="188183"/>
                </a:cubicBezTo>
                <a:lnTo>
                  <a:pt x="48899" y="185154"/>
                </a:lnTo>
                <a:cubicBezTo>
                  <a:pt x="52092" y="170642"/>
                  <a:pt x="58841" y="156188"/>
                  <a:pt x="67405" y="141586"/>
                </a:cubicBezTo>
                <a:lnTo>
                  <a:pt x="41906" y="109977"/>
                </a:lnTo>
                <a:cubicBezTo>
                  <a:pt x="51675" y="94208"/>
                  <a:pt x="64225" y="79380"/>
                  <a:pt x="78287" y="65159"/>
                </a:cubicBezTo>
                <a:lnTo>
                  <a:pt x="115153" y="84449"/>
                </a:lnTo>
                <a:cubicBezTo>
                  <a:pt x="127413" y="73577"/>
                  <a:pt x="142551" y="64631"/>
                  <a:pt x="154285" y="59970"/>
                </a:cubicBezTo>
                <a:lnTo>
                  <a:pt x="149944" y="17971"/>
                </a:lnTo>
                <a:cubicBezTo>
                  <a:pt x="167820" y="9809"/>
                  <a:pt x="187557" y="4183"/>
                  <a:pt x="205052" y="1519"/>
                </a:cubicBezTo>
                <a:lnTo>
                  <a:pt x="224407" y="36628"/>
                </a:lnTo>
                <a:cubicBezTo>
                  <a:pt x="239512" y="35110"/>
                  <a:pt x="255026" y="34494"/>
                  <a:pt x="271488" y="36152"/>
                </a:cubicBezTo>
                <a:lnTo>
                  <a:pt x="290632" y="0"/>
                </a:lnTo>
                <a:cubicBezTo>
                  <a:pt x="309288" y="2926"/>
                  <a:pt x="327989" y="8537"/>
                  <a:pt x="345170" y="15398"/>
                </a:cubicBezTo>
                <a:lnTo>
                  <a:pt x="343277" y="55527"/>
                </a:lnTo>
                <a:cubicBezTo>
                  <a:pt x="358195" y="64006"/>
                  <a:pt x="372713" y="72255"/>
                  <a:pt x="382071" y="81381"/>
                </a:cubicBezTo>
                <a:lnTo>
                  <a:pt x="418627" y="61133"/>
                </a:lnTo>
                <a:cubicBezTo>
                  <a:pt x="433225" y="74082"/>
                  <a:pt x="445432" y="88177"/>
                  <a:pt x="456192" y="103165"/>
                </a:cubicBezTo>
                <a:lnTo>
                  <a:pt x="432292" y="136040"/>
                </a:lnTo>
                <a:cubicBezTo>
                  <a:pt x="440586" y="150004"/>
                  <a:pt x="447655" y="166318"/>
                  <a:pt x="452181" y="179437"/>
                </a:cubicBezTo>
                <a:lnTo>
                  <a:pt x="493569" y="180992"/>
                </a:lnTo>
                <a:cubicBezTo>
                  <a:pt x="497714" y="199608"/>
                  <a:pt x="502252" y="222839"/>
                  <a:pt x="502217" y="237180"/>
                </a:cubicBezTo>
                <a:lnTo>
                  <a:pt x="463410" y="252805"/>
                </a:lnTo>
                <a:cubicBezTo>
                  <a:pt x="463766" y="269233"/>
                  <a:pt x="461612" y="284478"/>
                  <a:pt x="458021" y="298760"/>
                </a:cubicBezTo>
                <a:lnTo>
                  <a:pt x="491578" y="323320"/>
                </a:lnTo>
                <a:cubicBezTo>
                  <a:pt x="487242" y="337970"/>
                  <a:pt x="478811" y="358101"/>
                  <a:pt x="468708" y="375139"/>
                </a:cubicBezTo>
                <a:lnTo>
                  <a:pt x="427994" y="366659"/>
                </a:lnTo>
                <a:cubicBezTo>
                  <a:pt x="421388" y="377871"/>
                  <a:pt x="411060" y="390923"/>
                  <a:pt x="398043" y="401492"/>
                </a:cubicBezTo>
                <a:lnTo>
                  <a:pt x="412851" y="441024"/>
                </a:lnTo>
                <a:cubicBezTo>
                  <a:pt x="399300" y="452748"/>
                  <a:pt x="383713" y="463163"/>
                  <a:pt x="366258" y="472898"/>
                </a:cubicBezTo>
                <a:lnTo>
                  <a:pt x="336366" y="443140"/>
                </a:lnTo>
                <a:cubicBezTo>
                  <a:pt x="324729" y="448788"/>
                  <a:pt x="305759" y="455388"/>
                  <a:pt x="291525" y="457010"/>
                </a:cubicBezTo>
                <a:lnTo>
                  <a:pt x="283728" y="498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95637-53AC-4518-9108-9F537BC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874" y="2349305"/>
            <a:ext cx="273237" cy="272861"/>
          </a:xfrm>
          <a:custGeom xmlns:a="http://schemas.openxmlformats.org/drawingml/2006/main">
            <a:pathLst>
              <a:path w="273237" h="272861">
                <a:moveTo>
                  <a:pt x="194825" y="170451"/>
                </a:moveTo>
                <a:cubicBezTo>
                  <a:pt x="213635" y="137871"/>
                  <a:pt x="201978" y="97479"/>
                  <a:pt x="170103" y="79076"/>
                </a:cubicBezTo>
                <a:cubicBezTo>
                  <a:pt x="141472" y="62546"/>
                  <a:pt x="99916" y="68078"/>
                  <a:pt x="78663" y="104889"/>
                </a:cubicBezTo>
                <a:cubicBezTo>
                  <a:pt x="63355" y="131404"/>
                  <a:pt x="67589" y="173904"/>
                  <a:pt x="103836" y="194831"/>
                </a:cubicBezTo>
                <a:cubicBezTo>
                  <a:pt x="134019" y="212257"/>
                  <a:pt x="175608" y="203736"/>
                  <a:pt x="194825" y="170451"/>
                </a:cubicBezTo>
                <a:close/>
                <a:moveTo>
                  <a:pt x="245669" y="220491"/>
                </a:moveTo>
                <a:cubicBezTo>
                  <a:pt x="238987" y="228481"/>
                  <a:pt x="232024" y="236307"/>
                  <a:pt x="223916" y="242533"/>
                </a:cubicBezTo>
                <a:lnTo>
                  <a:pt x="204697" y="230873"/>
                </a:lnTo>
                <a:cubicBezTo>
                  <a:pt x="198798" y="235553"/>
                  <a:pt x="191830" y="239805"/>
                  <a:pt x="183251" y="242938"/>
                </a:cubicBezTo>
                <a:lnTo>
                  <a:pt x="183390" y="266149"/>
                </a:lnTo>
                <a:cubicBezTo>
                  <a:pt x="173683" y="268631"/>
                  <a:pt x="164117" y="271194"/>
                  <a:pt x="153000" y="272861"/>
                </a:cubicBezTo>
                <a:lnTo>
                  <a:pt x="142871" y="251970"/>
                </a:lnTo>
                <a:cubicBezTo>
                  <a:pt x="136100" y="252949"/>
                  <a:pt x="126686" y="252968"/>
                  <a:pt x="117768" y="250828"/>
                </a:cubicBezTo>
                <a:lnTo>
                  <a:pt x="106389" y="270210"/>
                </a:lnTo>
                <a:cubicBezTo>
                  <a:pt x="97270" y="267765"/>
                  <a:pt x="87689" y="264490"/>
                  <a:pt x="76601" y="259593"/>
                </a:cubicBezTo>
                <a:lnTo>
                  <a:pt x="80053" y="237328"/>
                </a:lnTo>
                <a:cubicBezTo>
                  <a:pt x="73180" y="233924"/>
                  <a:pt x="64583" y="227643"/>
                  <a:pt x="58687" y="222547"/>
                </a:cubicBezTo>
                <a:lnTo>
                  <a:pt x="38929" y="232014"/>
                </a:lnTo>
                <a:cubicBezTo>
                  <a:pt x="32014" y="224448"/>
                  <a:pt x="25625" y="216622"/>
                  <a:pt x="20110" y="207609"/>
                </a:cubicBezTo>
                <a:lnTo>
                  <a:pt x="34852" y="190545"/>
                </a:lnTo>
                <a:cubicBezTo>
                  <a:pt x="30519" y="183718"/>
                  <a:pt x="27586" y="175443"/>
                  <a:pt x="25343" y="166626"/>
                </a:cubicBezTo>
                <a:lnTo>
                  <a:pt x="3376" y="164286"/>
                </a:lnTo>
                <a:cubicBezTo>
                  <a:pt x="975" y="154438"/>
                  <a:pt x="154" y="143809"/>
                  <a:pt x="0" y="133001"/>
                </a:cubicBezTo>
                <a:lnTo>
                  <a:pt x="21704" y="126351"/>
                </a:lnTo>
                <a:cubicBezTo>
                  <a:pt x="22168" y="117404"/>
                  <a:pt x="24553" y="108062"/>
                  <a:pt x="27409" y="101813"/>
                </a:cubicBezTo>
                <a:lnTo>
                  <a:pt x="9455" y="87310"/>
                </a:lnTo>
                <a:cubicBezTo>
                  <a:pt x="13197" y="77247"/>
                  <a:pt x="18593" y="67574"/>
                  <a:pt x="24384" y="59823"/>
                </a:cubicBezTo>
                <a:lnTo>
                  <a:pt x="45325" y="65896"/>
                </a:lnTo>
                <a:cubicBezTo>
                  <a:pt x="50525" y="59495"/>
                  <a:pt x="56370" y="53279"/>
                  <a:pt x="63284" y="47493"/>
                </a:cubicBezTo>
                <a:lnTo>
                  <a:pt x="56672" y="26374"/>
                </a:lnTo>
                <a:cubicBezTo>
                  <a:pt x="64920" y="20230"/>
                  <a:pt x="74335" y="15322"/>
                  <a:pt x="83484" y="11202"/>
                </a:cubicBezTo>
                <a:lnTo>
                  <a:pt x="98199" y="27407"/>
                </a:lnTo>
                <a:cubicBezTo>
                  <a:pt x="107320" y="24963"/>
                  <a:pt x="116077" y="22498"/>
                  <a:pt x="123228" y="22489"/>
                </a:cubicBezTo>
                <a:lnTo>
                  <a:pt x="129285" y="599"/>
                </a:lnTo>
                <a:cubicBezTo>
                  <a:pt x="139973" y="0"/>
                  <a:pt x="150152" y="611"/>
                  <a:pt x="160042" y="2372"/>
                </a:cubicBezTo>
                <a:lnTo>
                  <a:pt x="163480" y="24102"/>
                </a:lnTo>
                <a:cubicBezTo>
                  <a:pt x="172177" y="26303"/>
                  <a:pt x="181008" y="29897"/>
                  <a:pt x="187740" y="33220"/>
                </a:cubicBezTo>
                <a:lnTo>
                  <a:pt x="204271" y="17941"/>
                </a:lnTo>
                <a:cubicBezTo>
                  <a:pt x="213054" y="23576"/>
                  <a:pt x="223789" y="30714"/>
                  <a:pt x="229299" y="36152"/>
                </a:cubicBezTo>
                <a:lnTo>
                  <a:pt x="220378" y="57141"/>
                </a:lnTo>
                <a:cubicBezTo>
                  <a:pt x="226795" y="63290"/>
                  <a:pt x="231795" y="69938"/>
                  <a:pt x="235905" y="76824"/>
                </a:cubicBezTo>
                <a:lnTo>
                  <a:pt x="258363" y="73430"/>
                </a:lnTo>
                <a:cubicBezTo>
                  <a:pt x="262229" y="80739"/>
                  <a:pt x="266685" y="91586"/>
                  <a:pt x="269405" y="102183"/>
                </a:cubicBezTo>
                <a:lnTo>
                  <a:pt x="250423" y="114542"/>
                </a:lnTo>
                <a:cubicBezTo>
                  <a:pt x="252271" y="121438"/>
                  <a:pt x="253342" y="130331"/>
                  <a:pt x="252433" y="139397"/>
                </a:cubicBezTo>
                <a:lnTo>
                  <a:pt x="273237" y="148964"/>
                </a:lnTo>
                <a:cubicBezTo>
                  <a:pt x="272588" y="158556"/>
                  <a:pt x="270524" y="168647"/>
                  <a:pt x="267487" y="179117"/>
                </a:cubicBezTo>
                <a:lnTo>
                  <a:pt x="244722" y="179137"/>
                </a:lnTo>
                <a:cubicBezTo>
                  <a:pt x="242348" y="185853"/>
                  <a:pt x="237598" y="195710"/>
                  <a:pt x="232784" y="201769"/>
                </a:cubicBezTo>
                <a:lnTo>
                  <a:pt x="245669" y="2204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4D8AA-76CB-4BA6-BFE9-91E86174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682" y="2400424"/>
            <a:ext cx="570326" cy="569838"/>
          </a:xfrm>
          <a:custGeom xmlns:a="http://schemas.openxmlformats.org/drawingml/2006/main">
            <a:pathLst>
              <a:path w="570326" h="569838">
                <a:moveTo>
                  <a:pt x="187286" y="0"/>
                </a:moveTo>
                <a:cubicBezTo>
                  <a:pt x="180772" y="163"/>
                  <a:pt x="175723" y="5374"/>
                  <a:pt x="175723" y="11889"/>
                </a:cubicBezTo>
                <a:lnTo>
                  <a:pt x="175723" y="67260"/>
                </a:lnTo>
                <a:lnTo>
                  <a:pt x="97552" y="67260"/>
                </a:lnTo>
                <a:cubicBezTo>
                  <a:pt x="81754" y="67260"/>
                  <a:pt x="68563" y="80289"/>
                  <a:pt x="68563" y="96086"/>
                </a:cubicBezTo>
                <a:lnTo>
                  <a:pt x="68563" y="176863"/>
                </a:lnTo>
                <a:lnTo>
                  <a:pt x="12540" y="176863"/>
                </a:lnTo>
                <a:cubicBezTo>
                  <a:pt x="8306" y="176700"/>
                  <a:pt x="4397" y="178980"/>
                  <a:pt x="2117" y="182563"/>
                </a:cubicBezTo>
                <a:cubicBezTo>
                  <a:pt x="0" y="186309"/>
                  <a:pt x="0" y="190869"/>
                  <a:pt x="2117" y="194452"/>
                </a:cubicBezTo>
                <a:cubicBezTo>
                  <a:pt x="4397" y="198197"/>
                  <a:pt x="8306" y="200315"/>
                  <a:pt x="12540" y="200315"/>
                </a:cubicBezTo>
                <a:lnTo>
                  <a:pt x="68563" y="200315"/>
                </a:lnTo>
                <a:lnTo>
                  <a:pt x="68563" y="241680"/>
                </a:lnTo>
                <a:lnTo>
                  <a:pt x="12540" y="241680"/>
                </a:lnTo>
                <a:cubicBezTo>
                  <a:pt x="8469" y="241680"/>
                  <a:pt x="4560" y="243960"/>
                  <a:pt x="2443" y="247543"/>
                </a:cubicBezTo>
                <a:cubicBezTo>
                  <a:pt x="326" y="251126"/>
                  <a:pt x="326" y="255686"/>
                  <a:pt x="2443" y="259269"/>
                </a:cubicBezTo>
                <a:cubicBezTo>
                  <a:pt x="4560" y="262852"/>
                  <a:pt x="8469" y="265132"/>
                  <a:pt x="12540" y="265132"/>
                </a:cubicBezTo>
                <a:lnTo>
                  <a:pt x="68563" y="265132"/>
                </a:lnTo>
                <a:lnTo>
                  <a:pt x="68563" y="306498"/>
                </a:lnTo>
                <a:lnTo>
                  <a:pt x="12540" y="306498"/>
                </a:lnTo>
                <a:cubicBezTo>
                  <a:pt x="8306" y="306498"/>
                  <a:pt x="4397" y="308615"/>
                  <a:pt x="2117" y="312360"/>
                </a:cubicBezTo>
                <a:cubicBezTo>
                  <a:pt x="0" y="315943"/>
                  <a:pt x="0" y="320503"/>
                  <a:pt x="2117" y="324249"/>
                </a:cubicBezTo>
                <a:cubicBezTo>
                  <a:pt x="4397" y="327832"/>
                  <a:pt x="8306" y="330112"/>
                  <a:pt x="12540" y="329949"/>
                </a:cubicBezTo>
                <a:lnTo>
                  <a:pt x="68563" y="329949"/>
                </a:lnTo>
                <a:lnTo>
                  <a:pt x="68563" y="371478"/>
                </a:lnTo>
                <a:lnTo>
                  <a:pt x="12540" y="371478"/>
                </a:lnTo>
                <a:cubicBezTo>
                  <a:pt x="8469" y="371478"/>
                  <a:pt x="4560" y="373595"/>
                  <a:pt x="2443" y="377178"/>
                </a:cubicBezTo>
                <a:cubicBezTo>
                  <a:pt x="326" y="380923"/>
                  <a:pt x="326" y="385321"/>
                  <a:pt x="2443" y="388903"/>
                </a:cubicBezTo>
                <a:cubicBezTo>
                  <a:pt x="4560" y="392649"/>
                  <a:pt x="8469" y="394766"/>
                  <a:pt x="12540" y="394766"/>
                </a:cubicBezTo>
                <a:lnTo>
                  <a:pt x="68563" y="394766"/>
                </a:lnTo>
                <a:lnTo>
                  <a:pt x="68563" y="470006"/>
                </a:lnTo>
                <a:cubicBezTo>
                  <a:pt x="68563" y="485803"/>
                  <a:pt x="81754" y="498995"/>
                  <a:pt x="97552" y="498995"/>
                </a:cubicBezTo>
                <a:lnTo>
                  <a:pt x="175723" y="498995"/>
                </a:lnTo>
                <a:lnTo>
                  <a:pt x="175723" y="557624"/>
                </a:lnTo>
                <a:cubicBezTo>
                  <a:pt x="175723" y="563975"/>
                  <a:pt x="180935" y="569186"/>
                  <a:pt x="187449" y="569186"/>
                </a:cubicBezTo>
                <a:cubicBezTo>
                  <a:pt x="193963" y="569186"/>
                  <a:pt x="199175" y="563975"/>
                  <a:pt x="199175" y="557624"/>
                </a:cubicBezTo>
                <a:lnTo>
                  <a:pt x="199175" y="498995"/>
                </a:lnTo>
                <a:lnTo>
                  <a:pt x="240866" y="498995"/>
                </a:lnTo>
                <a:lnTo>
                  <a:pt x="240866" y="557624"/>
                </a:lnTo>
                <a:cubicBezTo>
                  <a:pt x="240866" y="563975"/>
                  <a:pt x="246240" y="569186"/>
                  <a:pt x="252755" y="569186"/>
                </a:cubicBezTo>
                <a:cubicBezTo>
                  <a:pt x="259106" y="569186"/>
                  <a:pt x="264480" y="563975"/>
                  <a:pt x="264480" y="557624"/>
                </a:cubicBezTo>
                <a:lnTo>
                  <a:pt x="264480" y="498995"/>
                </a:lnTo>
                <a:lnTo>
                  <a:pt x="306172" y="498995"/>
                </a:lnTo>
                <a:lnTo>
                  <a:pt x="306172" y="557624"/>
                </a:lnTo>
                <a:cubicBezTo>
                  <a:pt x="306172" y="561695"/>
                  <a:pt x="308452" y="565604"/>
                  <a:pt x="312035" y="567721"/>
                </a:cubicBezTo>
                <a:cubicBezTo>
                  <a:pt x="315618" y="569838"/>
                  <a:pt x="320178" y="569838"/>
                  <a:pt x="323760" y="567721"/>
                </a:cubicBezTo>
                <a:cubicBezTo>
                  <a:pt x="327343" y="565604"/>
                  <a:pt x="329623" y="561695"/>
                  <a:pt x="329623" y="557624"/>
                </a:cubicBezTo>
                <a:lnTo>
                  <a:pt x="329623" y="498995"/>
                </a:lnTo>
                <a:lnTo>
                  <a:pt x="371315" y="498995"/>
                </a:lnTo>
                <a:lnTo>
                  <a:pt x="371315" y="557624"/>
                </a:lnTo>
                <a:cubicBezTo>
                  <a:pt x="371315" y="563975"/>
                  <a:pt x="376526" y="569186"/>
                  <a:pt x="383040" y="569186"/>
                </a:cubicBezTo>
                <a:cubicBezTo>
                  <a:pt x="389555" y="569186"/>
                  <a:pt x="394766" y="563975"/>
                  <a:pt x="394766" y="557624"/>
                </a:cubicBezTo>
                <a:lnTo>
                  <a:pt x="394766" y="498995"/>
                </a:lnTo>
                <a:lnTo>
                  <a:pt x="473426" y="498995"/>
                </a:lnTo>
                <a:cubicBezTo>
                  <a:pt x="489223" y="498995"/>
                  <a:pt x="502415" y="485803"/>
                  <a:pt x="502415" y="470006"/>
                </a:cubicBezTo>
                <a:lnTo>
                  <a:pt x="502415" y="394766"/>
                </a:lnTo>
                <a:lnTo>
                  <a:pt x="557786" y="394766"/>
                </a:lnTo>
                <a:cubicBezTo>
                  <a:pt x="561858" y="394766"/>
                  <a:pt x="565766" y="392649"/>
                  <a:pt x="567884" y="388903"/>
                </a:cubicBezTo>
                <a:cubicBezTo>
                  <a:pt x="570001" y="385321"/>
                  <a:pt x="570001" y="380923"/>
                  <a:pt x="567884" y="377178"/>
                </a:cubicBezTo>
                <a:cubicBezTo>
                  <a:pt x="565766" y="373595"/>
                  <a:pt x="561858" y="371478"/>
                  <a:pt x="557786" y="371478"/>
                </a:cubicBezTo>
                <a:lnTo>
                  <a:pt x="502415" y="371478"/>
                </a:lnTo>
                <a:lnTo>
                  <a:pt x="502415" y="329949"/>
                </a:lnTo>
                <a:lnTo>
                  <a:pt x="557786" y="329949"/>
                </a:lnTo>
                <a:cubicBezTo>
                  <a:pt x="562021" y="330112"/>
                  <a:pt x="565929" y="327832"/>
                  <a:pt x="568209" y="324249"/>
                </a:cubicBezTo>
                <a:cubicBezTo>
                  <a:pt x="570326" y="320503"/>
                  <a:pt x="570326" y="315943"/>
                  <a:pt x="568209" y="312360"/>
                </a:cubicBezTo>
                <a:cubicBezTo>
                  <a:pt x="565929" y="308615"/>
                  <a:pt x="562021" y="306498"/>
                  <a:pt x="557786" y="306498"/>
                </a:cubicBezTo>
                <a:lnTo>
                  <a:pt x="502415" y="306498"/>
                </a:lnTo>
                <a:lnTo>
                  <a:pt x="502415" y="265132"/>
                </a:lnTo>
                <a:lnTo>
                  <a:pt x="557786" y="265132"/>
                </a:lnTo>
                <a:cubicBezTo>
                  <a:pt x="561858" y="265132"/>
                  <a:pt x="565766" y="262852"/>
                  <a:pt x="567884" y="259269"/>
                </a:cubicBezTo>
                <a:cubicBezTo>
                  <a:pt x="570001" y="255686"/>
                  <a:pt x="570001" y="251126"/>
                  <a:pt x="567884" y="247543"/>
                </a:cubicBezTo>
                <a:cubicBezTo>
                  <a:pt x="565766" y="243960"/>
                  <a:pt x="561858" y="241680"/>
                  <a:pt x="557786" y="241680"/>
                </a:cubicBezTo>
                <a:lnTo>
                  <a:pt x="502415" y="241680"/>
                </a:lnTo>
                <a:lnTo>
                  <a:pt x="502415" y="200315"/>
                </a:lnTo>
                <a:lnTo>
                  <a:pt x="557786" y="200315"/>
                </a:lnTo>
                <a:cubicBezTo>
                  <a:pt x="562021" y="200315"/>
                  <a:pt x="565929" y="198197"/>
                  <a:pt x="568209" y="194452"/>
                </a:cubicBezTo>
                <a:cubicBezTo>
                  <a:pt x="570326" y="190869"/>
                  <a:pt x="570326" y="186309"/>
                  <a:pt x="568209" y="182563"/>
                </a:cubicBezTo>
                <a:cubicBezTo>
                  <a:pt x="565929" y="178980"/>
                  <a:pt x="562021" y="176700"/>
                  <a:pt x="557786" y="176863"/>
                </a:cubicBezTo>
                <a:lnTo>
                  <a:pt x="502415" y="176863"/>
                </a:lnTo>
                <a:lnTo>
                  <a:pt x="502415" y="96086"/>
                </a:lnTo>
                <a:cubicBezTo>
                  <a:pt x="502415" y="80289"/>
                  <a:pt x="489223" y="67260"/>
                  <a:pt x="473426" y="67260"/>
                </a:cubicBezTo>
                <a:lnTo>
                  <a:pt x="394766" y="67260"/>
                </a:lnTo>
                <a:lnTo>
                  <a:pt x="394766" y="11889"/>
                </a:lnTo>
                <a:cubicBezTo>
                  <a:pt x="394929" y="8794"/>
                  <a:pt x="393626" y="5700"/>
                  <a:pt x="391346" y="3420"/>
                </a:cubicBezTo>
                <a:cubicBezTo>
                  <a:pt x="389066" y="1303"/>
                  <a:pt x="386135" y="0"/>
                  <a:pt x="382878" y="0"/>
                </a:cubicBezTo>
                <a:cubicBezTo>
                  <a:pt x="376363" y="163"/>
                  <a:pt x="371315" y="5374"/>
                  <a:pt x="371315" y="11889"/>
                </a:cubicBezTo>
                <a:lnTo>
                  <a:pt x="371315" y="67260"/>
                </a:lnTo>
                <a:lnTo>
                  <a:pt x="329623" y="67260"/>
                </a:lnTo>
                <a:lnTo>
                  <a:pt x="329623" y="11889"/>
                </a:lnTo>
                <a:cubicBezTo>
                  <a:pt x="329623" y="8794"/>
                  <a:pt x="328483" y="5700"/>
                  <a:pt x="326203" y="3420"/>
                </a:cubicBezTo>
                <a:cubicBezTo>
                  <a:pt x="323923" y="1303"/>
                  <a:pt x="320829" y="0"/>
                  <a:pt x="317735" y="0"/>
                </a:cubicBezTo>
                <a:cubicBezTo>
                  <a:pt x="311220" y="163"/>
                  <a:pt x="306009" y="5374"/>
                  <a:pt x="306172" y="11889"/>
                </a:cubicBezTo>
                <a:lnTo>
                  <a:pt x="306172" y="67260"/>
                </a:lnTo>
                <a:lnTo>
                  <a:pt x="264480" y="67260"/>
                </a:lnTo>
                <a:lnTo>
                  <a:pt x="264480" y="11889"/>
                </a:lnTo>
                <a:cubicBezTo>
                  <a:pt x="264480" y="8794"/>
                  <a:pt x="263177" y="5700"/>
                  <a:pt x="261060" y="3420"/>
                </a:cubicBezTo>
                <a:cubicBezTo>
                  <a:pt x="258780" y="1303"/>
                  <a:pt x="255686" y="0"/>
                  <a:pt x="252592" y="0"/>
                </a:cubicBezTo>
                <a:cubicBezTo>
                  <a:pt x="246077" y="163"/>
                  <a:pt x="240866" y="5374"/>
                  <a:pt x="240866" y="11889"/>
                </a:cubicBezTo>
                <a:lnTo>
                  <a:pt x="240866" y="67260"/>
                </a:lnTo>
                <a:lnTo>
                  <a:pt x="199175" y="67260"/>
                </a:lnTo>
                <a:lnTo>
                  <a:pt x="199175" y="11889"/>
                </a:lnTo>
                <a:cubicBezTo>
                  <a:pt x="199337" y="8794"/>
                  <a:pt x="198035" y="5700"/>
                  <a:pt x="195755" y="3420"/>
                </a:cubicBezTo>
                <a:cubicBezTo>
                  <a:pt x="193475" y="1303"/>
                  <a:pt x="190543" y="0"/>
                  <a:pt x="187286" y="0"/>
                </a:cubicBezTo>
                <a:close/>
                <a:moveTo>
                  <a:pt x="97552" y="90712"/>
                </a:moveTo>
                <a:lnTo>
                  <a:pt x="473426" y="90712"/>
                </a:lnTo>
                <a:cubicBezTo>
                  <a:pt x="476683" y="90712"/>
                  <a:pt x="478801" y="92992"/>
                  <a:pt x="478801" y="96086"/>
                </a:cubicBezTo>
                <a:lnTo>
                  <a:pt x="478801" y="470006"/>
                </a:lnTo>
                <a:cubicBezTo>
                  <a:pt x="478801" y="473263"/>
                  <a:pt x="476683" y="475543"/>
                  <a:pt x="473426" y="475543"/>
                </a:cubicBezTo>
                <a:lnTo>
                  <a:pt x="97552" y="475543"/>
                </a:lnTo>
                <a:cubicBezTo>
                  <a:pt x="94294" y="475543"/>
                  <a:pt x="92014" y="473263"/>
                  <a:pt x="92014" y="470006"/>
                </a:cubicBezTo>
                <a:lnTo>
                  <a:pt x="92014" y="96086"/>
                </a:lnTo>
                <a:cubicBezTo>
                  <a:pt x="92014" y="92992"/>
                  <a:pt x="94294" y="90712"/>
                  <a:pt x="97552" y="90712"/>
                </a:cubicBezTo>
                <a:close/>
                <a:moveTo>
                  <a:pt x="339395" y="115954"/>
                </a:moveTo>
                <a:cubicBezTo>
                  <a:pt x="335160" y="115954"/>
                  <a:pt x="331252" y="118234"/>
                  <a:pt x="329135" y="121817"/>
                </a:cubicBezTo>
                <a:cubicBezTo>
                  <a:pt x="327180" y="125400"/>
                  <a:pt x="327180" y="129960"/>
                  <a:pt x="329135" y="133543"/>
                </a:cubicBezTo>
                <a:cubicBezTo>
                  <a:pt x="331252" y="137126"/>
                  <a:pt x="335160" y="139406"/>
                  <a:pt x="339395" y="139406"/>
                </a:cubicBezTo>
                <a:lnTo>
                  <a:pt x="425709" y="139406"/>
                </a:lnTo>
                <a:lnTo>
                  <a:pt x="425709" y="226372"/>
                </a:lnTo>
                <a:cubicBezTo>
                  <a:pt x="425546" y="230606"/>
                  <a:pt x="427826" y="234515"/>
                  <a:pt x="431572" y="236632"/>
                </a:cubicBezTo>
                <a:cubicBezTo>
                  <a:pt x="435155" y="238912"/>
                  <a:pt x="439715" y="238912"/>
                  <a:pt x="443461" y="236632"/>
                </a:cubicBezTo>
                <a:cubicBezTo>
                  <a:pt x="447043" y="234515"/>
                  <a:pt x="449323" y="230606"/>
                  <a:pt x="449161" y="226372"/>
                </a:cubicBezTo>
                <a:lnTo>
                  <a:pt x="449161" y="127680"/>
                </a:lnTo>
                <a:cubicBezTo>
                  <a:pt x="449161" y="121166"/>
                  <a:pt x="443949" y="115954"/>
                  <a:pt x="437435" y="115954"/>
                </a:cubicBezTo>
                <a:lnTo>
                  <a:pt x="339395" y="115954"/>
                </a:lnTo>
                <a:close/>
                <a:moveTo>
                  <a:pt x="131589" y="116443"/>
                </a:moveTo>
                <a:cubicBezTo>
                  <a:pt x="125237" y="116443"/>
                  <a:pt x="119863" y="121654"/>
                  <a:pt x="119863" y="128169"/>
                </a:cubicBezTo>
                <a:lnTo>
                  <a:pt x="119863" y="225883"/>
                </a:lnTo>
                <a:cubicBezTo>
                  <a:pt x="119863" y="232235"/>
                  <a:pt x="125237" y="237609"/>
                  <a:pt x="131589" y="237609"/>
                </a:cubicBezTo>
                <a:cubicBezTo>
                  <a:pt x="138103" y="237609"/>
                  <a:pt x="143477" y="232235"/>
                  <a:pt x="143477" y="225883"/>
                </a:cubicBezTo>
                <a:lnTo>
                  <a:pt x="143477" y="139894"/>
                </a:lnTo>
                <a:lnTo>
                  <a:pt x="230769" y="139894"/>
                </a:lnTo>
                <a:cubicBezTo>
                  <a:pt x="235003" y="139894"/>
                  <a:pt x="238912" y="137777"/>
                  <a:pt x="241192" y="134032"/>
                </a:cubicBezTo>
                <a:cubicBezTo>
                  <a:pt x="243309" y="130449"/>
                  <a:pt x="243309" y="125889"/>
                  <a:pt x="241192" y="122143"/>
                </a:cubicBezTo>
                <a:cubicBezTo>
                  <a:pt x="238912" y="118560"/>
                  <a:pt x="235003" y="116280"/>
                  <a:pt x="230769" y="116443"/>
                </a:cubicBezTo>
                <a:lnTo>
                  <a:pt x="131589" y="116443"/>
                </a:lnTo>
                <a:close/>
                <a:moveTo>
                  <a:pt x="131914" y="326855"/>
                </a:moveTo>
                <a:cubicBezTo>
                  <a:pt x="125400" y="327018"/>
                  <a:pt x="120352" y="332229"/>
                  <a:pt x="120352" y="338743"/>
                </a:cubicBezTo>
                <a:lnTo>
                  <a:pt x="120352" y="437435"/>
                </a:lnTo>
                <a:cubicBezTo>
                  <a:pt x="120352" y="443786"/>
                  <a:pt x="125726" y="449161"/>
                  <a:pt x="132077" y="449161"/>
                </a:cubicBezTo>
                <a:lnTo>
                  <a:pt x="230280" y="449161"/>
                </a:lnTo>
                <a:cubicBezTo>
                  <a:pt x="234352" y="449161"/>
                  <a:pt x="238260" y="446881"/>
                  <a:pt x="240377" y="443298"/>
                </a:cubicBezTo>
                <a:cubicBezTo>
                  <a:pt x="242495" y="439552"/>
                  <a:pt x="242495" y="435155"/>
                  <a:pt x="240377" y="431572"/>
                </a:cubicBezTo>
                <a:cubicBezTo>
                  <a:pt x="238260" y="427989"/>
                  <a:pt x="234352" y="425709"/>
                  <a:pt x="230280" y="425709"/>
                </a:cubicBezTo>
                <a:lnTo>
                  <a:pt x="143803" y="425709"/>
                </a:lnTo>
                <a:lnTo>
                  <a:pt x="143803" y="338743"/>
                </a:lnTo>
                <a:cubicBezTo>
                  <a:pt x="143966" y="335486"/>
                  <a:pt x="142663" y="332555"/>
                  <a:pt x="140383" y="330275"/>
                </a:cubicBezTo>
                <a:cubicBezTo>
                  <a:pt x="138266" y="327995"/>
                  <a:pt x="135172" y="326855"/>
                  <a:pt x="131914" y="326855"/>
                </a:cubicBezTo>
                <a:close/>
                <a:moveTo>
                  <a:pt x="437761" y="327343"/>
                </a:moveTo>
                <a:cubicBezTo>
                  <a:pt x="431246" y="327506"/>
                  <a:pt x="426035" y="332718"/>
                  <a:pt x="426198" y="339232"/>
                </a:cubicBezTo>
                <a:lnTo>
                  <a:pt x="426198" y="425221"/>
                </a:lnTo>
                <a:lnTo>
                  <a:pt x="338906" y="425221"/>
                </a:lnTo>
                <a:cubicBezTo>
                  <a:pt x="334672" y="425221"/>
                  <a:pt x="330763" y="427501"/>
                  <a:pt x="328646" y="431083"/>
                </a:cubicBezTo>
                <a:cubicBezTo>
                  <a:pt x="326692" y="434666"/>
                  <a:pt x="326692" y="439063"/>
                  <a:pt x="328646" y="442809"/>
                </a:cubicBezTo>
                <a:cubicBezTo>
                  <a:pt x="330763" y="446392"/>
                  <a:pt x="334672" y="448672"/>
                  <a:pt x="338906" y="448672"/>
                </a:cubicBezTo>
                <a:lnTo>
                  <a:pt x="437923" y="448672"/>
                </a:lnTo>
                <a:cubicBezTo>
                  <a:pt x="444438" y="448672"/>
                  <a:pt x="449649" y="443298"/>
                  <a:pt x="449649" y="436946"/>
                </a:cubicBezTo>
                <a:lnTo>
                  <a:pt x="449649" y="339232"/>
                </a:lnTo>
                <a:cubicBezTo>
                  <a:pt x="449649" y="335975"/>
                  <a:pt x="448509" y="333043"/>
                  <a:pt x="446229" y="330763"/>
                </a:cubicBezTo>
                <a:cubicBezTo>
                  <a:pt x="443949" y="328483"/>
                  <a:pt x="440855" y="327343"/>
                  <a:pt x="437761" y="32734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BA496-9C28-4AB2-BDFC-77435408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30" y="463073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38FCB-8D52-4C1F-9F0D-46CAE0B6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330" y="463073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C538B-EF5A-42D5-AF9B-C42B0092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130" y="463073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97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58EF2C30-FD16-4558-A054-9DBAC9F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090" y="510017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0" y="71377"/>
                </a:moveTo>
                <a:lnTo>
                  <a:pt x="212642" y="71377"/>
                </a:lnTo>
                <a:cubicBezTo>
                  <a:pt x="212769" y="68112"/>
                  <a:pt x="213437" y="65811"/>
                  <a:pt x="214646" y="64475"/>
                </a:cubicBezTo>
                <a:cubicBezTo>
                  <a:pt x="215855" y="63139"/>
                  <a:pt x="217350" y="62471"/>
                  <a:pt x="219131" y="62471"/>
                </a:cubicBezTo>
                <a:cubicBezTo>
                  <a:pt x="221082" y="62471"/>
                  <a:pt x="222662" y="63139"/>
                  <a:pt x="223870" y="64475"/>
                </a:cubicBezTo>
                <a:cubicBezTo>
                  <a:pt x="225079" y="65811"/>
                  <a:pt x="225683" y="68112"/>
                  <a:pt x="225683" y="71377"/>
                </a:cubicBezTo>
                <a:lnTo>
                  <a:pt x="225683" y="84482"/>
                </a:lnTo>
                <a:lnTo>
                  <a:pt x="168938" y="84482"/>
                </a:lnTo>
                <a:lnTo>
                  <a:pt x="168938" y="73668"/>
                </a:lnTo>
                <a:lnTo>
                  <a:pt x="203291" y="39824"/>
                </a:lnTo>
                <a:lnTo>
                  <a:pt x="183315" y="39824"/>
                </a:lnTo>
                <a:lnTo>
                  <a:pt x="183315" y="41096"/>
                </a:lnTo>
                <a:cubicBezTo>
                  <a:pt x="183315" y="44362"/>
                  <a:pt x="182711" y="46662"/>
                  <a:pt x="181502" y="47998"/>
                </a:cubicBezTo>
                <a:cubicBezTo>
                  <a:pt x="180293" y="49334"/>
                  <a:pt x="178714" y="50002"/>
                  <a:pt x="176763" y="50002"/>
                </a:cubicBezTo>
                <a:cubicBezTo>
                  <a:pt x="174812" y="50002"/>
                  <a:pt x="173232" y="49334"/>
                  <a:pt x="172023" y="47998"/>
                </a:cubicBezTo>
                <a:cubicBezTo>
                  <a:pt x="170815" y="46662"/>
                  <a:pt x="170210" y="44362"/>
                  <a:pt x="170210" y="41096"/>
                </a:cubicBezTo>
                <a:lnTo>
                  <a:pt x="170274" y="26719"/>
                </a:lnTo>
                <a:lnTo>
                  <a:pt x="224220" y="26719"/>
                </a:lnTo>
                <a:lnTo>
                  <a:pt x="224220" y="37406"/>
                </a:lnTo>
                <a:lnTo>
                  <a:pt x="189740" y="71377"/>
                </a:lnTo>
                <a:close/>
                <a:moveTo>
                  <a:pt x="362963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6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2" y="84482"/>
                </a:cubicBezTo>
                <a:lnTo>
                  <a:pt x="366250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1" y="74946"/>
                  <a:pt x="358966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1" y="71377"/>
                </a:lnTo>
                <a:cubicBezTo>
                  <a:pt x="345214" y="71889"/>
                  <a:pt x="346645" y="72677"/>
                  <a:pt x="347515" y="73743"/>
                </a:cubicBezTo>
                <a:cubicBezTo>
                  <a:pt x="348384" y="74809"/>
                  <a:pt x="348819" y="76172"/>
                  <a:pt x="348819" y="77834"/>
                </a:cubicBezTo>
                <a:cubicBezTo>
                  <a:pt x="348819" y="79837"/>
                  <a:pt x="348161" y="81446"/>
                  <a:pt x="346847" y="82661"/>
                </a:cubicBezTo>
                <a:cubicBezTo>
                  <a:pt x="345532" y="83875"/>
                  <a:pt x="343305" y="84482"/>
                  <a:pt x="340167" y="84482"/>
                </a:cubicBezTo>
                <a:lnTo>
                  <a:pt x="325472" y="84482"/>
                </a:lnTo>
                <a:cubicBezTo>
                  <a:pt x="322333" y="84482"/>
                  <a:pt x="320096" y="83875"/>
                  <a:pt x="318760" y="82661"/>
                </a:cubicBezTo>
                <a:cubicBezTo>
                  <a:pt x="317424" y="81446"/>
                  <a:pt x="316756" y="79858"/>
                  <a:pt x="316756" y="77898"/>
                </a:cubicBezTo>
                <a:cubicBezTo>
                  <a:pt x="316756" y="76107"/>
                  <a:pt x="317350" y="74605"/>
                  <a:pt x="318537" y="73391"/>
                </a:cubicBezTo>
                <a:cubicBezTo>
                  <a:pt x="319725" y="72176"/>
                  <a:pt x="321506" y="71505"/>
                  <a:pt x="323881" y="71377"/>
                </a:cubicBezTo>
                <a:lnTo>
                  <a:pt x="343268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7" y="37746"/>
                </a:cubicBezTo>
                <a:cubicBezTo>
                  <a:pt x="319820" y="36531"/>
                  <a:pt x="319237" y="35029"/>
                  <a:pt x="319237" y="33239"/>
                </a:cubicBezTo>
                <a:cubicBezTo>
                  <a:pt x="319237" y="31322"/>
                  <a:pt x="319905" y="29756"/>
                  <a:pt x="321241" y="28542"/>
                </a:cubicBezTo>
                <a:cubicBezTo>
                  <a:pt x="322577" y="27326"/>
                  <a:pt x="324814" y="26719"/>
                  <a:pt x="327953" y="26719"/>
                </a:cubicBezTo>
                <a:lnTo>
                  <a:pt x="340167" y="26719"/>
                </a:lnTo>
                <a:cubicBezTo>
                  <a:pt x="343305" y="26719"/>
                  <a:pt x="345543" y="27326"/>
                  <a:pt x="346878" y="28542"/>
                </a:cubicBezTo>
                <a:cubicBezTo>
                  <a:pt x="348214" y="29756"/>
                  <a:pt x="348882" y="31300"/>
                  <a:pt x="348882" y="33176"/>
                </a:cubicBezTo>
                <a:cubicBezTo>
                  <a:pt x="348882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69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4" y="28542"/>
                </a:cubicBezTo>
                <a:cubicBezTo>
                  <a:pt x="360810" y="27326"/>
                  <a:pt x="363048" y="26719"/>
                  <a:pt x="366186" y="26719"/>
                </a:cubicBezTo>
                <a:lnTo>
                  <a:pt x="378273" y="26719"/>
                </a:lnTo>
                <a:cubicBezTo>
                  <a:pt x="381411" y="26719"/>
                  <a:pt x="383649" y="27326"/>
                  <a:pt x="384985" y="28542"/>
                </a:cubicBezTo>
                <a:cubicBezTo>
                  <a:pt x="386320" y="29756"/>
                  <a:pt x="386988" y="31343"/>
                  <a:pt x="386988" y="33303"/>
                </a:cubicBezTo>
                <a:cubicBezTo>
                  <a:pt x="386988" y="35050"/>
                  <a:pt x="386405" y="36531"/>
                  <a:pt x="385239" y="37746"/>
                </a:cubicBezTo>
                <a:cubicBezTo>
                  <a:pt x="384073" y="38960"/>
                  <a:pt x="382344" y="39653"/>
                  <a:pt x="380054" y="39824"/>
                </a:cubicBezTo>
                <a:lnTo>
                  <a:pt x="362963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5" y="40905"/>
                </a:moveTo>
                <a:cubicBezTo>
                  <a:pt x="610094" y="43535"/>
                  <a:pt x="612978" y="46578"/>
                  <a:pt x="614887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8" y="70540"/>
                  <a:pt x="613964" y="74463"/>
                </a:cubicBezTo>
                <a:cubicBezTo>
                  <a:pt x="611441" y="78386"/>
                  <a:pt x="607783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5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9" y="71824"/>
                  <a:pt x="559000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1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4" y="73286"/>
                  <a:pt x="596226" y="72302"/>
                  <a:pt x="599619" y="70336"/>
                </a:cubicBezTo>
                <a:cubicBezTo>
                  <a:pt x="603012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8" y="51805"/>
                  <a:pt x="597138" y="49890"/>
                  <a:pt x="593830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8000" y="43736"/>
                  <a:pt x="577417" y="42241"/>
                  <a:pt x="577417" y="40460"/>
                </a:cubicBezTo>
                <a:cubicBezTo>
                  <a:pt x="577417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1" y="33611"/>
                  <a:pt x="594487" y="33061"/>
                  <a:pt x="596183" y="32132"/>
                </a:cubicBezTo>
                <a:cubicBezTo>
                  <a:pt x="597880" y="31202"/>
                  <a:pt x="599248" y="29923"/>
                  <a:pt x="600287" y="28295"/>
                </a:cubicBezTo>
                <a:cubicBezTo>
                  <a:pt x="601326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9" y="14110"/>
                  <a:pt x="592091" y="13105"/>
                  <a:pt x="587214" y="13105"/>
                </a:cubicBezTo>
                <a:cubicBezTo>
                  <a:pt x="580937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3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4" y="16483"/>
                  <a:pt x="561004" y="14612"/>
                </a:cubicBezTo>
                <a:cubicBezTo>
                  <a:pt x="561004" y="11676"/>
                  <a:pt x="562955" y="8826"/>
                  <a:pt x="566856" y="6061"/>
                </a:cubicBezTo>
                <a:cubicBezTo>
                  <a:pt x="572539" y="2020"/>
                  <a:pt x="579643" y="0"/>
                  <a:pt x="588168" y="0"/>
                </a:cubicBezTo>
                <a:cubicBezTo>
                  <a:pt x="596226" y="0"/>
                  <a:pt x="602693" y="2294"/>
                  <a:pt x="607571" y="6882"/>
                </a:cubicBezTo>
                <a:cubicBezTo>
                  <a:pt x="612448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19" y="38441"/>
                  <a:pt x="606235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8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1" y="64316"/>
                </a:cubicBezTo>
                <a:cubicBezTo>
                  <a:pt x="689655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8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1" y="82669"/>
                </a:cubicBezTo>
                <a:cubicBezTo>
                  <a:pt x="689655" y="83878"/>
                  <a:pt x="687417" y="84482"/>
                  <a:pt x="684279" y="84482"/>
                </a:cubicBezTo>
                <a:lnTo>
                  <a:pt x="666785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B06E91A4-5B69-4B6C-BFC6-43CF8B54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088" y="672874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0" y="71377"/>
                </a:lnTo>
                <a:cubicBezTo>
                  <a:pt x="225026" y="71377"/>
                  <a:pt x="227253" y="71982"/>
                  <a:pt x="228610" y="73190"/>
                </a:cubicBezTo>
                <a:cubicBezTo>
                  <a:pt x="229967" y="74399"/>
                  <a:pt x="230645" y="75979"/>
                  <a:pt x="230645" y="77930"/>
                </a:cubicBezTo>
                <a:cubicBezTo>
                  <a:pt x="230645" y="79881"/>
                  <a:pt x="229978" y="81460"/>
                  <a:pt x="228642" y="82669"/>
                </a:cubicBezTo>
                <a:cubicBezTo>
                  <a:pt x="227306" y="83878"/>
                  <a:pt x="225068" y="84482"/>
                  <a:pt x="221930" y="84482"/>
                </a:cubicBezTo>
                <a:lnTo>
                  <a:pt x="206662" y="84482"/>
                </a:lnTo>
                <a:lnTo>
                  <a:pt x="206662" y="81301"/>
                </a:lnTo>
                <a:cubicBezTo>
                  <a:pt x="203693" y="83019"/>
                  <a:pt x="200587" y="84318"/>
                  <a:pt x="197342" y="85198"/>
                </a:cubicBezTo>
                <a:cubicBezTo>
                  <a:pt x="194098" y="86078"/>
                  <a:pt x="190737" y="86518"/>
                  <a:pt x="187259" y="86518"/>
                </a:cubicBezTo>
                <a:cubicBezTo>
                  <a:pt x="177462" y="86518"/>
                  <a:pt x="169574" y="83687"/>
                  <a:pt x="163594" y="78025"/>
                </a:cubicBezTo>
                <a:cubicBezTo>
                  <a:pt x="157614" y="72363"/>
                  <a:pt x="154624" y="65313"/>
                  <a:pt x="154624" y="56873"/>
                </a:cubicBezTo>
                <a:cubicBezTo>
                  <a:pt x="154624" y="48051"/>
                  <a:pt x="157763" y="40523"/>
                  <a:pt x="164039" y="34289"/>
                </a:cubicBezTo>
                <a:cubicBezTo>
                  <a:pt x="170316" y="28055"/>
                  <a:pt x="177971" y="24938"/>
                  <a:pt x="187005" y="24938"/>
                </a:cubicBezTo>
                <a:cubicBezTo>
                  <a:pt x="190398" y="24938"/>
                  <a:pt x="193727" y="25460"/>
                  <a:pt x="196993" y="26504"/>
                </a:cubicBezTo>
                <a:cubicBezTo>
                  <a:pt x="200258" y="27548"/>
                  <a:pt x="203481" y="29114"/>
                  <a:pt x="206662" y="31202"/>
                </a:cubicBezTo>
                <a:lnTo>
                  <a:pt x="206662" y="15013"/>
                </a:lnTo>
                <a:lnTo>
                  <a:pt x="204436" y="15013"/>
                </a:lnTo>
                <a:cubicBezTo>
                  <a:pt x="201297" y="15013"/>
                  <a:pt x="199060" y="14409"/>
                  <a:pt x="197724" y="13200"/>
                </a:cubicBezTo>
                <a:cubicBezTo>
                  <a:pt x="196388" y="11992"/>
                  <a:pt x="195720" y="10412"/>
                  <a:pt x="195720" y="8461"/>
                </a:cubicBezTo>
                <a:cubicBezTo>
                  <a:pt x="195720" y="6510"/>
                  <a:pt x="196388" y="4930"/>
                  <a:pt x="197724" y="3722"/>
                </a:cubicBezTo>
                <a:cubicBezTo>
                  <a:pt x="199060" y="2513"/>
                  <a:pt x="201297" y="1908"/>
                  <a:pt x="204436" y="1908"/>
                </a:cubicBezTo>
                <a:lnTo>
                  <a:pt x="219704" y="1908"/>
                </a:lnTo>
                <a:moveTo>
                  <a:pt x="206662" y="57249"/>
                </a:moveTo>
                <a:cubicBezTo>
                  <a:pt x="206662" y="51882"/>
                  <a:pt x="204775" y="47340"/>
                  <a:pt x="201000" y="43621"/>
                </a:cubicBezTo>
                <a:cubicBezTo>
                  <a:pt x="197226" y="39902"/>
                  <a:pt x="192603" y="38042"/>
                  <a:pt x="187132" y="38042"/>
                </a:cubicBezTo>
                <a:cubicBezTo>
                  <a:pt x="181703" y="38042"/>
                  <a:pt x="177102" y="39902"/>
                  <a:pt x="173327" y="43621"/>
                </a:cubicBezTo>
                <a:cubicBezTo>
                  <a:pt x="169553" y="47340"/>
                  <a:pt x="167666" y="51819"/>
                  <a:pt x="167666" y="57060"/>
                </a:cubicBezTo>
                <a:cubicBezTo>
                  <a:pt x="167666" y="61835"/>
                  <a:pt x="169362" y="65755"/>
                  <a:pt x="172755" y="68819"/>
                </a:cubicBezTo>
                <a:cubicBezTo>
                  <a:pt x="176148" y="71882"/>
                  <a:pt x="180940" y="73413"/>
                  <a:pt x="187132" y="73413"/>
                </a:cubicBezTo>
                <a:cubicBezTo>
                  <a:pt x="193282" y="73413"/>
                  <a:pt x="198074" y="71882"/>
                  <a:pt x="201509" y="68819"/>
                </a:cubicBezTo>
                <a:cubicBezTo>
                  <a:pt x="204945" y="65755"/>
                  <a:pt x="206662" y="61898"/>
                  <a:pt x="206662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9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3" y="84482"/>
                  <a:pt x="374074" y="84482"/>
                </a:cubicBezTo>
                <a:lnTo>
                  <a:pt x="359252" y="84482"/>
                </a:lnTo>
                <a:cubicBezTo>
                  <a:pt x="356113" y="84482"/>
                  <a:pt x="353876" y="83875"/>
                  <a:pt x="352540" y="82661"/>
                </a:cubicBezTo>
                <a:cubicBezTo>
                  <a:pt x="351204" y="81446"/>
                  <a:pt x="350536" y="79837"/>
                  <a:pt x="350536" y="77834"/>
                </a:cubicBezTo>
                <a:cubicBezTo>
                  <a:pt x="350536" y="76300"/>
                  <a:pt x="351014" y="74946"/>
                  <a:pt x="351968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59" y="62950"/>
                </a:lnTo>
                <a:lnTo>
                  <a:pt x="336223" y="71377"/>
                </a:lnTo>
                <a:cubicBezTo>
                  <a:pt x="338216" y="71889"/>
                  <a:pt x="339647" y="72677"/>
                  <a:pt x="340517" y="73743"/>
                </a:cubicBezTo>
                <a:cubicBezTo>
                  <a:pt x="341386" y="74809"/>
                  <a:pt x="341821" y="76172"/>
                  <a:pt x="341821" y="77834"/>
                </a:cubicBezTo>
                <a:cubicBezTo>
                  <a:pt x="341821" y="79837"/>
                  <a:pt x="341164" y="81446"/>
                  <a:pt x="339849" y="82661"/>
                </a:cubicBezTo>
                <a:cubicBezTo>
                  <a:pt x="338534" y="83875"/>
                  <a:pt x="336308" y="84482"/>
                  <a:pt x="333169" y="84482"/>
                </a:cubicBezTo>
                <a:lnTo>
                  <a:pt x="318474" y="84482"/>
                </a:lnTo>
                <a:cubicBezTo>
                  <a:pt x="315335" y="84482"/>
                  <a:pt x="313098" y="83875"/>
                  <a:pt x="311762" y="82661"/>
                </a:cubicBezTo>
                <a:cubicBezTo>
                  <a:pt x="310426" y="81446"/>
                  <a:pt x="309758" y="79858"/>
                  <a:pt x="309758" y="77898"/>
                </a:cubicBezTo>
                <a:cubicBezTo>
                  <a:pt x="309758" y="76107"/>
                  <a:pt x="310352" y="74605"/>
                  <a:pt x="311540" y="73391"/>
                </a:cubicBezTo>
                <a:cubicBezTo>
                  <a:pt x="312727" y="72176"/>
                  <a:pt x="314508" y="71505"/>
                  <a:pt x="316883" y="71377"/>
                </a:cubicBezTo>
                <a:lnTo>
                  <a:pt x="336270" y="54551"/>
                </a:lnTo>
                <a:lnTo>
                  <a:pt x="319110" y="39824"/>
                </a:lnTo>
                <a:cubicBezTo>
                  <a:pt x="316862" y="39653"/>
                  <a:pt x="315155" y="38960"/>
                  <a:pt x="313989" y="37746"/>
                </a:cubicBezTo>
                <a:cubicBezTo>
                  <a:pt x="312823" y="36531"/>
                  <a:pt x="312239" y="35029"/>
                  <a:pt x="312239" y="33239"/>
                </a:cubicBezTo>
                <a:cubicBezTo>
                  <a:pt x="312239" y="31322"/>
                  <a:pt x="312907" y="29756"/>
                  <a:pt x="314243" y="28542"/>
                </a:cubicBezTo>
                <a:cubicBezTo>
                  <a:pt x="315579" y="27326"/>
                  <a:pt x="317816" y="26719"/>
                  <a:pt x="320955" y="26719"/>
                </a:cubicBezTo>
                <a:lnTo>
                  <a:pt x="333169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2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8" y="26719"/>
                </a:cubicBezTo>
                <a:lnTo>
                  <a:pt x="371275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1" y="37746"/>
                </a:cubicBezTo>
                <a:cubicBezTo>
                  <a:pt x="377075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3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9" y="84482"/>
                </a:cubicBezTo>
                <a:lnTo>
                  <a:pt x="593766" y="84482"/>
                </a:lnTo>
                <a:cubicBezTo>
                  <a:pt x="590628" y="84482"/>
                  <a:pt x="588390" y="83875"/>
                  <a:pt x="587054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4" y="62950"/>
                </a:lnTo>
                <a:lnTo>
                  <a:pt x="570737" y="71377"/>
                </a:lnTo>
                <a:cubicBezTo>
                  <a:pt x="572730" y="71889"/>
                  <a:pt x="574162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2" y="84482"/>
                  <a:pt x="567683" y="84482"/>
                </a:cubicBezTo>
                <a:lnTo>
                  <a:pt x="552988" y="84482"/>
                </a:lnTo>
                <a:cubicBezTo>
                  <a:pt x="549850" y="84482"/>
                  <a:pt x="547612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6" y="74605"/>
                  <a:pt x="546054" y="73391"/>
                </a:cubicBezTo>
                <a:cubicBezTo>
                  <a:pt x="547241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3" y="27326"/>
                  <a:pt x="552331" y="26719"/>
                  <a:pt x="555469" y="26719"/>
                </a:cubicBezTo>
                <a:lnTo>
                  <a:pt x="567683" y="26719"/>
                </a:lnTo>
                <a:cubicBezTo>
                  <a:pt x="570822" y="26719"/>
                  <a:pt x="573059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5" y="37746"/>
                </a:cubicBezTo>
                <a:cubicBezTo>
                  <a:pt x="611589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2" y="29263"/>
                  <a:pt x="657051" y="28500"/>
                  <a:pt x="660995" y="28500"/>
                </a:cubicBezTo>
                <a:cubicBezTo>
                  <a:pt x="669011" y="28500"/>
                  <a:pt x="675670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1" y="73734"/>
                  <a:pt x="680876" y="78797"/>
                </a:cubicBezTo>
                <a:cubicBezTo>
                  <a:pt x="675511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3" y="70180"/>
                  <a:pt x="630046" y="68878"/>
                </a:cubicBezTo>
                <a:cubicBezTo>
                  <a:pt x="631340" y="67576"/>
                  <a:pt x="632877" y="66924"/>
                  <a:pt x="634658" y="66924"/>
                </a:cubicBezTo>
                <a:cubicBezTo>
                  <a:pt x="636143" y="66924"/>
                  <a:pt x="637754" y="67642"/>
                  <a:pt x="639493" y="69077"/>
                </a:cubicBezTo>
                <a:cubicBezTo>
                  <a:pt x="641232" y="70513"/>
                  <a:pt x="643056" y="71509"/>
                  <a:pt x="644964" y="72065"/>
                </a:cubicBezTo>
                <a:cubicBezTo>
                  <a:pt x="647679" y="72879"/>
                  <a:pt x="651156" y="73286"/>
                  <a:pt x="655397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1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3" y="2163"/>
                </a:lnTo>
                <a:cubicBezTo>
                  <a:pt x="677811" y="2163"/>
                  <a:pt x="680049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9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...">
            <a:extLst xmlns:a="http://schemas.openxmlformats.org/drawingml/2006/main">
              <a:ext uri="{FF2B5EF4-FFF2-40B4-BE49-F238E27FC236}">
                <a16:creationId xmlns:a16="http://schemas.microsoft.com/office/drawing/2014/main" id="{697FDB3D-7BA4-4251-BC6F-754F46A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188" y="921232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5DB55-F52B-42D3-9F66-7D8941E7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758" y="54450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DBF213-2E04-49B6-99D0-8BE7523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758" y="54450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5C678-9D12-4DE5-B6DA-F850EB3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559" y="54450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03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575C4944-0F6D-4F65-9FE8-9710312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518" y="591445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20" y="72176"/>
                  <a:pt x="388007" y="73391"/>
                </a:cubicBezTo>
                <a:cubicBezTo>
                  <a:pt x="389195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5" y="82661"/>
                </a:cubicBezTo>
                <a:cubicBezTo>
                  <a:pt x="386449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5" y="71889"/>
                  <a:pt x="346646" y="72677"/>
                  <a:pt x="347515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2" y="81446"/>
                  <a:pt x="346848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4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0" y="39188"/>
                </a:lnTo>
                <a:cubicBezTo>
                  <a:pt x="358638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4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5" y="40905"/>
                </a:moveTo>
                <a:cubicBezTo>
                  <a:pt x="610094" y="43535"/>
                  <a:pt x="612978" y="46578"/>
                  <a:pt x="614887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8" y="70540"/>
                  <a:pt x="613964" y="74463"/>
                </a:cubicBezTo>
                <a:cubicBezTo>
                  <a:pt x="611441" y="78386"/>
                  <a:pt x="607783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5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9" y="71824"/>
                  <a:pt x="559000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1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4" y="73286"/>
                  <a:pt x="596226" y="72302"/>
                  <a:pt x="599619" y="70336"/>
                </a:cubicBezTo>
                <a:cubicBezTo>
                  <a:pt x="603012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8" y="51805"/>
                  <a:pt x="597138" y="49890"/>
                  <a:pt x="593830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8000" y="43736"/>
                  <a:pt x="577417" y="42241"/>
                  <a:pt x="577417" y="40460"/>
                </a:cubicBezTo>
                <a:cubicBezTo>
                  <a:pt x="577417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1" y="33611"/>
                  <a:pt x="594487" y="33061"/>
                  <a:pt x="596183" y="32132"/>
                </a:cubicBezTo>
                <a:cubicBezTo>
                  <a:pt x="597880" y="31202"/>
                  <a:pt x="599248" y="29923"/>
                  <a:pt x="600287" y="28295"/>
                </a:cubicBezTo>
                <a:cubicBezTo>
                  <a:pt x="601326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9" y="14110"/>
                  <a:pt x="592091" y="13105"/>
                  <a:pt x="587214" y="13105"/>
                </a:cubicBezTo>
                <a:cubicBezTo>
                  <a:pt x="580937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3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4" y="16483"/>
                  <a:pt x="561004" y="14612"/>
                </a:cubicBezTo>
                <a:cubicBezTo>
                  <a:pt x="561004" y="11676"/>
                  <a:pt x="562955" y="8826"/>
                  <a:pt x="566856" y="6061"/>
                </a:cubicBezTo>
                <a:cubicBezTo>
                  <a:pt x="572539" y="2020"/>
                  <a:pt x="579643" y="0"/>
                  <a:pt x="588168" y="0"/>
                </a:cubicBezTo>
                <a:cubicBezTo>
                  <a:pt x="596226" y="0"/>
                  <a:pt x="602693" y="2294"/>
                  <a:pt x="607571" y="6882"/>
                </a:cubicBezTo>
                <a:cubicBezTo>
                  <a:pt x="612448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19" y="38441"/>
                  <a:pt x="606235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8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1" y="64316"/>
                </a:cubicBezTo>
                <a:cubicBezTo>
                  <a:pt x="689655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8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1" y="82669"/>
                </a:cubicBezTo>
                <a:cubicBezTo>
                  <a:pt x="689655" y="83878"/>
                  <a:pt x="687417" y="84482"/>
                  <a:pt x="684279" y="84482"/>
                </a:cubicBezTo>
                <a:lnTo>
                  <a:pt x="666785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8CD2AE51-0915-49FA-B1EF-AF411C1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516" y="754303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8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3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9" y="84482"/>
                </a:cubicBezTo>
                <a:lnTo>
                  <a:pt x="593766" y="84482"/>
                </a:lnTo>
                <a:cubicBezTo>
                  <a:pt x="590628" y="84482"/>
                  <a:pt x="588390" y="83875"/>
                  <a:pt x="587054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4" y="62950"/>
                </a:lnTo>
                <a:lnTo>
                  <a:pt x="570737" y="71377"/>
                </a:lnTo>
                <a:cubicBezTo>
                  <a:pt x="572730" y="71889"/>
                  <a:pt x="574162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2" y="84482"/>
                  <a:pt x="567683" y="84482"/>
                </a:cubicBezTo>
                <a:lnTo>
                  <a:pt x="552988" y="84482"/>
                </a:lnTo>
                <a:cubicBezTo>
                  <a:pt x="549850" y="84482"/>
                  <a:pt x="547612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6" y="74605"/>
                  <a:pt x="546054" y="73391"/>
                </a:cubicBezTo>
                <a:cubicBezTo>
                  <a:pt x="547241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3" y="27326"/>
                  <a:pt x="552331" y="26719"/>
                  <a:pt x="555469" y="26719"/>
                </a:cubicBezTo>
                <a:lnTo>
                  <a:pt x="567683" y="26719"/>
                </a:lnTo>
                <a:cubicBezTo>
                  <a:pt x="570822" y="26719"/>
                  <a:pt x="573059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5" y="37746"/>
                </a:cubicBezTo>
                <a:cubicBezTo>
                  <a:pt x="611589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2" y="29263"/>
                  <a:pt x="657051" y="28500"/>
                  <a:pt x="660995" y="28500"/>
                </a:cubicBezTo>
                <a:cubicBezTo>
                  <a:pt x="669011" y="28500"/>
                  <a:pt x="675670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1" y="73734"/>
                  <a:pt x="680876" y="78797"/>
                </a:cubicBezTo>
                <a:cubicBezTo>
                  <a:pt x="675511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3" y="70180"/>
                  <a:pt x="630046" y="68878"/>
                </a:cubicBezTo>
                <a:cubicBezTo>
                  <a:pt x="631340" y="67576"/>
                  <a:pt x="632877" y="66924"/>
                  <a:pt x="634658" y="66924"/>
                </a:cubicBezTo>
                <a:cubicBezTo>
                  <a:pt x="636143" y="66924"/>
                  <a:pt x="637754" y="67642"/>
                  <a:pt x="639493" y="69077"/>
                </a:cubicBezTo>
                <a:cubicBezTo>
                  <a:pt x="641232" y="70513"/>
                  <a:pt x="643056" y="71509"/>
                  <a:pt x="644964" y="72065"/>
                </a:cubicBezTo>
                <a:cubicBezTo>
                  <a:pt x="647679" y="72879"/>
                  <a:pt x="651156" y="73286"/>
                  <a:pt x="655397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1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3" y="2163"/>
                </a:lnTo>
                <a:cubicBezTo>
                  <a:pt x="677811" y="2163"/>
                  <a:pt x="680049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9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...">
            <a:extLst xmlns:a="http://schemas.openxmlformats.org/drawingml/2006/main">
              <a:ext uri="{FF2B5EF4-FFF2-40B4-BE49-F238E27FC236}">
                <a16:creationId xmlns:a16="http://schemas.microsoft.com/office/drawing/2014/main" id="{FBA9D0E8-8995-4714-BCC3-73C4267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616" y="1002660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EB2B0-5AEC-46D6-AD3F-3F2FE1C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73" y="625931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62B79-80A9-4C1E-9735-2A87A58E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473" y="625931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FB1E7-7DDE-4F02-B2C3-1231BC4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274" y="625931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09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13AC4288-FDD0-4B86-BB3C-05828FE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233" y="672874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29" y="62089"/>
                </a:moveTo>
                <a:lnTo>
                  <a:pt x="97828" y="62089"/>
                </a:lnTo>
                <a:cubicBezTo>
                  <a:pt x="99185" y="65482"/>
                  <a:pt x="101592" y="68218"/>
                  <a:pt x="105048" y="70296"/>
                </a:cubicBezTo>
                <a:cubicBezTo>
                  <a:pt x="108505" y="72374"/>
                  <a:pt x="113180" y="73413"/>
                  <a:pt x="119076" y="73413"/>
                </a:cubicBezTo>
                <a:cubicBezTo>
                  <a:pt x="123910" y="73413"/>
                  <a:pt x="130336" y="72389"/>
                  <a:pt x="138351" y="70342"/>
                </a:cubicBezTo>
                <a:cubicBezTo>
                  <a:pt x="141659" y="69505"/>
                  <a:pt x="143949" y="69087"/>
                  <a:pt x="145222" y="69087"/>
                </a:cubicBezTo>
                <a:cubicBezTo>
                  <a:pt x="146961" y="69087"/>
                  <a:pt x="148424" y="69702"/>
                  <a:pt x="149611" y="70932"/>
                </a:cubicBezTo>
                <a:cubicBezTo>
                  <a:pt x="150799" y="72162"/>
                  <a:pt x="151393" y="73710"/>
                  <a:pt x="151393" y="75576"/>
                </a:cubicBezTo>
                <a:cubicBezTo>
                  <a:pt x="151393" y="77272"/>
                  <a:pt x="150756" y="78714"/>
                  <a:pt x="149484" y="79902"/>
                </a:cubicBezTo>
                <a:cubicBezTo>
                  <a:pt x="147788" y="81471"/>
                  <a:pt x="143653" y="82966"/>
                  <a:pt x="137079" y="84387"/>
                </a:cubicBezTo>
                <a:cubicBezTo>
                  <a:pt x="130505" y="85808"/>
                  <a:pt x="124186" y="86518"/>
                  <a:pt x="118121" y="86518"/>
                </a:cubicBezTo>
                <a:cubicBezTo>
                  <a:pt x="107688" y="86518"/>
                  <a:pt x="99344" y="83570"/>
                  <a:pt x="93088" y="77675"/>
                </a:cubicBezTo>
                <a:cubicBezTo>
                  <a:pt x="86833" y="71780"/>
                  <a:pt x="83705" y="64528"/>
                  <a:pt x="83705" y="55919"/>
                </a:cubicBezTo>
                <a:cubicBezTo>
                  <a:pt x="83705" y="46758"/>
                  <a:pt x="87087" y="39304"/>
                  <a:pt x="93852" y="33558"/>
                </a:cubicBezTo>
                <a:cubicBezTo>
                  <a:pt x="100616" y="27811"/>
                  <a:pt x="108409" y="24938"/>
                  <a:pt x="117231" y="24938"/>
                </a:cubicBezTo>
                <a:cubicBezTo>
                  <a:pt x="122532" y="24938"/>
                  <a:pt x="127399" y="25869"/>
                  <a:pt x="131831" y="27733"/>
                </a:cubicBezTo>
                <a:cubicBezTo>
                  <a:pt x="136262" y="29595"/>
                  <a:pt x="139560" y="31605"/>
                  <a:pt x="141723" y="33764"/>
                </a:cubicBezTo>
                <a:cubicBezTo>
                  <a:pt x="144776" y="36897"/>
                  <a:pt x="147300" y="40771"/>
                  <a:pt x="149293" y="45386"/>
                </a:cubicBezTo>
                <a:cubicBezTo>
                  <a:pt x="150650" y="48604"/>
                  <a:pt x="151329" y="52330"/>
                  <a:pt x="151329" y="56565"/>
                </a:cubicBezTo>
                <a:lnTo>
                  <a:pt x="151329" y="62089"/>
                </a:lnTo>
                <a:moveTo>
                  <a:pt x="136888" y="48984"/>
                </a:moveTo>
                <a:cubicBezTo>
                  <a:pt x="134895" y="45316"/>
                  <a:pt x="132286" y="42575"/>
                  <a:pt x="129063" y="40762"/>
                </a:cubicBezTo>
                <a:cubicBezTo>
                  <a:pt x="125840" y="38949"/>
                  <a:pt x="122002" y="38042"/>
                  <a:pt x="117549" y="38042"/>
                </a:cubicBezTo>
                <a:cubicBezTo>
                  <a:pt x="113138" y="38042"/>
                  <a:pt x="109321" y="38949"/>
                  <a:pt x="106098" y="40762"/>
                </a:cubicBezTo>
                <a:cubicBezTo>
                  <a:pt x="102875" y="42575"/>
                  <a:pt x="100245" y="45316"/>
                  <a:pt x="98209" y="48984"/>
                </a:cubicBezTo>
                <a:lnTo>
                  <a:pt x="136888" y="48984"/>
                </a:lnTo>
                <a:close/>
                <a:moveTo>
                  <a:pt x="189740" y="71377"/>
                </a:moveTo>
                <a:lnTo>
                  <a:pt x="212642" y="71377"/>
                </a:lnTo>
                <a:cubicBezTo>
                  <a:pt x="212769" y="68112"/>
                  <a:pt x="213437" y="65811"/>
                  <a:pt x="214646" y="64475"/>
                </a:cubicBezTo>
                <a:cubicBezTo>
                  <a:pt x="215855" y="63139"/>
                  <a:pt x="217350" y="62471"/>
                  <a:pt x="219131" y="62471"/>
                </a:cubicBezTo>
                <a:cubicBezTo>
                  <a:pt x="221082" y="62471"/>
                  <a:pt x="222662" y="63139"/>
                  <a:pt x="223870" y="64475"/>
                </a:cubicBezTo>
                <a:cubicBezTo>
                  <a:pt x="225079" y="65811"/>
                  <a:pt x="225683" y="68112"/>
                  <a:pt x="225683" y="71377"/>
                </a:cubicBezTo>
                <a:lnTo>
                  <a:pt x="225683" y="84482"/>
                </a:lnTo>
                <a:lnTo>
                  <a:pt x="168938" y="84482"/>
                </a:lnTo>
                <a:lnTo>
                  <a:pt x="168938" y="73668"/>
                </a:lnTo>
                <a:lnTo>
                  <a:pt x="203291" y="39824"/>
                </a:lnTo>
                <a:lnTo>
                  <a:pt x="183315" y="39824"/>
                </a:lnTo>
                <a:lnTo>
                  <a:pt x="183315" y="41096"/>
                </a:lnTo>
                <a:cubicBezTo>
                  <a:pt x="183315" y="44362"/>
                  <a:pt x="182711" y="46662"/>
                  <a:pt x="181502" y="47998"/>
                </a:cubicBezTo>
                <a:cubicBezTo>
                  <a:pt x="180293" y="49334"/>
                  <a:pt x="178714" y="50002"/>
                  <a:pt x="176763" y="50002"/>
                </a:cubicBezTo>
                <a:cubicBezTo>
                  <a:pt x="174812" y="50002"/>
                  <a:pt x="173232" y="49334"/>
                  <a:pt x="172023" y="47998"/>
                </a:cubicBezTo>
                <a:cubicBezTo>
                  <a:pt x="170815" y="46662"/>
                  <a:pt x="170210" y="44362"/>
                  <a:pt x="170210" y="41096"/>
                </a:cubicBezTo>
                <a:lnTo>
                  <a:pt x="170274" y="26719"/>
                </a:lnTo>
                <a:lnTo>
                  <a:pt x="224220" y="26719"/>
                </a:lnTo>
                <a:lnTo>
                  <a:pt x="224220" y="37406"/>
                </a:lnTo>
                <a:lnTo>
                  <a:pt x="189740" y="71377"/>
                </a:lnTo>
                <a:close/>
                <a:moveTo>
                  <a:pt x="362963" y="54463"/>
                </a:moveTo>
                <a:lnTo>
                  <a:pt x="382662" y="71377"/>
                </a:lnTo>
                <a:cubicBezTo>
                  <a:pt x="385037" y="71505"/>
                  <a:pt x="386819" y="72176"/>
                  <a:pt x="388006" y="73391"/>
                </a:cubicBezTo>
                <a:cubicBezTo>
                  <a:pt x="389194" y="74605"/>
                  <a:pt x="389787" y="76129"/>
                  <a:pt x="389787" y="77962"/>
                </a:cubicBezTo>
                <a:cubicBezTo>
                  <a:pt x="389787" y="79879"/>
                  <a:pt x="389119" y="81446"/>
                  <a:pt x="387783" y="82661"/>
                </a:cubicBezTo>
                <a:cubicBezTo>
                  <a:pt x="386447" y="83875"/>
                  <a:pt x="384210" y="84482"/>
                  <a:pt x="381072" y="84482"/>
                </a:cubicBezTo>
                <a:lnTo>
                  <a:pt x="366249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1" y="74946"/>
                  <a:pt x="358965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0" y="71377"/>
                </a:lnTo>
                <a:cubicBezTo>
                  <a:pt x="345214" y="71889"/>
                  <a:pt x="346645" y="72677"/>
                  <a:pt x="347514" y="73743"/>
                </a:cubicBezTo>
                <a:cubicBezTo>
                  <a:pt x="348384" y="74809"/>
                  <a:pt x="348818" y="76172"/>
                  <a:pt x="348818" y="77834"/>
                </a:cubicBezTo>
                <a:cubicBezTo>
                  <a:pt x="348818" y="79837"/>
                  <a:pt x="348161" y="81446"/>
                  <a:pt x="346846" y="82661"/>
                </a:cubicBezTo>
                <a:cubicBezTo>
                  <a:pt x="345532" y="83875"/>
                  <a:pt x="343305" y="84482"/>
                  <a:pt x="340167" y="84482"/>
                </a:cubicBezTo>
                <a:lnTo>
                  <a:pt x="325471" y="84482"/>
                </a:lnTo>
                <a:cubicBezTo>
                  <a:pt x="322333" y="84482"/>
                  <a:pt x="320096" y="83875"/>
                  <a:pt x="318760" y="82661"/>
                </a:cubicBezTo>
                <a:cubicBezTo>
                  <a:pt x="317424" y="81446"/>
                  <a:pt x="316756" y="79858"/>
                  <a:pt x="316756" y="77898"/>
                </a:cubicBezTo>
                <a:cubicBezTo>
                  <a:pt x="316756" y="76107"/>
                  <a:pt x="317350" y="74605"/>
                  <a:pt x="318537" y="73391"/>
                </a:cubicBezTo>
                <a:cubicBezTo>
                  <a:pt x="319725" y="72176"/>
                  <a:pt x="321506" y="71505"/>
                  <a:pt x="323881" y="71377"/>
                </a:cubicBezTo>
                <a:lnTo>
                  <a:pt x="343268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6" y="37746"/>
                </a:cubicBezTo>
                <a:cubicBezTo>
                  <a:pt x="319820" y="36531"/>
                  <a:pt x="319237" y="35029"/>
                  <a:pt x="319237" y="33239"/>
                </a:cubicBezTo>
                <a:cubicBezTo>
                  <a:pt x="319237" y="31322"/>
                  <a:pt x="319905" y="29756"/>
                  <a:pt x="321241" y="28542"/>
                </a:cubicBezTo>
                <a:cubicBezTo>
                  <a:pt x="322577" y="27326"/>
                  <a:pt x="324814" y="26719"/>
                  <a:pt x="327952" y="26719"/>
                </a:cubicBezTo>
                <a:lnTo>
                  <a:pt x="340167" y="26719"/>
                </a:lnTo>
                <a:cubicBezTo>
                  <a:pt x="343305" y="26719"/>
                  <a:pt x="345542" y="27326"/>
                  <a:pt x="346878" y="28542"/>
                </a:cubicBezTo>
                <a:cubicBezTo>
                  <a:pt x="348214" y="29756"/>
                  <a:pt x="348882" y="31300"/>
                  <a:pt x="348882" y="33176"/>
                </a:cubicBezTo>
                <a:cubicBezTo>
                  <a:pt x="348882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69" y="39188"/>
                </a:lnTo>
                <a:cubicBezTo>
                  <a:pt x="358637" y="37526"/>
                  <a:pt x="357470" y="35607"/>
                  <a:pt x="357470" y="33432"/>
                </a:cubicBezTo>
                <a:cubicBezTo>
                  <a:pt x="357470" y="31386"/>
                  <a:pt x="358138" y="29756"/>
                  <a:pt x="359474" y="28542"/>
                </a:cubicBezTo>
                <a:cubicBezTo>
                  <a:pt x="360810" y="27326"/>
                  <a:pt x="363047" y="26719"/>
                  <a:pt x="366186" y="26719"/>
                </a:cubicBezTo>
                <a:lnTo>
                  <a:pt x="378273" y="26719"/>
                </a:lnTo>
                <a:cubicBezTo>
                  <a:pt x="381411" y="26719"/>
                  <a:pt x="383648" y="27326"/>
                  <a:pt x="384984" y="28542"/>
                </a:cubicBezTo>
                <a:cubicBezTo>
                  <a:pt x="386320" y="29756"/>
                  <a:pt x="386988" y="31343"/>
                  <a:pt x="386988" y="33303"/>
                </a:cubicBezTo>
                <a:cubicBezTo>
                  <a:pt x="386988" y="35050"/>
                  <a:pt x="386405" y="36531"/>
                  <a:pt x="385239" y="37746"/>
                </a:cubicBezTo>
                <a:cubicBezTo>
                  <a:pt x="384072" y="38960"/>
                  <a:pt x="382344" y="39653"/>
                  <a:pt x="380054" y="39824"/>
                </a:cubicBezTo>
                <a:lnTo>
                  <a:pt x="362963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4" y="40905"/>
                </a:moveTo>
                <a:cubicBezTo>
                  <a:pt x="610094" y="43535"/>
                  <a:pt x="612978" y="46578"/>
                  <a:pt x="614886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7" y="70540"/>
                  <a:pt x="613964" y="74463"/>
                </a:cubicBezTo>
                <a:cubicBezTo>
                  <a:pt x="611440" y="78386"/>
                  <a:pt x="607782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4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8" y="71824"/>
                  <a:pt x="558999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0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3" y="73286"/>
                  <a:pt x="596226" y="72302"/>
                  <a:pt x="599618" y="70336"/>
                </a:cubicBezTo>
                <a:cubicBezTo>
                  <a:pt x="603011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7" y="51805"/>
                  <a:pt x="597137" y="49890"/>
                  <a:pt x="593829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7999" y="43736"/>
                  <a:pt x="577416" y="42241"/>
                  <a:pt x="577416" y="40460"/>
                </a:cubicBezTo>
                <a:cubicBezTo>
                  <a:pt x="577416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0" y="33611"/>
                  <a:pt x="594487" y="33061"/>
                  <a:pt x="596183" y="32132"/>
                </a:cubicBezTo>
                <a:cubicBezTo>
                  <a:pt x="597880" y="31202"/>
                  <a:pt x="599247" y="29923"/>
                  <a:pt x="600286" y="28295"/>
                </a:cubicBezTo>
                <a:cubicBezTo>
                  <a:pt x="601325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8" y="14110"/>
                  <a:pt x="592090" y="13105"/>
                  <a:pt x="587213" y="13105"/>
                </a:cubicBezTo>
                <a:cubicBezTo>
                  <a:pt x="580936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2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3" y="16483"/>
                  <a:pt x="561003" y="14612"/>
                </a:cubicBezTo>
                <a:cubicBezTo>
                  <a:pt x="561003" y="11676"/>
                  <a:pt x="562954" y="8826"/>
                  <a:pt x="566856" y="6061"/>
                </a:cubicBezTo>
                <a:cubicBezTo>
                  <a:pt x="572539" y="2020"/>
                  <a:pt x="579643" y="0"/>
                  <a:pt x="588167" y="0"/>
                </a:cubicBezTo>
                <a:cubicBezTo>
                  <a:pt x="596226" y="0"/>
                  <a:pt x="602693" y="2294"/>
                  <a:pt x="607570" y="6882"/>
                </a:cubicBezTo>
                <a:cubicBezTo>
                  <a:pt x="612448" y="11469"/>
                  <a:pt x="614886" y="16991"/>
                  <a:pt x="614886" y="23447"/>
                </a:cubicBezTo>
                <a:cubicBezTo>
                  <a:pt x="614886" y="26802"/>
                  <a:pt x="614165" y="29935"/>
                  <a:pt x="612723" y="32846"/>
                </a:cubicBezTo>
                <a:cubicBezTo>
                  <a:pt x="611281" y="35755"/>
                  <a:pt x="609118" y="38441"/>
                  <a:pt x="606234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7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0" y="64316"/>
                </a:cubicBezTo>
                <a:cubicBezTo>
                  <a:pt x="689654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7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0" y="82669"/>
                </a:cubicBezTo>
                <a:cubicBezTo>
                  <a:pt x="689654" y="83878"/>
                  <a:pt x="687417" y="84482"/>
                  <a:pt x="684279" y="84482"/>
                </a:cubicBezTo>
                <a:lnTo>
                  <a:pt x="666784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4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39" y="66161"/>
                </a:lnTo>
                <a:lnTo>
                  <a:pt x="636439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897BA35C-07D9-40D6-83B6-FE1D1BBA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231" y="835731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2" y="1908"/>
                </a:moveTo>
                <a:lnTo>
                  <a:pt x="141532" y="71377"/>
                </a:lnTo>
                <a:lnTo>
                  <a:pt x="143759" y="71377"/>
                </a:lnTo>
                <a:cubicBezTo>
                  <a:pt x="146855" y="71377"/>
                  <a:pt x="149081" y="71982"/>
                  <a:pt x="150438" y="73190"/>
                </a:cubicBezTo>
                <a:cubicBezTo>
                  <a:pt x="151795" y="74399"/>
                  <a:pt x="152474" y="75979"/>
                  <a:pt x="152474" y="77930"/>
                </a:cubicBezTo>
                <a:cubicBezTo>
                  <a:pt x="152474" y="79881"/>
                  <a:pt x="151806" y="81460"/>
                  <a:pt x="150470" y="82669"/>
                </a:cubicBezTo>
                <a:cubicBezTo>
                  <a:pt x="149134" y="83878"/>
                  <a:pt x="146897" y="84482"/>
                  <a:pt x="143759" y="84482"/>
                </a:cubicBezTo>
                <a:lnTo>
                  <a:pt x="128491" y="84482"/>
                </a:lnTo>
                <a:lnTo>
                  <a:pt x="128491" y="81301"/>
                </a:lnTo>
                <a:cubicBezTo>
                  <a:pt x="125522" y="83019"/>
                  <a:pt x="122415" y="84318"/>
                  <a:pt x="119171" y="85198"/>
                </a:cubicBezTo>
                <a:cubicBezTo>
                  <a:pt x="115927" y="86078"/>
                  <a:pt x="112565" y="86518"/>
                  <a:pt x="109088" y="86518"/>
                </a:cubicBezTo>
                <a:cubicBezTo>
                  <a:pt x="99291" y="86518"/>
                  <a:pt x="91403" y="83687"/>
                  <a:pt x="85423" y="78025"/>
                </a:cubicBezTo>
                <a:cubicBezTo>
                  <a:pt x="79443" y="72363"/>
                  <a:pt x="76453" y="65313"/>
                  <a:pt x="76453" y="56873"/>
                </a:cubicBezTo>
                <a:cubicBezTo>
                  <a:pt x="76453" y="48051"/>
                  <a:pt x="79591" y="40523"/>
                  <a:pt x="85868" y="34289"/>
                </a:cubicBezTo>
                <a:cubicBezTo>
                  <a:pt x="92145" y="28055"/>
                  <a:pt x="99800" y="24938"/>
                  <a:pt x="108833" y="24938"/>
                </a:cubicBezTo>
                <a:cubicBezTo>
                  <a:pt x="112226" y="24938"/>
                  <a:pt x="115555" y="25460"/>
                  <a:pt x="118821" y="26504"/>
                </a:cubicBezTo>
                <a:cubicBezTo>
                  <a:pt x="122087" y="27548"/>
                  <a:pt x="125310" y="29114"/>
                  <a:pt x="128491" y="31202"/>
                </a:cubicBezTo>
                <a:lnTo>
                  <a:pt x="128491" y="15013"/>
                </a:lnTo>
                <a:lnTo>
                  <a:pt x="126264" y="15013"/>
                </a:lnTo>
                <a:cubicBezTo>
                  <a:pt x="123126" y="15013"/>
                  <a:pt x="120889" y="14409"/>
                  <a:pt x="119553" y="13200"/>
                </a:cubicBezTo>
                <a:cubicBezTo>
                  <a:pt x="118217" y="11992"/>
                  <a:pt x="117549" y="10412"/>
                  <a:pt x="117549" y="8461"/>
                </a:cubicBezTo>
                <a:cubicBezTo>
                  <a:pt x="117549" y="6510"/>
                  <a:pt x="118217" y="4930"/>
                  <a:pt x="119553" y="3722"/>
                </a:cubicBezTo>
                <a:cubicBezTo>
                  <a:pt x="120889" y="2513"/>
                  <a:pt x="123126" y="1908"/>
                  <a:pt x="126264" y="1908"/>
                </a:cubicBezTo>
                <a:lnTo>
                  <a:pt x="141532" y="1908"/>
                </a:lnTo>
                <a:moveTo>
                  <a:pt x="128491" y="57249"/>
                </a:moveTo>
                <a:cubicBezTo>
                  <a:pt x="128491" y="51882"/>
                  <a:pt x="126603" y="47340"/>
                  <a:pt x="122829" y="43621"/>
                </a:cubicBezTo>
                <a:cubicBezTo>
                  <a:pt x="119054" y="39902"/>
                  <a:pt x="114432" y="38042"/>
                  <a:pt x="108961" y="38042"/>
                </a:cubicBezTo>
                <a:cubicBezTo>
                  <a:pt x="103532" y="38042"/>
                  <a:pt x="98930" y="39902"/>
                  <a:pt x="95156" y="43621"/>
                </a:cubicBezTo>
                <a:cubicBezTo>
                  <a:pt x="91381" y="47340"/>
                  <a:pt x="89494" y="51819"/>
                  <a:pt x="89494" y="57060"/>
                </a:cubicBezTo>
                <a:cubicBezTo>
                  <a:pt x="89494" y="61835"/>
                  <a:pt x="91190" y="65755"/>
                  <a:pt x="94583" y="68819"/>
                </a:cubicBezTo>
                <a:cubicBezTo>
                  <a:pt x="97976" y="71882"/>
                  <a:pt x="102769" y="73413"/>
                  <a:pt x="108961" y="73413"/>
                </a:cubicBezTo>
                <a:cubicBezTo>
                  <a:pt x="115110" y="73413"/>
                  <a:pt x="119903" y="71882"/>
                  <a:pt x="123338" y="68819"/>
                </a:cubicBezTo>
                <a:cubicBezTo>
                  <a:pt x="126773" y="65755"/>
                  <a:pt x="128491" y="61898"/>
                  <a:pt x="128491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0" y="71377"/>
                </a:lnTo>
                <a:cubicBezTo>
                  <a:pt x="225026" y="71377"/>
                  <a:pt x="227253" y="71982"/>
                  <a:pt x="228610" y="73190"/>
                </a:cubicBezTo>
                <a:cubicBezTo>
                  <a:pt x="229967" y="74399"/>
                  <a:pt x="230645" y="75979"/>
                  <a:pt x="230645" y="77930"/>
                </a:cubicBezTo>
                <a:cubicBezTo>
                  <a:pt x="230645" y="79881"/>
                  <a:pt x="229978" y="81460"/>
                  <a:pt x="228642" y="82669"/>
                </a:cubicBezTo>
                <a:cubicBezTo>
                  <a:pt x="227306" y="83878"/>
                  <a:pt x="225068" y="84482"/>
                  <a:pt x="221930" y="84482"/>
                </a:cubicBezTo>
                <a:lnTo>
                  <a:pt x="206662" y="84482"/>
                </a:lnTo>
                <a:lnTo>
                  <a:pt x="206662" y="81301"/>
                </a:lnTo>
                <a:cubicBezTo>
                  <a:pt x="203693" y="83019"/>
                  <a:pt x="200587" y="84318"/>
                  <a:pt x="197342" y="85198"/>
                </a:cubicBezTo>
                <a:cubicBezTo>
                  <a:pt x="194098" y="86078"/>
                  <a:pt x="190737" y="86518"/>
                  <a:pt x="187259" y="86518"/>
                </a:cubicBezTo>
                <a:cubicBezTo>
                  <a:pt x="177462" y="86518"/>
                  <a:pt x="169574" y="83687"/>
                  <a:pt x="163594" y="78025"/>
                </a:cubicBezTo>
                <a:cubicBezTo>
                  <a:pt x="157614" y="72363"/>
                  <a:pt x="154624" y="65313"/>
                  <a:pt x="154624" y="56873"/>
                </a:cubicBezTo>
                <a:cubicBezTo>
                  <a:pt x="154624" y="48051"/>
                  <a:pt x="157763" y="40523"/>
                  <a:pt x="164039" y="34289"/>
                </a:cubicBezTo>
                <a:cubicBezTo>
                  <a:pt x="170316" y="28055"/>
                  <a:pt x="177971" y="24938"/>
                  <a:pt x="187005" y="24938"/>
                </a:cubicBezTo>
                <a:cubicBezTo>
                  <a:pt x="190398" y="24938"/>
                  <a:pt x="193727" y="25460"/>
                  <a:pt x="196993" y="26504"/>
                </a:cubicBezTo>
                <a:cubicBezTo>
                  <a:pt x="200258" y="27548"/>
                  <a:pt x="203481" y="29114"/>
                  <a:pt x="206662" y="31202"/>
                </a:cubicBezTo>
                <a:lnTo>
                  <a:pt x="206662" y="15013"/>
                </a:lnTo>
                <a:lnTo>
                  <a:pt x="204436" y="15013"/>
                </a:lnTo>
                <a:cubicBezTo>
                  <a:pt x="201297" y="15013"/>
                  <a:pt x="199060" y="14409"/>
                  <a:pt x="197724" y="13200"/>
                </a:cubicBezTo>
                <a:cubicBezTo>
                  <a:pt x="196388" y="11992"/>
                  <a:pt x="195720" y="10412"/>
                  <a:pt x="195720" y="8461"/>
                </a:cubicBezTo>
                <a:cubicBezTo>
                  <a:pt x="195720" y="6510"/>
                  <a:pt x="196388" y="4930"/>
                  <a:pt x="197724" y="3722"/>
                </a:cubicBezTo>
                <a:cubicBezTo>
                  <a:pt x="199060" y="2513"/>
                  <a:pt x="201297" y="1908"/>
                  <a:pt x="204436" y="1908"/>
                </a:cubicBezTo>
                <a:lnTo>
                  <a:pt x="219704" y="1908"/>
                </a:lnTo>
                <a:moveTo>
                  <a:pt x="206662" y="57249"/>
                </a:moveTo>
                <a:cubicBezTo>
                  <a:pt x="206662" y="51882"/>
                  <a:pt x="204775" y="47340"/>
                  <a:pt x="201000" y="43621"/>
                </a:cubicBezTo>
                <a:cubicBezTo>
                  <a:pt x="197226" y="39902"/>
                  <a:pt x="192603" y="38042"/>
                  <a:pt x="187132" y="38042"/>
                </a:cubicBezTo>
                <a:cubicBezTo>
                  <a:pt x="181703" y="38042"/>
                  <a:pt x="177102" y="39902"/>
                  <a:pt x="173327" y="43621"/>
                </a:cubicBezTo>
                <a:cubicBezTo>
                  <a:pt x="169553" y="47340"/>
                  <a:pt x="167666" y="51819"/>
                  <a:pt x="167666" y="57060"/>
                </a:cubicBezTo>
                <a:cubicBezTo>
                  <a:pt x="167666" y="61835"/>
                  <a:pt x="169362" y="65755"/>
                  <a:pt x="172755" y="68819"/>
                </a:cubicBezTo>
                <a:cubicBezTo>
                  <a:pt x="176148" y="71882"/>
                  <a:pt x="180940" y="73413"/>
                  <a:pt x="187132" y="73413"/>
                </a:cubicBezTo>
                <a:cubicBezTo>
                  <a:pt x="193282" y="73413"/>
                  <a:pt x="198074" y="71882"/>
                  <a:pt x="201509" y="68819"/>
                </a:cubicBezTo>
                <a:cubicBezTo>
                  <a:pt x="204945" y="65755"/>
                  <a:pt x="206662" y="61898"/>
                  <a:pt x="206662" y="57249"/>
                </a:cubicBezTo>
                <a:close/>
                <a:moveTo>
                  <a:pt x="355965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8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2" y="84482"/>
                  <a:pt x="374074" y="84482"/>
                </a:cubicBezTo>
                <a:lnTo>
                  <a:pt x="359252" y="84482"/>
                </a:lnTo>
                <a:cubicBezTo>
                  <a:pt x="356113" y="84482"/>
                  <a:pt x="353876" y="83875"/>
                  <a:pt x="352540" y="82661"/>
                </a:cubicBezTo>
                <a:cubicBezTo>
                  <a:pt x="351204" y="81446"/>
                  <a:pt x="350536" y="79837"/>
                  <a:pt x="350536" y="77834"/>
                </a:cubicBezTo>
                <a:cubicBezTo>
                  <a:pt x="350536" y="76300"/>
                  <a:pt x="351013" y="74946"/>
                  <a:pt x="351967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59" y="62950"/>
                </a:lnTo>
                <a:lnTo>
                  <a:pt x="336222" y="71377"/>
                </a:lnTo>
                <a:cubicBezTo>
                  <a:pt x="338216" y="71889"/>
                  <a:pt x="339647" y="72677"/>
                  <a:pt x="340517" y="73743"/>
                </a:cubicBezTo>
                <a:cubicBezTo>
                  <a:pt x="341386" y="74809"/>
                  <a:pt x="341821" y="76172"/>
                  <a:pt x="341821" y="77834"/>
                </a:cubicBezTo>
                <a:cubicBezTo>
                  <a:pt x="341821" y="79837"/>
                  <a:pt x="341163" y="81446"/>
                  <a:pt x="339849" y="82661"/>
                </a:cubicBezTo>
                <a:cubicBezTo>
                  <a:pt x="338534" y="83875"/>
                  <a:pt x="336307" y="84482"/>
                  <a:pt x="333169" y="84482"/>
                </a:cubicBezTo>
                <a:lnTo>
                  <a:pt x="318474" y="84482"/>
                </a:lnTo>
                <a:cubicBezTo>
                  <a:pt x="315335" y="84482"/>
                  <a:pt x="313098" y="83875"/>
                  <a:pt x="311762" y="82661"/>
                </a:cubicBezTo>
                <a:cubicBezTo>
                  <a:pt x="310426" y="81446"/>
                  <a:pt x="309758" y="79858"/>
                  <a:pt x="309758" y="77898"/>
                </a:cubicBezTo>
                <a:cubicBezTo>
                  <a:pt x="309758" y="76107"/>
                  <a:pt x="310352" y="74605"/>
                  <a:pt x="311539" y="73391"/>
                </a:cubicBezTo>
                <a:cubicBezTo>
                  <a:pt x="312727" y="72176"/>
                  <a:pt x="314508" y="71505"/>
                  <a:pt x="316883" y="71377"/>
                </a:cubicBezTo>
                <a:lnTo>
                  <a:pt x="336270" y="54551"/>
                </a:lnTo>
                <a:lnTo>
                  <a:pt x="319110" y="39824"/>
                </a:lnTo>
                <a:cubicBezTo>
                  <a:pt x="316862" y="39653"/>
                  <a:pt x="315155" y="38960"/>
                  <a:pt x="313989" y="37746"/>
                </a:cubicBezTo>
                <a:cubicBezTo>
                  <a:pt x="312822" y="36531"/>
                  <a:pt x="312239" y="35029"/>
                  <a:pt x="312239" y="33239"/>
                </a:cubicBezTo>
                <a:cubicBezTo>
                  <a:pt x="312239" y="31322"/>
                  <a:pt x="312907" y="29756"/>
                  <a:pt x="314243" y="28542"/>
                </a:cubicBezTo>
                <a:cubicBezTo>
                  <a:pt x="315579" y="27326"/>
                  <a:pt x="317816" y="26719"/>
                  <a:pt x="320955" y="26719"/>
                </a:cubicBezTo>
                <a:lnTo>
                  <a:pt x="333169" y="26719"/>
                </a:lnTo>
                <a:cubicBezTo>
                  <a:pt x="336307" y="26719"/>
                  <a:pt x="338544" y="27326"/>
                  <a:pt x="339880" y="28542"/>
                </a:cubicBezTo>
                <a:cubicBezTo>
                  <a:pt x="341216" y="29756"/>
                  <a:pt x="341884" y="31300"/>
                  <a:pt x="341884" y="33176"/>
                </a:cubicBezTo>
                <a:cubicBezTo>
                  <a:pt x="341884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1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0" y="29756"/>
                  <a:pt x="352476" y="28542"/>
                </a:cubicBezTo>
                <a:cubicBezTo>
                  <a:pt x="353812" y="27326"/>
                  <a:pt x="356050" y="26719"/>
                  <a:pt x="359188" y="26719"/>
                </a:cubicBezTo>
                <a:lnTo>
                  <a:pt x="371275" y="26719"/>
                </a:lnTo>
                <a:cubicBezTo>
                  <a:pt x="374413" y="26719"/>
                  <a:pt x="376651" y="27326"/>
                  <a:pt x="377986" y="28542"/>
                </a:cubicBezTo>
                <a:cubicBezTo>
                  <a:pt x="379322" y="29756"/>
                  <a:pt x="379990" y="31343"/>
                  <a:pt x="379990" y="33303"/>
                </a:cubicBezTo>
                <a:cubicBezTo>
                  <a:pt x="379990" y="35050"/>
                  <a:pt x="379407" y="36531"/>
                  <a:pt x="378241" y="37746"/>
                </a:cubicBezTo>
                <a:cubicBezTo>
                  <a:pt x="377075" y="38960"/>
                  <a:pt x="375346" y="39653"/>
                  <a:pt x="373056" y="39824"/>
                </a:cubicBezTo>
                <a:lnTo>
                  <a:pt x="355965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2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8" y="84482"/>
                </a:cubicBezTo>
                <a:lnTo>
                  <a:pt x="593766" y="84482"/>
                </a:lnTo>
                <a:cubicBezTo>
                  <a:pt x="590627" y="84482"/>
                  <a:pt x="588390" y="83875"/>
                  <a:pt x="587054" y="82661"/>
                </a:cubicBezTo>
                <a:cubicBezTo>
                  <a:pt x="585718" y="81446"/>
                  <a:pt x="585050" y="79837"/>
                  <a:pt x="585050" y="77834"/>
                </a:cubicBezTo>
                <a:cubicBezTo>
                  <a:pt x="585050" y="76300"/>
                  <a:pt x="585527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3" y="62950"/>
                </a:lnTo>
                <a:lnTo>
                  <a:pt x="570737" y="71377"/>
                </a:lnTo>
                <a:cubicBezTo>
                  <a:pt x="572730" y="71889"/>
                  <a:pt x="574161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1" y="84482"/>
                  <a:pt x="567683" y="84482"/>
                </a:cubicBezTo>
                <a:lnTo>
                  <a:pt x="552988" y="84482"/>
                </a:lnTo>
                <a:cubicBezTo>
                  <a:pt x="549849" y="84482"/>
                  <a:pt x="547612" y="83875"/>
                  <a:pt x="546276" y="82661"/>
                </a:cubicBezTo>
                <a:cubicBezTo>
                  <a:pt x="544940" y="81446"/>
                  <a:pt x="544272" y="79858"/>
                  <a:pt x="544272" y="77898"/>
                </a:cubicBezTo>
                <a:cubicBezTo>
                  <a:pt x="544272" y="76107"/>
                  <a:pt x="544866" y="74605"/>
                  <a:pt x="546054" y="73391"/>
                </a:cubicBezTo>
                <a:cubicBezTo>
                  <a:pt x="547241" y="72176"/>
                  <a:pt x="549022" y="71505"/>
                  <a:pt x="551397" y="71377"/>
                </a:cubicBezTo>
                <a:lnTo>
                  <a:pt x="570784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3" y="35029"/>
                  <a:pt x="546753" y="33239"/>
                </a:cubicBezTo>
                <a:cubicBezTo>
                  <a:pt x="546753" y="31322"/>
                  <a:pt x="547421" y="29756"/>
                  <a:pt x="548757" y="28542"/>
                </a:cubicBezTo>
                <a:cubicBezTo>
                  <a:pt x="550093" y="27326"/>
                  <a:pt x="552330" y="26719"/>
                  <a:pt x="555469" y="26719"/>
                </a:cubicBezTo>
                <a:lnTo>
                  <a:pt x="567683" y="26719"/>
                </a:lnTo>
                <a:cubicBezTo>
                  <a:pt x="570821" y="26719"/>
                  <a:pt x="573059" y="27326"/>
                  <a:pt x="574395" y="28542"/>
                </a:cubicBezTo>
                <a:cubicBezTo>
                  <a:pt x="575731" y="29756"/>
                  <a:pt x="576398" y="31300"/>
                  <a:pt x="576398" y="33176"/>
                </a:cubicBezTo>
                <a:cubicBezTo>
                  <a:pt x="576398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1" y="36531"/>
                  <a:pt x="612755" y="37746"/>
                </a:cubicBezTo>
                <a:cubicBezTo>
                  <a:pt x="611589" y="38960"/>
                  <a:pt x="609861" y="39653"/>
                  <a:pt x="607570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1" y="29263"/>
                  <a:pt x="657051" y="28500"/>
                  <a:pt x="660995" y="28500"/>
                </a:cubicBezTo>
                <a:cubicBezTo>
                  <a:pt x="669011" y="28500"/>
                  <a:pt x="675669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0" y="73734"/>
                  <a:pt x="680875" y="78797"/>
                </a:cubicBezTo>
                <a:cubicBezTo>
                  <a:pt x="675510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2" y="70180"/>
                  <a:pt x="630046" y="68878"/>
                </a:cubicBezTo>
                <a:cubicBezTo>
                  <a:pt x="631339" y="67576"/>
                  <a:pt x="632877" y="66924"/>
                  <a:pt x="634658" y="66924"/>
                </a:cubicBezTo>
                <a:cubicBezTo>
                  <a:pt x="636142" y="66924"/>
                  <a:pt x="637754" y="67642"/>
                  <a:pt x="639493" y="69077"/>
                </a:cubicBezTo>
                <a:cubicBezTo>
                  <a:pt x="641232" y="70513"/>
                  <a:pt x="643055" y="71509"/>
                  <a:pt x="644964" y="72065"/>
                </a:cubicBezTo>
                <a:cubicBezTo>
                  <a:pt x="647678" y="72879"/>
                  <a:pt x="651156" y="73286"/>
                  <a:pt x="655397" y="73286"/>
                </a:cubicBezTo>
                <a:cubicBezTo>
                  <a:pt x="663285" y="73286"/>
                  <a:pt x="668672" y="72032"/>
                  <a:pt x="671555" y="69525"/>
                </a:cubicBezTo>
                <a:cubicBezTo>
                  <a:pt x="674439" y="67016"/>
                  <a:pt x="675881" y="63168"/>
                  <a:pt x="675881" y="57982"/>
                </a:cubicBezTo>
                <a:cubicBezTo>
                  <a:pt x="675881" y="52882"/>
                  <a:pt x="674492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0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5" y="42043"/>
                  <a:pt x="634785" y="39877"/>
                </a:cubicBezTo>
                <a:lnTo>
                  <a:pt x="634785" y="2163"/>
                </a:lnTo>
                <a:lnTo>
                  <a:pt x="674673" y="2163"/>
                </a:lnTo>
                <a:cubicBezTo>
                  <a:pt x="677811" y="2163"/>
                  <a:pt x="680048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8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...">
            <a:extLst xmlns:a="http://schemas.openxmlformats.org/drawingml/2006/main">
              <a:ext uri="{FF2B5EF4-FFF2-40B4-BE49-F238E27FC236}">
                <a16:creationId xmlns:a16="http://schemas.microsoft.com/office/drawing/2014/main" id="{FFD2B7F8-7554-4076-8FD5-97BFA60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331" y="1084089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DBC89-AD6A-4912-A9A4-00ECDC1D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045" y="1521646"/>
            <a:ext cx="3909" cy="345746"/>
          </a:xfrm>
          <a:custGeom xmlns:a="http://schemas.openxmlformats.org/drawingml/2006/main">
            <a:pathLst>
              <a:path w="3909" h="345746" fill="none">
                <a:moveTo>
                  <a:pt x="0" y="0"/>
                </a:moveTo>
                <a:lnTo>
                  <a:pt x="3909" y="34574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1486D-10B7-427A-A186-DE476D5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07" y="1866904"/>
            <a:ext cx="75892" cy="114489"/>
          </a:xfrm>
          <a:custGeom xmlns:a="http://schemas.openxmlformats.org/drawingml/2006/main">
            <a:pathLst>
              <a:path w="75892" h="114489">
                <a:moveTo>
                  <a:pt x="39249" y="114489"/>
                </a:moveTo>
                <a:lnTo>
                  <a:pt x="0" y="814"/>
                </a:lnTo>
                <a:lnTo>
                  <a:pt x="75892" y="0"/>
                </a:lnTo>
                <a:lnTo>
                  <a:pt x="39249" y="114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B1A06-8B4C-4C1D-94A2-338B18B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07" y="1866904"/>
            <a:ext cx="75892" cy="114489"/>
          </a:xfrm>
          <a:custGeom xmlns:a="http://schemas.openxmlformats.org/drawingml/2006/main">
            <a:pathLst>
              <a:path w="75892" h="114489" fill="none">
                <a:moveTo>
                  <a:pt x="39249" y="114489"/>
                </a:moveTo>
                <a:lnTo>
                  <a:pt x="0" y="814"/>
                </a:lnTo>
                <a:lnTo>
                  <a:pt x="75892" y="0"/>
                </a:lnTo>
                <a:lnTo>
                  <a:pt x="39249" y="114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FC15D-DF10-4181-BF1F-6AC6048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918" y="1423932"/>
            <a:ext cx="386949" cy="244286"/>
          </a:xfrm>
          <a:custGeom xmlns:a="http://schemas.openxmlformats.org/drawingml/2006/main">
            <a:pathLst>
              <a:path w="386949" h="244286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8B653-472F-40E7-A680-6950B2A7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918" y="1423932"/>
            <a:ext cx="386949" cy="244286"/>
          </a:xfrm>
          <a:custGeom xmlns:a="http://schemas.openxmlformats.org/drawingml/2006/main">
            <a:pathLst>
              <a:path w="386949" h="244286" fill="none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380D6-5982-427E-9EE5-A4029AE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89" y="1423932"/>
            <a:ext cx="75077" cy="35666"/>
          </a:xfrm>
          <a:custGeom xmlns:a="http://schemas.openxmlformats.org/drawingml/2006/main">
            <a:pathLst>
              <a:path w="75077" h="35666" fill="none">
                <a:moveTo>
                  <a:pt x="19706" y="0"/>
                </a:moveTo>
                <a:cubicBezTo>
                  <a:pt x="24266" y="8143"/>
                  <a:pt x="16937" y="16611"/>
                  <a:pt x="0" y="22474"/>
                </a:cubicBezTo>
                <a:lnTo>
                  <a:pt x="75077" y="3566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18" name="Text ----">
            <a:extLst xmlns:a="http://schemas.openxmlformats.org/drawingml/2006/main">
              <a:ext uri="{FF2B5EF4-FFF2-40B4-BE49-F238E27FC236}">
                <a16:creationId xmlns:a16="http://schemas.microsoft.com/office/drawing/2014/main" id="{8A40BC7C-77D6-4BD3-9FDD-326E41B0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40" y="1482072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----">
            <a:extLst xmlns:a="http://schemas.openxmlformats.org/drawingml/2006/main">
              <a:ext uri="{FF2B5EF4-FFF2-40B4-BE49-F238E27FC236}">
                <a16:creationId xmlns:a16="http://schemas.microsoft.com/office/drawing/2014/main" id="{42324C12-5BC5-4A3A-A393-466B532D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40" y="1514643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----">
            <a:extLst xmlns:a="http://schemas.openxmlformats.org/drawingml/2006/main">
              <a:ext uri="{FF2B5EF4-FFF2-40B4-BE49-F238E27FC236}">
                <a16:creationId xmlns:a16="http://schemas.microsoft.com/office/drawing/2014/main" id="{FBC503D8-C605-4E0B-83D5-6F688AE9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40" y="1563500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A4FD6-E33A-434C-BAB5-E317CBEF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489" y="1456503"/>
            <a:ext cx="386949" cy="244286"/>
          </a:xfrm>
          <a:custGeom xmlns:a="http://schemas.openxmlformats.org/drawingml/2006/main">
            <a:pathLst>
              <a:path w="386949" h="244286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76D9C-B0CA-4EE1-9898-298D9B22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489" y="1456503"/>
            <a:ext cx="386949" cy="244286"/>
          </a:xfrm>
          <a:custGeom xmlns:a="http://schemas.openxmlformats.org/drawingml/2006/main">
            <a:pathLst>
              <a:path w="386949" h="244286" fill="none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60268-9241-4FC4-9FEE-536A26C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61" y="1456503"/>
            <a:ext cx="75077" cy="35666"/>
          </a:xfrm>
          <a:custGeom xmlns:a="http://schemas.openxmlformats.org/drawingml/2006/main">
            <a:pathLst>
              <a:path w="75077" h="35666" fill="none">
                <a:moveTo>
                  <a:pt x="19706" y="0"/>
                </a:moveTo>
                <a:cubicBezTo>
                  <a:pt x="24266" y="8143"/>
                  <a:pt x="16937" y="16611"/>
                  <a:pt x="0" y="22474"/>
                </a:cubicBezTo>
                <a:lnTo>
                  <a:pt x="75077" y="3566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24" name="Text ----">
            <a:extLst xmlns:a="http://schemas.openxmlformats.org/drawingml/2006/main">
              <a:ext uri="{FF2B5EF4-FFF2-40B4-BE49-F238E27FC236}">
                <a16:creationId xmlns:a16="http://schemas.microsoft.com/office/drawing/2014/main" id="{689A8C45-078E-431D-8ED6-D4C54F3D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112" y="1514643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----">
            <a:extLst xmlns:a="http://schemas.openxmlformats.org/drawingml/2006/main">
              <a:ext uri="{FF2B5EF4-FFF2-40B4-BE49-F238E27FC236}">
                <a16:creationId xmlns:a16="http://schemas.microsoft.com/office/drawing/2014/main" id="{08A277FD-A8DC-4E52-A2F2-F9908FF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112" y="1547215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----">
            <a:extLst xmlns:a="http://schemas.openxmlformats.org/drawingml/2006/main">
              <a:ext uri="{FF2B5EF4-FFF2-40B4-BE49-F238E27FC236}">
                <a16:creationId xmlns:a16="http://schemas.microsoft.com/office/drawing/2014/main" id="{FF92CAD7-7A0D-4A1F-AECE-C72561C5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112" y="1596072"/>
            <a:ext cx="289034" cy="7634"/>
          </a:xfrm>
          <a:custGeom xmlns:a="http://schemas.openxmlformats.org/drawingml/2006/main">
            <a:pathLst>
              <a:path w="289034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1" y="0"/>
                </a:moveTo>
                <a:lnTo>
                  <a:pt x="132691" y="7634"/>
                </a:lnTo>
                <a:lnTo>
                  <a:pt x="78172" y="7634"/>
                </a:lnTo>
                <a:lnTo>
                  <a:pt x="78172" y="0"/>
                </a:lnTo>
                <a:lnTo>
                  <a:pt x="132691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4" y="0"/>
                </a:moveTo>
                <a:lnTo>
                  <a:pt x="289034" y="7634"/>
                </a:lnTo>
                <a:lnTo>
                  <a:pt x="234515" y="7634"/>
                </a:lnTo>
                <a:lnTo>
                  <a:pt x="234515" y="0"/>
                </a:lnTo>
                <a:lnTo>
                  <a:pt x="2890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40FA5-76A7-4156-A92B-40E1D73F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330" y="1537932"/>
            <a:ext cx="386949" cy="244286"/>
          </a:xfrm>
          <a:custGeom xmlns:a="http://schemas.openxmlformats.org/drawingml/2006/main">
            <a:pathLst>
              <a:path w="386949" h="244286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F7855-649C-4A2E-B1DF-61216EA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330" y="1537932"/>
            <a:ext cx="386949" cy="244286"/>
          </a:xfrm>
          <a:custGeom xmlns:a="http://schemas.openxmlformats.org/drawingml/2006/main">
            <a:pathLst>
              <a:path w="386949" h="244286" fill="none">
                <a:moveTo>
                  <a:pt x="386949" y="34851"/>
                </a:moveTo>
                <a:lnTo>
                  <a:pt x="386949" y="244286"/>
                </a:lnTo>
                <a:lnTo>
                  <a:pt x="0" y="244286"/>
                </a:lnTo>
                <a:lnTo>
                  <a:pt x="0" y="0"/>
                </a:lnTo>
                <a:lnTo>
                  <a:pt x="331578" y="0"/>
                </a:lnTo>
                <a:lnTo>
                  <a:pt x="386949" y="34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5CA76-439E-45EF-9B76-129ABBE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02" y="1537932"/>
            <a:ext cx="75077" cy="35666"/>
          </a:xfrm>
          <a:custGeom xmlns:a="http://schemas.openxmlformats.org/drawingml/2006/main">
            <a:pathLst>
              <a:path w="75077" h="35666" fill="none">
                <a:moveTo>
                  <a:pt x="19706" y="0"/>
                </a:moveTo>
                <a:cubicBezTo>
                  <a:pt x="24266" y="8143"/>
                  <a:pt x="16937" y="16611"/>
                  <a:pt x="0" y="22474"/>
                </a:cubicBezTo>
                <a:lnTo>
                  <a:pt x="75077" y="3566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30" name="Text ----">
            <a:extLst xmlns:a="http://schemas.openxmlformats.org/drawingml/2006/main">
              <a:ext uri="{FF2B5EF4-FFF2-40B4-BE49-F238E27FC236}">
                <a16:creationId xmlns:a16="http://schemas.microsoft.com/office/drawing/2014/main" id="{994DD68A-3220-467F-B39E-17779BEE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973" y="1596072"/>
            <a:ext cx="289033" cy="7634"/>
          </a:xfrm>
          <a:custGeom xmlns:a="http://schemas.openxmlformats.org/drawingml/2006/main">
            <a:pathLst>
              <a:path w="289033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0" y="0"/>
                </a:moveTo>
                <a:lnTo>
                  <a:pt x="132690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0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3" y="0"/>
                </a:moveTo>
                <a:lnTo>
                  <a:pt x="289033" y="7634"/>
                </a:lnTo>
                <a:lnTo>
                  <a:pt x="234514" y="7634"/>
                </a:lnTo>
                <a:lnTo>
                  <a:pt x="234514" y="0"/>
                </a:lnTo>
                <a:lnTo>
                  <a:pt x="2890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----">
            <a:extLst xmlns:a="http://schemas.openxmlformats.org/drawingml/2006/main">
              <a:ext uri="{FF2B5EF4-FFF2-40B4-BE49-F238E27FC236}">
                <a16:creationId xmlns:a16="http://schemas.microsoft.com/office/drawing/2014/main" id="{8518E33C-C005-4E79-A85A-897C0D7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973" y="1628643"/>
            <a:ext cx="289033" cy="7634"/>
          </a:xfrm>
          <a:custGeom xmlns:a="http://schemas.openxmlformats.org/drawingml/2006/main">
            <a:pathLst>
              <a:path w="289033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0" y="0"/>
                </a:moveTo>
                <a:lnTo>
                  <a:pt x="132690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0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3" y="0"/>
                </a:moveTo>
                <a:lnTo>
                  <a:pt x="289033" y="7634"/>
                </a:lnTo>
                <a:lnTo>
                  <a:pt x="234514" y="7634"/>
                </a:lnTo>
                <a:lnTo>
                  <a:pt x="234514" y="0"/>
                </a:lnTo>
                <a:lnTo>
                  <a:pt x="2890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----">
            <a:extLst xmlns:a="http://schemas.openxmlformats.org/drawingml/2006/main">
              <a:ext uri="{FF2B5EF4-FFF2-40B4-BE49-F238E27FC236}">
                <a16:creationId xmlns:a16="http://schemas.microsoft.com/office/drawing/2014/main" id="{54155965-EA15-4E4B-968F-D0EF320D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973" y="1677500"/>
            <a:ext cx="289033" cy="7634"/>
          </a:xfrm>
          <a:custGeom xmlns:a="http://schemas.openxmlformats.org/drawingml/2006/main">
            <a:pathLst>
              <a:path w="289033" h="7634">
                <a:moveTo>
                  <a:pt x="54519" y="0"/>
                </a:moveTo>
                <a:lnTo>
                  <a:pt x="54519" y="7634"/>
                </a:lnTo>
                <a:lnTo>
                  <a:pt x="0" y="7634"/>
                </a:lnTo>
                <a:lnTo>
                  <a:pt x="0" y="0"/>
                </a:lnTo>
                <a:lnTo>
                  <a:pt x="54519" y="0"/>
                </a:lnTo>
                <a:close/>
                <a:moveTo>
                  <a:pt x="132690" y="0"/>
                </a:moveTo>
                <a:lnTo>
                  <a:pt x="132690" y="7634"/>
                </a:lnTo>
                <a:lnTo>
                  <a:pt x="78171" y="7634"/>
                </a:lnTo>
                <a:lnTo>
                  <a:pt x="78171" y="0"/>
                </a:lnTo>
                <a:lnTo>
                  <a:pt x="132690" y="0"/>
                </a:lnTo>
                <a:close/>
                <a:moveTo>
                  <a:pt x="210862" y="0"/>
                </a:moveTo>
                <a:lnTo>
                  <a:pt x="210862" y="7634"/>
                </a:lnTo>
                <a:lnTo>
                  <a:pt x="156343" y="7634"/>
                </a:lnTo>
                <a:lnTo>
                  <a:pt x="156343" y="0"/>
                </a:lnTo>
                <a:lnTo>
                  <a:pt x="210862" y="0"/>
                </a:lnTo>
                <a:close/>
                <a:moveTo>
                  <a:pt x="289033" y="0"/>
                </a:moveTo>
                <a:lnTo>
                  <a:pt x="289033" y="7634"/>
                </a:lnTo>
                <a:lnTo>
                  <a:pt x="234514" y="7634"/>
                </a:lnTo>
                <a:lnTo>
                  <a:pt x="234514" y="0"/>
                </a:lnTo>
                <a:lnTo>
                  <a:pt x="2890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538FF-A884-4785-BCC7-87C81284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43" y="4729936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CFE79-F0FB-4D96-A071-78C4C2EF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43" y="4729936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2BE5A-9955-44D9-BF49-4722EDA7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844" y="4729936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36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A0A28861-EEEF-47EC-808D-4B321204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804" y="4776879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3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6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2" y="84482"/>
                </a:cubicBezTo>
                <a:lnTo>
                  <a:pt x="366250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1" y="74946"/>
                  <a:pt x="358966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1" y="71377"/>
                </a:lnTo>
                <a:cubicBezTo>
                  <a:pt x="345214" y="71889"/>
                  <a:pt x="346645" y="72677"/>
                  <a:pt x="347515" y="73743"/>
                </a:cubicBezTo>
                <a:cubicBezTo>
                  <a:pt x="348384" y="74809"/>
                  <a:pt x="348819" y="76172"/>
                  <a:pt x="348819" y="77834"/>
                </a:cubicBezTo>
                <a:cubicBezTo>
                  <a:pt x="348819" y="79837"/>
                  <a:pt x="348161" y="81446"/>
                  <a:pt x="346847" y="82661"/>
                </a:cubicBezTo>
                <a:cubicBezTo>
                  <a:pt x="345532" y="83875"/>
                  <a:pt x="343305" y="84482"/>
                  <a:pt x="340167" y="84482"/>
                </a:cubicBezTo>
                <a:lnTo>
                  <a:pt x="325472" y="84482"/>
                </a:lnTo>
                <a:cubicBezTo>
                  <a:pt x="322333" y="84482"/>
                  <a:pt x="320096" y="83875"/>
                  <a:pt x="318760" y="82661"/>
                </a:cubicBezTo>
                <a:cubicBezTo>
                  <a:pt x="317424" y="81446"/>
                  <a:pt x="316756" y="79858"/>
                  <a:pt x="316756" y="77898"/>
                </a:cubicBezTo>
                <a:cubicBezTo>
                  <a:pt x="316756" y="76107"/>
                  <a:pt x="317350" y="74605"/>
                  <a:pt x="318537" y="73391"/>
                </a:cubicBezTo>
                <a:cubicBezTo>
                  <a:pt x="319725" y="72176"/>
                  <a:pt x="321506" y="71505"/>
                  <a:pt x="323881" y="71377"/>
                </a:cubicBezTo>
                <a:lnTo>
                  <a:pt x="343268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7" y="37746"/>
                </a:cubicBezTo>
                <a:cubicBezTo>
                  <a:pt x="319820" y="36531"/>
                  <a:pt x="319237" y="35029"/>
                  <a:pt x="319237" y="33239"/>
                </a:cubicBezTo>
                <a:cubicBezTo>
                  <a:pt x="319237" y="31322"/>
                  <a:pt x="319905" y="29756"/>
                  <a:pt x="321241" y="28542"/>
                </a:cubicBezTo>
                <a:cubicBezTo>
                  <a:pt x="322577" y="27326"/>
                  <a:pt x="324814" y="26719"/>
                  <a:pt x="327953" y="26719"/>
                </a:cubicBezTo>
                <a:lnTo>
                  <a:pt x="340167" y="26719"/>
                </a:lnTo>
                <a:cubicBezTo>
                  <a:pt x="343305" y="26719"/>
                  <a:pt x="345543" y="27326"/>
                  <a:pt x="346878" y="28542"/>
                </a:cubicBezTo>
                <a:cubicBezTo>
                  <a:pt x="348214" y="29756"/>
                  <a:pt x="348882" y="31300"/>
                  <a:pt x="348882" y="33176"/>
                </a:cubicBezTo>
                <a:cubicBezTo>
                  <a:pt x="348882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69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4" y="28542"/>
                </a:cubicBezTo>
                <a:cubicBezTo>
                  <a:pt x="360810" y="27326"/>
                  <a:pt x="363048" y="26719"/>
                  <a:pt x="366186" y="26719"/>
                </a:cubicBezTo>
                <a:lnTo>
                  <a:pt x="378273" y="26719"/>
                </a:lnTo>
                <a:cubicBezTo>
                  <a:pt x="381411" y="26719"/>
                  <a:pt x="383649" y="27326"/>
                  <a:pt x="384985" y="28542"/>
                </a:cubicBezTo>
                <a:cubicBezTo>
                  <a:pt x="386320" y="29756"/>
                  <a:pt x="386988" y="31343"/>
                  <a:pt x="386988" y="33303"/>
                </a:cubicBezTo>
                <a:cubicBezTo>
                  <a:pt x="386988" y="35050"/>
                  <a:pt x="386405" y="36531"/>
                  <a:pt x="385239" y="37746"/>
                </a:cubicBezTo>
                <a:cubicBezTo>
                  <a:pt x="384073" y="38960"/>
                  <a:pt x="382344" y="39653"/>
                  <a:pt x="380054" y="39824"/>
                </a:cubicBezTo>
                <a:lnTo>
                  <a:pt x="362963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5" y="40905"/>
                </a:moveTo>
                <a:cubicBezTo>
                  <a:pt x="610094" y="43535"/>
                  <a:pt x="612978" y="46578"/>
                  <a:pt x="614887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8" y="70540"/>
                  <a:pt x="613964" y="74463"/>
                </a:cubicBezTo>
                <a:cubicBezTo>
                  <a:pt x="611441" y="78386"/>
                  <a:pt x="607783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5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9" y="71824"/>
                  <a:pt x="559000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1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4" y="73286"/>
                  <a:pt x="596226" y="72302"/>
                  <a:pt x="599619" y="70336"/>
                </a:cubicBezTo>
                <a:cubicBezTo>
                  <a:pt x="603012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8" y="51805"/>
                  <a:pt x="597138" y="49890"/>
                  <a:pt x="593830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8000" y="43736"/>
                  <a:pt x="577417" y="42241"/>
                  <a:pt x="577417" y="40460"/>
                </a:cubicBezTo>
                <a:cubicBezTo>
                  <a:pt x="577417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1" y="33611"/>
                  <a:pt x="594487" y="33061"/>
                  <a:pt x="596183" y="32132"/>
                </a:cubicBezTo>
                <a:cubicBezTo>
                  <a:pt x="597880" y="31202"/>
                  <a:pt x="599248" y="29923"/>
                  <a:pt x="600287" y="28295"/>
                </a:cubicBezTo>
                <a:cubicBezTo>
                  <a:pt x="601326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9" y="14110"/>
                  <a:pt x="592091" y="13105"/>
                  <a:pt x="587214" y="13105"/>
                </a:cubicBezTo>
                <a:cubicBezTo>
                  <a:pt x="580937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3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4" y="16483"/>
                  <a:pt x="561004" y="14612"/>
                </a:cubicBezTo>
                <a:cubicBezTo>
                  <a:pt x="561004" y="11676"/>
                  <a:pt x="562955" y="8826"/>
                  <a:pt x="566856" y="6061"/>
                </a:cubicBezTo>
                <a:cubicBezTo>
                  <a:pt x="572539" y="2020"/>
                  <a:pt x="579643" y="0"/>
                  <a:pt x="588168" y="0"/>
                </a:cubicBezTo>
                <a:cubicBezTo>
                  <a:pt x="596226" y="0"/>
                  <a:pt x="602693" y="2294"/>
                  <a:pt x="607571" y="6882"/>
                </a:cubicBezTo>
                <a:cubicBezTo>
                  <a:pt x="612448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19" y="38441"/>
                  <a:pt x="606235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7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0" y="64316"/>
                </a:cubicBezTo>
                <a:cubicBezTo>
                  <a:pt x="689654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7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0" y="82669"/>
                </a:cubicBezTo>
                <a:cubicBezTo>
                  <a:pt x="689654" y="83878"/>
                  <a:pt x="687417" y="84482"/>
                  <a:pt x="684279" y="84482"/>
                </a:cubicBezTo>
                <a:lnTo>
                  <a:pt x="666784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4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39" y="66161"/>
                </a:lnTo>
                <a:lnTo>
                  <a:pt x="636439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4E503412-4669-4D93-95E9-A96681E3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801" y="4939737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9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3" y="84482"/>
                  <a:pt x="374074" y="84482"/>
                </a:cubicBezTo>
                <a:lnTo>
                  <a:pt x="359252" y="84482"/>
                </a:lnTo>
                <a:cubicBezTo>
                  <a:pt x="356113" y="84482"/>
                  <a:pt x="353876" y="83875"/>
                  <a:pt x="352540" y="82661"/>
                </a:cubicBezTo>
                <a:cubicBezTo>
                  <a:pt x="351204" y="81446"/>
                  <a:pt x="350536" y="79837"/>
                  <a:pt x="350536" y="77834"/>
                </a:cubicBezTo>
                <a:cubicBezTo>
                  <a:pt x="350536" y="76300"/>
                  <a:pt x="351014" y="74946"/>
                  <a:pt x="351968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59" y="62950"/>
                </a:lnTo>
                <a:lnTo>
                  <a:pt x="336223" y="71377"/>
                </a:lnTo>
                <a:cubicBezTo>
                  <a:pt x="338216" y="71889"/>
                  <a:pt x="339647" y="72677"/>
                  <a:pt x="340517" y="73743"/>
                </a:cubicBezTo>
                <a:cubicBezTo>
                  <a:pt x="341386" y="74809"/>
                  <a:pt x="341821" y="76172"/>
                  <a:pt x="341821" y="77834"/>
                </a:cubicBezTo>
                <a:cubicBezTo>
                  <a:pt x="341821" y="79837"/>
                  <a:pt x="341164" y="81446"/>
                  <a:pt x="339849" y="82661"/>
                </a:cubicBezTo>
                <a:cubicBezTo>
                  <a:pt x="338534" y="83875"/>
                  <a:pt x="336308" y="84482"/>
                  <a:pt x="333169" y="84482"/>
                </a:cubicBezTo>
                <a:lnTo>
                  <a:pt x="318474" y="84482"/>
                </a:lnTo>
                <a:cubicBezTo>
                  <a:pt x="315335" y="84482"/>
                  <a:pt x="313098" y="83875"/>
                  <a:pt x="311762" y="82661"/>
                </a:cubicBezTo>
                <a:cubicBezTo>
                  <a:pt x="310426" y="81446"/>
                  <a:pt x="309758" y="79858"/>
                  <a:pt x="309758" y="77898"/>
                </a:cubicBezTo>
                <a:cubicBezTo>
                  <a:pt x="309758" y="76107"/>
                  <a:pt x="310352" y="74605"/>
                  <a:pt x="311540" y="73391"/>
                </a:cubicBezTo>
                <a:cubicBezTo>
                  <a:pt x="312727" y="72176"/>
                  <a:pt x="314508" y="71505"/>
                  <a:pt x="316883" y="71377"/>
                </a:cubicBezTo>
                <a:lnTo>
                  <a:pt x="336270" y="54551"/>
                </a:lnTo>
                <a:lnTo>
                  <a:pt x="319110" y="39824"/>
                </a:lnTo>
                <a:cubicBezTo>
                  <a:pt x="316862" y="39653"/>
                  <a:pt x="315155" y="38960"/>
                  <a:pt x="313989" y="37746"/>
                </a:cubicBezTo>
                <a:cubicBezTo>
                  <a:pt x="312823" y="36531"/>
                  <a:pt x="312239" y="35029"/>
                  <a:pt x="312239" y="33239"/>
                </a:cubicBezTo>
                <a:cubicBezTo>
                  <a:pt x="312239" y="31322"/>
                  <a:pt x="312907" y="29756"/>
                  <a:pt x="314243" y="28542"/>
                </a:cubicBezTo>
                <a:cubicBezTo>
                  <a:pt x="315579" y="27326"/>
                  <a:pt x="317816" y="26719"/>
                  <a:pt x="320955" y="26719"/>
                </a:cubicBezTo>
                <a:lnTo>
                  <a:pt x="333169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2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8" y="26719"/>
                </a:cubicBezTo>
                <a:lnTo>
                  <a:pt x="371275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1" y="37746"/>
                </a:cubicBezTo>
                <a:cubicBezTo>
                  <a:pt x="377075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3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9" y="84482"/>
                </a:cubicBezTo>
                <a:lnTo>
                  <a:pt x="593766" y="84482"/>
                </a:lnTo>
                <a:cubicBezTo>
                  <a:pt x="590628" y="84482"/>
                  <a:pt x="588390" y="83875"/>
                  <a:pt x="587054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4" y="62950"/>
                </a:lnTo>
                <a:lnTo>
                  <a:pt x="570737" y="71377"/>
                </a:lnTo>
                <a:cubicBezTo>
                  <a:pt x="572730" y="71889"/>
                  <a:pt x="574162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2" y="84482"/>
                  <a:pt x="567683" y="84482"/>
                </a:cubicBezTo>
                <a:lnTo>
                  <a:pt x="552988" y="84482"/>
                </a:lnTo>
                <a:cubicBezTo>
                  <a:pt x="549850" y="84482"/>
                  <a:pt x="547612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6" y="74605"/>
                  <a:pt x="546054" y="73391"/>
                </a:cubicBezTo>
                <a:cubicBezTo>
                  <a:pt x="547241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3" y="27326"/>
                  <a:pt x="552331" y="26719"/>
                  <a:pt x="555469" y="26719"/>
                </a:cubicBezTo>
                <a:lnTo>
                  <a:pt x="567683" y="26719"/>
                </a:lnTo>
                <a:cubicBezTo>
                  <a:pt x="570822" y="26719"/>
                  <a:pt x="573059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5" y="37746"/>
                </a:cubicBezTo>
                <a:cubicBezTo>
                  <a:pt x="611589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1" y="29263"/>
                  <a:pt x="657051" y="28500"/>
                  <a:pt x="660995" y="28500"/>
                </a:cubicBezTo>
                <a:cubicBezTo>
                  <a:pt x="669011" y="28500"/>
                  <a:pt x="675669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0" y="73734"/>
                  <a:pt x="680875" y="78797"/>
                </a:cubicBezTo>
                <a:cubicBezTo>
                  <a:pt x="675510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2" y="70180"/>
                  <a:pt x="630046" y="68878"/>
                </a:cubicBezTo>
                <a:cubicBezTo>
                  <a:pt x="631339" y="67576"/>
                  <a:pt x="632877" y="66924"/>
                  <a:pt x="634658" y="66924"/>
                </a:cubicBezTo>
                <a:cubicBezTo>
                  <a:pt x="636142" y="66924"/>
                  <a:pt x="637754" y="67642"/>
                  <a:pt x="639493" y="69077"/>
                </a:cubicBezTo>
                <a:cubicBezTo>
                  <a:pt x="641232" y="70513"/>
                  <a:pt x="643055" y="71509"/>
                  <a:pt x="644964" y="72065"/>
                </a:cubicBezTo>
                <a:cubicBezTo>
                  <a:pt x="647678" y="72879"/>
                  <a:pt x="651156" y="73286"/>
                  <a:pt x="655397" y="73286"/>
                </a:cubicBezTo>
                <a:cubicBezTo>
                  <a:pt x="663285" y="73286"/>
                  <a:pt x="668672" y="72032"/>
                  <a:pt x="671555" y="69525"/>
                </a:cubicBezTo>
                <a:cubicBezTo>
                  <a:pt x="674439" y="67016"/>
                  <a:pt x="675881" y="63168"/>
                  <a:pt x="675881" y="57982"/>
                </a:cubicBezTo>
                <a:cubicBezTo>
                  <a:pt x="675881" y="52882"/>
                  <a:pt x="674492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0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5" y="42043"/>
                  <a:pt x="634785" y="39877"/>
                </a:cubicBezTo>
                <a:lnTo>
                  <a:pt x="634785" y="2163"/>
                </a:lnTo>
                <a:lnTo>
                  <a:pt x="674673" y="2163"/>
                </a:lnTo>
                <a:cubicBezTo>
                  <a:pt x="677811" y="2163"/>
                  <a:pt x="680048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8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...">
            <a:extLst xmlns:a="http://schemas.openxmlformats.org/drawingml/2006/main">
              <a:ext uri="{FF2B5EF4-FFF2-40B4-BE49-F238E27FC236}">
                <a16:creationId xmlns:a16="http://schemas.microsoft.com/office/drawing/2014/main" id="{95AE19BE-20AD-42A8-9418-F3BF28E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901" y="5188094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64158-DC2C-4680-981C-6C47C478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15" y="4762507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5FBDB-7311-4C13-A4B1-D1F270E2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15" y="4762507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A2B93-AF28-4E22-A300-EDCA0447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416" y="4762507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42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5F70BFA9-1CDA-47F2-AB22-44E10B8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375" y="4809451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0" y="71377"/>
                </a:moveTo>
                <a:lnTo>
                  <a:pt x="212642" y="71377"/>
                </a:lnTo>
                <a:cubicBezTo>
                  <a:pt x="212769" y="68112"/>
                  <a:pt x="213437" y="65811"/>
                  <a:pt x="214646" y="64475"/>
                </a:cubicBezTo>
                <a:cubicBezTo>
                  <a:pt x="215855" y="63139"/>
                  <a:pt x="217350" y="62471"/>
                  <a:pt x="219131" y="62471"/>
                </a:cubicBezTo>
                <a:cubicBezTo>
                  <a:pt x="221082" y="62471"/>
                  <a:pt x="222662" y="63139"/>
                  <a:pt x="223870" y="64475"/>
                </a:cubicBezTo>
                <a:cubicBezTo>
                  <a:pt x="225079" y="65811"/>
                  <a:pt x="225683" y="68112"/>
                  <a:pt x="225683" y="71377"/>
                </a:cubicBezTo>
                <a:lnTo>
                  <a:pt x="225683" y="84482"/>
                </a:lnTo>
                <a:lnTo>
                  <a:pt x="168938" y="84482"/>
                </a:lnTo>
                <a:lnTo>
                  <a:pt x="168938" y="73668"/>
                </a:lnTo>
                <a:lnTo>
                  <a:pt x="203291" y="39824"/>
                </a:lnTo>
                <a:lnTo>
                  <a:pt x="183315" y="39824"/>
                </a:lnTo>
                <a:lnTo>
                  <a:pt x="183315" y="41096"/>
                </a:lnTo>
                <a:cubicBezTo>
                  <a:pt x="183315" y="44362"/>
                  <a:pt x="182711" y="46662"/>
                  <a:pt x="181502" y="47998"/>
                </a:cubicBezTo>
                <a:cubicBezTo>
                  <a:pt x="180293" y="49334"/>
                  <a:pt x="178714" y="50002"/>
                  <a:pt x="176763" y="50002"/>
                </a:cubicBezTo>
                <a:cubicBezTo>
                  <a:pt x="174812" y="50002"/>
                  <a:pt x="173232" y="49334"/>
                  <a:pt x="172023" y="47998"/>
                </a:cubicBezTo>
                <a:cubicBezTo>
                  <a:pt x="170815" y="46662"/>
                  <a:pt x="170210" y="44362"/>
                  <a:pt x="170210" y="41096"/>
                </a:cubicBezTo>
                <a:lnTo>
                  <a:pt x="170274" y="26719"/>
                </a:lnTo>
                <a:lnTo>
                  <a:pt x="224220" y="26719"/>
                </a:lnTo>
                <a:lnTo>
                  <a:pt x="224220" y="37406"/>
                </a:lnTo>
                <a:lnTo>
                  <a:pt x="189740" y="71377"/>
                </a:lnTo>
                <a:close/>
                <a:moveTo>
                  <a:pt x="362963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6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2" y="84482"/>
                </a:cubicBezTo>
                <a:lnTo>
                  <a:pt x="366250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1" y="74946"/>
                  <a:pt x="358966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1" y="71377"/>
                </a:lnTo>
                <a:cubicBezTo>
                  <a:pt x="345214" y="71889"/>
                  <a:pt x="346645" y="72677"/>
                  <a:pt x="347515" y="73743"/>
                </a:cubicBezTo>
                <a:cubicBezTo>
                  <a:pt x="348384" y="74809"/>
                  <a:pt x="348819" y="76172"/>
                  <a:pt x="348819" y="77834"/>
                </a:cubicBezTo>
                <a:cubicBezTo>
                  <a:pt x="348819" y="79837"/>
                  <a:pt x="348161" y="81446"/>
                  <a:pt x="346847" y="82661"/>
                </a:cubicBezTo>
                <a:cubicBezTo>
                  <a:pt x="345532" y="83875"/>
                  <a:pt x="343305" y="84482"/>
                  <a:pt x="340167" y="84482"/>
                </a:cubicBezTo>
                <a:lnTo>
                  <a:pt x="325472" y="84482"/>
                </a:lnTo>
                <a:cubicBezTo>
                  <a:pt x="322333" y="84482"/>
                  <a:pt x="320096" y="83875"/>
                  <a:pt x="318760" y="82661"/>
                </a:cubicBezTo>
                <a:cubicBezTo>
                  <a:pt x="317424" y="81446"/>
                  <a:pt x="316756" y="79858"/>
                  <a:pt x="316756" y="77898"/>
                </a:cubicBezTo>
                <a:cubicBezTo>
                  <a:pt x="316756" y="76107"/>
                  <a:pt x="317350" y="74605"/>
                  <a:pt x="318537" y="73391"/>
                </a:cubicBezTo>
                <a:cubicBezTo>
                  <a:pt x="319725" y="72176"/>
                  <a:pt x="321506" y="71505"/>
                  <a:pt x="323881" y="71377"/>
                </a:cubicBezTo>
                <a:lnTo>
                  <a:pt x="343268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7" y="37746"/>
                </a:cubicBezTo>
                <a:cubicBezTo>
                  <a:pt x="319820" y="36531"/>
                  <a:pt x="319237" y="35029"/>
                  <a:pt x="319237" y="33239"/>
                </a:cubicBezTo>
                <a:cubicBezTo>
                  <a:pt x="319237" y="31322"/>
                  <a:pt x="319905" y="29756"/>
                  <a:pt x="321241" y="28542"/>
                </a:cubicBezTo>
                <a:cubicBezTo>
                  <a:pt x="322577" y="27326"/>
                  <a:pt x="324814" y="26719"/>
                  <a:pt x="327953" y="26719"/>
                </a:cubicBezTo>
                <a:lnTo>
                  <a:pt x="340167" y="26719"/>
                </a:lnTo>
                <a:cubicBezTo>
                  <a:pt x="343305" y="26719"/>
                  <a:pt x="345543" y="27326"/>
                  <a:pt x="346878" y="28542"/>
                </a:cubicBezTo>
                <a:cubicBezTo>
                  <a:pt x="348214" y="29756"/>
                  <a:pt x="348882" y="31300"/>
                  <a:pt x="348882" y="33176"/>
                </a:cubicBezTo>
                <a:cubicBezTo>
                  <a:pt x="348882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69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4" y="28542"/>
                </a:cubicBezTo>
                <a:cubicBezTo>
                  <a:pt x="360810" y="27326"/>
                  <a:pt x="363048" y="26719"/>
                  <a:pt x="366186" y="26719"/>
                </a:cubicBezTo>
                <a:lnTo>
                  <a:pt x="378273" y="26719"/>
                </a:lnTo>
                <a:cubicBezTo>
                  <a:pt x="381411" y="26719"/>
                  <a:pt x="383649" y="27326"/>
                  <a:pt x="384985" y="28542"/>
                </a:cubicBezTo>
                <a:cubicBezTo>
                  <a:pt x="386320" y="29756"/>
                  <a:pt x="386988" y="31343"/>
                  <a:pt x="386988" y="33303"/>
                </a:cubicBezTo>
                <a:cubicBezTo>
                  <a:pt x="386988" y="35050"/>
                  <a:pt x="386405" y="36531"/>
                  <a:pt x="385239" y="37746"/>
                </a:cubicBezTo>
                <a:cubicBezTo>
                  <a:pt x="384073" y="38960"/>
                  <a:pt x="382344" y="39653"/>
                  <a:pt x="380054" y="39824"/>
                </a:cubicBezTo>
                <a:lnTo>
                  <a:pt x="362963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4" y="40905"/>
                </a:moveTo>
                <a:cubicBezTo>
                  <a:pt x="610094" y="43535"/>
                  <a:pt x="612978" y="46578"/>
                  <a:pt x="614886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7" y="70540"/>
                  <a:pt x="613964" y="74463"/>
                </a:cubicBezTo>
                <a:cubicBezTo>
                  <a:pt x="611440" y="78386"/>
                  <a:pt x="607782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4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8" y="71824"/>
                  <a:pt x="558999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0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3" y="73286"/>
                  <a:pt x="596226" y="72302"/>
                  <a:pt x="599618" y="70336"/>
                </a:cubicBezTo>
                <a:cubicBezTo>
                  <a:pt x="603011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7" y="51805"/>
                  <a:pt x="597137" y="49890"/>
                  <a:pt x="593829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7999" y="43736"/>
                  <a:pt x="577416" y="42241"/>
                  <a:pt x="577416" y="40460"/>
                </a:cubicBezTo>
                <a:cubicBezTo>
                  <a:pt x="577416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0" y="33611"/>
                  <a:pt x="594487" y="33061"/>
                  <a:pt x="596183" y="32132"/>
                </a:cubicBezTo>
                <a:cubicBezTo>
                  <a:pt x="597880" y="31202"/>
                  <a:pt x="599247" y="29923"/>
                  <a:pt x="600286" y="28295"/>
                </a:cubicBezTo>
                <a:cubicBezTo>
                  <a:pt x="601325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8" y="14110"/>
                  <a:pt x="592090" y="13105"/>
                  <a:pt x="587213" y="13105"/>
                </a:cubicBezTo>
                <a:cubicBezTo>
                  <a:pt x="580936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2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3" y="16483"/>
                  <a:pt x="561003" y="14612"/>
                </a:cubicBezTo>
                <a:cubicBezTo>
                  <a:pt x="561003" y="11676"/>
                  <a:pt x="562954" y="8826"/>
                  <a:pt x="566856" y="6061"/>
                </a:cubicBezTo>
                <a:cubicBezTo>
                  <a:pt x="572539" y="2020"/>
                  <a:pt x="579643" y="0"/>
                  <a:pt x="588167" y="0"/>
                </a:cubicBezTo>
                <a:cubicBezTo>
                  <a:pt x="596226" y="0"/>
                  <a:pt x="602693" y="2294"/>
                  <a:pt x="607570" y="6882"/>
                </a:cubicBezTo>
                <a:cubicBezTo>
                  <a:pt x="612448" y="11469"/>
                  <a:pt x="614886" y="16991"/>
                  <a:pt x="614886" y="23447"/>
                </a:cubicBezTo>
                <a:cubicBezTo>
                  <a:pt x="614886" y="26802"/>
                  <a:pt x="614165" y="29935"/>
                  <a:pt x="612723" y="32846"/>
                </a:cubicBezTo>
                <a:cubicBezTo>
                  <a:pt x="611281" y="35755"/>
                  <a:pt x="609118" y="38441"/>
                  <a:pt x="606234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8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1" y="64316"/>
                </a:cubicBezTo>
                <a:cubicBezTo>
                  <a:pt x="689655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8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1" y="82669"/>
                </a:cubicBezTo>
                <a:cubicBezTo>
                  <a:pt x="689655" y="83878"/>
                  <a:pt x="687417" y="84482"/>
                  <a:pt x="684279" y="84482"/>
                </a:cubicBezTo>
                <a:lnTo>
                  <a:pt x="666785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74DE9046-6B9D-4AB0-8591-7DCF0B5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73" y="4972308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0" y="71377"/>
                </a:lnTo>
                <a:cubicBezTo>
                  <a:pt x="225026" y="71377"/>
                  <a:pt x="227253" y="71982"/>
                  <a:pt x="228610" y="73190"/>
                </a:cubicBezTo>
                <a:cubicBezTo>
                  <a:pt x="229967" y="74399"/>
                  <a:pt x="230645" y="75979"/>
                  <a:pt x="230645" y="77930"/>
                </a:cubicBezTo>
                <a:cubicBezTo>
                  <a:pt x="230645" y="79881"/>
                  <a:pt x="229978" y="81460"/>
                  <a:pt x="228642" y="82669"/>
                </a:cubicBezTo>
                <a:cubicBezTo>
                  <a:pt x="227306" y="83878"/>
                  <a:pt x="225068" y="84482"/>
                  <a:pt x="221930" y="84482"/>
                </a:cubicBezTo>
                <a:lnTo>
                  <a:pt x="206662" y="84482"/>
                </a:lnTo>
                <a:lnTo>
                  <a:pt x="206662" y="81301"/>
                </a:lnTo>
                <a:cubicBezTo>
                  <a:pt x="203693" y="83019"/>
                  <a:pt x="200587" y="84318"/>
                  <a:pt x="197342" y="85198"/>
                </a:cubicBezTo>
                <a:cubicBezTo>
                  <a:pt x="194098" y="86078"/>
                  <a:pt x="190737" y="86518"/>
                  <a:pt x="187259" y="86518"/>
                </a:cubicBezTo>
                <a:cubicBezTo>
                  <a:pt x="177462" y="86518"/>
                  <a:pt x="169574" y="83687"/>
                  <a:pt x="163594" y="78025"/>
                </a:cubicBezTo>
                <a:cubicBezTo>
                  <a:pt x="157614" y="72363"/>
                  <a:pt x="154624" y="65313"/>
                  <a:pt x="154624" y="56873"/>
                </a:cubicBezTo>
                <a:cubicBezTo>
                  <a:pt x="154624" y="48051"/>
                  <a:pt x="157763" y="40523"/>
                  <a:pt x="164039" y="34289"/>
                </a:cubicBezTo>
                <a:cubicBezTo>
                  <a:pt x="170316" y="28055"/>
                  <a:pt x="177971" y="24938"/>
                  <a:pt x="187005" y="24938"/>
                </a:cubicBezTo>
                <a:cubicBezTo>
                  <a:pt x="190398" y="24938"/>
                  <a:pt x="193727" y="25460"/>
                  <a:pt x="196993" y="26504"/>
                </a:cubicBezTo>
                <a:cubicBezTo>
                  <a:pt x="200258" y="27548"/>
                  <a:pt x="203481" y="29114"/>
                  <a:pt x="206662" y="31202"/>
                </a:cubicBezTo>
                <a:lnTo>
                  <a:pt x="206662" y="15013"/>
                </a:lnTo>
                <a:lnTo>
                  <a:pt x="204436" y="15013"/>
                </a:lnTo>
                <a:cubicBezTo>
                  <a:pt x="201297" y="15013"/>
                  <a:pt x="199060" y="14409"/>
                  <a:pt x="197724" y="13200"/>
                </a:cubicBezTo>
                <a:cubicBezTo>
                  <a:pt x="196388" y="11992"/>
                  <a:pt x="195720" y="10412"/>
                  <a:pt x="195720" y="8461"/>
                </a:cubicBezTo>
                <a:cubicBezTo>
                  <a:pt x="195720" y="6510"/>
                  <a:pt x="196388" y="4930"/>
                  <a:pt x="197724" y="3722"/>
                </a:cubicBezTo>
                <a:cubicBezTo>
                  <a:pt x="199060" y="2513"/>
                  <a:pt x="201297" y="1908"/>
                  <a:pt x="204436" y="1908"/>
                </a:cubicBezTo>
                <a:lnTo>
                  <a:pt x="219704" y="1908"/>
                </a:lnTo>
                <a:moveTo>
                  <a:pt x="206662" y="57249"/>
                </a:moveTo>
                <a:cubicBezTo>
                  <a:pt x="206662" y="51882"/>
                  <a:pt x="204775" y="47340"/>
                  <a:pt x="201000" y="43621"/>
                </a:cubicBezTo>
                <a:cubicBezTo>
                  <a:pt x="197226" y="39902"/>
                  <a:pt x="192603" y="38042"/>
                  <a:pt x="187132" y="38042"/>
                </a:cubicBezTo>
                <a:cubicBezTo>
                  <a:pt x="181703" y="38042"/>
                  <a:pt x="177102" y="39902"/>
                  <a:pt x="173327" y="43621"/>
                </a:cubicBezTo>
                <a:cubicBezTo>
                  <a:pt x="169553" y="47340"/>
                  <a:pt x="167666" y="51819"/>
                  <a:pt x="167666" y="57060"/>
                </a:cubicBezTo>
                <a:cubicBezTo>
                  <a:pt x="167666" y="61835"/>
                  <a:pt x="169362" y="65755"/>
                  <a:pt x="172755" y="68819"/>
                </a:cubicBezTo>
                <a:cubicBezTo>
                  <a:pt x="176148" y="71882"/>
                  <a:pt x="180940" y="73413"/>
                  <a:pt x="187132" y="73413"/>
                </a:cubicBezTo>
                <a:cubicBezTo>
                  <a:pt x="193282" y="73413"/>
                  <a:pt x="198074" y="71882"/>
                  <a:pt x="201509" y="68819"/>
                </a:cubicBezTo>
                <a:cubicBezTo>
                  <a:pt x="204945" y="65755"/>
                  <a:pt x="206662" y="61898"/>
                  <a:pt x="206662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9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3" y="84482"/>
                  <a:pt x="374074" y="84482"/>
                </a:cubicBezTo>
                <a:lnTo>
                  <a:pt x="359252" y="84482"/>
                </a:lnTo>
                <a:cubicBezTo>
                  <a:pt x="356113" y="84482"/>
                  <a:pt x="353876" y="83875"/>
                  <a:pt x="352540" y="82661"/>
                </a:cubicBezTo>
                <a:cubicBezTo>
                  <a:pt x="351204" y="81446"/>
                  <a:pt x="350536" y="79837"/>
                  <a:pt x="350536" y="77834"/>
                </a:cubicBezTo>
                <a:cubicBezTo>
                  <a:pt x="350536" y="76300"/>
                  <a:pt x="351014" y="74946"/>
                  <a:pt x="351968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59" y="62950"/>
                </a:lnTo>
                <a:lnTo>
                  <a:pt x="336223" y="71377"/>
                </a:lnTo>
                <a:cubicBezTo>
                  <a:pt x="338216" y="71889"/>
                  <a:pt x="339647" y="72677"/>
                  <a:pt x="340517" y="73743"/>
                </a:cubicBezTo>
                <a:cubicBezTo>
                  <a:pt x="341386" y="74809"/>
                  <a:pt x="341821" y="76172"/>
                  <a:pt x="341821" y="77834"/>
                </a:cubicBezTo>
                <a:cubicBezTo>
                  <a:pt x="341821" y="79837"/>
                  <a:pt x="341164" y="81446"/>
                  <a:pt x="339849" y="82661"/>
                </a:cubicBezTo>
                <a:cubicBezTo>
                  <a:pt x="338534" y="83875"/>
                  <a:pt x="336308" y="84482"/>
                  <a:pt x="333169" y="84482"/>
                </a:cubicBezTo>
                <a:lnTo>
                  <a:pt x="318474" y="84482"/>
                </a:lnTo>
                <a:cubicBezTo>
                  <a:pt x="315335" y="84482"/>
                  <a:pt x="313098" y="83875"/>
                  <a:pt x="311762" y="82661"/>
                </a:cubicBezTo>
                <a:cubicBezTo>
                  <a:pt x="310426" y="81446"/>
                  <a:pt x="309758" y="79858"/>
                  <a:pt x="309758" y="77898"/>
                </a:cubicBezTo>
                <a:cubicBezTo>
                  <a:pt x="309758" y="76107"/>
                  <a:pt x="310352" y="74605"/>
                  <a:pt x="311540" y="73391"/>
                </a:cubicBezTo>
                <a:cubicBezTo>
                  <a:pt x="312727" y="72176"/>
                  <a:pt x="314508" y="71505"/>
                  <a:pt x="316883" y="71377"/>
                </a:cubicBezTo>
                <a:lnTo>
                  <a:pt x="336270" y="54551"/>
                </a:lnTo>
                <a:lnTo>
                  <a:pt x="319110" y="39824"/>
                </a:lnTo>
                <a:cubicBezTo>
                  <a:pt x="316862" y="39653"/>
                  <a:pt x="315155" y="38960"/>
                  <a:pt x="313989" y="37746"/>
                </a:cubicBezTo>
                <a:cubicBezTo>
                  <a:pt x="312823" y="36531"/>
                  <a:pt x="312239" y="35029"/>
                  <a:pt x="312239" y="33239"/>
                </a:cubicBezTo>
                <a:cubicBezTo>
                  <a:pt x="312239" y="31322"/>
                  <a:pt x="312907" y="29756"/>
                  <a:pt x="314243" y="28542"/>
                </a:cubicBezTo>
                <a:cubicBezTo>
                  <a:pt x="315579" y="27326"/>
                  <a:pt x="317816" y="26719"/>
                  <a:pt x="320955" y="26719"/>
                </a:cubicBezTo>
                <a:lnTo>
                  <a:pt x="333169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2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8" y="26719"/>
                </a:cubicBezTo>
                <a:lnTo>
                  <a:pt x="371275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1" y="37746"/>
                </a:cubicBezTo>
                <a:cubicBezTo>
                  <a:pt x="377075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2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8" y="84482"/>
                </a:cubicBezTo>
                <a:lnTo>
                  <a:pt x="593766" y="84482"/>
                </a:lnTo>
                <a:cubicBezTo>
                  <a:pt x="590627" y="84482"/>
                  <a:pt x="588390" y="83875"/>
                  <a:pt x="587054" y="82661"/>
                </a:cubicBezTo>
                <a:cubicBezTo>
                  <a:pt x="585718" y="81446"/>
                  <a:pt x="585050" y="79837"/>
                  <a:pt x="585050" y="77834"/>
                </a:cubicBezTo>
                <a:cubicBezTo>
                  <a:pt x="585050" y="76300"/>
                  <a:pt x="585527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3" y="62950"/>
                </a:lnTo>
                <a:lnTo>
                  <a:pt x="570737" y="71377"/>
                </a:lnTo>
                <a:cubicBezTo>
                  <a:pt x="572730" y="71889"/>
                  <a:pt x="574161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1" y="84482"/>
                  <a:pt x="567683" y="84482"/>
                </a:cubicBezTo>
                <a:lnTo>
                  <a:pt x="552988" y="84482"/>
                </a:lnTo>
                <a:cubicBezTo>
                  <a:pt x="549849" y="84482"/>
                  <a:pt x="547612" y="83875"/>
                  <a:pt x="546276" y="82661"/>
                </a:cubicBezTo>
                <a:cubicBezTo>
                  <a:pt x="544940" y="81446"/>
                  <a:pt x="544272" y="79858"/>
                  <a:pt x="544272" y="77898"/>
                </a:cubicBezTo>
                <a:cubicBezTo>
                  <a:pt x="544272" y="76107"/>
                  <a:pt x="544866" y="74605"/>
                  <a:pt x="546054" y="73391"/>
                </a:cubicBezTo>
                <a:cubicBezTo>
                  <a:pt x="547241" y="72176"/>
                  <a:pt x="549022" y="71505"/>
                  <a:pt x="551397" y="71377"/>
                </a:cubicBezTo>
                <a:lnTo>
                  <a:pt x="570784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3" y="35029"/>
                  <a:pt x="546753" y="33239"/>
                </a:cubicBezTo>
                <a:cubicBezTo>
                  <a:pt x="546753" y="31322"/>
                  <a:pt x="547421" y="29756"/>
                  <a:pt x="548757" y="28542"/>
                </a:cubicBezTo>
                <a:cubicBezTo>
                  <a:pt x="550093" y="27326"/>
                  <a:pt x="552330" y="26719"/>
                  <a:pt x="555469" y="26719"/>
                </a:cubicBezTo>
                <a:lnTo>
                  <a:pt x="567683" y="26719"/>
                </a:lnTo>
                <a:cubicBezTo>
                  <a:pt x="570821" y="26719"/>
                  <a:pt x="573059" y="27326"/>
                  <a:pt x="574395" y="28542"/>
                </a:cubicBezTo>
                <a:cubicBezTo>
                  <a:pt x="575731" y="29756"/>
                  <a:pt x="576398" y="31300"/>
                  <a:pt x="576398" y="33176"/>
                </a:cubicBezTo>
                <a:cubicBezTo>
                  <a:pt x="576398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1" y="36531"/>
                  <a:pt x="612755" y="37746"/>
                </a:cubicBezTo>
                <a:cubicBezTo>
                  <a:pt x="611589" y="38960"/>
                  <a:pt x="609861" y="39653"/>
                  <a:pt x="607570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2" y="29263"/>
                  <a:pt x="657051" y="28500"/>
                  <a:pt x="660995" y="28500"/>
                </a:cubicBezTo>
                <a:cubicBezTo>
                  <a:pt x="669011" y="28500"/>
                  <a:pt x="675670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1" y="73734"/>
                  <a:pt x="680876" y="78797"/>
                </a:cubicBezTo>
                <a:cubicBezTo>
                  <a:pt x="675511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3" y="70180"/>
                  <a:pt x="630046" y="68878"/>
                </a:cubicBezTo>
                <a:cubicBezTo>
                  <a:pt x="631340" y="67576"/>
                  <a:pt x="632877" y="66924"/>
                  <a:pt x="634658" y="66924"/>
                </a:cubicBezTo>
                <a:cubicBezTo>
                  <a:pt x="636143" y="66924"/>
                  <a:pt x="637754" y="67642"/>
                  <a:pt x="639493" y="69077"/>
                </a:cubicBezTo>
                <a:cubicBezTo>
                  <a:pt x="641232" y="70513"/>
                  <a:pt x="643056" y="71509"/>
                  <a:pt x="644964" y="72065"/>
                </a:cubicBezTo>
                <a:cubicBezTo>
                  <a:pt x="647679" y="72879"/>
                  <a:pt x="651156" y="73286"/>
                  <a:pt x="655397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1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3" y="2163"/>
                </a:lnTo>
                <a:cubicBezTo>
                  <a:pt x="677811" y="2163"/>
                  <a:pt x="680049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9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...">
            <a:extLst xmlns:a="http://schemas.openxmlformats.org/drawingml/2006/main">
              <a:ext uri="{FF2B5EF4-FFF2-40B4-BE49-F238E27FC236}">
                <a16:creationId xmlns:a16="http://schemas.microsoft.com/office/drawing/2014/main" id="{E44D6774-3057-421A-B72F-41F11D6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473" y="5220666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39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2" y="11112"/>
                  <a:pt x="156342" y="8652"/>
                </a:cubicBezTo>
                <a:cubicBezTo>
                  <a:pt x="156342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39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3CCC3-3CCE-41F2-ACB2-681DB1A4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329" y="486022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3B384-79E7-4F80-BCD9-9214A1A8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329" y="486022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757FA-6668-4F73-B986-6EFE0DF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130" y="486022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48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65491240-FF0F-4BA9-AAE1-41FF432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089" y="4907165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1" y="73413"/>
                  <a:pt x="119076" y="73413"/>
                </a:cubicBezTo>
                <a:cubicBezTo>
                  <a:pt x="123911" y="73413"/>
                  <a:pt x="130336" y="72389"/>
                  <a:pt x="138352" y="70342"/>
                </a:cubicBezTo>
                <a:cubicBezTo>
                  <a:pt x="141660" y="69505"/>
                  <a:pt x="143950" y="69087"/>
                  <a:pt x="145223" y="69087"/>
                </a:cubicBezTo>
                <a:cubicBezTo>
                  <a:pt x="146961" y="69087"/>
                  <a:pt x="148425" y="69702"/>
                  <a:pt x="149612" y="70932"/>
                </a:cubicBezTo>
                <a:cubicBezTo>
                  <a:pt x="150800" y="72162"/>
                  <a:pt x="151393" y="73710"/>
                  <a:pt x="151393" y="75576"/>
                </a:cubicBezTo>
                <a:cubicBezTo>
                  <a:pt x="151393" y="77272"/>
                  <a:pt x="150757" y="78714"/>
                  <a:pt x="149485" y="79902"/>
                </a:cubicBezTo>
                <a:cubicBezTo>
                  <a:pt x="147788" y="81471"/>
                  <a:pt x="143653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399" y="25869"/>
                  <a:pt x="131831" y="27733"/>
                </a:cubicBezTo>
                <a:cubicBezTo>
                  <a:pt x="136263" y="29595"/>
                  <a:pt x="139561" y="31605"/>
                  <a:pt x="141724" y="33764"/>
                </a:cubicBezTo>
                <a:cubicBezTo>
                  <a:pt x="144777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7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5" y="42575"/>
                  <a:pt x="100246" y="45316"/>
                  <a:pt x="98210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7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0" y="72603"/>
                  <a:pt x="361224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4" y="71889"/>
                  <a:pt x="346646" y="72677"/>
                  <a:pt x="347515" y="73743"/>
                </a:cubicBezTo>
                <a:cubicBezTo>
                  <a:pt x="348385" y="74809"/>
                  <a:pt x="348819" y="76172"/>
                  <a:pt x="348819" y="77834"/>
                </a:cubicBezTo>
                <a:cubicBezTo>
                  <a:pt x="348819" y="79837"/>
                  <a:pt x="348162" y="81446"/>
                  <a:pt x="346847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8" y="39824"/>
                </a:lnTo>
                <a:cubicBezTo>
                  <a:pt x="323861" y="39653"/>
                  <a:pt x="322154" y="38960"/>
                  <a:pt x="320987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3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70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3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8" y="53056"/>
                  <a:pt x="455194" y="53650"/>
                  <a:pt x="456509" y="54837"/>
                </a:cubicBezTo>
                <a:cubicBezTo>
                  <a:pt x="457823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1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8" y="71377"/>
                  <a:pt x="455194" y="71982"/>
                  <a:pt x="456509" y="73190"/>
                </a:cubicBezTo>
                <a:cubicBezTo>
                  <a:pt x="457823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1" y="83878"/>
                  <a:pt x="452904" y="84482"/>
                  <a:pt x="449765" y="84482"/>
                </a:cubicBezTo>
                <a:lnTo>
                  <a:pt x="432271" y="84482"/>
                </a:lnTo>
                <a:cubicBezTo>
                  <a:pt x="429133" y="84482"/>
                  <a:pt x="426895" y="83867"/>
                  <a:pt x="425559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59" y="73159"/>
                </a:cubicBezTo>
                <a:cubicBezTo>
                  <a:pt x="426895" y="71971"/>
                  <a:pt x="429133" y="71377"/>
                  <a:pt x="432271" y="71377"/>
                </a:cubicBezTo>
                <a:lnTo>
                  <a:pt x="437360" y="71377"/>
                </a:lnTo>
                <a:lnTo>
                  <a:pt x="437360" y="66161"/>
                </a:lnTo>
                <a:lnTo>
                  <a:pt x="401926" y="66161"/>
                </a:lnTo>
                <a:lnTo>
                  <a:pt x="401926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0" y="53056"/>
                </a:moveTo>
                <a:lnTo>
                  <a:pt x="437360" y="20886"/>
                </a:lnTo>
                <a:lnTo>
                  <a:pt x="418466" y="53056"/>
                </a:lnTo>
                <a:lnTo>
                  <a:pt x="437360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4" y="105114"/>
                  <a:pt x="498069" y="104392"/>
                </a:cubicBezTo>
                <a:cubicBezTo>
                  <a:pt x="497285" y="103670"/>
                  <a:pt x="496892" y="102863"/>
                  <a:pt x="496892" y="101971"/>
                </a:cubicBezTo>
                <a:cubicBezTo>
                  <a:pt x="496892" y="101333"/>
                  <a:pt x="497041" y="100462"/>
                  <a:pt x="497338" y="99358"/>
                </a:cubicBezTo>
                <a:lnTo>
                  <a:pt x="506371" y="66924"/>
                </a:lnTo>
                <a:close/>
                <a:moveTo>
                  <a:pt x="606235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1" y="78386"/>
                  <a:pt x="607783" y="81354"/>
                  <a:pt x="602991" y="83369"/>
                </a:cubicBezTo>
                <a:cubicBezTo>
                  <a:pt x="598198" y="85383"/>
                  <a:pt x="591922" y="86391"/>
                  <a:pt x="584161" y="86391"/>
                </a:cubicBezTo>
                <a:cubicBezTo>
                  <a:pt x="574067" y="86391"/>
                  <a:pt x="566475" y="84816"/>
                  <a:pt x="561386" y="81667"/>
                </a:cubicBezTo>
                <a:cubicBezTo>
                  <a:pt x="558544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0" y="70526"/>
                </a:cubicBezTo>
                <a:cubicBezTo>
                  <a:pt x="560251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6" y="72302"/>
                  <a:pt x="599619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2" y="56755"/>
                  <a:pt x="601750" y="54280"/>
                </a:cubicBezTo>
                <a:cubicBezTo>
                  <a:pt x="599778" y="51805"/>
                  <a:pt x="597138" y="49890"/>
                  <a:pt x="593830" y="48535"/>
                </a:cubicBezTo>
                <a:cubicBezTo>
                  <a:pt x="591922" y="47773"/>
                  <a:pt x="588698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0" y="43736"/>
                  <a:pt x="577417" y="42241"/>
                  <a:pt x="577417" y="40460"/>
                </a:cubicBezTo>
                <a:cubicBezTo>
                  <a:pt x="577417" y="38594"/>
                  <a:pt x="578053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6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0" y="31202"/>
                  <a:pt x="599248" y="29923"/>
                  <a:pt x="600287" y="28295"/>
                </a:cubicBezTo>
                <a:cubicBezTo>
                  <a:pt x="601326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49" y="14110"/>
                  <a:pt x="592091" y="13105"/>
                  <a:pt x="587214" y="13105"/>
                </a:cubicBezTo>
                <a:cubicBezTo>
                  <a:pt x="580937" y="13105"/>
                  <a:pt x="576145" y="14915"/>
                  <a:pt x="572837" y="18534"/>
                </a:cubicBezTo>
                <a:cubicBezTo>
                  <a:pt x="571861" y="19585"/>
                  <a:pt x="571077" y="20258"/>
                  <a:pt x="570483" y="20554"/>
                </a:cubicBezTo>
                <a:cubicBezTo>
                  <a:pt x="569592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0" y="18057"/>
                  <a:pt x="561004" y="16483"/>
                  <a:pt x="561004" y="14612"/>
                </a:cubicBezTo>
                <a:cubicBezTo>
                  <a:pt x="561004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8" y="0"/>
                </a:cubicBezTo>
                <a:cubicBezTo>
                  <a:pt x="596226" y="0"/>
                  <a:pt x="602694" y="2294"/>
                  <a:pt x="607571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19" y="38441"/>
                  <a:pt x="606235" y="40905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2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2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487B5793-D7ED-49EF-B735-01F92FE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087" y="5070023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59" y="71377"/>
                </a:lnTo>
                <a:cubicBezTo>
                  <a:pt x="146855" y="71377"/>
                  <a:pt x="149082" y="71982"/>
                  <a:pt x="150439" y="73190"/>
                </a:cubicBezTo>
                <a:cubicBezTo>
                  <a:pt x="151796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59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6" y="84318"/>
                  <a:pt x="119172" y="85198"/>
                </a:cubicBezTo>
                <a:cubicBezTo>
                  <a:pt x="115927" y="86078"/>
                  <a:pt x="112566" y="86518"/>
                  <a:pt x="109089" y="86518"/>
                </a:cubicBezTo>
                <a:cubicBezTo>
                  <a:pt x="99292" y="86518"/>
                  <a:pt x="91403" y="83687"/>
                  <a:pt x="85423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6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89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89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4" y="47340"/>
                  <a:pt x="122830" y="43621"/>
                </a:cubicBezTo>
                <a:cubicBezTo>
                  <a:pt x="119055" y="39902"/>
                  <a:pt x="114432" y="38042"/>
                  <a:pt x="108961" y="38042"/>
                </a:cubicBezTo>
                <a:cubicBezTo>
                  <a:pt x="103533" y="38042"/>
                  <a:pt x="98931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1" y="65755"/>
                  <a:pt x="94584" y="68819"/>
                </a:cubicBezTo>
                <a:cubicBezTo>
                  <a:pt x="97977" y="71882"/>
                  <a:pt x="102769" y="73413"/>
                  <a:pt x="108961" y="73413"/>
                </a:cubicBezTo>
                <a:cubicBezTo>
                  <a:pt x="115111" y="73413"/>
                  <a:pt x="119903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2" y="72176"/>
                  <a:pt x="381009" y="73391"/>
                </a:cubicBezTo>
                <a:cubicBezTo>
                  <a:pt x="382197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1" y="83875"/>
                  <a:pt x="377213" y="84482"/>
                  <a:pt x="374075" y="84482"/>
                </a:cubicBezTo>
                <a:lnTo>
                  <a:pt x="359252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8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3" y="71377"/>
                </a:lnTo>
                <a:cubicBezTo>
                  <a:pt x="338217" y="71889"/>
                  <a:pt x="339648" y="72677"/>
                  <a:pt x="340517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49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4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0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89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5" y="26719"/>
                </a:cubicBezTo>
                <a:lnTo>
                  <a:pt x="333170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2" y="39188"/>
                </a:lnTo>
                <a:cubicBezTo>
                  <a:pt x="351640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9" y="26719"/>
                </a:cubicBezTo>
                <a:lnTo>
                  <a:pt x="371276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2" y="37746"/>
                </a:cubicBezTo>
                <a:cubicBezTo>
                  <a:pt x="377076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5" y="40905"/>
                </a:moveTo>
                <a:cubicBezTo>
                  <a:pt x="446754" y="43535"/>
                  <a:pt x="449638" y="46578"/>
                  <a:pt x="451547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8" y="70540"/>
                  <a:pt x="450624" y="74463"/>
                </a:cubicBezTo>
                <a:cubicBezTo>
                  <a:pt x="448101" y="78386"/>
                  <a:pt x="444443" y="81354"/>
                  <a:pt x="439650" y="83369"/>
                </a:cubicBezTo>
                <a:cubicBezTo>
                  <a:pt x="434858" y="85383"/>
                  <a:pt x="428581" y="86391"/>
                  <a:pt x="420820" y="86391"/>
                </a:cubicBezTo>
                <a:cubicBezTo>
                  <a:pt x="410726" y="86391"/>
                  <a:pt x="403135" y="84816"/>
                  <a:pt x="398045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8" y="68578"/>
                </a:cubicBezTo>
                <a:cubicBezTo>
                  <a:pt x="401438" y="68578"/>
                  <a:pt x="402711" y="69002"/>
                  <a:pt x="404025" y="69851"/>
                </a:cubicBezTo>
                <a:cubicBezTo>
                  <a:pt x="405891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1" y="47773"/>
                  <a:pt x="425358" y="47244"/>
                  <a:pt x="420820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5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7" y="33823"/>
                  <a:pt x="427754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5" y="24985"/>
                  <a:pt x="438505" y="23252"/>
                </a:cubicBezTo>
                <a:cubicBezTo>
                  <a:pt x="438505" y="20504"/>
                  <a:pt x="437286" y="18127"/>
                  <a:pt x="434847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4" y="14915"/>
                  <a:pt x="409496" y="18534"/>
                </a:cubicBezTo>
                <a:cubicBezTo>
                  <a:pt x="408521" y="19585"/>
                  <a:pt x="407736" y="20258"/>
                  <a:pt x="407143" y="20554"/>
                </a:cubicBezTo>
                <a:cubicBezTo>
                  <a:pt x="406252" y="21017"/>
                  <a:pt x="405255" y="21248"/>
                  <a:pt x="404153" y="21248"/>
                </a:cubicBezTo>
                <a:cubicBezTo>
                  <a:pt x="402371" y="21248"/>
                  <a:pt x="400845" y="20610"/>
                  <a:pt x="399572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6" y="6061"/>
                </a:cubicBezTo>
                <a:cubicBezTo>
                  <a:pt x="409200" y="2020"/>
                  <a:pt x="416303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0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3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8" y="81446"/>
                  <a:pt x="574364" y="82661"/>
                </a:cubicBezTo>
                <a:cubicBezTo>
                  <a:pt x="573049" y="83875"/>
                  <a:pt x="570822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4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4" y="27326"/>
                  <a:pt x="552331" y="26719"/>
                  <a:pt x="555470" y="26719"/>
                </a:cubicBezTo>
                <a:lnTo>
                  <a:pt x="567684" y="26719"/>
                </a:lnTo>
                <a:cubicBezTo>
                  <a:pt x="570822" y="26719"/>
                  <a:pt x="573060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6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1" y="28542"/>
                </a:cubicBezTo>
                <a:cubicBezTo>
                  <a:pt x="588327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8" y="26719"/>
                  <a:pt x="611166" y="27326"/>
                  <a:pt x="612502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6" y="37746"/>
                </a:cubicBezTo>
                <a:cubicBezTo>
                  <a:pt x="611590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2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0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3" y="70180"/>
                  <a:pt x="630047" y="68878"/>
                </a:cubicBezTo>
                <a:cubicBezTo>
                  <a:pt x="631340" y="67576"/>
                  <a:pt x="632878" y="66924"/>
                  <a:pt x="634659" y="66924"/>
                </a:cubicBezTo>
                <a:cubicBezTo>
                  <a:pt x="636143" y="66924"/>
                  <a:pt x="637755" y="67642"/>
                  <a:pt x="639494" y="69077"/>
                </a:cubicBezTo>
                <a:cubicBezTo>
                  <a:pt x="641233" y="70513"/>
                  <a:pt x="643056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6" y="41605"/>
                </a:cubicBezTo>
                <a:cubicBezTo>
                  <a:pt x="656288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...">
            <a:extLst xmlns:a="http://schemas.openxmlformats.org/drawingml/2006/main">
              <a:ext uri="{FF2B5EF4-FFF2-40B4-BE49-F238E27FC236}">
                <a16:creationId xmlns:a16="http://schemas.microsoft.com/office/drawing/2014/main" id="{12B90C67-2734-4E11-BFC1-C9E654B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188" y="5318380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442FC-BE6D-4DFA-AAB4-F290AEDE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901" y="4892793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09B3D-4070-4937-AC51-0E35943F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901" y="4892793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A6D8D-9EAA-4C00-A328-8835574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702" y="4892793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54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2B3F7AED-321A-44FB-B022-79EEAA0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661" y="4939737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20" y="72176"/>
                  <a:pt x="388007" y="73391"/>
                </a:cubicBezTo>
                <a:cubicBezTo>
                  <a:pt x="389195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5" y="82661"/>
                </a:cubicBezTo>
                <a:cubicBezTo>
                  <a:pt x="386449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5" y="71889"/>
                  <a:pt x="346646" y="72677"/>
                  <a:pt x="347515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2" y="81446"/>
                  <a:pt x="346848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4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0" y="39188"/>
                </a:lnTo>
                <a:cubicBezTo>
                  <a:pt x="358638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4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8" y="53056"/>
                  <a:pt x="455194" y="53650"/>
                  <a:pt x="456509" y="54837"/>
                </a:cubicBezTo>
                <a:cubicBezTo>
                  <a:pt x="457823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1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8" y="71377"/>
                  <a:pt x="455194" y="71982"/>
                  <a:pt x="456509" y="73190"/>
                </a:cubicBezTo>
                <a:cubicBezTo>
                  <a:pt x="457823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1" y="83878"/>
                  <a:pt x="452904" y="84482"/>
                  <a:pt x="449765" y="84482"/>
                </a:cubicBezTo>
                <a:lnTo>
                  <a:pt x="432271" y="84482"/>
                </a:lnTo>
                <a:cubicBezTo>
                  <a:pt x="429133" y="84482"/>
                  <a:pt x="426895" y="83867"/>
                  <a:pt x="425559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59" y="73159"/>
                </a:cubicBezTo>
                <a:cubicBezTo>
                  <a:pt x="426895" y="71971"/>
                  <a:pt x="429133" y="71377"/>
                  <a:pt x="432271" y="71377"/>
                </a:cubicBezTo>
                <a:lnTo>
                  <a:pt x="437360" y="71377"/>
                </a:lnTo>
                <a:lnTo>
                  <a:pt x="437360" y="66161"/>
                </a:lnTo>
                <a:lnTo>
                  <a:pt x="401926" y="66161"/>
                </a:lnTo>
                <a:lnTo>
                  <a:pt x="401926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0" y="53056"/>
                </a:moveTo>
                <a:lnTo>
                  <a:pt x="437360" y="20886"/>
                </a:lnTo>
                <a:lnTo>
                  <a:pt x="418466" y="53056"/>
                </a:lnTo>
                <a:lnTo>
                  <a:pt x="437360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4" y="105114"/>
                  <a:pt x="498069" y="104392"/>
                </a:cubicBezTo>
                <a:cubicBezTo>
                  <a:pt x="497285" y="103670"/>
                  <a:pt x="496892" y="102863"/>
                  <a:pt x="496892" y="101971"/>
                </a:cubicBezTo>
                <a:cubicBezTo>
                  <a:pt x="496892" y="101333"/>
                  <a:pt x="497041" y="100462"/>
                  <a:pt x="497338" y="99358"/>
                </a:cubicBezTo>
                <a:lnTo>
                  <a:pt x="506371" y="66924"/>
                </a:lnTo>
                <a:close/>
                <a:moveTo>
                  <a:pt x="606236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2" y="78386"/>
                  <a:pt x="607784" y="81354"/>
                  <a:pt x="602991" y="83369"/>
                </a:cubicBezTo>
                <a:cubicBezTo>
                  <a:pt x="598199" y="85383"/>
                  <a:pt x="591922" y="86391"/>
                  <a:pt x="584161" y="86391"/>
                </a:cubicBezTo>
                <a:cubicBezTo>
                  <a:pt x="574067" y="86391"/>
                  <a:pt x="566476" y="84816"/>
                  <a:pt x="561386" y="81667"/>
                </a:cubicBezTo>
                <a:cubicBezTo>
                  <a:pt x="558545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1" y="70526"/>
                </a:cubicBezTo>
                <a:cubicBezTo>
                  <a:pt x="560252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7" y="72302"/>
                  <a:pt x="599620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3" y="56755"/>
                  <a:pt x="601751" y="54280"/>
                </a:cubicBezTo>
                <a:cubicBezTo>
                  <a:pt x="599779" y="51805"/>
                  <a:pt x="597139" y="49890"/>
                  <a:pt x="593830" y="48535"/>
                </a:cubicBezTo>
                <a:cubicBezTo>
                  <a:pt x="591922" y="47773"/>
                  <a:pt x="588699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1" y="43736"/>
                  <a:pt x="577417" y="42241"/>
                  <a:pt x="577417" y="40460"/>
                </a:cubicBezTo>
                <a:cubicBezTo>
                  <a:pt x="577417" y="38594"/>
                  <a:pt x="578054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7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1" y="31202"/>
                  <a:pt x="599248" y="29923"/>
                  <a:pt x="600288" y="28295"/>
                </a:cubicBezTo>
                <a:cubicBezTo>
                  <a:pt x="601327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50" y="14110"/>
                  <a:pt x="592092" y="13105"/>
                  <a:pt x="587214" y="13105"/>
                </a:cubicBezTo>
                <a:cubicBezTo>
                  <a:pt x="580938" y="13105"/>
                  <a:pt x="576145" y="14915"/>
                  <a:pt x="572837" y="18534"/>
                </a:cubicBezTo>
                <a:cubicBezTo>
                  <a:pt x="571862" y="19585"/>
                  <a:pt x="571077" y="20258"/>
                  <a:pt x="570483" y="20554"/>
                </a:cubicBezTo>
                <a:cubicBezTo>
                  <a:pt x="569593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9" y="0"/>
                </a:cubicBezTo>
                <a:cubicBezTo>
                  <a:pt x="596227" y="0"/>
                  <a:pt x="602694" y="2294"/>
                  <a:pt x="607572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20" y="38441"/>
                  <a:pt x="606236" y="40905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2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2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4DF57963-CC26-4231-BEC4-C9017751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658" y="5102594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4" y="43535"/>
                  <a:pt x="449638" y="46578"/>
                  <a:pt x="451547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8" y="70540"/>
                  <a:pt x="450624" y="74463"/>
                </a:cubicBezTo>
                <a:cubicBezTo>
                  <a:pt x="448101" y="78386"/>
                  <a:pt x="444443" y="81354"/>
                  <a:pt x="439650" y="83369"/>
                </a:cubicBezTo>
                <a:cubicBezTo>
                  <a:pt x="434858" y="85383"/>
                  <a:pt x="428581" y="86391"/>
                  <a:pt x="420820" y="86391"/>
                </a:cubicBezTo>
                <a:cubicBezTo>
                  <a:pt x="410726" y="86391"/>
                  <a:pt x="403135" y="84816"/>
                  <a:pt x="398045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8" y="68578"/>
                </a:cubicBezTo>
                <a:cubicBezTo>
                  <a:pt x="401438" y="68578"/>
                  <a:pt x="402711" y="69002"/>
                  <a:pt x="404025" y="69851"/>
                </a:cubicBezTo>
                <a:cubicBezTo>
                  <a:pt x="405891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1" y="47773"/>
                  <a:pt x="425358" y="47244"/>
                  <a:pt x="420820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5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7" y="33823"/>
                  <a:pt x="427754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5" y="24985"/>
                  <a:pt x="438505" y="23252"/>
                </a:cubicBezTo>
                <a:cubicBezTo>
                  <a:pt x="438505" y="20504"/>
                  <a:pt x="437286" y="18127"/>
                  <a:pt x="434847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4" y="14915"/>
                  <a:pt x="409496" y="18534"/>
                </a:cubicBezTo>
                <a:cubicBezTo>
                  <a:pt x="408521" y="19585"/>
                  <a:pt x="407736" y="20258"/>
                  <a:pt x="407143" y="20554"/>
                </a:cubicBezTo>
                <a:cubicBezTo>
                  <a:pt x="406252" y="21017"/>
                  <a:pt x="405255" y="21248"/>
                  <a:pt x="404153" y="21248"/>
                </a:cubicBezTo>
                <a:cubicBezTo>
                  <a:pt x="402371" y="21248"/>
                  <a:pt x="400845" y="20610"/>
                  <a:pt x="399572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6" y="6061"/>
                </a:cubicBezTo>
                <a:cubicBezTo>
                  <a:pt x="409200" y="2020"/>
                  <a:pt x="416303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2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0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3" y="70180"/>
                  <a:pt x="630047" y="68878"/>
                </a:cubicBezTo>
                <a:cubicBezTo>
                  <a:pt x="631340" y="67576"/>
                  <a:pt x="632878" y="66924"/>
                  <a:pt x="634659" y="66924"/>
                </a:cubicBezTo>
                <a:cubicBezTo>
                  <a:pt x="636143" y="66924"/>
                  <a:pt x="637755" y="67642"/>
                  <a:pt x="639494" y="69077"/>
                </a:cubicBezTo>
                <a:cubicBezTo>
                  <a:pt x="641233" y="70513"/>
                  <a:pt x="643056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6" y="41605"/>
                </a:cubicBezTo>
                <a:cubicBezTo>
                  <a:pt x="656288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...">
            <a:extLst xmlns:a="http://schemas.openxmlformats.org/drawingml/2006/main">
              <a:ext uri="{FF2B5EF4-FFF2-40B4-BE49-F238E27FC236}">
                <a16:creationId xmlns:a16="http://schemas.microsoft.com/office/drawing/2014/main" id="{F9D20E15-030E-4DF3-8C7D-4E0571AC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759" y="5350951"/>
            <a:ext cx="332278" cy="17304"/>
          </a:xfrm>
          <a:custGeom xmlns:a="http://schemas.openxmlformats.org/drawingml/2006/main">
            <a:pathLst>
              <a:path w="332278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8" y="8652"/>
                </a:moveTo>
                <a:cubicBezTo>
                  <a:pt x="332278" y="11112"/>
                  <a:pt x="331409" y="13169"/>
                  <a:pt x="329670" y="14823"/>
                </a:cubicBezTo>
                <a:cubicBezTo>
                  <a:pt x="327931" y="16477"/>
                  <a:pt x="325535" y="17304"/>
                  <a:pt x="322481" y="17304"/>
                </a:cubicBezTo>
                <a:cubicBezTo>
                  <a:pt x="319428" y="17304"/>
                  <a:pt x="317032" y="16477"/>
                  <a:pt x="315293" y="14823"/>
                </a:cubicBezTo>
                <a:cubicBezTo>
                  <a:pt x="313554" y="13169"/>
                  <a:pt x="312685" y="11112"/>
                  <a:pt x="312685" y="8652"/>
                </a:cubicBezTo>
                <a:cubicBezTo>
                  <a:pt x="312685" y="6192"/>
                  <a:pt x="313554" y="4135"/>
                  <a:pt x="315293" y="2481"/>
                </a:cubicBezTo>
                <a:cubicBezTo>
                  <a:pt x="317032" y="827"/>
                  <a:pt x="319428" y="0"/>
                  <a:pt x="322481" y="0"/>
                </a:cubicBezTo>
                <a:cubicBezTo>
                  <a:pt x="325535" y="0"/>
                  <a:pt x="327931" y="827"/>
                  <a:pt x="329670" y="2481"/>
                </a:cubicBezTo>
                <a:cubicBezTo>
                  <a:pt x="331409" y="4135"/>
                  <a:pt x="332278" y="6192"/>
                  <a:pt x="332278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050A4-CC9D-4AB5-9D6F-ABC587E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901" y="4990508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647EF-A589-4A4B-9839-91D1477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901" y="4990508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F70EA-441E-439C-A395-52A1C289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02" y="4990508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60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4CD0FACF-E6FB-41A4-B827-7FC0D671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661" y="5037451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20" y="72176"/>
                  <a:pt x="388007" y="73391"/>
                </a:cubicBezTo>
                <a:cubicBezTo>
                  <a:pt x="389195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5" y="82661"/>
                </a:cubicBezTo>
                <a:cubicBezTo>
                  <a:pt x="386449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5" y="71889"/>
                  <a:pt x="346646" y="72677"/>
                  <a:pt x="347515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2" y="81446"/>
                  <a:pt x="346848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4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0" y="39188"/>
                </a:lnTo>
                <a:cubicBezTo>
                  <a:pt x="358638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4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4" y="53650"/>
                  <a:pt x="456509" y="54837"/>
                </a:cubicBezTo>
                <a:cubicBezTo>
                  <a:pt x="457824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1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4" y="71982"/>
                  <a:pt x="456509" y="73190"/>
                </a:cubicBezTo>
                <a:cubicBezTo>
                  <a:pt x="457824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1" y="83878"/>
                  <a:pt x="452904" y="84482"/>
                  <a:pt x="449766" y="84482"/>
                </a:cubicBezTo>
                <a:lnTo>
                  <a:pt x="432271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1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6" y="66161"/>
                </a:lnTo>
                <a:lnTo>
                  <a:pt x="401926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4" y="105114"/>
                  <a:pt x="498069" y="104392"/>
                </a:cubicBezTo>
                <a:cubicBezTo>
                  <a:pt x="497285" y="103670"/>
                  <a:pt x="496892" y="102863"/>
                  <a:pt x="496892" y="101971"/>
                </a:cubicBezTo>
                <a:cubicBezTo>
                  <a:pt x="496892" y="101333"/>
                  <a:pt x="497041" y="100462"/>
                  <a:pt x="497338" y="99358"/>
                </a:cubicBezTo>
                <a:lnTo>
                  <a:pt x="506371" y="66924"/>
                </a:lnTo>
                <a:close/>
                <a:moveTo>
                  <a:pt x="606236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2" y="78386"/>
                  <a:pt x="607784" y="81354"/>
                  <a:pt x="602991" y="83369"/>
                </a:cubicBezTo>
                <a:cubicBezTo>
                  <a:pt x="598199" y="85383"/>
                  <a:pt x="591922" y="86391"/>
                  <a:pt x="584161" y="86391"/>
                </a:cubicBezTo>
                <a:cubicBezTo>
                  <a:pt x="574067" y="86391"/>
                  <a:pt x="566476" y="84816"/>
                  <a:pt x="561386" y="81667"/>
                </a:cubicBezTo>
                <a:cubicBezTo>
                  <a:pt x="558545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1" y="70526"/>
                </a:cubicBezTo>
                <a:cubicBezTo>
                  <a:pt x="560252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7" y="72302"/>
                  <a:pt x="599620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3" y="56755"/>
                  <a:pt x="601751" y="54280"/>
                </a:cubicBezTo>
                <a:cubicBezTo>
                  <a:pt x="599779" y="51805"/>
                  <a:pt x="597139" y="49890"/>
                  <a:pt x="593830" y="48535"/>
                </a:cubicBezTo>
                <a:cubicBezTo>
                  <a:pt x="591922" y="47773"/>
                  <a:pt x="588699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1" y="43736"/>
                  <a:pt x="577417" y="42241"/>
                  <a:pt x="577417" y="40460"/>
                </a:cubicBezTo>
                <a:cubicBezTo>
                  <a:pt x="577417" y="38594"/>
                  <a:pt x="578054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7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1" y="31202"/>
                  <a:pt x="599248" y="29923"/>
                  <a:pt x="600288" y="28295"/>
                </a:cubicBezTo>
                <a:cubicBezTo>
                  <a:pt x="601327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50" y="14110"/>
                  <a:pt x="592092" y="13105"/>
                  <a:pt x="587214" y="13105"/>
                </a:cubicBezTo>
                <a:cubicBezTo>
                  <a:pt x="580938" y="13105"/>
                  <a:pt x="576145" y="14915"/>
                  <a:pt x="572837" y="18534"/>
                </a:cubicBezTo>
                <a:cubicBezTo>
                  <a:pt x="571862" y="19585"/>
                  <a:pt x="571077" y="20258"/>
                  <a:pt x="570483" y="20554"/>
                </a:cubicBezTo>
                <a:cubicBezTo>
                  <a:pt x="569593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9" y="0"/>
                </a:cubicBezTo>
                <a:cubicBezTo>
                  <a:pt x="596227" y="0"/>
                  <a:pt x="602694" y="2294"/>
                  <a:pt x="607572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20" y="38441"/>
                  <a:pt x="606236" y="40905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3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3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5" y="71377"/>
                </a:lnTo>
                <a:lnTo>
                  <a:pt x="671875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5" y="53056"/>
                </a:moveTo>
                <a:lnTo>
                  <a:pt x="671875" y="20886"/>
                </a:lnTo>
                <a:lnTo>
                  <a:pt x="652981" y="53056"/>
                </a:lnTo>
                <a:lnTo>
                  <a:pt x="671875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1287BF1D-45F5-422B-B6D3-A06CCB0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658" y="5200308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5" y="43535"/>
                  <a:pt x="449638" y="46578"/>
                  <a:pt x="451547" y="50034"/>
                </a:cubicBezTo>
                <a:cubicBezTo>
                  <a:pt x="453455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1" y="78386"/>
                  <a:pt x="444443" y="81354"/>
                  <a:pt x="439651" y="83369"/>
                </a:cubicBezTo>
                <a:cubicBezTo>
                  <a:pt x="434858" y="85383"/>
                  <a:pt x="428582" y="86391"/>
                  <a:pt x="420820" y="86391"/>
                </a:cubicBezTo>
                <a:cubicBezTo>
                  <a:pt x="410727" y="86391"/>
                  <a:pt x="403135" y="84816"/>
                  <a:pt x="398046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2" y="47773"/>
                  <a:pt x="425358" y="47244"/>
                  <a:pt x="420820" y="46949"/>
                </a:cubicBezTo>
                <a:cubicBezTo>
                  <a:pt x="418657" y="46821"/>
                  <a:pt x="416993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6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8" y="33823"/>
                  <a:pt x="427755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6" y="24985"/>
                  <a:pt x="438506" y="23252"/>
                </a:cubicBezTo>
                <a:cubicBezTo>
                  <a:pt x="438506" y="20504"/>
                  <a:pt x="437286" y="18127"/>
                  <a:pt x="434848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5" y="14915"/>
                  <a:pt x="409497" y="18534"/>
                </a:cubicBezTo>
                <a:cubicBezTo>
                  <a:pt x="408521" y="19585"/>
                  <a:pt x="407737" y="20258"/>
                  <a:pt x="407143" y="20554"/>
                </a:cubicBezTo>
                <a:cubicBezTo>
                  <a:pt x="406252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3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1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4" y="70180"/>
                  <a:pt x="630047" y="68878"/>
                </a:cubicBezTo>
                <a:cubicBezTo>
                  <a:pt x="631341" y="67576"/>
                  <a:pt x="632878" y="66924"/>
                  <a:pt x="634659" y="66924"/>
                </a:cubicBezTo>
                <a:cubicBezTo>
                  <a:pt x="636144" y="66924"/>
                  <a:pt x="637755" y="67642"/>
                  <a:pt x="639494" y="69077"/>
                </a:cubicBezTo>
                <a:cubicBezTo>
                  <a:pt x="641233" y="70513"/>
                  <a:pt x="643057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7" y="73286"/>
                  <a:pt x="668673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6" y="45969"/>
                </a:cubicBezTo>
                <a:cubicBezTo>
                  <a:pt x="668938" y="43060"/>
                  <a:pt x="665365" y="41605"/>
                  <a:pt x="660996" y="41605"/>
                </a:cubicBezTo>
                <a:cubicBezTo>
                  <a:pt x="656289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...">
            <a:extLst xmlns:a="http://schemas.openxmlformats.org/drawingml/2006/main">
              <a:ext uri="{FF2B5EF4-FFF2-40B4-BE49-F238E27FC236}">
                <a16:creationId xmlns:a16="http://schemas.microsoft.com/office/drawing/2014/main" id="{FBAF888F-A2D2-46CE-A107-ED42559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759" y="5448666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41063-EA49-4DDE-8D9E-F9631A3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472" y="5023079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0E965-E4A9-4758-8A58-991D30D9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472" y="5023079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33F17-0D08-46F6-81E0-515F16B6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273" y="5023079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166" name="Text bezx4,74">
            <a:extLst xmlns:a="http://schemas.openxmlformats.org/drawingml/2006/main">
              <a:ext uri="{FF2B5EF4-FFF2-40B4-BE49-F238E27FC236}">
                <a16:creationId xmlns:a16="http://schemas.microsoft.com/office/drawing/2014/main" id="{0D40DBCD-35FA-4189-96BB-22B5DCC2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32" y="5071931"/>
            <a:ext cx="692995" cy="103567"/>
          </a:xfrm>
          <a:custGeom xmlns:a="http://schemas.openxmlformats.org/drawingml/2006/main">
            <a:pathLst>
              <a:path w="692995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49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1" y="71505"/>
                  <a:pt x="130337" y="70481"/>
                  <a:pt x="138352" y="68433"/>
                </a:cubicBezTo>
                <a:cubicBezTo>
                  <a:pt x="141660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2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6" y="83899"/>
                  <a:pt x="124187" y="84609"/>
                  <a:pt x="118122" y="84609"/>
                </a:cubicBezTo>
                <a:cubicBezTo>
                  <a:pt x="107689" y="84609"/>
                  <a:pt x="99345" y="81662"/>
                  <a:pt x="93089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8" y="37396"/>
                  <a:pt x="93853" y="31649"/>
                </a:cubicBezTo>
                <a:cubicBezTo>
                  <a:pt x="100617" y="25902"/>
                  <a:pt x="108410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4" y="43478"/>
                </a:cubicBezTo>
                <a:cubicBezTo>
                  <a:pt x="150651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4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1" y="69469"/>
                </a:moveTo>
                <a:lnTo>
                  <a:pt x="212643" y="69469"/>
                </a:lnTo>
                <a:cubicBezTo>
                  <a:pt x="212770" y="66203"/>
                  <a:pt x="213438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0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6" y="37915"/>
                </a:lnTo>
                <a:lnTo>
                  <a:pt x="183316" y="39188"/>
                </a:lnTo>
                <a:cubicBezTo>
                  <a:pt x="183316" y="42453"/>
                  <a:pt x="182712" y="44754"/>
                  <a:pt x="181503" y="46090"/>
                </a:cubicBezTo>
                <a:cubicBezTo>
                  <a:pt x="180294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4" y="46090"/>
                </a:cubicBezTo>
                <a:cubicBezTo>
                  <a:pt x="170816" y="44754"/>
                  <a:pt x="170211" y="42453"/>
                  <a:pt x="170211" y="39188"/>
                </a:cubicBezTo>
                <a:lnTo>
                  <a:pt x="170275" y="24810"/>
                </a:lnTo>
                <a:lnTo>
                  <a:pt x="224221" y="24810"/>
                </a:lnTo>
                <a:lnTo>
                  <a:pt x="224221" y="35498"/>
                </a:lnTo>
                <a:lnTo>
                  <a:pt x="189741" y="69469"/>
                </a:lnTo>
                <a:close/>
                <a:moveTo>
                  <a:pt x="362964" y="52555"/>
                </a:moveTo>
                <a:lnTo>
                  <a:pt x="382663" y="69469"/>
                </a:lnTo>
                <a:cubicBezTo>
                  <a:pt x="385038" y="69596"/>
                  <a:pt x="386820" y="70267"/>
                  <a:pt x="388007" y="71483"/>
                </a:cubicBezTo>
                <a:cubicBezTo>
                  <a:pt x="389195" y="72697"/>
                  <a:pt x="389788" y="74220"/>
                  <a:pt x="389788" y="76053"/>
                </a:cubicBezTo>
                <a:cubicBezTo>
                  <a:pt x="389788" y="77971"/>
                  <a:pt x="389120" y="79537"/>
                  <a:pt x="387785" y="80753"/>
                </a:cubicBezTo>
                <a:cubicBezTo>
                  <a:pt x="386449" y="81967"/>
                  <a:pt x="384211" y="82574"/>
                  <a:pt x="381073" y="82574"/>
                </a:cubicBezTo>
                <a:lnTo>
                  <a:pt x="366250" y="82574"/>
                </a:lnTo>
                <a:cubicBezTo>
                  <a:pt x="363112" y="82574"/>
                  <a:pt x="360875" y="81967"/>
                  <a:pt x="359539" y="80753"/>
                </a:cubicBezTo>
                <a:cubicBezTo>
                  <a:pt x="358203" y="79537"/>
                  <a:pt x="357535" y="77928"/>
                  <a:pt x="357535" y="75926"/>
                </a:cubicBezTo>
                <a:cubicBezTo>
                  <a:pt x="357535" y="74391"/>
                  <a:pt x="358012" y="73038"/>
                  <a:pt x="358966" y="71866"/>
                </a:cubicBezTo>
                <a:cubicBezTo>
                  <a:pt x="359921" y="70695"/>
                  <a:pt x="361225" y="69896"/>
                  <a:pt x="362879" y="69469"/>
                </a:cubicBezTo>
                <a:lnTo>
                  <a:pt x="353058" y="61042"/>
                </a:lnTo>
                <a:lnTo>
                  <a:pt x="343221" y="69469"/>
                </a:lnTo>
                <a:cubicBezTo>
                  <a:pt x="345215" y="69980"/>
                  <a:pt x="346646" y="70769"/>
                  <a:pt x="347515" y="71835"/>
                </a:cubicBezTo>
                <a:cubicBezTo>
                  <a:pt x="348385" y="72900"/>
                  <a:pt x="348820" y="74264"/>
                  <a:pt x="348820" y="75926"/>
                </a:cubicBezTo>
                <a:cubicBezTo>
                  <a:pt x="348820" y="77928"/>
                  <a:pt x="348162" y="79537"/>
                  <a:pt x="346848" y="80753"/>
                </a:cubicBezTo>
                <a:cubicBezTo>
                  <a:pt x="345533" y="81967"/>
                  <a:pt x="343306" y="82574"/>
                  <a:pt x="340168" y="82574"/>
                </a:cubicBezTo>
                <a:lnTo>
                  <a:pt x="325472" y="82574"/>
                </a:lnTo>
                <a:cubicBezTo>
                  <a:pt x="322334" y="82574"/>
                  <a:pt x="320097" y="81967"/>
                  <a:pt x="318761" y="80753"/>
                </a:cubicBezTo>
                <a:cubicBezTo>
                  <a:pt x="317425" y="79537"/>
                  <a:pt x="316757" y="77950"/>
                  <a:pt x="316757" y="75989"/>
                </a:cubicBezTo>
                <a:cubicBezTo>
                  <a:pt x="316757" y="74199"/>
                  <a:pt x="317351" y="72697"/>
                  <a:pt x="318538" y="71483"/>
                </a:cubicBezTo>
                <a:cubicBezTo>
                  <a:pt x="319726" y="70267"/>
                  <a:pt x="321507" y="69596"/>
                  <a:pt x="323882" y="69469"/>
                </a:cubicBezTo>
                <a:lnTo>
                  <a:pt x="343269" y="52642"/>
                </a:lnTo>
                <a:lnTo>
                  <a:pt x="326109" y="37915"/>
                </a:lnTo>
                <a:cubicBezTo>
                  <a:pt x="323861" y="37744"/>
                  <a:pt x="322154" y="37052"/>
                  <a:pt x="320988" y="35838"/>
                </a:cubicBezTo>
                <a:cubicBezTo>
                  <a:pt x="319821" y="34622"/>
                  <a:pt x="319238" y="33120"/>
                  <a:pt x="319238" y="31331"/>
                </a:cubicBezTo>
                <a:cubicBezTo>
                  <a:pt x="319238" y="29413"/>
                  <a:pt x="319906" y="27847"/>
                  <a:pt x="321242" y="26633"/>
                </a:cubicBezTo>
                <a:cubicBezTo>
                  <a:pt x="322578" y="25418"/>
                  <a:pt x="324815" y="24810"/>
                  <a:pt x="327954" y="24810"/>
                </a:cubicBezTo>
                <a:lnTo>
                  <a:pt x="340168" y="24810"/>
                </a:lnTo>
                <a:cubicBezTo>
                  <a:pt x="343306" y="24810"/>
                  <a:pt x="345543" y="25418"/>
                  <a:pt x="346879" y="26633"/>
                </a:cubicBezTo>
                <a:cubicBezTo>
                  <a:pt x="348215" y="27847"/>
                  <a:pt x="348883" y="29392"/>
                  <a:pt x="348883" y="31267"/>
                </a:cubicBezTo>
                <a:cubicBezTo>
                  <a:pt x="348883" y="33783"/>
                  <a:pt x="347696" y="35829"/>
                  <a:pt x="345321" y="37406"/>
                </a:cubicBezTo>
                <a:lnTo>
                  <a:pt x="353114" y="44098"/>
                </a:lnTo>
                <a:lnTo>
                  <a:pt x="360970" y="37279"/>
                </a:lnTo>
                <a:cubicBezTo>
                  <a:pt x="358638" y="35617"/>
                  <a:pt x="357471" y="33699"/>
                  <a:pt x="357471" y="31524"/>
                </a:cubicBezTo>
                <a:cubicBezTo>
                  <a:pt x="357471" y="29477"/>
                  <a:pt x="358139" y="27847"/>
                  <a:pt x="359475" y="26633"/>
                </a:cubicBezTo>
                <a:cubicBezTo>
                  <a:pt x="360811" y="25418"/>
                  <a:pt x="363048" y="24810"/>
                  <a:pt x="366187" y="24810"/>
                </a:cubicBezTo>
                <a:lnTo>
                  <a:pt x="378274" y="24810"/>
                </a:lnTo>
                <a:cubicBezTo>
                  <a:pt x="381412" y="24810"/>
                  <a:pt x="383649" y="25418"/>
                  <a:pt x="384985" y="26633"/>
                </a:cubicBezTo>
                <a:cubicBezTo>
                  <a:pt x="386321" y="27847"/>
                  <a:pt x="386989" y="29434"/>
                  <a:pt x="386989" y="31395"/>
                </a:cubicBezTo>
                <a:cubicBezTo>
                  <a:pt x="386989" y="33141"/>
                  <a:pt x="386406" y="34622"/>
                  <a:pt x="385240" y="35838"/>
                </a:cubicBezTo>
                <a:cubicBezTo>
                  <a:pt x="384074" y="37052"/>
                  <a:pt x="382345" y="37744"/>
                  <a:pt x="380055" y="37915"/>
                </a:cubicBezTo>
                <a:lnTo>
                  <a:pt x="362964" y="52555"/>
                </a:lnTo>
                <a:close/>
                <a:moveTo>
                  <a:pt x="450402" y="254"/>
                </a:moveTo>
                <a:lnTo>
                  <a:pt x="450402" y="51147"/>
                </a:lnTo>
                <a:cubicBezTo>
                  <a:pt x="453158" y="51147"/>
                  <a:pt x="455194" y="51741"/>
                  <a:pt x="456509" y="52929"/>
                </a:cubicBezTo>
                <a:cubicBezTo>
                  <a:pt x="457823" y="54116"/>
                  <a:pt x="458481" y="55685"/>
                  <a:pt x="458481" y="57636"/>
                </a:cubicBezTo>
                <a:cubicBezTo>
                  <a:pt x="458481" y="59587"/>
                  <a:pt x="457813" y="61178"/>
                  <a:pt x="456477" y="62407"/>
                </a:cubicBezTo>
                <a:cubicBezTo>
                  <a:pt x="455141" y="63637"/>
                  <a:pt x="453116" y="64252"/>
                  <a:pt x="450402" y="64252"/>
                </a:cubicBezTo>
                <a:lnTo>
                  <a:pt x="450402" y="69469"/>
                </a:lnTo>
                <a:cubicBezTo>
                  <a:pt x="453158" y="69469"/>
                  <a:pt x="455194" y="70073"/>
                  <a:pt x="456509" y="71282"/>
                </a:cubicBezTo>
                <a:cubicBezTo>
                  <a:pt x="457823" y="72491"/>
                  <a:pt x="458481" y="74070"/>
                  <a:pt x="458481" y="76021"/>
                </a:cubicBezTo>
                <a:cubicBezTo>
                  <a:pt x="458481" y="77972"/>
                  <a:pt x="457813" y="79552"/>
                  <a:pt x="456477" y="80761"/>
                </a:cubicBezTo>
                <a:cubicBezTo>
                  <a:pt x="455141" y="81969"/>
                  <a:pt x="452904" y="82574"/>
                  <a:pt x="449765" y="82574"/>
                </a:cubicBezTo>
                <a:lnTo>
                  <a:pt x="432271" y="82574"/>
                </a:lnTo>
                <a:cubicBezTo>
                  <a:pt x="429133" y="82574"/>
                  <a:pt x="426895" y="81959"/>
                  <a:pt x="425559" y="80729"/>
                </a:cubicBezTo>
                <a:cubicBezTo>
                  <a:pt x="424224" y="79499"/>
                  <a:pt x="423556" y="77909"/>
                  <a:pt x="423556" y="75958"/>
                </a:cubicBezTo>
                <a:cubicBezTo>
                  <a:pt x="423556" y="74007"/>
                  <a:pt x="424224" y="72438"/>
                  <a:pt x="425559" y="71250"/>
                </a:cubicBezTo>
                <a:cubicBezTo>
                  <a:pt x="426895" y="70063"/>
                  <a:pt x="429133" y="69469"/>
                  <a:pt x="432271" y="69469"/>
                </a:cubicBezTo>
                <a:lnTo>
                  <a:pt x="437360" y="69469"/>
                </a:lnTo>
                <a:lnTo>
                  <a:pt x="437360" y="64252"/>
                </a:lnTo>
                <a:lnTo>
                  <a:pt x="401926" y="64252"/>
                </a:lnTo>
                <a:lnTo>
                  <a:pt x="401926" y="53320"/>
                </a:lnTo>
                <a:lnTo>
                  <a:pt x="433162" y="254"/>
                </a:lnTo>
                <a:lnTo>
                  <a:pt x="450402" y="254"/>
                </a:lnTo>
                <a:moveTo>
                  <a:pt x="437360" y="51147"/>
                </a:moveTo>
                <a:lnTo>
                  <a:pt x="437360" y="18977"/>
                </a:lnTo>
                <a:lnTo>
                  <a:pt x="418466" y="51147"/>
                </a:lnTo>
                <a:lnTo>
                  <a:pt x="437360" y="51147"/>
                </a:lnTo>
                <a:close/>
                <a:moveTo>
                  <a:pt x="506371" y="65016"/>
                </a:moveTo>
                <a:lnTo>
                  <a:pt x="523802" y="65016"/>
                </a:lnTo>
                <a:lnTo>
                  <a:pt x="505035" y="100444"/>
                </a:lnTo>
                <a:cubicBezTo>
                  <a:pt x="503932" y="102526"/>
                  <a:pt x="502554" y="103567"/>
                  <a:pt x="500900" y="103567"/>
                </a:cubicBezTo>
                <a:cubicBezTo>
                  <a:pt x="499797" y="103567"/>
                  <a:pt x="498854" y="103206"/>
                  <a:pt x="498069" y="102484"/>
                </a:cubicBezTo>
                <a:cubicBezTo>
                  <a:pt x="497285" y="101761"/>
                  <a:pt x="496892" y="100954"/>
                  <a:pt x="496892" y="100062"/>
                </a:cubicBezTo>
                <a:cubicBezTo>
                  <a:pt x="496892" y="99425"/>
                  <a:pt x="497041" y="98554"/>
                  <a:pt x="497338" y="97450"/>
                </a:cubicBezTo>
                <a:lnTo>
                  <a:pt x="506371" y="65016"/>
                </a:lnTo>
                <a:close/>
                <a:moveTo>
                  <a:pt x="601083" y="13359"/>
                </a:moveTo>
                <a:lnTo>
                  <a:pt x="571247" y="13359"/>
                </a:lnTo>
                <a:cubicBezTo>
                  <a:pt x="571077" y="16625"/>
                  <a:pt x="570420" y="18926"/>
                  <a:pt x="569275" y="20262"/>
                </a:cubicBezTo>
                <a:cubicBezTo>
                  <a:pt x="568130" y="21598"/>
                  <a:pt x="566624" y="22266"/>
                  <a:pt x="564758" y="22266"/>
                </a:cubicBezTo>
                <a:cubicBezTo>
                  <a:pt x="562807" y="22266"/>
                  <a:pt x="561227" y="21598"/>
                  <a:pt x="560018" y="20262"/>
                </a:cubicBezTo>
                <a:cubicBezTo>
                  <a:pt x="558810" y="18926"/>
                  <a:pt x="558205" y="16625"/>
                  <a:pt x="558205" y="13359"/>
                </a:cubicBezTo>
                <a:lnTo>
                  <a:pt x="558205" y="254"/>
                </a:lnTo>
                <a:lnTo>
                  <a:pt x="614824" y="254"/>
                </a:lnTo>
                <a:lnTo>
                  <a:pt x="614824" y="13359"/>
                </a:lnTo>
                <a:lnTo>
                  <a:pt x="593703" y="76051"/>
                </a:lnTo>
                <a:cubicBezTo>
                  <a:pt x="592813" y="78669"/>
                  <a:pt x="591827" y="80410"/>
                  <a:pt x="590745" y="81276"/>
                </a:cubicBezTo>
                <a:cubicBezTo>
                  <a:pt x="589664" y="82141"/>
                  <a:pt x="588359" y="82574"/>
                  <a:pt x="586833" y="82574"/>
                </a:cubicBezTo>
                <a:cubicBezTo>
                  <a:pt x="585009" y="82574"/>
                  <a:pt x="583450" y="81951"/>
                  <a:pt x="582157" y="80705"/>
                </a:cubicBezTo>
                <a:cubicBezTo>
                  <a:pt x="580863" y="79458"/>
                  <a:pt x="580217" y="78024"/>
                  <a:pt x="580217" y="76403"/>
                </a:cubicBezTo>
                <a:cubicBezTo>
                  <a:pt x="580217" y="75450"/>
                  <a:pt x="580556" y="73933"/>
                  <a:pt x="581234" y="71852"/>
                </a:cubicBezTo>
                <a:lnTo>
                  <a:pt x="601083" y="13359"/>
                </a:lnTo>
                <a:close/>
                <a:moveTo>
                  <a:pt x="684916" y="254"/>
                </a:moveTo>
                <a:lnTo>
                  <a:pt x="684916" y="51147"/>
                </a:lnTo>
                <a:cubicBezTo>
                  <a:pt x="687673" y="51147"/>
                  <a:pt x="689708" y="51741"/>
                  <a:pt x="691023" y="52929"/>
                </a:cubicBezTo>
                <a:cubicBezTo>
                  <a:pt x="692338" y="54116"/>
                  <a:pt x="692995" y="55685"/>
                  <a:pt x="692995" y="57636"/>
                </a:cubicBezTo>
                <a:cubicBezTo>
                  <a:pt x="692995" y="59587"/>
                  <a:pt x="692327" y="61178"/>
                  <a:pt x="690991" y="62407"/>
                </a:cubicBezTo>
                <a:cubicBezTo>
                  <a:pt x="689655" y="63637"/>
                  <a:pt x="687630" y="64252"/>
                  <a:pt x="684916" y="64252"/>
                </a:cubicBezTo>
                <a:lnTo>
                  <a:pt x="684916" y="69469"/>
                </a:lnTo>
                <a:cubicBezTo>
                  <a:pt x="687673" y="69469"/>
                  <a:pt x="689708" y="70073"/>
                  <a:pt x="691023" y="71282"/>
                </a:cubicBezTo>
                <a:cubicBezTo>
                  <a:pt x="692338" y="72491"/>
                  <a:pt x="692995" y="74070"/>
                  <a:pt x="692995" y="76021"/>
                </a:cubicBezTo>
                <a:cubicBezTo>
                  <a:pt x="692995" y="77972"/>
                  <a:pt x="692327" y="79552"/>
                  <a:pt x="690991" y="80761"/>
                </a:cubicBezTo>
                <a:cubicBezTo>
                  <a:pt x="689655" y="81969"/>
                  <a:pt x="687418" y="82574"/>
                  <a:pt x="684280" y="82574"/>
                </a:cubicBezTo>
                <a:lnTo>
                  <a:pt x="666785" y="82574"/>
                </a:lnTo>
                <a:cubicBezTo>
                  <a:pt x="663647" y="82574"/>
                  <a:pt x="661410" y="81959"/>
                  <a:pt x="660074" y="80729"/>
                </a:cubicBezTo>
                <a:cubicBezTo>
                  <a:pt x="658738" y="79499"/>
                  <a:pt x="658070" y="77909"/>
                  <a:pt x="658070" y="75958"/>
                </a:cubicBezTo>
                <a:cubicBezTo>
                  <a:pt x="658070" y="74007"/>
                  <a:pt x="658738" y="72438"/>
                  <a:pt x="660074" y="71250"/>
                </a:cubicBezTo>
                <a:cubicBezTo>
                  <a:pt x="661410" y="70063"/>
                  <a:pt x="663647" y="69469"/>
                  <a:pt x="666785" y="69469"/>
                </a:cubicBezTo>
                <a:lnTo>
                  <a:pt x="671875" y="69469"/>
                </a:lnTo>
                <a:lnTo>
                  <a:pt x="671875" y="64252"/>
                </a:lnTo>
                <a:lnTo>
                  <a:pt x="636441" y="64252"/>
                </a:lnTo>
                <a:lnTo>
                  <a:pt x="636441" y="53320"/>
                </a:lnTo>
                <a:lnTo>
                  <a:pt x="667676" y="254"/>
                </a:lnTo>
                <a:lnTo>
                  <a:pt x="684916" y="254"/>
                </a:lnTo>
                <a:moveTo>
                  <a:pt x="671875" y="51147"/>
                </a:moveTo>
                <a:lnTo>
                  <a:pt x="671875" y="18977"/>
                </a:lnTo>
                <a:lnTo>
                  <a:pt x="652981" y="51147"/>
                </a:lnTo>
                <a:lnTo>
                  <a:pt x="671875" y="51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D25A004F-0998-48EE-A8EB-A99049C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230" y="5232880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8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4" y="43535"/>
                  <a:pt x="449638" y="46578"/>
                  <a:pt x="451547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8" y="70540"/>
                  <a:pt x="450624" y="74463"/>
                </a:cubicBezTo>
                <a:cubicBezTo>
                  <a:pt x="448101" y="78386"/>
                  <a:pt x="444443" y="81354"/>
                  <a:pt x="439650" y="83369"/>
                </a:cubicBezTo>
                <a:cubicBezTo>
                  <a:pt x="434858" y="85383"/>
                  <a:pt x="428581" y="86391"/>
                  <a:pt x="420820" y="86391"/>
                </a:cubicBezTo>
                <a:cubicBezTo>
                  <a:pt x="410726" y="86391"/>
                  <a:pt x="403135" y="84816"/>
                  <a:pt x="398045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8" y="68578"/>
                </a:cubicBezTo>
                <a:cubicBezTo>
                  <a:pt x="401438" y="68578"/>
                  <a:pt x="402711" y="69002"/>
                  <a:pt x="404025" y="69851"/>
                </a:cubicBezTo>
                <a:cubicBezTo>
                  <a:pt x="405891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1" y="47773"/>
                  <a:pt x="425358" y="47244"/>
                  <a:pt x="420820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5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7" y="33823"/>
                  <a:pt x="427754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5" y="24985"/>
                  <a:pt x="438505" y="23252"/>
                </a:cubicBezTo>
                <a:cubicBezTo>
                  <a:pt x="438505" y="20504"/>
                  <a:pt x="437286" y="18127"/>
                  <a:pt x="434847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4" y="14915"/>
                  <a:pt x="409496" y="18534"/>
                </a:cubicBezTo>
                <a:cubicBezTo>
                  <a:pt x="408521" y="19585"/>
                  <a:pt x="407736" y="20258"/>
                  <a:pt x="407143" y="20554"/>
                </a:cubicBezTo>
                <a:cubicBezTo>
                  <a:pt x="406252" y="21017"/>
                  <a:pt x="405255" y="21248"/>
                  <a:pt x="404153" y="21248"/>
                </a:cubicBezTo>
                <a:cubicBezTo>
                  <a:pt x="402371" y="21248"/>
                  <a:pt x="400845" y="20610"/>
                  <a:pt x="399572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6" y="6061"/>
                </a:cubicBezTo>
                <a:cubicBezTo>
                  <a:pt x="409200" y="2020"/>
                  <a:pt x="416303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3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1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4" y="70180"/>
                  <a:pt x="630047" y="68878"/>
                </a:cubicBezTo>
                <a:cubicBezTo>
                  <a:pt x="631341" y="67576"/>
                  <a:pt x="632878" y="66924"/>
                  <a:pt x="634659" y="66924"/>
                </a:cubicBezTo>
                <a:cubicBezTo>
                  <a:pt x="636144" y="66924"/>
                  <a:pt x="637755" y="67642"/>
                  <a:pt x="639494" y="69077"/>
                </a:cubicBezTo>
                <a:cubicBezTo>
                  <a:pt x="641233" y="70513"/>
                  <a:pt x="643057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7" y="73286"/>
                  <a:pt x="668673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6" y="45969"/>
                </a:cubicBezTo>
                <a:cubicBezTo>
                  <a:pt x="668938" y="43060"/>
                  <a:pt x="665365" y="41605"/>
                  <a:pt x="660996" y="41605"/>
                </a:cubicBezTo>
                <a:cubicBezTo>
                  <a:pt x="656289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...">
            <a:extLst xmlns:a="http://schemas.openxmlformats.org/drawingml/2006/main">
              <a:ext uri="{FF2B5EF4-FFF2-40B4-BE49-F238E27FC236}">
                <a16:creationId xmlns:a16="http://schemas.microsoft.com/office/drawing/2014/main" id="{F5B79A83-6AB7-413A-9CB9-D4D5D6E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31" y="5481237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1" y="14823"/>
                </a:cubicBezTo>
                <a:cubicBezTo>
                  <a:pt x="327933" y="16477"/>
                  <a:pt x="325536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6" y="0"/>
                  <a:pt x="327933" y="827"/>
                  <a:pt x="329671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80C44-2365-4CFC-8BF3-1538531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48" y="4909079"/>
            <a:ext cx="2263717" cy="1026001"/>
          </a:xfrm>
          <a:custGeom xmlns:a="http://schemas.openxmlformats.org/drawingml/2006/main">
            <a:pathLst>
              <a:path w="2263717" h="1026001" fill="none">
                <a:moveTo>
                  <a:pt x="0" y="0"/>
                </a:moveTo>
                <a:lnTo>
                  <a:pt x="2263717" y="0"/>
                </a:lnTo>
                <a:lnTo>
                  <a:pt x="2263717" y="1026001"/>
                </a:lnTo>
                <a:lnTo>
                  <a:pt x="0" y="10260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pic>
        <p:nvPicPr>
          <p:cNvPr id="8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94608cd94448d"/>
          <a:stretch xmlns:a="http://schemas.openxmlformats.org/drawingml/2006/main"/>
        </p:blipFill>
        <p:spPr>
          <a:xfrm xmlns:a="http://schemas.openxmlformats.org/drawingml/2006/main">
            <a:off x="6886333" y="5585430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d944e95d94295"/>
          <a:stretch xmlns:a="http://schemas.openxmlformats.org/drawingml/2006/main"/>
        </p:blipFill>
        <p:spPr>
          <a:xfrm xmlns:a="http://schemas.openxmlformats.org/drawingml/2006/main">
            <a:off x="6886333" y="5585430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ABA46-500F-46BF-9E1C-768BD3AB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475" y="5593080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7ffd76fdd4d3a"/>
          <a:stretch xmlns:a="http://schemas.openxmlformats.org/drawingml/2006/main"/>
        </p:blipFill>
        <p:spPr>
          <a:xfrm xmlns:a="http://schemas.openxmlformats.org/drawingml/2006/main">
            <a:off x="6915158" y="5619305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6bc390c2c4fe3"/>
          <a:stretch xmlns:a="http://schemas.openxmlformats.org/drawingml/2006/main"/>
        </p:blipFill>
        <p:spPr>
          <a:xfrm xmlns:a="http://schemas.openxmlformats.org/drawingml/2006/main">
            <a:off x="6915158" y="5619305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6A2C1-8044-41F4-A8E2-9885A9C3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301" y="5626954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37f1991fc42ef"/>
          <a:stretch xmlns:a="http://schemas.openxmlformats.org/drawingml/2006/main"/>
        </p:blipFill>
        <p:spPr>
          <a:xfrm xmlns:a="http://schemas.openxmlformats.org/drawingml/2006/main">
            <a:off x="7001961" y="5720928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cbcabf6764b3e"/>
          <a:stretch xmlns:a="http://schemas.openxmlformats.org/drawingml/2006/main"/>
        </p:blipFill>
        <p:spPr>
          <a:xfrm xmlns:a="http://schemas.openxmlformats.org/drawingml/2006/main">
            <a:off x="7001961" y="5720928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8BE56-37EF-45B8-8887-A091FADF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104" y="5728577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0dc8f66b44e45"/>
          <a:stretch xmlns:a="http://schemas.openxmlformats.org/drawingml/2006/main"/>
        </p:blipFill>
        <p:spPr>
          <a:xfrm xmlns:a="http://schemas.openxmlformats.org/drawingml/2006/main">
            <a:off x="7030786" y="5754802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42c78f3a748f6"/>
          <a:stretch xmlns:a="http://schemas.openxmlformats.org/drawingml/2006/main"/>
        </p:blipFill>
        <p:spPr>
          <a:xfrm xmlns:a="http://schemas.openxmlformats.org/drawingml/2006/main">
            <a:off x="7030786" y="5754802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8FB3C-FABC-4EB4-9695-09419FFA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30" y="5762451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05adf59ff4288"/>
          <a:stretch xmlns:a="http://schemas.openxmlformats.org/drawingml/2006/main"/>
        </p:blipFill>
        <p:spPr>
          <a:xfrm xmlns:a="http://schemas.openxmlformats.org/drawingml/2006/main">
            <a:off x="7117427" y="5856425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301a80f1c4b97"/>
          <a:stretch xmlns:a="http://schemas.openxmlformats.org/drawingml/2006/main"/>
        </p:blipFill>
        <p:spPr>
          <a:xfrm xmlns:a="http://schemas.openxmlformats.org/drawingml/2006/main">
            <a:off x="7117427" y="5856425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21A18-D6D4-4B0D-81CE-9D43309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570" y="5864074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64686a6484271"/>
          <a:stretch xmlns:a="http://schemas.openxmlformats.org/drawingml/2006/main"/>
        </p:blipFill>
        <p:spPr>
          <a:xfrm xmlns:a="http://schemas.openxmlformats.org/drawingml/2006/main">
            <a:off x="7146415" y="5890299"/>
            <a:ext cx="635632" cy="541002"/>
          </a:xfrm>
          <a:prstGeom xmlns:a="http://schemas.openxmlformats.org/drawingml/2006/main" prst="rect">
            <a:avLst/>
          </a:prstGeom>
        </p:spPr>
      </p:pic>
      <p:pic>
        <p:nvPicPr>
          <p:cNvPr id="8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ea03cd0fc4a1a"/>
          <a:stretch xmlns:a="http://schemas.openxmlformats.org/drawingml/2006/main"/>
        </p:blipFill>
        <p:spPr>
          <a:xfrm xmlns:a="http://schemas.openxmlformats.org/drawingml/2006/main">
            <a:off x="7146415" y="5890299"/>
            <a:ext cx="635632" cy="541002"/>
          </a:xfrm>
          <a:prstGeom xmlns:a="http://schemas.openxmlformats.org/drawingml/2006/main" prst="rect">
            <a:avLst/>
          </a:prstGeom>
        </p:spPr>
      </p:pic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35A96-158F-4D72-8C95-42AB8485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559" y="5897949"/>
            <a:ext cx="635632" cy="541989"/>
          </a:xfrm>
          <a:custGeom xmlns:a="http://schemas.openxmlformats.org/drawingml/2006/main">
            <a:pathLst>
              <a:path w="635632" h="541989" fill="none">
                <a:moveTo>
                  <a:pt x="0" y="0"/>
                </a:moveTo>
                <a:lnTo>
                  <a:pt x="635632" y="0"/>
                </a:lnTo>
                <a:lnTo>
                  <a:pt x="635632" y="541989"/>
                </a:lnTo>
                <a:lnTo>
                  <a:pt x="0" y="541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400" cap="flat">
            <a:solidFill>
              <a:srgbClr val="4E47FF"/>
            </a:solidFill>
            <a:miter/>
          </a:ln>
        </p:spPr>
      </p:sp>
      <p:pic>
        <p:nvPicPr>
          <p:cNvPr id="8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07c5a3e24488a"/>
          <a:stretch xmlns:a="http://schemas.openxmlformats.org/drawingml/2006/main"/>
        </p:blipFill>
        <p:spPr>
          <a:xfrm xmlns:a="http://schemas.openxmlformats.org/drawingml/2006/main">
            <a:off x="8995724" y="5088222"/>
            <a:ext cx="943795" cy="635144"/>
          </a:xfrm>
          <a:prstGeom xmlns:a="http://schemas.openxmlformats.org/drawingml/2006/main" prst="rect">
            <a:avLst/>
          </a:prstGeom>
        </p:spPr>
      </p:pic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C4B33-79B1-4883-8E79-05713A28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335" y="5088222"/>
            <a:ext cx="960858" cy="651429"/>
          </a:xfrm>
          <a:custGeom xmlns:a="http://schemas.openxmlformats.org/drawingml/2006/main">
            <a:pathLst>
              <a:path w="960858" h="651429" fill="none">
                <a:moveTo>
                  <a:pt x="0" y="0"/>
                </a:moveTo>
                <a:lnTo>
                  <a:pt x="960858" y="0"/>
                </a:lnTo>
                <a:lnTo>
                  <a:pt x="960858" y="651429"/>
                </a:lnTo>
                <a:lnTo>
                  <a:pt x="0" y="651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4E47FF"/>
            </a:solidFill>
            <a:miter/>
          </a:ln>
        </p:spPr>
      </p:sp>
      <p:pic>
        <p:nvPicPr>
          <p:cNvPr id="8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08a47f93d4d4a"/>
          <a:stretch xmlns:a="http://schemas.openxmlformats.org/drawingml/2006/main"/>
        </p:blipFill>
        <p:spPr>
          <a:xfrm xmlns:a="http://schemas.openxmlformats.org/drawingml/2006/main">
            <a:off x="7969722" y="5088222"/>
            <a:ext cx="943795" cy="635144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A071C-8F82-4F19-9E92-FCEF79BE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334" y="5088222"/>
            <a:ext cx="960858" cy="651429"/>
          </a:xfrm>
          <a:custGeom xmlns:a="http://schemas.openxmlformats.org/drawingml/2006/main">
            <a:pathLst>
              <a:path w="960858" h="651429" fill="none">
                <a:moveTo>
                  <a:pt x="0" y="0"/>
                </a:moveTo>
                <a:lnTo>
                  <a:pt x="960858" y="0"/>
                </a:lnTo>
                <a:lnTo>
                  <a:pt x="960858" y="651429"/>
                </a:lnTo>
                <a:lnTo>
                  <a:pt x="0" y="651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4E47FF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7D562-6542-4E61-A490-84D703F3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764" y="5609366"/>
            <a:ext cx="898973" cy="885944"/>
          </a:xfrm>
          <a:custGeom xmlns:a="http://schemas.openxmlformats.org/drawingml/2006/main">
            <a:pathLst>
              <a:path w="898973" h="885944">
                <a:moveTo>
                  <a:pt x="840344" y="725855"/>
                </a:moveTo>
                <a:lnTo>
                  <a:pt x="896367" y="781227"/>
                </a:lnTo>
                <a:cubicBezTo>
                  <a:pt x="898973" y="784321"/>
                  <a:pt x="898484" y="789044"/>
                  <a:pt x="896204" y="790835"/>
                </a:cubicBezTo>
                <a:lnTo>
                  <a:pt x="820638" y="865913"/>
                </a:lnTo>
                <a:cubicBezTo>
                  <a:pt x="812495" y="874381"/>
                  <a:pt x="785298" y="885944"/>
                  <a:pt x="761521" y="871775"/>
                </a:cubicBezTo>
                <a:lnTo>
                  <a:pt x="726832" y="839367"/>
                </a:lnTo>
                <a:lnTo>
                  <a:pt x="840344" y="725855"/>
                </a:lnTo>
                <a:close/>
                <a:moveTo>
                  <a:pt x="353238" y="623092"/>
                </a:moveTo>
                <a:cubicBezTo>
                  <a:pt x="491829" y="623092"/>
                  <a:pt x="624395" y="504206"/>
                  <a:pt x="624395" y="346723"/>
                </a:cubicBezTo>
                <a:cubicBezTo>
                  <a:pt x="624395" y="194777"/>
                  <a:pt x="503392" y="67749"/>
                  <a:pt x="349003" y="67749"/>
                </a:cubicBezTo>
                <a:cubicBezTo>
                  <a:pt x="191195" y="67749"/>
                  <a:pt x="68563" y="192986"/>
                  <a:pt x="68563" y="344932"/>
                </a:cubicBezTo>
                <a:cubicBezTo>
                  <a:pt x="68563" y="481406"/>
                  <a:pt x="172792" y="623092"/>
                  <a:pt x="353238" y="623092"/>
                </a:cubicBezTo>
                <a:close/>
                <a:moveTo>
                  <a:pt x="355192" y="692307"/>
                </a:moveTo>
                <a:cubicBezTo>
                  <a:pt x="141360" y="692307"/>
                  <a:pt x="0" y="525052"/>
                  <a:pt x="0" y="346723"/>
                </a:cubicBezTo>
                <a:cubicBezTo>
                  <a:pt x="0" y="175235"/>
                  <a:pt x="134357" y="0"/>
                  <a:pt x="348026" y="0"/>
                </a:cubicBezTo>
                <a:cubicBezTo>
                  <a:pt x="540849" y="0"/>
                  <a:pt x="693447" y="157157"/>
                  <a:pt x="693447" y="344606"/>
                </a:cubicBezTo>
                <a:cubicBezTo>
                  <a:pt x="693447" y="421475"/>
                  <a:pt x="668692" y="495901"/>
                  <a:pt x="624069" y="554366"/>
                </a:cubicBezTo>
                <a:lnTo>
                  <a:pt x="675858" y="606155"/>
                </a:lnTo>
                <a:cubicBezTo>
                  <a:pt x="696704" y="598175"/>
                  <a:pt x="719830" y="603875"/>
                  <a:pt x="731067" y="616252"/>
                </a:cubicBezTo>
                <a:lnTo>
                  <a:pt x="818847" y="704847"/>
                </a:lnTo>
                <a:lnTo>
                  <a:pt x="705824" y="817870"/>
                </a:lnTo>
                <a:lnTo>
                  <a:pt x="581075" y="695401"/>
                </a:lnTo>
                <a:lnTo>
                  <a:pt x="604201" y="672112"/>
                </a:lnTo>
                <a:lnTo>
                  <a:pt x="554692" y="622929"/>
                </a:lnTo>
                <a:cubicBezTo>
                  <a:pt x="491015" y="672275"/>
                  <a:pt x="409098" y="692307"/>
                  <a:pt x="355192" y="6923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7f2b174d94881"/>
          <a:stretch xmlns:a="http://schemas.openxmlformats.org/drawingml/2006/main"/>
        </p:blipFill>
        <p:spPr>
          <a:xfrm xmlns:a="http://schemas.openxmlformats.org/drawingml/2006/main">
            <a:off x="8856906" y="5731954"/>
            <a:ext cx="455023" cy="474652"/>
          </a:xfrm>
          <a:prstGeom xmlns:a="http://schemas.openxmlformats.org/drawingml/2006/main" prst="rect">
            <a:avLst/>
          </a:prstGeom>
        </p:spPr>
      </p:pic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327AA-49FB-497F-AD4B-D4371870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52" y="4290221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42330-0D87-4640-9935-83476CA6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52" y="4290221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60CB0-A27E-4863-8CD1-3A411F2C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853" y="4290221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197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9D193697-9724-4CFE-A795-5824ECC1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812" y="4337165"/>
            <a:ext cx="692994" cy="105476"/>
          </a:xfrm>
          <a:custGeom xmlns:a="http://schemas.openxmlformats.org/drawingml/2006/main">
            <a:pathLst>
              <a:path w="692994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29" y="62089"/>
                </a:moveTo>
                <a:lnTo>
                  <a:pt x="97828" y="62089"/>
                </a:lnTo>
                <a:cubicBezTo>
                  <a:pt x="99185" y="65482"/>
                  <a:pt x="101592" y="68218"/>
                  <a:pt x="105048" y="70296"/>
                </a:cubicBezTo>
                <a:cubicBezTo>
                  <a:pt x="108505" y="72374"/>
                  <a:pt x="113181" y="73413"/>
                  <a:pt x="119076" y="73413"/>
                </a:cubicBezTo>
                <a:cubicBezTo>
                  <a:pt x="123911" y="73413"/>
                  <a:pt x="130336" y="72389"/>
                  <a:pt x="138352" y="70342"/>
                </a:cubicBezTo>
                <a:cubicBezTo>
                  <a:pt x="141660" y="69505"/>
                  <a:pt x="143950" y="69087"/>
                  <a:pt x="145222" y="69087"/>
                </a:cubicBezTo>
                <a:cubicBezTo>
                  <a:pt x="146961" y="69087"/>
                  <a:pt x="148424" y="69702"/>
                  <a:pt x="149612" y="70932"/>
                </a:cubicBezTo>
                <a:cubicBezTo>
                  <a:pt x="150799" y="72162"/>
                  <a:pt x="151393" y="73710"/>
                  <a:pt x="151393" y="75576"/>
                </a:cubicBezTo>
                <a:cubicBezTo>
                  <a:pt x="151393" y="77272"/>
                  <a:pt x="150757" y="78714"/>
                  <a:pt x="149484" y="79902"/>
                </a:cubicBezTo>
                <a:cubicBezTo>
                  <a:pt x="147788" y="81471"/>
                  <a:pt x="143653" y="82966"/>
                  <a:pt x="137079" y="84387"/>
                </a:cubicBezTo>
                <a:cubicBezTo>
                  <a:pt x="130506" y="85808"/>
                  <a:pt x="124186" y="86518"/>
                  <a:pt x="118122" y="86518"/>
                </a:cubicBezTo>
                <a:cubicBezTo>
                  <a:pt x="107689" y="86518"/>
                  <a:pt x="99344" y="83570"/>
                  <a:pt x="93089" y="77675"/>
                </a:cubicBezTo>
                <a:cubicBezTo>
                  <a:pt x="86833" y="71780"/>
                  <a:pt x="83705" y="64528"/>
                  <a:pt x="83705" y="55919"/>
                </a:cubicBezTo>
                <a:cubicBezTo>
                  <a:pt x="83705" y="46758"/>
                  <a:pt x="87087" y="39304"/>
                  <a:pt x="93852" y="33558"/>
                </a:cubicBezTo>
                <a:cubicBezTo>
                  <a:pt x="100617" y="27811"/>
                  <a:pt x="108410" y="24938"/>
                  <a:pt x="117231" y="24938"/>
                </a:cubicBezTo>
                <a:cubicBezTo>
                  <a:pt x="122532" y="24938"/>
                  <a:pt x="127399" y="25869"/>
                  <a:pt x="131831" y="27733"/>
                </a:cubicBezTo>
                <a:cubicBezTo>
                  <a:pt x="136263" y="29595"/>
                  <a:pt x="139560" y="31605"/>
                  <a:pt x="141723" y="33764"/>
                </a:cubicBezTo>
                <a:cubicBezTo>
                  <a:pt x="144777" y="36897"/>
                  <a:pt x="147300" y="40771"/>
                  <a:pt x="149293" y="45386"/>
                </a:cubicBezTo>
                <a:cubicBezTo>
                  <a:pt x="150651" y="48604"/>
                  <a:pt x="151329" y="52330"/>
                  <a:pt x="151329" y="56565"/>
                </a:cubicBezTo>
                <a:lnTo>
                  <a:pt x="151329" y="62089"/>
                </a:lnTo>
                <a:moveTo>
                  <a:pt x="136888" y="48984"/>
                </a:moveTo>
                <a:cubicBezTo>
                  <a:pt x="134895" y="45316"/>
                  <a:pt x="132287" y="42575"/>
                  <a:pt x="129064" y="40762"/>
                </a:cubicBezTo>
                <a:cubicBezTo>
                  <a:pt x="125840" y="38949"/>
                  <a:pt x="122002" y="38042"/>
                  <a:pt x="117549" y="38042"/>
                </a:cubicBezTo>
                <a:cubicBezTo>
                  <a:pt x="113138" y="38042"/>
                  <a:pt x="109321" y="38949"/>
                  <a:pt x="106098" y="40762"/>
                </a:cubicBezTo>
                <a:cubicBezTo>
                  <a:pt x="102875" y="42575"/>
                  <a:pt x="100245" y="45316"/>
                  <a:pt x="98210" y="48984"/>
                </a:cubicBezTo>
                <a:lnTo>
                  <a:pt x="136888" y="48984"/>
                </a:lnTo>
                <a:close/>
                <a:moveTo>
                  <a:pt x="189740" y="71377"/>
                </a:moveTo>
                <a:lnTo>
                  <a:pt x="212642" y="71377"/>
                </a:lnTo>
                <a:cubicBezTo>
                  <a:pt x="212769" y="68112"/>
                  <a:pt x="213437" y="65811"/>
                  <a:pt x="214645" y="64475"/>
                </a:cubicBezTo>
                <a:cubicBezTo>
                  <a:pt x="215854" y="63139"/>
                  <a:pt x="217349" y="62471"/>
                  <a:pt x="219130" y="62471"/>
                </a:cubicBezTo>
                <a:cubicBezTo>
                  <a:pt x="221081" y="62471"/>
                  <a:pt x="222661" y="63139"/>
                  <a:pt x="223870" y="64475"/>
                </a:cubicBezTo>
                <a:cubicBezTo>
                  <a:pt x="225079" y="65811"/>
                  <a:pt x="225683" y="68112"/>
                  <a:pt x="225683" y="71377"/>
                </a:cubicBezTo>
                <a:lnTo>
                  <a:pt x="225683" y="84482"/>
                </a:lnTo>
                <a:lnTo>
                  <a:pt x="168937" y="84482"/>
                </a:lnTo>
                <a:lnTo>
                  <a:pt x="168937" y="73668"/>
                </a:lnTo>
                <a:lnTo>
                  <a:pt x="203290" y="39824"/>
                </a:lnTo>
                <a:lnTo>
                  <a:pt x="183315" y="39824"/>
                </a:lnTo>
                <a:lnTo>
                  <a:pt x="183315" y="41096"/>
                </a:lnTo>
                <a:cubicBezTo>
                  <a:pt x="183315" y="44362"/>
                  <a:pt x="182710" y="46662"/>
                  <a:pt x="181501" y="47998"/>
                </a:cubicBezTo>
                <a:cubicBezTo>
                  <a:pt x="180293" y="49334"/>
                  <a:pt x="178713" y="50002"/>
                  <a:pt x="176762" y="50002"/>
                </a:cubicBezTo>
                <a:cubicBezTo>
                  <a:pt x="174811" y="50002"/>
                  <a:pt x="173231" y="49334"/>
                  <a:pt x="172023" y="47998"/>
                </a:cubicBezTo>
                <a:cubicBezTo>
                  <a:pt x="170814" y="46662"/>
                  <a:pt x="170210" y="44362"/>
                  <a:pt x="170210" y="41096"/>
                </a:cubicBezTo>
                <a:lnTo>
                  <a:pt x="170273" y="26719"/>
                </a:lnTo>
                <a:lnTo>
                  <a:pt x="224220" y="26719"/>
                </a:lnTo>
                <a:lnTo>
                  <a:pt x="224220" y="37406"/>
                </a:lnTo>
                <a:lnTo>
                  <a:pt x="189740" y="71377"/>
                </a:lnTo>
                <a:close/>
                <a:moveTo>
                  <a:pt x="362963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6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2" y="84482"/>
                </a:cubicBezTo>
                <a:lnTo>
                  <a:pt x="366250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1" y="74946"/>
                  <a:pt x="358966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1" y="71377"/>
                </a:lnTo>
                <a:cubicBezTo>
                  <a:pt x="345214" y="71889"/>
                  <a:pt x="346645" y="72677"/>
                  <a:pt x="347515" y="73743"/>
                </a:cubicBezTo>
                <a:cubicBezTo>
                  <a:pt x="348384" y="74809"/>
                  <a:pt x="348819" y="76172"/>
                  <a:pt x="348819" y="77834"/>
                </a:cubicBezTo>
                <a:cubicBezTo>
                  <a:pt x="348819" y="79837"/>
                  <a:pt x="348161" y="81446"/>
                  <a:pt x="346847" y="82661"/>
                </a:cubicBezTo>
                <a:cubicBezTo>
                  <a:pt x="345532" y="83875"/>
                  <a:pt x="343305" y="84482"/>
                  <a:pt x="340167" y="84482"/>
                </a:cubicBezTo>
                <a:lnTo>
                  <a:pt x="325472" y="84482"/>
                </a:lnTo>
                <a:cubicBezTo>
                  <a:pt x="322333" y="84482"/>
                  <a:pt x="320096" y="83875"/>
                  <a:pt x="318760" y="82661"/>
                </a:cubicBezTo>
                <a:cubicBezTo>
                  <a:pt x="317424" y="81446"/>
                  <a:pt x="316756" y="79858"/>
                  <a:pt x="316756" y="77898"/>
                </a:cubicBezTo>
                <a:cubicBezTo>
                  <a:pt x="316756" y="76107"/>
                  <a:pt x="317350" y="74605"/>
                  <a:pt x="318537" y="73391"/>
                </a:cubicBezTo>
                <a:cubicBezTo>
                  <a:pt x="319725" y="72176"/>
                  <a:pt x="321506" y="71505"/>
                  <a:pt x="323881" y="71377"/>
                </a:cubicBezTo>
                <a:lnTo>
                  <a:pt x="343268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7" y="37746"/>
                </a:cubicBezTo>
                <a:cubicBezTo>
                  <a:pt x="319820" y="36531"/>
                  <a:pt x="319237" y="35029"/>
                  <a:pt x="319237" y="33239"/>
                </a:cubicBezTo>
                <a:cubicBezTo>
                  <a:pt x="319237" y="31322"/>
                  <a:pt x="319905" y="29756"/>
                  <a:pt x="321241" y="28542"/>
                </a:cubicBezTo>
                <a:cubicBezTo>
                  <a:pt x="322577" y="27326"/>
                  <a:pt x="324814" y="26719"/>
                  <a:pt x="327953" y="26719"/>
                </a:cubicBezTo>
                <a:lnTo>
                  <a:pt x="340167" y="26719"/>
                </a:lnTo>
                <a:cubicBezTo>
                  <a:pt x="343305" y="26719"/>
                  <a:pt x="345543" y="27326"/>
                  <a:pt x="346878" y="28542"/>
                </a:cubicBezTo>
                <a:cubicBezTo>
                  <a:pt x="348214" y="29756"/>
                  <a:pt x="348882" y="31300"/>
                  <a:pt x="348882" y="33176"/>
                </a:cubicBezTo>
                <a:cubicBezTo>
                  <a:pt x="348882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69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4" y="28542"/>
                </a:cubicBezTo>
                <a:cubicBezTo>
                  <a:pt x="360810" y="27326"/>
                  <a:pt x="363048" y="26719"/>
                  <a:pt x="366186" y="26719"/>
                </a:cubicBezTo>
                <a:lnTo>
                  <a:pt x="378273" y="26719"/>
                </a:lnTo>
                <a:cubicBezTo>
                  <a:pt x="381411" y="26719"/>
                  <a:pt x="383649" y="27326"/>
                  <a:pt x="384985" y="28542"/>
                </a:cubicBezTo>
                <a:cubicBezTo>
                  <a:pt x="386320" y="29756"/>
                  <a:pt x="386988" y="31343"/>
                  <a:pt x="386988" y="33303"/>
                </a:cubicBezTo>
                <a:cubicBezTo>
                  <a:pt x="386988" y="35050"/>
                  <a:pt x="386405" y="36531"/>
                  <a:pt x="385239" y="37746"/>
                </a:cubicBezTo>
                <a:cubicBezTo>
                  <a:pt x="384073" y="38960"/>
                  <a:pt x="382344" y="39653"/>
                  <a:pt x="380054" y="39824"/>
                </a:cubicBezTo>
                <a:lnTo>
                  <a:pt x="362963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7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7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59" y="71377"/>
                </a:lnTo>
                <a:lnTo>
                  <a:pt x="437359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59" y="53056"/>
                </a:moveTo>
                <a:lnTo>
                  <a:pt x="437359" y="20886"/>
                </a:lnTo>
                <a:lnTo>
                  <a:pt x="418465" y="53056"/>
                </a:lnTo>
                <a:lnTo>
                  <a:pt x="437359" y="53056"/>
                </a:lnTo>
                <a:close/>
                <a:moveTo>
                  <a:pt x="506370" y="66924"/>
                </a:moveTo>
                <a:lnTo>
                  <a:pt x="523801" y="66924"/>
                </a:lnTo>
                <a:lnTo>
                  <a:pt x="505034" y="102352"/>
                </a:lnTo>
                <a:cubicBezTo>
                  <a:pt x="503932" y="104435"/>
                  <a:pt x="502553" y="105476"/>
                  <a:pt x="500899" y="105476"/>
                </a:cubicBezTo>
                <a:cubicBezTo>
                  <a:pt x="499796" y="105476"/>
                  <a:pt x="498853" y="105114"/>
                  <a:pt x="498068" y="104392"/>
                </a:cubicBezTo>
                <a:cubicBezTo>
                  <a:pt x="497284" y="103670"/>
                  <a:pt x="496891" y="102863"/>
                  <a:pt x="496891" y="101971"/>
                </a:cubicBezTo>
                <a:cubicBezTo>
                  <a:pt x="496891" y="101333"/>
                  <a:pt x="497040" y="100462"/>
                  <a:pt x="497337" y="99358"/>
                </a:cubicBezTo>
                <a:lnTo>
                  <a:pt x="506370" y="66924"/>
                </a:lnTo>
                <a:close/>
                <a:moveTo>
                  <a:pt x="606234" y="40905"/>
                </a:moveTo>
                <a:cubicBezTo>
                  <a:pt x="610094" y="43535"/>
                  <a:pt x="612978" y="46578"/>
                  <a:pt x="614886" y="50034"/>
                </a:cubicBezTo>
                <a:cubicBezTo>
                  <a:pt x="616795" y="53491"/>
                  <a:pt x="617749" y="57361"/>
                  <a:pt x="617749" y="61644"/>
                </a:cubicBezTo>
                <a:cubicBezTo>
                  <a:pt x="617749" y="66267"/>
                  <a:pt x="616487" y="70540"/>
                  <a:pt x="613964" y="74463"/>
                </a:cubicBezTo>
                <a:cubicBezTo>
                  <a:pt x="611440" y="78386"/>
                  <a:pt x="607782" y="81354"/>
                  <a:pt x="602990" y="83369"/>
                </a:cubicBezTo>
                <a:cubicBezTo>
                  <a:pt x="598198" y="85383"/>
                  <a:pt x="591921" y="86391"/>
                  <a:pt x="584160" y="86391"/>
                </a:cubicBezTo>
                <a:cubicBezTo>
                  <a:pt x="574066" y="86391"/>
                  <a:pt x="566474" y="84816"/>
                  <a:pt x="561385" y="81667"/>
                </a:cubicBezTo>
                <a:cubicBezTo>
                  <a:pt x="558544" y="79879"/>
                  <a:pt x="557123" y="77751"/>
                  <a:pt x="557123" y="75282"/>
                </a:cubicBezTo>
                <a:cubicBezTo>
                  <a:pt x="557123" y="73409"/>
                  <a:pt x="557748" y="71824"/>
                  <a:pt x="558999" y="70526"/>
                </a:cubicBezTo>
                <a:cubicBezTo>
                  <a:pt x="560251" y="69228"/>
                  <a:pt x="561767" y="68578"/>
                  <a:pt x="563548" y="68578"/>
                </a:cubicBezTo>
                <a:cubicBezTo>
                  <a:pt x="564778" y="68578"/>
                  <a:pt x="566050" y="69002"/>
                  <a:pt x="567365" y="69851"/>
                </a:cubicBezTo>
                <a:cubicBezTo>
                  <a:pt x="569231" y="71123"/>
                  <a:pt x="570991" y="71971"/>
                  <a:pt x="572645" y="72395"/>
                </a:cubicBezTo>
                <a:cubicBezTo>
                  <a:pt x="575190" y="72989"/>
                  <a:pt x="578689" y="73286"/>
                  <a:pt x="583142" y="73286"/>
                </a:cubicBezTo>
                <a:cubicBezTo>
                  <a:pt x="590733" y="73286"/>
                  <a:pt x="596226" y="72302"/>
                  <a:pt x="599618" y="70336"/>
                </a:cubicBezTo>
                <a:cubicBezTo>
                  <a:pt x="603011" y="68367"/>
                  <a:pt x="604708" y="65586"/>
                  <a:pt x="604708" y="61990"/>
                </a:cubicBezTo>
                <a:cubicBezTo>
                  <a:pt x="604708" y="59325"/>
                  <a:pt x="603722" y="56755"/>
                  <a:pt x="601750" y="54280"/>
                </a:cubicBezTo>
                <a:cubicBezTo>
                  <a:pt x="599777" y="51805"/>
                  <a:pt x="597137" y="49890"/>
                  <a:pt x="593829" y="48535"/>
                </a:cubicBezTo>
                <a:cubicBezTo>
                  <a:pt x="591921" y="47773"/>
                  <a:pt x="588698" y="47244"/>
                  <a:pt x="584160" y="46949"/>
                </a:cubicBezTo>
                <a:cubicBezTo>
                  <a:pt x="581997" y="46821"/>
                  <a:pt x="580332" y="46154"/>
                  <a:pt x="579166" y="44945"/>
                </a:cubicBezTo>
                <a:cubicBezTo>
                  <a:pt x="577999" y="43736"/>
                  <a:pt x="577416" y="42241"/>
                  <a:pt x="577416" y="40460"/>
                </a:cubicBezTo>
                <a:cubicBezTo>
                  <a:pt x="577416" y="38594"/>
                  <a:pt x="578053" y="37025"/>
                  <a:pt x="579325" y="35752"/>
                </a:cubicBezTo>
                <a:cubicBezTo>
                  <a:pt x="580597" y="34480"/>
                  <a:pt x="582209" y="33844"/>
                  <a:pt x="584160" y="33844"/>
                </a:cubicBezTo>
                <a:cubicBezTo>
                  <a:pt x="588486" y="33844"/>
                  <a:pt x="590797" y="33823"/>
                  <a:pt x="591094" y="33780"/>
                </a:cubicBezTo>
                <a:cubicBezTo>
                  <a:pt x="592790" y="33611"/>
                  <a:pt x="594487" y="33061"/>
                  <a:pt x="596183" y="32132"/>
                </a:cubicBezTo>
                <a:cubicBezTo>
                  <a:pt x="597880" y="31202"/>
                  <a:pt x="599247" y="29923"/>
                  <a:pt x="600286" y="28295"/>
                </a:cubicBezTo>
                <a:cubicBezTo>
                  <a:pt x="601325" y="26666"/>
                  <a:pt x="601845" y="24985"/>
                  <a:pt x="601845" y="23252"/>
                </a:cubicBezTo>
                <a:cubicBezTo>
                  <a:pt x="601845" y="20504"/>
                  <a:pt x="600626" y="18127"/>
                  <a:pt x="598187" y="16119"/>
                </a:cubicBezTo>
                <a:cubicBezTo>
                  <a:pt x="595748" y="14110"/>
                  <a:pt x="592090" y="13105"/>
                  <a:pt x="587213" y="13105"/>
                </a:cubicBezTo>
                <a:cubicBezTo>
                  <a:pt x="580936" y="13105"/>
                  <a:pt x="576144" y="14915"/>
                  <a:pt x="572836" y="18534"/>
                </a:cubicBezTo>
                <a:cubicBezTo>
                  <a:pt x="571861" y="19585"/>
                  <a:pt x="571076" y="20258"/>
                  <a:pt x="570482" y="20554"/>
                </a:cubicBezTo>
                <a:cubicBezTo>
                  <a:pt x="569592" y="21017"/>
                  <a:pt x="568595" y="21248"/>
                  <a:pt x="567492" y="21248"/>
                </a:cubicBezTo>
                <a:cubicBezTo>
                  <a:pt x="565711" y="21248"/>
                  <a:pt x="564184" y="20610"/>
                  <a:pt x="562912" y="19333"/>
                </a:cubicBezTo>
                <a:cubicBezTo>
                  <a:pt x="561640" y="18057"/>
                  <a:pt x="561003" y="16483"/>
                  <a:pt x="561003" y="14612"/>
                </a:cubicBezTo>
                <a:cubicBezTo>
                  <a:pt x="561003" y="11676"/>
                  <a:pt x="562954" y="8826"/>
                  <a:pt x="566856" y="6061"/>
                </a:cubicBezTo>
                <a:cubicBezTo>
                  <a:pt x="572539" y="2020"/>
                  <a:pt x="579643" y="0"/>
                  <a:pt x="588167" y="0"/>
                </a:cubicBezTo>
                <a:cubicBezTo>
                  <a:pt x="596226" y="0"/>
                  <a:pt x="602693" y="2294"/>
                  <a:pt x="607570" y="6882"/>
                </a:cubicBezTo>
                <a:cubicBezTo>
                  <a:pt x="612448" y="11469"/>
                  <a:pt x="614886" y="16991"/>
                  <a:pt x="614886" y="23447"/>
                </a:cubicBezTo>
                <a:cubicBezTo>
                  <a:pt x="614886" y="26802"/>
                  <a:pt x="614165" y="29935"/>
                  <a:pt x="612723" y="32846"/>
                </a:cubicBezTo>
                <a:cubicBezTo>
                  <a:pt x="611281" y="35755"/>
                  <a:pt x="609118" y="38441"/>
                  <a:pt x="606234" y="40905"/>
                </a:cubicBezTo>
                <a:close/>
                <a:moveTo>
                  <a:pt x="684915" y="2163"/>
                </a:moveTo>
                <a:lnTo>
                  <a:pt x="684915" y="53056"/>
                </a:lnTo>
                <a:cubicBezTo>
                  <a:pt x="687672" y="53056"/>
                  <a:pt x="689707" y="53650"/>
                  <a:pt x="691022" y="54837"/>
                </a:cubicBezTo>
                <a:cubicBezTo>
                  <a:pt x="692337" y="56025"/>
                  <a:pt x="692994" y="57594"/>
                  <a:pt x="692994" y="59545"/>
                </a:cubicBezTo>
                <a:cubicBezTo>
                  <a:pt x="692994" y="61496"/>
                  <a:pt x="692326" y="63086"/>
                  <a:pt x="690990" y="64316"/>
                </a:cubicBezTo>
                <a:cubicBezTo>
                  <a:pt x="689654" y="65546"/>
                  <a:pt x="687629" y="66161"/>
                  <a:pt x="684915" y="66161"/>
                </a:cubicBezTo>
                <a:lnTo>
                  <a:pt x="684915" y="71377"/>
                </a:lnTo>
                <a:cubicBezTo>
                  <a:pt x="687672" y="71377"/>
                  <a:pt x="689707" y="71982"/>
                  <a:pt x="691022" y="73190"/>
                </a:cubicBezTo>
                <a:cubicBezTo>
                  <a:pt x="692337" y="74399"/>
                  <a:pt x="692994" y="75979"/>
                  <a:pt x="692994" y="77930"/>
                </a:cubicBezTo>
                <a:cubicBezTo>
                  <a:pt x="692994" y="79881"/>
                  <a:pt x="692326" y="81460"/>
                  <a:pt x="690990" y="82669"/>
                </a:cubicBezTo>
                <a:cubicBezTo>
                  <a:pt x="689654" y="83878"/>
                  <a:pt x="687417" y="84482"/>
                  <a:pt x="684279" y="84482"/>
                </a:cubicBezTo>
                <a:lnTo>
                  <a:pt x="666784" y="84482"/>
                </a:lnTo>
                <a:cubicBezTo>
                  <a:pt x="663646" y="84482"/>
                  <a:pt x="661409" y="83867"/>
                  <a:pt x="660073" y="82637"/>
                </a:cubicBezTo>
                <a:cubicBezTo>
                  <a:pt x="658737" y="81407"/>
                  <a:pt x="658069" y="79817"/>
                  <a:pt x="658069" y="77866"/>
                </a:cubicBezTo>
                <a:cubicBezTo>
                  <a:pt x="658069" y="75915"/>
                  <a:pt x="658737" y="74346"/>
                  <a:pt x="660073" y="73159"/>
                </a:cubicBezTo>
                <a:cubicBezTo>
                  <a:pt x="661409" y="71971"/>
                  <a:pt x="663646" y="71377"/>
                  <a:pt x="666784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39" y="66161"/>
                </a:lnTo>
                <a:lnTo>
                  <a:pt x="636439" y="55229"/>
                </a:lnTo>
                <a:lnTo>
                  <a:pt x="667675" y="2163"/>
                </a:lnTo>
                <a:lnTo>
                  <a:pt x="684915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76F785FE-F2D0-4D0B-9F4C-5B7183A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810" y="4500022"/>
            <a:ext cx="688923" cy="105476"/>
          </a:xfrm>
          <a:custGeom xmlns:a="http://schemas.openxmlformats.org/drawingml/2006/main">
            <a:pathLst>
              <a:path w="688923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2" y="1908"/>
                </a:moveTo>
                <a:lnTo>
                  <a:pt x="141532" y="71377"/>
                </a:lnTo>
                <a:lnTo>
                  <a:pt x="143759" y="71377"/>
                </a:lnTo>
                <a:cubicBezTo>
                  <a:pt x="146855" y="71377"/>
                  <a:pt x="149081" y="71982"/>
                  <a:pt x="150439" y="73190"/>
                </a:cubicBezTo>
                <a:cubicBezTo>
                  <a:pt x="151796" y="74399"/>
                  <a:pt x="152474" y="75979"/>
                  <a:pt x="152474" y="77930"/>
                </a:cubicBezTo>
                <a:cubicBezTo>
                  <a:pt x="152474" y="79881"/>
                  <a:pt x="151806" y="81460"/>
                  <a:pt x="150470" y="82669"/>
                </a:cubicBezTo>
                <a:cubicBezTo>
                  <a:pt x="149134" y="83878"/>
                  <a:pt x="146897" y="84482"/>
                  <a:pt x="143759" y="84482"/>
                </a:cubicBezTo>
                <a:lnTo>
                  <a:pt x="128491" y="84482"/>
                </a:lnTo>
                <a:lnTo>
                  <a:pt x="128491" y="81301"/>
                </a:lnTo>
                <a:cubicBezTo>
                  <a:pt x="125522" y="83019"/>
                  <a:pt x="122416" y="84318"/>
                  <a:pt x="119171" y="85198"/>
                </a:cubicBezTo>
                <a:cubicBezTo>
                  <a:pt x="115927" y="86078"/>
                  <a:pt x="112566" y="86518"/>
                  <a:pt x="109088" y="86518"/>
                </a:cubicBezTo>
                <a:cubicBezTo>
                  <a:pt x="99291" y="86518"/>
                  <a:pt x="91403" y="83687"/>
                  <a:pt x="85423" y="78025"/>
                </a:cubicBezTo>
                <a:cubicBezTo>
                  <a:pt x="79443" y="72363"/>
                  <a:pt x="76453" y="65313"/>
                  <a:pt x="76453" y="56873"/>
                </a:cubicBezTo>
                <a:cubicBezTo>
                  <a:pt x="76453" y="48051"/>
                  <a:pt x="79591" y="40523"/>
                  <a:pt x="85868" y="34289"/>
                </a:cubicBezTo>
                <a:cubicBezTo>
                  <a:pt x="92145" y="28055"/>
                  <a:pt x="99800" y="24938"/>
                  <a:pt x="108834" y="24938"/>
                </a:cubicBezTo>
                <a:cubicBezTo>
                  <a:pt x="112226" y="24938"/>
                  <a:pt x="115556" y="25460"/>
                  <a:pt x="118821" y="26504"/>
                </a:cubicBezTo>
                <a:cubicBezTo>
                  <a:pt x="122087" y="27548"/>
                  <a:pt x="125310" y="29114"/>
                  <a:pt x="128491" y="31202"/>
                </a:cubicBezTo>
                <a:lnTo>
                  <a:pt x="128491" y="15013"/>
                </a:lnTo>
                <a:lnTo>
                  <a:pt x="126264" y="15013"/>
                </a:lnTo>
                <a:cubicBezTo>
                  <a:pt x="123126" y="15013"/>
                  <a:pt x="120889" y="14409"/>
                  <a:pt x="119553" y="13200"/>
                </a:cubicBezTo>
                <a:cubicBezTo>
                  <a:pt x="118217" y="11992"/>
                  <a:pt x="117549" y="10412"/>
                  <a:pt x="117549" y="8461"/>
                </a:cubicBezTo>
                <a:cubicBezTo>
                  <a:pt x="117549" y="6510"/>
                  <a:pt x="118217" y="4930"/>
                  <a:pt x="119553" y="3722"/>
                </a:cubicBezTo>
                <a:cubicBezTo>
                  <a:pt x="120889" y="2513"/>
                  <a:pt x="123126" y="1908"/>
                  <a:pt x="126264" y="1908"/>
                </a:cubicBezTo>
                <a:lnTo>
                  <a:pt x="141532" y="1908"/>
                </a:lnTo>
                <a:moveTo>
                  <a:pt x="128491" y="57249"/>
                </a:moveTo>
                <a:cubicBezTo>
                  <a:pt x="128491" y="51882"/>
                  <a:pt x="126604" y="47340"/>
                  <a:pt x="122829" y="43621"/>
                </a:cubicBezTo>
                <a:cubicBezTo>
                  <a:pt x="119055" y="39902"/>
                  <a:pt x="114432" y="38042"/>
                  <a:pt x="108961" y="38042"/>
                </a:cubicBezTo>
                <a:cubicBezTo>
                  <a:pt x="103532" y="38042"/>
                  <a:pt x="98931" y="39902"/>
                  <a:pt x="95156" y="43621"/>
                </a:cubicBezTo>
                <a:cubicBezTo>
                  <a:pt x="91382" y="47340"/>
                  <a:pt x="89494" y="51819"/>
                  <a:pt x="89494" y="57060"/>
                </a:cubicBezTo>
                <a:cubicBezTo>
                  <a:pt x="89494" y="61835"/>
                  <a:pt x="91191" y="65755"/>
                  <a:pt x="94584" y="68819"/>
                </a:cubicBezTo>
                <a:cubicBezTo>
                  <a:pt x="97976" y="71882"/>
                  <a:pt x="102769" y="73413"/>
                  <a:pt x="108961" y="73413"/>
                </a:cubicBezTo>
                <a:cubicBezTo>
                  <a:pt x="115110" y="73413"/>
                  <a:pt x="119903" y="71882"/>
                  <a:pt x="123338" y="68819"/>
                </a:cubicBezTo>
                <a:cubicBezTo>
                  <a:pt x="126773" y="65755"/>
                  <a:pt x="128491" y="61898"/>
                  <a:pt x="128491" y="57249"/>
                </a:cubicBezTo>
                <a:close/>
                <a:moveTo>
                  <a:pt x="219703" y="1908"/>
                </a:moveTo>
                <a:lnTo>
                  <a:pt x="219703" y="71377"/>
                </a:lnTo>
                <a:lnTo>
                  <a:pt x="221930" y="71377"/>
                </a:lnTo>
                <a:cubicBezTo>
                  <a:pt x="225025" y="71377"/>
                  <a:pt x="227252" y="71982"/>
                  <a:pt x="228609" y="73190"/>
                </a:cubicBezTo>
                <a:cubicBezTo>
                  <a:pt x="229966" y="74399"/>
                  <a:pt x="230645" y="75979"/>
                  <a:pt x="230645" y="77930"/>
                </a:cubicBezTo>
                <a:cubicBezTo>
                  <a:pt x="230645" y="79881"/>
                  <a:pt x="229977" y="81460"/>
                  <a:pt x="228641" y="82669"/>
                </a:cubicBezTo>
                <a:cubicBezTo>
                  <a:pt x="227305" y="83878"/>
                  <a:pt x="225068" y="84482"/>
                  <a:pt x="221930" y="84482"/>
                </a:cubicBezTo>
                <a:lnTo>
                  <a:pt x="206662" y="84482"/>
                </a:lnTo>
                <a:lnTo>
                  <a:pt x="206662" y="81301"/>
                </a:lnTo>
                <a:cubicBezTo>
                  <a:pt x="203693" y="83019"/>
                  <a:pt x="200586" y="84318"/>
                  <a:pt x="197342" y="85198"/>
                </a:cubicBezTo>
                <a:cubicBezTo>
                  <a:pt x="194097" y="86078"/>
                  <a:pt x="190736" y="86518"/>
                  <a:pt x="187259" y="86518"/>
                </a:cubicBezTo>
                <a:cubicBezTo>
                  <a:pt x="177462" y="86518"/>
                  <a:pt x="169573" y="83687"/>
                  <a:pt x="163593" y="78025"/>
                </a:cubicBezTo>
                <a:cubicBezTo>
                  <a:pt x="157614" y="72363"/>
                  <a:pt x="154624" y="65313"/>
                  <a:pt x="154624" y="56873"/>
                </a:cubicBezTo>
                <a:cubicBezTo>
                  <a:pt x="154624" y="48051"/>
                  <a:pt x="157762" y="40523"/>
                  <a:pt x="164039" y="34289"/>
                </a:cubicBezTo>
                <a:cubicBezTo>
                  <a:pt x="170316" y="28055"/>
                  <a:pt x="177971" y="24938"/>
                  <a:pt x="187004" y="24938"/>
                </a:cubicBezTo>
                <a:cubicBezTo>
                  <a:pt x="190397" y="24938"/>
                  <a:pt x="193726" y="25460"/>
                  <a:pt x="196992" y="26504"/>
                </a:cubicBezTo>
                <a:cubicBezTo>
                  <a:pt x="200258" y="27548"/>
                  <a:pt x="203481" y="29114"/>
                  <a:pt x="206662" y="31202"/>
                </a:cubicBezTo>
                <a:lnTo>
                  <a:pt x="206662" y="15013"/>
                </a:lnTo>
                <a:lnTo>
                  <a:pt x="204435" y="15013"/>
                </a:lnTo>
                <a:cubicBezTo>
                  <a:pt x="201297" y="15013"/>
                  <a:pt x="199060" y="14409"/>
                  <a:pt x="197724" y="13200"/>
                </a:cubicBezTo>
                <a:cubicBezTo>
                  <a:pt x="196388" y="11992"/>
                  <a:pt x="195720" y="10412"/>
                  <a:pt x="195720" y="8461"/>
                </a:cubicBezTo>
                <a:cubicBezTo>
                  <a:pt x="195720" y="6510"/>
                  <a:pt x="196388" y="4930"/>
                  <a:pt x="197724" y="3722"/>
                </a:cubicBezTo>
                <a:cubicBezTo>
                  <a:pt x="199060" y="2513"/>
                  <a:pt x="201297" y="1908"/>
                  <a:pt x="204435" y="1908"/>
                </a:cubicBezTo>
                <a:lnTo>
                  <a:pt x="219703" y="1908"/>
                </a:lnTo>
                <a:moveTo>
                  <a:pt x="206662" y="57249"/>
                </a:moveTo>
                <a:cubicBezTo>
                  <a:pt x="206662" y="51882"/>
                  <a:pt x="204774" y="47340"/>
                  <a:pt x="201000" y="43621"/>
                </a:cubicBezTo>
                <a:cubicBezTo>
                  <a:pt x="197225" y="39902"/>
                  <a:pt x="192602" y="38042"/>
                  <a:pt x="187131" y="38042"/>
                </a:cubicBezTo>
                <a:cubicBezTo>
                  <a:pt x="181703" y="38042"/>
                  <a:pt x="177101" y="39902"/>
                  <a:pt x="173327" y="43621"/>
                </a:cubicBezTo>
                <a:cubicBezTo>
                  <a:pt x="169552" y="47340"/>
                  <a:pt x="167665" y="51819"/>
                  <a:pt x="167665" y="57060"/>
                </a:cubicBezTo>
                <a:cubicBezTo>
                  <a:pt x="167665" y="61835"/>
                  <a:pt x="169361" y="65755"/>
                  <a:pt x="172754" y="68819"/>
                </a:cubicBezTo>
                <a:cubicBezTo>
                  <a:pt x="176147" y="71882"/>
                  <a:pt x="180940" y="73413"/>
                  <a:pt x="187131" y="73413"/>
                </a:cubicBezTo>
                <a:cubicBezTo>
                  <a:pt x="193281" y="73413"/>
                  <a:pt x="198073" y="71882"/>
                  <a:pt x="201509" y="68819"/>
                </a:cubicBezTo>
                <a:cubicBezTo>
                  <a:pt x="204944" y="65755"/>
                  <a:pt x="206662" y="61898"/>
                  <a:pt x="206662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9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3" y="84482"/>
                  <a:pt x="374074" y="84482"/>
                </a:cubicBezTo>
                <a:lnTo>
                  <a:pt x="359252" y="84482"/>
                </a:lnTo>
                <a:cubicBezTo>
                  <a:pt x="356113" y="84482"/>
                  <a:pt x="353876" y="83875"/>
                  <a:pt x="352540" y="82661"/>
                </a:cubicBezTo>
                <a:cubicBezTo>
                  <a:pt x="351204" y="81446"/>
                  <a:pt x="350536" y="79837"/>
                  <a:pt x="350536" y="77834"/>
                </a:cubicBezTo>
                <a:cubicBezTo>
                  <a:pt x="350536" y="76300"/>
                  <a:pt x="351014" y="74946"/>
                  <a:pt x="351968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59" y="62950"/>
                </a:lnTo>
                <a:lnTo>
                  <a:pt x="336223" y="71377"/>
                </a:lnTo>
                <a:cubicBezTo>
                  <a:pt x="338216" y="71889"/>
                  <a:pt x="339647" y="72677"/>
                  <a:pt x="340517" y="73743"/>
                </a:cubicBezTo>
                <a:cubicBezTo>
                  <a:pt x="341386" y="74809"/>
                  <a:pt x="341821" y="76172"/>
                  <a:pt x="341821" y="77834"/>
                </a:cubicBezTo>
                <a:cubicBezTo>
                  <a:pt x="341821" y="79837"/>
                  <a:pt x="341164" y="81446"/>
                  <a:pt x="339849" y="82661"/>
                </a:cubicBezTo>
                <a:cubicBezTo>
                  <a:pt x="338534" y="83875"/>
                  <a:pt x="336308" y="84482"/>
                  <a:pt x="333169" y="84482"/>
                </a:cubicBezTo>
                <a:lnTo>
                  <a:pt x="318474" y="84482"/>
                </a:lnTo>
                <a:cubicBezTo>
                  <a:pt x="315335" y="84482"/>
                  <a:pt x="313098" y="83875"/>
                  <a:pt x="311762" y="82661"/>
                </a:cubicBezTo>
                <a:cubicBezTo>
                  <a:pt x="310426" y="81446"/>
                  <a:pt x="309758" y="79858"/>
                  <a:pt x="309758" y="77898"/>
                </a:cubicBezTo>
                <a:cubicBezTo>
                  <a:pt x="309758" y="76107"/>
                  <a:pt x="310352" y="74605"/>
                  <a:pt x="311540" y="73391"/>
                </a:cubicBezTo>
                <a:cubicBezTo>
                  <a:pt x="312727" y="72176"/>
                  <a:pt x="314508" y="71505"/>
                  <a:pt x="316883" y="71377"/>
                </a:cubicBezTo>
                <a:lnTo>
                  <a:pt x="336270" y="54551"/>
                </a:lnTo>
                <a:lnTo>
                  <a:pt x="319110" y="39824"/>
                </a:lnTo>
                <a:cubicBezTo>
                  <a:pt x="316862" y="39653"/>
                  <a:pt x="315155" y="38960"/>
                  <a:pt x="313989" y="37746"/>
                </a:cubicBezTo>
                <a:cubicBezTo>
                  <a:pt x="312823" y="36531"/>
                  <a:pt x="312239" y="35029"/>
                  <a:pt x="312239" y="33239"/>
                </a:cubicBezTo>
                <a:cubicBezTo>
                  <a:pt x="312239" y="31322"/>
                  <a:pt x="312907" y="29756"/>
                  <a:pt x="314243" y="28542"/>
                </a:cubicBezTo>
                <a:cubicBezTo>
                  <a:pt x="315579" y="27326"/>
                  <a:pt x="317816" y="26719"/>
                  <a:pt x="320955" y="26719"/>
                </a:cubicBezTo>
                <a:lnTo>
                  <a:pt x="333169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2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8" y="26719"/>
                </a:cubicBezTo>
                <a:lnTo>
                  <a:pt x="371275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1" y="37746"/>
                </a:cubicBezTo>
                <a:cubicBezTo>
                  <a:pt x="377075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4" y="40905"/>
                </a:moveTo>
                <a:cubicBezTo>
                  <a:pt x="446753" y="43535"/>
                  <a:pt x="449637" y="46578"/>
                  <a:pt x="451546" y="50034"/>
                </a:cubicBezTo>
                <a:cubicBezTo>
                  <a:pt x="453454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3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0" y="86391"/>
                  <a:pt x="420819" y="86391"/>
                </a:cubicBezTo>
                <a:cubicBezTo>
                  <a:pt x="410725" y="86391"/>
                  <a:pt x="403134" y="84816"/>
                  <a:pt x="398045" y="81667"/>
                </a:cubicBezTo>
                <a:cubicBezTo>
                  <a:pt x="395203" y="79879"/>
                  <a:pt x="393782" y="77751"/>
                  <a:pt x="393782" y="75282"/>
                </a:cubicBezTo>
                <a:cubicBezTo>
                  <a:pt x="393782" y="73409"/>
                  <a:pt x="394408" y="71824"/>
                  <a:pt x="395659" y="70526"/>
                </a:cubicBezTo>
                <a:cubicBezTo>
                  <a:pt x="396910" y="69228"/>
                  <a:pt x="398426" y="68578"/>
                  <a:pt x="400208" y="68578"/>
                </a:cubicBezTo>
                <a:cubicBezTo>
                  <a:pt x="401437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49" y="72989"/>
                  <a:pt x="415348" y="73286"/>
                  <a:pt x="419801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7" y="65586"/>
                  <a:pt x="441367" y="61990"/>
                </a:cubicBezTo>
                <a:cubicBezTo>
                  <a:pt x="441367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0" y="47773"/>
                  <a:pt x="425357" y="47244"/>
                  <a:pt x="420819" y="46949"/>
                </a:cubicBezTo>
                <a:cubicBezTo>
                  <a:pt x="418656" y="46821"/>
                  <a:pt x="416992" y="46154"/>
                  <a:pt x="415825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4" y="35752"/>
                </a:cubicBezTo>
                <a:cubicBezTo>
                  <a:pt x="417257" y="34480"/>
                  <a:pt x="418868" y="33844"/>
                  <a:pt x="420819" y="33844"/>
                </a:cubicBezTo>
                <a:cubicBezTo>
                  <a:pt x="425145" y="33844"/>
                  <a:pt x="427456" y="33823"/>
                  <a:pt x="427753" y="33780"/>
                </a:cubicBezTo>
                <a:cubicBezTo>
                  <a:pt x="429450" y="33611"/>
                  <a:pt x="431146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4" y="24985"/>
                  <a:pt x="438504" y="23252"/>
                </a:cubicBezTo>
                <a:cubicBezTo>
                  <a:pt x="438504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5" y="20258"/>
                  <a:pt x="407142" y="20554"/>
                </a:cubicBezTo>
                <a:cubicBezTo>
                  <a:pt x="406251" y="21017"/>
                  <a:pt x="405254" y="21248"/>
                  <a:pt x="404152" y="21248"/>
                </a:cubicBezTo>
                <a:cubicBezTo>
                  <a:pt x="402371" y="21248"/>
                  <a:pt x="400844" y="20610"/>
                  <a:pt x="399571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2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2" y="66924"/>
                </a:moveTo>
                <a:lnTo>
                  <a:pt x="516803" y="66924"/>
                </a:lnTo>
                <a:lnTo>
                  <a:pt x="498036" y="102352"/>
                </a:lnTo>
                <a:cubicBezTo>
                  <a:pt x="496934" y="104435"/>
                  <a:pt x="495555" y="105476"/>
                  <a:pt x="493901" y="105476"/>
                </a:cubicBezTo>
                <a:cubicBezTo>
                  <a:pt x="492799" y="105476"/>
                  <a:pt x="491855" y="105114"/>
                  <a:pt x="491070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2" y="100462"/>
                  <a:pt x="490339" y="99358"/>
                </a:cubicBezTo>
                <a:lnTo>
                  <a:pt x="499372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2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8" y="84482"/>
                </a:cubicBezTo>
                <a:lnTo>
                  <a:pt x="593766" y="84482"/>
                </a:lnTo>
                <a:cubicBezTo>
                  <a:pt x="590627" y="84482"/>
                  <a:pt x="588390" y="83875"/>
                  <a:pt x="587054" y="82661"/>
                </a:cubicBezTo>
                <a:cubicBezTo>
                  <a:pt x="585718" y="81446"/>
                  <a:pt x="585050" y="79837"/>
                  <a:pt x="585050" y="77834"/>
                </a:cubicBezTo>
                <a:cubicBezTo>
                  <a:pt x="585050" y="76300"/>
                  <a:pt x="585527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3" y="62950"/>
                </a:lnTo>
                <a:lnTo>
                  <a:pt x="570737" y="71377"/>
                </a:lnTo>
                <a:cubicBezTo>
                  <a:pt x="572730" y="71889"/>
                  <a:pt x="574161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1" y="84482"/>
                  <a:pt x="567683" y="84482"/>
                </a:cubicBezTo>
                <a:lnTo>
                  <a:pt x="552988" y="84482"/>
                </a:lnTo>
                <a:cubicBezTo>
                  <a:pt x="549849" y="84482"/>
                  <a:pt x="547612" y="83875"/>
                  <a:pt x="546276" y="82661"/>
                </a:cubicBezTo>
                <a:cubicBezTo>
                  <a:pt x="544940" y="81446"/>
                  <a:pt x="544272" y="79858"/>
                  <a:pt x="544272" y="77898"/>
                </a:cubicBezTo>
                <a:cubicBezTo>
                  <a:pt x="544272" y="76107"/>
                  <a:pt x="544866" y="74605"/>
                  <a:pt x="546054" y="73391"/>
                </a:cubicBezTo>
                <a:cubicBezTo>
                  <a:pt x="547241" y="72176"/>
                  <a:pt x="549022" y="71505"/>
                  <a:pt x="551397" y="71377"/>
                </a:cubicBezTo>
                <a:lnTo>
                  <a:pt x="570784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3" y="35029"/>
                  <a:pt x="546753" y="33239"/>
                </a:cubicBezTo>
                <a:cubicBezTo>
                  <a:pt x="546753" y="31322"/>
                  <a:pt x="547421" y="29756"/>
                  <a:pt x="548757" y="28542"/>
                </a:cubicBezTo>
                <a:cubicBezTo>
                  <a:pt x="550093" y="27326"/>
                  <a:pt x="552330" y="26719"/>
                  <a:pt x="555469" y="26719"/>
                </a:cubicBezTo>
                <a:lnTo>
                  <a:pt x="567683" y="26719"/>
                </a:lnTo>
                <a:cubicBezTo>
                  <a:pt x="570821" y="26719"/>
                  <a:pt x="573059" y="27326"/>
                  <a:pt x="574395" y="28542"/>
                </a:cubicBezTo>
                <a:cubicBezTo>
                  <a:pt x="575731" y="29756"/>
                  <a:pt x="576398" y="31300"/>
                  <a:pt x="576398" y="33176"/>
                </a:cubicBezTo>
                <a:cubicBezTo>
                  <a:pt x="576398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1" y="36531"/>
                  <a:pt x="612755" y="37746"/>
                </a:cubicBezTo>
                <a:cubicBezTo>
                  <a:pt x="611589" y="38960"/>
                  <a:pt x="609861" y="39653"/>
                  <a:pt x="607570" y="39824"/>
                </a:cubicBezTo>
                <a:lnTo>
                  <a:pt x="590480" y="54463"/>
                </a:lnTo>
                <a:close/>
                <a:moveTo>
                  <a:pt x="647827" y="15268"/>
                </a:moveTo>
                <a:lnTo>
                  <a:pt x="647827" y="30790"/>
                </a:lnTo>
                <a:cubicBezTo>
                  <a:pt x="652661" y="29263"/>
                  <a:pt x="657051" y="28500"/>
                  <a:pt x="660995" y="28500"/>
                </a:cubicBezTo>
                <a:cubicBezTo>
                  <a:pt x="669011" y="28500"/>
                  <a:pt x="675669" y="31233"/>
                  <a:pt x="680971" y="36699"/>
                </a:cubicBezTo>
                <a:cubicBezTo>
                  <a:pt x="686272" y="42163"/>
                  <a:pt x="688923" y="49216"/>
                  <a:pt x="688923" y="57859"/>
                </a:cubicBezTo>
                <a:cubicBezTo>
                  <a:pt x="688923" y="66755"/>
                  <a:pt x="686240" y="73734"/>
                  <a:pt x="680875" y="78797"/>
                </a:cubicBezTo>
                <a:cubicBezTo>
                  <a:pt x="675510" y="83859"/>
                  <a:pt x="667293" y="86391"/>
                  <a:pt x="656224" y="86391"/>
                </a:cubicBezTo>
                <a:cubicBezTo>
                  <a:pt x="646470" y="86391"/>
                  <a:pt x="638751" y="84534"/>
                  <a:pt x="633068" y="80820"/>
                </a:cubicBezTo>
                <a:cubicBezTo>
                  <a:pt x="629760" y="78685"/>
                  <a:pt x="628106" y="76230"/>
                  <a:pt x="628106" y="73455"/>
                </a:cubicBezTo>
                <a:cubicBezTo>
                  <a:pt x="628106" y="71705"/>
                  <a:pt x="628752" y="70180"/>
                  <a:pt x="630046" y="68878"/>
                </a:cubicBezTo>
                <a:cubicBezTo>
                  <a:pt x="631339" y="67576"/>
                  <a:pt x="632877" y="66924"/>
                  <a:pt x="634658" y="66924"/>
                </a:cubicBezTo>
                <a:cubicBezTo>
                  <a:pt x="636142" y="66924"/>
                  <a:pt x="637754" y="67642"/>
                  <a:pt x="639493" y="69077"/>
                </a:cubicBezTo>
                <a:cubicBezTo>
                  <a:pt x="641232" y="70513"/>
                  <a:pt x="643055" y="71509"/>
                  <a:pt x="644964" y="72065"/>
                </a:cubicBezTo>
                <a:cubicBezTo>
                  <a:pt x="647678" y="72879"/>
                  <a:pt x="651156" y="73286"/>
                  <a:pt x="655397" y="73286"/>
                </a:cubicBezTo>
                <a:cubicBezTo>
                  <a:pt x="663285" y="73286"/>
                  <a:pt x="668672" y="72032"/>
                  <a:pt x="671555" y="69525"/>
                </a:cubicBezTo>
                <a:cubicBezTo>
                  <a:pt x="674439" y="67016"/>
                  <a:pt x="675881" y="63168"/>
                  <a:pt x="675881" y="57982"/>
                </a:cubicBezTo>
                <a:cubicBezTo>
                  <a:pt x="675881" y="52882"/>
                  <a:pt x="674492" y="48878"/>
                  <a:pt x="671715" y="45969"/>
                </a:cubicBezTo>
                <a:cubicBezTo>
                  <a:pt x="668937" y="43060"/>
                  <a:pt x="665364" y="41605"/>
                  <a:pt x="660995" y="41605"/>
                </a:cubicBezTo>
                <a:cubicBezTo>
                  <a:pt x="656288" y="41605"/>
                  <a:pt x="650923" y="43115"/>
                  <a:pt x="644900" y="46134"/>
                </a:cubicBezTo>
                <a:cubicBezTo>
                  <a:pt x="643543" y="46847"/>
                  <a:pt x="642356" y="47203"/>
                  <a:pt x="641338" y="47203"/>
                </a:cubicBezTo>
                <a:cubicBezTo>
                  <a:pt x="639472" y="47203"/>
                  <a:pt x="637913" y="46524"/>
                  <a:pt x="636662" y="45165"/>
                </a:cubicBezTo>
                <a:cubicBezTo>
                  <a:pt x="635411" y="43806"/>
                  <a:pt x="634785" y="42043"/>
                  <a:pt x="634785" y="39877"/>
                </a:cubicBezTo>
                <a:lnTo>
                  <a:pt x="634785" y="2163"/>
                </a:lnTo>
                <a:lnTo>
                  <a:pt x="674673" y="2163"/>
                </a:lnTo>
                <a:cubicBezTo>
                  <a:pt x="677811" y="2163"/>
                  <a:pt x="680048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8" y="14661"/>
                  <a:pt x="677811" y="15268"/>
                  <a:pt x="674673" y="15268"/>
                </a:cubicBezTo>
                <a:lnTo>
                  <a:pt x="647827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...">
            <a:extLst xmlns:a="http://schemas.openxmlformats.org/drawingml/2006/main">
              <a:ext uri="{FF2B5EF4-FFF2-40B4-BE49-F238E27FC236}">
                <a16:creationId xmlns:a16="http://schemas.microsoft.com/office/drawing/2014/main" id="{A786DA6C-1163-4D41-9781-75255796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910" y="4748380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39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2" y="11112"/>
                  <a:pt x="156342" y="8652"/>
                </a:cubicBezTo>
                <a:cubicBezTo>
                  <a:pt x="156342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39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09" y="13169"/>
                  <a:pt x="329670" y="14823"/>
                </a:cubicBezTo>
                <a:cubicBezTo>
                  <a:pt x="327931" y="16477"/>
                  <a:pt x="325535" y="17304"/>
                  <a:pt x="322482" y="17304"/>
                </a:cubicBezTo>
                <a:cubicBezTo>
                  <a:pt x="319428" y="17304"/>
                  <a:pt x="317032" y="16477"/>
                  <a:pt x="315293" y="14823"/>
                </a:cubicBezTo>
                <a:cubicBezTo>
                  <a:pt x="313554" y="13169"/>
                  <a:pt x="312685" y="11112"/>
                  <a:pt x="312685" y="8652"/>
                </a:cubicBezTo>
                <a:cubicBezTo>
                  <a:pt x="312685" y="6192"/>
                  <a:pt x="313554" y="4135"/>
                  <a:pt x="315293" y="2481"/>
                </a:cubicBezTo>
                <a:cubicBezTo>
                  <a:pt x="317032" y="827"/>
                  <a:pt x="319428" y="0"/>
                  <a:pt x="322482" y="0"/>
                </a:cubicBezTo>
                <a:cubicBezTo>
                  <a:pt x="325535" y="0"/>
                  <a:pt x="327931" y="827"/>
                  <a:pt x="329670" y="2481"/>
                </a:cubicBezTo>
                <a:cubicBezTo>
                  <a:pt x="331409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9D9F9-EEB2-4D17-AB25-7F264E8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623" y="432279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668D6-0BD3-4FD2-9384-688080B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623" y="432279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0B5E8-EB26-4554-B51B-EF9258E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7424" y="432279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03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01D1F825-E0BF-4E54-B3E6-15328FB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382" y="4369736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20" y="72176"/>
                  <a:pt x="388007" y="73391"/>
                </a:cubicBezTo>
                <a:cubicBezTo>
                  <a:pt x="389195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5" y="82661"/>
                </a:cubicBezTo>
                <a:cubicBezTo>
                  <a:pt x="386449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5" y="71889"/>
                  <a:pt x="346646" y="72677"/>
                  <a:pt x="347515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2" y="81446"/>
                  <a:pt x="346848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4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0" y="39188"/>
                </a:lnTo>
                <a:cubicBezTo>
                  <a:pt x="358638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4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4" y="53650"/>
                  <a:pt x="456509" y="54837"/>
                </a:cubicBezTo>
                <a:cubicBezTo>
                  <a:pt x="457824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1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4" y="71982"/>
                  <a:pt x="456509" y="73190"/>
                </a:cubicBezTo>
                <a:cubicBezTo>
                  <a:pt x="457824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1" y="83878"/>
                  <a:pt x="452904" y="84482"/>
                  <a:pt x="449766" y="84482"/>
                </a:cubicBezTo>
                <a:lnTo>
                  <a:pt x="432271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1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6" y="66161"/>
                </a:lnTo>
                <a:lnTo>
                  <a:pt x="401926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3" y="105114"/>
                  <a:pt x="498069" y="104392"/>
                </a:cubicBezTo>
                <a:cubicBezTo>
                  <a:pt x="497284" y="103670"/>
                  <a:pt x="496892" y="102863"/>
                  <a:pt x="496892" y="101971"/>
                </a:cubicBezTo>
                <a:cubicBezTo>
                  <a:pt x="496892" y="101333"/>
                  <a:pt x="497040" y="100462"/>
                  <a:pt x="497337" y="99358"/>
                </a:cubicBezTo>
                <a:lnTo>
                  <a:pt x="506371" y="66924"/>
                </a:lnTo>
                <a:close/>
                <a:moveTo>
                  <a:pt x="606236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2" y="78386"/>
                  <a:pt x="607784" y="81354"/>
                  <a:pt x="602991" y="83369"/>
                </a:cubicBezTo>
                <a:cubicBezTo>
                  <a:pt x="598199" y="85383"/>
                  <a:pt x="591922" y="86391"/>
                  <a:pt x="584161" y="86391"/>
                </a:cubicBezTo>
                <a:cubicBezTo>
                  <a:pt x="574067" y="86391"/>
                  <a:pt x="566476" y="84816"/>
                  <a:pt x="561386" y="81667"/>
                </a:cubicBezTo>
                <a:cubicBezTo>
                  <a:pt x="558545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1" y="70526"/>
                </a:cubicBezTo>
                <a:cubicBezTo>
                  <a:pt x="560252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7" y="72302"/>
                  <a:pt x="599620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3" y="56755"/>
                  <a:pt x="601751" y="54280"/>
                </a:cubicBezTo>
                <a:cubicBezTo>
                  <a:pt x="599779" y="51805"/>
                  <a:pt x="597139" y="49890"/>
                  <a:pt x="593830" y="48535"/>
                </a:cubicBezTo>
                <a:cubicBezTo>
                  <a:pt x="591922" y="47773"/>
                  <a:pt x="588699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1" y="43736"/>
                  <a:pt x="577417" y="42241"/>
                  <a:pt x="577417" y="40460"/>
                </a:cubicBezTo>
                <a:cubicBezTo>
                  <a:pt x="577417" y="38594"/>
                  <a:pt x="578054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7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1" y="31202"/>
                  <a:pt x="599248" y="29923"/>
                  <a:pt x="600288" y="28295"/>
                </a:cubicBezTo>
                <a:cubicBezTo>
                  <a:pt x="601327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50" y="14110"/>
                  <a:pt x="592092" y="13105"/>
                  <a:pt x="587214" y="13105"/>
                </a:cubicBezTo>
                <a:cubicBezTo>
                  <a:pt x="580938" y="13105"/>
                  <a:pt x="576145" y="14915"/>
                  <a:pt x="572837" y="18534"/>
                </a:cubicBezTo>
                <a:cubicBezTo>
                  <a:pt x="571862" y="19585"/>
                  <a:pt x="571077" y="20258"/>
                  <a:pt x="570483" y="20554"/>
                </a:cubicBezTo>
                <a:cubicBezTo>
                  <a:pt x="569593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9" y="0"/>
                </a:cubicBezTo>
                <a:cubicBezTo>
                  <a:pt x="596227" y="0"/>
                  <a:pt x="602694" y="2294"/>
                  <a:pt x="607572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20" y="38441"/>
                  <a:pt x="606236" y="40905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3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3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5" y="71377"/>
                </a:lnTo>
                <a:lnTo>
                  <a:pt x="671875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5" y="53056"/>
                </a:moveTo>
                <a:lnTo>
                  <a:pt x="671875" y="20886"/>
                </a:lnTo>
                <a:lnTo>
                  <a:pt x="652981" y="53056"/>
                </a:lnTo>
                <a:lnTo>
                  <a:pt x="671875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11DD0AC4-6E26-4039-BD15-A5861CA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380" y="4532594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8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5" y="43535"/>
                  <a:pt x="449638" y="46578"/>
                  <a:pt x="451547" y="50034"/>
                </a:cubicBezTo>
                <a:cubicBezTo>
                  <a:pt x="453455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1" y="78386"/>
                  <a:pt x="444443" y="81354"/>
                  <a:pt x="439651" y="83369"/>
                </a:cubicBezTo>
                <a:cubicBezTo>
                  <a:pt x="434858" y="85383"/>
                  <a:pt x="428582" y="86391"/>
                  <a:pt x="420820" y="86391"/>
                </a:cubicBezTo>
                <a:cubicBezTo>
                  <a:pt x="410727" y="86391"/>
                  <a:pt x="403135" y="84816"/>
                  <a:pt x="398046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2" y="47773"/>
                  <a:pt x="425358" y="47244"/>
                  <a:pt x="420820" y="46949"/>
                </a:cubicBezTo>
                <a:cubicBezTo>
                  <a:pt x="418657" y="46821"/>
                  <a:pt x="416993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6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8" y="33823"/>
                  <a:pt x="427755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6" y="24985"/>
                  <a:pt x="438506" y="23252"/>
                </a:cubicBezTo>
                <a:cubicBezTo>
                  <a:pt x="438506" y="20504"/>
                  <a:pt x="437286" y="18127"/>
                  <a:pt x="434848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5" y="14915"/>
                  <a:pt x="409497" y="18534"/>
                </a:cubicBezTo>
                <a:cubicBezTo>
                  <a:pt x="408521" y="19585"/>
                  <a:pt x="407737" y="20258"/>
                  <a:pt x="407143" y="20554"/>
                </a:cubicBezTo>
                <a:cubicBezTo>
                  <a:pt x="406252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4" y="104435"/>
                  <a:pt x="495556" y="105476"/>
                  <a:pt x="493902" y="105476"/>
                </a:cubicBezTo>
                <a:cubicBezTo>
                  <a:pt x="492799" y="105476"/>
                  <a:pt x="491856" y="105114"/>
                  <a:pt x="491071" y="104392"/>
                </a:cubicBezTo>
                <a:cubicBezTo>
                  <a:pt x="490286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39" y="99358"/>
                </a:cubicBezTo>
                <a:lnTo>
                  <a:pt x="499373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3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1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4" y="70180"/>
                  <a:pt x="630047" y="68878"/>
                </a:cubicBezTo>
                <a:cubicBezTo>
                  <a:pt x="631341" y="67576"/>
                  <a:pt x="632878" y="66924"/>
                  <a:pt x="634659" y="66924"/>
                </a:cubicBezTo>
                <a:cubicBezTo>
                  <a:pt x="636144" y="66924"/>
                  <a:pt x="637755" y="67642"/>
                  <a:pt x="639494" y="69077"/>
                </a:cubicBezTo>
                <a:cubicBezTo>
                  <a:pt x="641233" y="70513"/>
                  <a:pt x="643057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7" y="73286"/>
                  <a:pt x="668673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6" y="45969"/>
                </a:cubicBezTo>
                <a:cubicBezTo>
                  <a:pt x="668938" y="43060"/>
                  <a:pt x="665365" y="41605"/>
                  <a:pt x="660996" y="41605"/>
                </a:cubicBezTo>
                <a:cubicBezTo>
                  <a:pt x="656289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...">
            <a:extLst xmlns:a="http://schemas.openxmlformats.org/drawingml/2006/main">
              <a:ext uri="{FF2B5EF4-FFF2-40B4-BE49-F238E27FC236}">
                <a16:creationId xmlns:a16="http://schemas.microsoft.com/office/drawing/2014/main" id="{091A6E31-72A9-4B28-8653-055A661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481" y="4780951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2" y="17304"/>
                </a:cubicBezTo>
                <a:cubicBezTo>
                  <a:pt x="319429" y="17304"/>
                  <a:pt x="317032" y="16477"/>
                  <a:pt x="315294" y="14823"/>
                </a:cubicBezTo>
                <a:cubicBezTo>
                  <a:pt x="313555" y="13169"/>
                  <a:pt x="312685" y="11112"/>
                  <a:pt x="312685" y="8652"/>
                </a:cubicBezTo>
                <a:cubicBezTo>
                  <a:pt x="312685" y="6192"/>
                  <a:pt x="313555" y="4135"/>
                  <a:pt x="315294" y="2481"/>
                </a:cubicBezTo>
                <a:cubicBezTo>
                  <a:pt x="317032" y="827"/>
                  <a:pt x="319429" y="0"/>
                  <a:pt x="322482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5BA0E-AA74-4226-8E5E-CA99B36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050" y="4518221"/>
            <a:ext cx="469031" cy="469029"/>
          </a:xfrm>
          <a:custGeom xmlns:a="http://schemas.openxmlformats.org/drawingml/2006/main">
            <a:pathLst>
              <a:path w="469031" h="469029">
                <a:moveTo>
                  <a:pt x="469031" y="234515"/>
                </a:moveTo>
                <a:cubicBezTo>
                  <a:pt x="469029" y="249913"/>
                  <a:pt x="467528" y="265163"/>
                  <a:pt x="464525" y="280265"/>
                </a:cubicBezTo>
                <a:cubicBezTo>
                  <a:pt x="461520" y="295368"/>
                  <a:pt x="457071" y="310033"/>
                  <a:pt x="451178" y="324259"/>
                </a:cubicBezTo>
                <a:cubicBezTo>
                  <a:pt x="445286" y="338486"/>
                  <a:pt x="438062" y="352000"/>
                  <a:pt x="429507" y="364803"/>
                </a:cubicBezTo>
                <a:cubicBezTo>
                  <a:pt x="420952" y="377607"/>
                  <a:pt x="411231" y="389453"/>
                  <a:pt x="400342" y="400341"/>
                </a:cubicBezTo>
                <a:cubicBezTo>
                  <a:pt x="389454" y="411229"/>
                  <a:pt x="377609" y="420950"/>
                  <a:pt x="364805" y="429505"/>
                </a:cubicBezTo>
                <a:cubicBezTo>
                  <a:pt x="352002" y="438060"/>
                  <a:pt x="338486" y="445284"/>
                  <a:pt x="324260" y="451177"/>
                </a:cubicBezTo>
                <a:cubicBezTo>
                  <a:pt x="310034" y="457070"/>
                  <a:pt x="295369" y="461518"/>
                  <a:pt x="280266" y="464523"/>
                </a:cubicBezTo>
                <a:cubicBezTo>
                  <a:pt x="265164" y="467527"/>
                  <a:pt x="249914" y="469029"/>
                  <a:pt x="234516" y="469029"/>
                </a:cubicBezTo>
                <a:cubicBezTo>
                  <a:pt x="219118" y="469029"/>
                  <a:pt x="203866" y="467527"/>
                  <a:pt x="188763" y="464523"/>
                </a:cubicBezTo>
                <a:cubicBezTo>
                  <a:pt x="173661" y="461518"/>
                  <a:pt x="158996" y="457070"/>
                  <a:pt x="144770" y="451177"/>
                </a:cubicBezTo>
                <a:cubicBezTo>
                  <a:pt x="130544" y="445284"/>
                  <a:pt x="117029" y="438060"/>
                  <a:pt x="104227" y="429505"/>
                </a:cubicBezTo>
                <a:cubicBezTo>
                  <a:pt x="91423" y="420950"/>
                  <a:pt x="79577" y="411229"/>
                  <a:pt x="68689" y="400341"/>
                </a:cubicBezTo>
                <a:cubicBezTo>
                  <a:pt x="57801" y="389453"/>
                  <a:pt x="48080" y="377607"/>
                  <a:pt x="39524" y="364803"/>
                </a:cubicBezTo>
                <a:cubicBezTo>
                  <a:pt x="30969" y="352000"/>
                  <a:pt x="23746" y="338485"/>
                  <a:pt x="17852" y="324259"/>
                </a:cubicBezTo>
                <a:cubicBezTo>
                  <a:pt x="11960" y="310032"/>
                  <a:pt x="7511" y="295368"/>
                  <a:pt x="4506" y="280265"/>
                </a:cubicBezTo>
                <a:cubicBezTo>
                  <a:pt x="1503" y="265163"/>
                  <a:pt x="0" y="249913"/>
                  <a:pt x="2" y="234515"/>
                </a:cubicBezTo>
                <a:cubicBezTo>
                  <a:pt x="0" y="219116"/>
                  <a:pt x="1503" y="203865"/>
                  <a:pt x="4506" y="188763"/>
                </a:cubicBezTo>
                <a:cubicBezTo>
                  <a:pt x="7511" y="173660"/>
                  <a:pt x="11960" y="158996"/>
                  <a:pt x="17852" y="144770"/>
                </a:cubicBezTo>
                <a:cubicBezTo>
                  <a:pt x="23746" y="130543"/>
                  <a:pt x="30969" y="117028"/>
                  <a:pt x="39524" y="104225"/>
                </a:cubicBezTo>
                <a:cubicBezTo>
                  <a:pt x="48080" y="91422"/>
                  <a:pt x="57801" y="79576"/>
                  <a:pt x="68689" y="68688"/>
                </a:cubicBezTo>
                <a:cubicBezTo>
                  <a:pt x="79577" y="57799"/>
                  <a:pt x="91423" y="48077"/>
                  <a:pt x="104227" y="39522"/>
                </a:cubicBezTo>
                <a:cubicBezTo>
                  <a:pt x="117029" y="30967"/>
                  <a:pt x="130544" y="23744"/>
                  <a:pt x="144770" y="17851"/>
                </a:cubicBezTo>
                <a:cubicBezTo>
                  <a:pt x="158996" y="11958"/>
                  <a:pt x="173661" y="7510"/>
                  <a:pt x="188763" y="4506"/>
                </a:cubicBezTo>
                <a:cubicBezTo>
                  <a:pt x="203866" y="1502"/>
                  <a:pt x="219118" y="0"/>
                  <a:pt x="234516" y="0"/>
                </a:cubicBezTo>
                <a:cubicBezTo>
                  <a:pt x="249914" y="0"/>
                  <a:pt x="265166" y="1502"/>
                  <a:pt x="280268" y="4506"/>
                </a:cubicBezTo>
                <a:cubicBezTo>
                  <a:pt x="295369" y="7510"/>
                  <a:pt x="310034" y="11958"/>
                  <a:pt x="324260" y="17851"/>
                </a:cubicBezTo>
                <a:cubicBezTo>
                  <a:pt x="338486" y="23744"/>
                  <a:pt x="352001" y="30967"/>
                  <a:pt x="364805" y="39522"/>
                </a:cubicBezTo>
                <a:cubicBezTo>
                  <a:pt x="377609" y="48077"/>
                  <a:pt x="389454" y="57799"/>
                  <a:pt x="400342" y="68688"/>
                </a:cubicBezTo>
                <a:cubicBezTo>
                  <a:pt x="411231" y="79576"/>
                  <a:pt x="420952" y="91421"/>
                  <a:pt x="429508" y="104225"/>
                </a:cubicBezTo>
                <a:cubicBezTo>
                  <a:pt x="438062" y="117028"/>
                  <a:pt x="445286" y="130543"/>
                  <a:pt x="451178" y="144769"/>
                </a:cubicBezTo>
                <a:cubicBezTo>
                  <a:pt x="457071" y="158995"/>
                  <a:pt x="461520" y="173660"/>
                  <a:pt x="464525" y="188762"/>
                </a:cubicBezTo>
                <a:cubicBezTo>
                  <a:pt x="467528" y="203865"/>
                  <a:pt x="469029" y="219116"/>
                  <a:pt x="469031" y="234515"/>
                </a:cubicBez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A5D52-BCFC-4543-B7F7-3CD1E69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052" y="4518221"/>
            <a:ext cx="469029" cy="469029"/>
          </a:xfrm>
          <a:custGeom xmlns:a="http://schemas.openxmlformats.org/drawingml/2006/main">
            <a:pathLst>
              <a:path w="469029" h="469029">
                <a:moveTo>
                  <a:pt x="226535" y="39249"/>
                </a:moveTo>
                <a:lnTo>
                  <a:pt x="226535" y="107160"/>
                </a:lnTo>
                <a:lnTo>
                  <a:pt x="243146" y="107160"/>
                </a:lnTo>
                <a:lnTo>
                  <a:pt x="243146" y="39249"/>
                </a:lnTo>
                <a:lnTo>
                  <a:pt x="226535" y="39249"/>
                </a:lnTo>
                <a:close/>
                <a:moveTo>
                  <a:pt x="133380" y="121654"/>
                </a:moveTo>
                <a:lnTo>
                  <a:pt x="127192" y="127680"/>
                </a:lnTo>
                <a:lnTo>
                  <a:pt x="189892" y="210086"/>
                </a:lnTo>
                <a:cubicBezTo>
                  <a:pt x="187612" y="215786"/>
                  <a:pt x="186472" y="221812"/>
                  <a:pt x="186472" y="228163"/>
                </a:cubicBezTo>
                <a:cubicBezTo>
                  <a:pt x="186472" y="254872"/>
                  <a:pt x="208132" y="276532"/>
                  <a:pt x="234840" y="276532"/>
                </a:cubicBezTo>
                <a:cubicBezTo>
                  <a:pt x="260572" y="276532"/>
                  <a:pt x="281743" y="256337"/>
                  <a:pt x="283209" y="230932"/>
                </a:cubicBezTo>
                <a:lnTo>
                  <a:pt x="425872" y="151457"/>
                </a:lnTo>
                <a:lnTo>
                  <a:pt x="421312" y="143477"/>
                </a:lnTo>
                <a:lnTo>
                  <a:pt x="263177" y="189077"/>
                </a:lnTo>
                <a:cubicBezTo>
                  <a:pt x="255197" y="183215"/>
                  <a:pt x="245426" y="179795"/>
                  <a:pt x="234840" y="179795"/>
                </a:cubicBezTo>
                <a:cubicBezTo>
                  <a:pt x="226209" y="179795"/>
                  <a:pt x="218229" y="182075"/>
                  <a:pt x="211063" y="185983"/>
                </a:cubicBezTo>
                <a:lnTo>
                  <a:pt x="133380" y="121654"/>
                </a:lnTo>
                <a:close/>
                <a:moveTo>
                  <a:pt x="234840" y="196406"/>
                </a:moveTo>
                <a:cubicBezTo>
                  <a:pt x="252429" y="196406"/>
                  <a:pt x="266597" y="210575"/>
                  <a:pt x="266597" y="228163"/>
                </a:cubicBezTo>
                <a:cubicBezTo>
                  <a:pt x="266597" y="245752"/>
                  <a:pt x="252429" y="259920"/>
                  <a:pt x="234840" y="259920"/>
                </a:cubicBezTo>
                <a:cubicBezTo>
                  <a:pt x="217252" y="259920"/>
                  <a:pt x="203083" y="245752"/>
                  <a:pt x="203083" y="228163"/>
                </a:cubicBezTo>
                <a:cubicBezTo>
                  <a:pt x="203083" y="210575"/>
                  <a:pt x="217252" y="196406"/>
                  <a:pt x="234840" y="196406"/>
                </a:cubicBezTo>
                <a:close/>
                <a:moveTo>
                  <a:pt x="45926" y="219857"/>
                </a:moveTo>
                <a:lnTo>
                  <a:pt x="45926" y="236469"/>
                </a:lnTo>
                <a:lnTo>
                  <a:pt x="113837" y="236469"/>
                </a:lnTo>
                <a:lnTo>
                  <a:pt x="113837" y="219857"/>
                </a:lnTo>
                <a:lnTo>
                  <a:pt x="45926" y="219857"/>
                </a:lnTo>
                <a:close/>
                <a:moveTo>
                  <a:pt x="355843" y="219857"/>
                </a:moveTo>
                <a:lnTo>
                  <a:pt x="355843" y="236469"/>
                </a:lnTo>
                <a:lnTo>
                  <a:pt x="423755" y="236469"/>
                </a:lnTo>
                <a:lnTo>
                  <a:pt x="423755" y="219857"/>
                </a:lnTo>
                <a:lnTo>
                  <a:pt x="355843" y="219857"/>
                </a:lnTo>
                <a:close/>
                <a:moveTo>
                  <a:pt x="226535" y="349166"/>
                </a:moveTo>
                <a:lnTo>
                  <a:pt x="226535" y="417078"/>
                </a:lnTo>
                <a:lnTo>
                  <a:pt x="243146" y="417078"/>
                </a:lnTo>
                <a:lnTo>
                  <a:pt x="243146" y="349166"/>
                </a:lnTo>
                <a:lnTo>
                  <a:pt x="226535" y="349166"/>
                </a:lnTo>
                <a:close/>
                <a:moveTo>
                  <a:pt x="234515" y="6026"/>
                </a:moveTo>
                <a:cubicBezTo>
                  <a:pt x="360729" y="6026"/>
                  <a:pt x="463003" y="108300"/>
                  <a:pt x="463003" y="234515"/>
                </a:cubicBezTo>
                <a:cubicBezTo>
                  <a:pt x="463003" y="360729"/>
                  <a:pt x="360729" y="463003"/>
                  <a:pt x="234515" y="463003"/>
                </a:cubicBezTo>
                <a:cubicBezTo>
                  <a:pt x="108300" y="463003"/>
                  <a:pt x="6026" y="360729"/>
                  <a:pt x="6026" y="234515"/>
                </a:cubicBezTo>
                <a:cubicBezTo>
                  <a:pt x="6026" y="108300"/>
                  <a:pt x="108300" y="6026"/>
                  <a:pt x="234515" y="6026"/>
                </a:cubicBezTo>
                <a:close/>
                <a:moveTo>
                  <a:pt x="234515" y="0"/>
                </a:moveTo>
                <a:cubicBezTo>
                  <a:pt x="105043" y="0"/>
                  <a:pt x="0" y="105043"/>
                  <a:pt x="0" y="234515"/>
                </a:cubicBezTo>
                <a:cubicBezTo>
                  <a:pt x="0" y="363986"/>
                  <a:pt x="105043" y="469029"/>
                  <a:pt x="234515" y="469029"/>
                </a:cubicBezTo>
                <a:cubicBezTo>
                  <a:pt x="363986" y="469029"/>
                  <a:pt x="469029" y="363986"/>
                  <a:pt x="469029" y="234515"/>
                </a:cubicBezTo>
                <a:cubicBezTo>
                  <a:pt x="469029" y="105043"/>
                  <a:pt x="363986" y="0"/>
                  <a:pt x="234515" y="0"/>
                </a:cubicBezTo>
                <a:close/>
              </a:path>
            </a:pathLst>
          </a:custGeom>
          <a:solidFill xmlns:a="http://schemas.openxmlformats.org/drawingml/2006/main">
            <a:srgbClr val="00507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c327b4d114fd8"/>
          <a:stretch xmlns:a="http://schemas.openxmlformats.org/drawingml/2006/main"/>
        </p:blipFill>
        <p:spPr>
          <a:xfrm xmlns:a="http://schemas.openxmlformats.org/drawingml/2006/main">
            <a:off x="10639277" y="4744593"/>
            <a:ext cx="439269" cy="351772"/>
          </a:xfrm>
          <a:prstGeom xmlns:a="http://schemas.openxmlformats.org/drawingml/2006/main" prst="rect">
            <a:avLst/>
          </a:prstGeom>
        </p:spPr>
      </p:pic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D1319-ACB6-4B3B-BA09-BA7D53CB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909" y="4632221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BB9BB-FD38-4408-8B88-83ED8AA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909" y="4632221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6FE02-CBAC-4C37-BBEE-0B67E0A4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710" y="4632221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12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25B0C6C4-2714-47A3-A8D0-3462EE1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668" y="4679165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1" y="62089"/>
                </a:moveTo>
                <a:lnTo>
                  <a:pt x="97829" y="62089"/>
                </a:lnTo>
                <a:cubicBezTo>
                  <a:pt x="99187" y="65482"/>
                  <a:pt x="101593" y="68218"/>
                  <a:pt x="105050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2" y="73413"/>
                  <a:pt x="130337" y="72389"/>
                  <a:pt x="138353" y="70342"/>
                </a:cubicBezTo>
                <a:cubicBezTo>
                  <a:pt x="141661" y="69505"/>
                  <a:pt x="143951" y="69087"/>
                  <a:pt x="145223" y="69087"/>
                </a:cubicBezTo>
                <a:cubicBezTo>
                  <a:pt x="146962" y="69087"/>
                  <a:pt x="148426" y="69702"/>
                  <a:pt x="149613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6" y="79902"/>
                </a:cubicBezTo>
                <a:cubicBezTo>
                  <a:pt x="147789" y="81471"/>
                  <a:pt x="143654" y="82966"/>
                  <a:pt x="137081" y="84387"/>
                </a:cubicBezTo>
                <a:cubicBezTo>
                  <a:pt x="130507" y="85808"/>
                  <a:pt x="124188" y="86518"/>
                  <a:pt x="118123" y="86518"/>
                </a:cubicBezTo>
                <a:cubicBezTo>
                  <a:pt x="107690" y="86518"/>
                  <a:pt x="99346" y="83570"/>
                  <a:pt x="93090" y="77675"/>
                </a:cubicBezTo>
                <a:cubicBezTo>
                  <a:pt x="86834" y="71780"/>
                  <a:pt x="83707" y="64528"/>
                  <a:pt x="83707" y="55919"/>
                </a:cubicBezTo>
                <a:cubicBezTo>
                  <a:pt x="83707" y="46758"/>
                  <a:pt x="87089" y="39304"/>
                  <a:pt x="93853" y="33558"/>
                </a:cubicBezTo>
                <a:cubicBezTo>
                  <a:pt x="100618" y="27811"/>
                  <a:pt x="108411" y="24938"/>
                  <a:pt x="117232" y="24938"/>
                </a:cubicBezTo>
                <a:cubicBezTo>
                  <a:pt x="122534" y="24938"/>
                  <a:pt x="127400" y="25869"/>
                  <a:pt x="131832" y="27733"/>
                </a:cubicBezTo>
                <a:cubicBezTo>
                  <a:pt x="136264" y="29595"/>
                  <a:pt x="139562" y="31605"/>
                  <a:pt x="141725" y="33764"/>
                </a:cubicBezTo>
                <a:cubicBezTo>
                  <a:pt x="144778" y="36897"/>
                  <a:pt x="147302" y="40771"/>
                  <a:pt x="149295" y="45386"/>
                </a:cubicBezTo>
                <a:cubicBezTo>
                  <a:pt x="150652" y="48604"/>
                  <a:pt x="151331" y="52330"/>
                  <a:pt x="151331" y="56565"/>
                </a:cubicBezTo>
                <a:lnTo>
                  <a:pt x="151331" y="62089"/>
                </a:lnTo>
                <a:moveTo>
                  <a:pt x="136890" y="48984"/>
                </a:moveTo>
                <a:cubicBezTo>
                  <a:pt x="134896" y="45316"/>
                  <a:pt x="132288" y="42575"/>
                  <a:pt x="129065" y="40762"/>
                </a:cubicBezTo>
                <a:cubicBezTo>
                  <a:pt x="125842" y="38949"/>
                  <a:pt x="122004" y="38042"/>
                  <a:pt x="117550" y="38042"/>
                </a:cubicBezTo>
                <a:cubicBezTo>
                  <a:pt x="113140" y="38042"/>
                  <a:pt x="109323" y="38949"/>
                  <a:pt x="106100" y="40762"/>
                </a:cubicBezTo>
                <a:cubicBezTo>
                  <a:pt x="102876" y="42575"/>
                  <a:pt x="100247" y="45316"/>
                  <a:pt x="98211" y="48984"/>
                </a:cubicBezTo>
                <a:lnTo>
                  <a:pt x="136890" y="48984"/>
                </a:lnTo>
                <a:close/>
                <a:moveTo>
                  <a:pt x="189742" y="71377"/>
                </a:moveTo>
                <a:lnTo>
                  <a:pt x="212644" y="71377"/>
                </a:lnTo>
                <a:cubicBezTo>
                  <a:pt x="212771" y="68112"/>
                  <a:pt x="213439" y="65811"/>
                  <a:pt x="214648" y="64475"/>
                </a:cubicBezTo>
                <a:cubicBezTo>
                  <a:pt x="215856" y="63139"/>
                  <a:pt x="217351" y="62471"/>
                  <a:pt x="219133" y="62471"/>
                </a:cubicBezTo>
                <a:cubicBezTo>
                  <a:pt x="221084" y="62471"/>
                  <a:pt x="222663" y="63139"/>
                  <a:pt x="223872" y="64475"/>
                </a:cubicBezTo>
                <a:cubicBezTo>
                  <a:pt x="225081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40" y="84482"/>
                </a:lnTo>
                <a:lnTo>
                  <a:pt x="168940" y="73668"/>
                </a:lnTo>
                <a:lnTo>
                  <a:pt x="203292" y="39824"/>
                </a:lnTo>
                <a:lnTo>
                  <a:pt x="183317" y="39824"/>
                </a:lnTo>
                <a:lnTo>
                  <a:pt x="183317" y="41096"/>
                </a:lnTo>
                <a:cubicBezTo>
                  <a:pt x="183317" y="44362"/>
                  <a:pt x="182712" y="46662"/>
                  <a:pt x="181504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4" y="49334"/>
                  <a:pt x="172025" y="47998"/>
                </a:cubicBezTo>
                <a:cubicBezTo>
                  <a:pt x="170816" y="46662"/>
                  <a:pt x="170212" y="44362"/>
                  <a:pt x="170212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09" y="54837"/>
                </a:cubicBezTo>
                <a:cubicBezTo>
                  <a:pt x="457824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2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09" y="73190"/>
                </a:cubicBezTo>
                <a:cubicBezTo>
                  <a:pt x="457824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2" y="83878"/>
                  <a:pt x="452904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2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4" y="105114"/>
                  <a:pt x="498070" y="104392"/>
                </a:cubicBezTo>
                <a:cubicBezTo>
                  <a:pt x="497285" y="103670"/>
                  <a:pt x="496893" y="102863"/>
                  <a:pt x="496893" y="101971"/>
                </a:cubicBezTo>
                <a:cubicBezTo>
                  <a:pt x="496893" y="101333"/>
                  <a:pt x="497041" y="100462"/>
                  <a:pt x="497338" y="99358"/>
                </a:cubicBezTo>
                <a:lnTo>
                  <a:pt x="506372" y="66924"/>
                </a:lnTo>
                <a:close/>
                <a:moveTo>
                  <a:pt x="606236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2" y="78386"/>
                  <a:pt x="607784" y="81354"/>
                  <a:pt x="602991" y="83369"/>
                </a:cubicBezTo>
                <a:cubicBezTo>
                  <a:pt x="598199" y="85383"/>
                  <a:pt x="591922" y="86391"/>
                  <a:pt x="584161" y="86391"/>
                </a:cubicBezTo>
                <a:cubicBezTo>
                  <a:pt x="574067" y="86391"/>
                  <a:pt x="566476" y="84816"/>
                  <a:pt x="561386" y="81667"/>
                </a:cubicBezTo>
                <a:cubicBezTo>
                  <a:pt x="558545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1" y="70526"/>
                </a:cubicBezTo>
                <a:cubicBezTo>
                  <a:pt x="560252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7" y="72302"/>
                  <a:pt x="599620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3" y="56755"/>
                  <a:pt x="601751" y="54280"/>
                </a:cubicBezTo>
                <a:cubicBezTo>
                  <a:pt x="599779" y="51805"/>
                  <a:pt x="597139" y="49890"/>
                  <a:pt x="593830" y="48535"/>
                </a:cubicBezTo>
                <a:cubicBezTo>
                  <a:pt x="591922" y="47773"/>
                  <a:pt x="588699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1" y="43736"/>
                  <a:pt x="577417" y="42241"/>
                  <a:pt x="577417" y="40460"/>
                </a:cubicBezTo>
                <a:cubicBezTo>
                  <a:pt x="577417" y="38594"/>
                  <a:pt x="578054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7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1" y="31202"/>
                  <a:pt x="599248" y="29923"/>
                  <a:pt x="600288" y="28295"/>
                </a:cubicBezTo>
                <a:cubicBezTo>
                  <a:pt x="601327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50" y="14110"/>
                  <a:pt x="592092" y="13105"/>
                  <a:pt x="587214" y="13105"/>
                </a:cubicBezTo>
                <a:cubicBezTo>
                  <a:pt x="580938" y="13105"/>
                  <a:pt x="576145" y="14915"/>
                  <a:pt x="572837" y="18534"/>
                </a:cubicBezTo>
                <a:cubicBezTo>
                  <a:pt x="571862" y="19585"/>
                  <a:pt x="571077" y="20258"/>
                  <a:pt x="570483" y="20554"/>
                </a:cubicBezTo>
                <a:cubicBezTo>
                  <a:pt x="569593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9" y="0"/>
                </a:cubicBezTo>
                <a:cubicBezTo>
                  <a:pt x="596227" y="0"/>
                  <a:pt x="602694" y="2294"/>
                  <a:pt x="607572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20" y="38441"/>
                  <a:pt x="606236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3" y="53056"/>
                  <a:pt x="689709" y="53650"/>
                  <a:pt x="691024" y="54837"/>
                </a:cubicBezTo>
                <a:cubicBezTo>
                  <a:pt x="692338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2" y="64316"/>
                </a:cubicBezTo>
                <a:cubicBezTo>
                  <a:pt x="689656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3" y="71377"/>
                  <a:pt x="689709" y="71982"/>
                  <a:pt x="691024" y="73190"/>
                </a:cubicBezTo>
                <a:cubicBezTo>
                  <a:pt x="692338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2" y="82669"/>
                </a:cubicBezTo>
                <a:cubicBezTo>
                  <a:pt x="689656" y="83878"/>
                  <a:pt x="687419" y="84482"/>
                  <a:pt x="684280" y="84482"/>
                </a:cubicBezTo>
                <a:lnTo>
                  <a:pt x="666786" y="84482"/>
                </a:lnTo>
                <a:cubicBezTo>
                  <a:pt x="663648" y="84482"/>
                  <a:pt x="661410" y="83867"/>
                  <a:pt x="660074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4" y="73159"/>
                </a:cubicBezTo>
                <a:cubicBezTo>
                  <a:pt x="661410" y="71971"/>
                  <a:pt x="663648" y="71377"/>
                  <a:pt x="666786" y="71377"/>
                </a:cubicBezTo>
                <a:lnTo>
                  <a:pt x="671875" y="71377"/>
                </a:lnTo>
                <a:lnTo>
                  <a:pt x="671875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5" y="53056"/>
                </a:moveTo>
                <a:lnTo>
                  <a:pt x="671875" y="20886"/>
                </a:lnTo>
                <a:lnTo>
                  <a:pt x="652981" y="53056"/>
                </a:lnTo>
                <a:lnTo>
                  <a:pt x="671875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0E8F5009-BABB-4E4B-A873-F563E6B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666" y="4842023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4" y="1908"/>
                </a:moveTo>
                <a:lnTo>
                  <a:pt x="141534" y="71377"/>
                </a:lnTo>
                <a:lnTo>
                  <a:pt x="143760" y="71377"/>
                </a:lnTo>
                <a:cubicBezTo>
                  <a:pt x="146856" y="71377"/>
                  <a:pt x="149083" y="71982"/>
                  <a:pt x="150440" y="73190"/>
                </a:cubicBezTo>
                <a:cubicBezTo>
                  <a:pt x="151797" y="74399"/>
                  <a:pt x="152476" y="75979"/>
                  <a:pt x="152476" y="77930"/>
                </a:cubicBezTo>
                <a:cubicBezTo>
                  <a:pt x="152476" y="79881"/>
                  <a:pt x="151808" y="81460"/>
                  <a:pt x="150472" y="82669"/>
                </a:cubicBezTo>
                <a:cubicBezTo>
                  <a:pt x="149136" y="83878"/>
                  <a:pt x="146899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4" y="83019"/>
                  <a:pt x="122417" y="84318"/>
                  <a:pt x="119173" y="85198"/>
                </a:cubicBezTo>
                <a:cubicBezTo>
                  <a:pt x="115928" y="86078"/>
                  <a:pt x="112567" y="86518"/>
                  <a:pt x="109090" y="86518"/>
                </a:cubicBezTo>
                <a:cubicBezTo>
                  <a:pt x="99293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3" y="40523"/>
                  <a:pt x="85870" y="34289"/>
                </a:cubicBezTo>
                <a:cubicBezTo>
                  <a:pt x="92146" y="28055"/>
                  <a:pt x="99802" y="24938"/>
                  <a:pt x="108835" y="24938"/>
                </a:cubicBezTo>
                <a:cubicBezTo>
                  <a:pt x="112228" y="24938"/>
                  <a:pt x="115557" y="25460"/>
                  <a:pt x="118823" y="26504"/>
                </a:cubicBezTo>
                <a:cubicBezTo>
                  <a:pt x="122088" y="27548"/>
                  <a:pt x="125312" y="29114"/>
                  <a:pt x="128492" y="31202"/>
                </a:cubicBezTo>
                <a:lnTo>
                  <a:pt x="128492" y="15013"/>
                </a:lnTo>
                <a:lnTo>
                  <a:pt x="126266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6" y="1908"/>
                </a:cubicBezTo>
                <a:lnTo>
                  <a:pt x="141534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1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4" y="38042"/>
                  <a:pt x="98932" y="39902"/>
                  <a:pt x="95158" y="43621"/>
                </a:cubicBezTo>
                <a:cubicBezTo>
                  <a:pt x="91383" y="47340"/>
                  <a:pt x="89496" y="51819"/>
                  <a:pt x="89496" y="57060"/>
                </a:cubicBezTo>
                <a:cubicBezTo>
                  <a:pt x="89496" y="61835"/>
                  <a:pt x="91192" y="65755"/>
                  <a:pt x="94585" y="68819"/>
                </a:cubicBezTo>
                <a:cubicBezTo>
                  <a:pt x="97978" y="71882"/>
                  <a:pt x="102770" y="73413"/>
                  <a:pt x="108962" y="73413"/>
                </a:cubicBezTo>
                <a:cubicBezTo>
                  <a:pt x="115112" y="73413"/>
                  <a:pt x="119904" y="71882"/>
                  <a:pt x="123340" y="68819"/>
                </a:cubicBezTo>
                <a:cubicBezTo>
                  <a:pt x="126775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2" y="71377"/>
                </a:lnTo>
                <a:cubicBezTo>
                  <a:pt x="225028" y="71377"/>
                  <a:pt x="227254" y="71982"/>
                  <a:pt x="228611" y="73190"/>
                </a:cubicBezTo>
                <a:cubicBezTo>
                  <a:pt x="229969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2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9" y="84318"/>
                  <a:pt x="197344" y="85198"/>
                </a:cubicBezTo>
                <a:cubicBezTo>
                  <a:pt x="194100" y="86078"/>
                  <a:pt x="190739" y="86518"/>
                  <a:pt x="187261" y="86518"/>
                </a:cubicBezTo>
                <a:cubicBezTo>
                  <a:pt x="177464" y="86518"/>
                  <a:pt x="169576" y="83687"/>
                  <a:pt x="163596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7" y="24938"/>
                </a:cubicBezTo>
                <a:cubicBezTo>
                  <a:pt x="190399" y="24938"/>
                  <a:pt x="193729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2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2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7" y="47340"/>
                  <a:pt x="201002" y="43621"/>
                </a:cubicBezTo>
                <a:cubicBezTo>
                  <a:pt x="197228" y="39902"/>
                  <a:pt x="192605" y="38042"/>
                  <a:pt x="187134" y="38042"/>
                </a:cubicBezTo>
                <a:cubicBezTo>
                  <a:pt x="181705" y="38042"/>
                  <a:pt x="177104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4" y="65755"/>
                  <a:pt x="172757" y="68819"/>
                </a:cubicBezTo>
                <a:cubicBezTo>
                  <a:pt x="176149" y="71882"/>
                  <a:pt x="180942" y="73413"/>
                  <a:pt x="187134" y="73413"/>
                </a:cubicBezTo>
                <a:cubicBezTo>
                  <a:pt x="193283" y="73413"/>
                  <a:pt x="198076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5" y="43535"/>
                  <a:pt x="449639" y="46578"/>
                  <a:pt x="451547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1" y="78386"/>
                  <a:pt x="444443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5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09" y="71824"/>
                  <a:pt x="395660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1" y="33611"/>
                  <a:pt x="431148" y="33061"/>
                  <a:pt x="432844" y="32132"/>
                </a:cubicBezTo>
                <a:cubicBezTo>
                  <a:pt x="434541" y="31202"/>
                  <a:pt x="435908" y="29923"/>
                  <a:pt x="436947" y="28295"/>
                </a:cubicBezTo>
                <a:cubicBezTo>
                  <a:pt x="437986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9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5" y="104435"/>
                  <a:pt x="495557" y="105476"/>
                  <a:pt x="493903" y="105476"/>
                </a:cubicBezTo>
                <a:cubicBezTo>
                  <a:pt x="492800" y="105476"/>
                  <a:pt x="491857" y="105114"/>
                  <a:pt x="491072" y="104392"/>
                </a:cubicBezTo>
                <a:cubicBezTo>
                  <a:pt x="490287" y="103670"/>
                  <a:pt x="489895" y="102863"/>
                  <a:pt x="489895" y="101971"/>
                </a:cubicBezTo>
                <a:cubicBezTo>
                  <a:pt x="489895" y="101333"/>
                  <a:pt x="490043" y="100462"/>
                  <a:pt x="490340" y="99358"/>
                </a:cubicBezTo>
                <a:lnTo>
                  <a:pt x="499374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3" y="29263"/>
                  <a:pt x="657053" y="28500"/>
                  <a:pt x="660997" y="28500"/>
                </a:cubicBezTo>
                <a:cubicBezTo>
                  <a:pt x="669013" y="28500"/>
                  <a:pt x="675671" y="31233"/>
                  <a:pt x="680972" y="36699"/>
                </a:cubicBezTo>
                <a:cubicBezTo>
                  <a:pt x="686274" y="42163"/>
                  <a:pt x="688924" y="49216"/>
                  <a:pt x="688924" y="57859"/>
                </a:cubicBezTo>
                <a:cubicBezTo>
                  <a:pt x="688924" y="66755"/>
                  <a:pt x="686242" y="73734"/>
                  <a:pt x="680877" y="78797"/>
                </a:cubicBezTo>
                <a:cubicBezTo>
                  <a:pt x="675512" y="83859"/>
                  <a:pt x="667295" y="86391"/>
                  <a:pt x="656226" y="86391"/>
                </a:cubicBezTo>
                <a:cubicBezTo>
                  <a:pt x="646471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4" y="70180"/>
                  <a:pt x="630048" y="68878"/>
                </a:cubicBezTo>
                <a:cubicBezTo>
                  <a:pt x="631341" y="67576"/>
                  <a:pt x="632879" y="66924"/>
                  <a:pt x="634660" y="66924"/>
                </a:cubicBezTo>
                <a:cubicBezTo>
                  <a:pt x="636144" y="66924"/>
                  <a:pt x="637756" y="67642"/>
                  <a:pt x="639495" y="69077"/>
                </a:cubicBezTo>
                <a:cubicBezTo>
                  <a:pt x="641234" y="70513"/>
                  <a:pt x="643057" y="71509"/>
                  <a:pt x="644966" y="72065"/>
                </a:cubicBezTo>
                <a:cubicBezTo>
                  <a:pt x="647680" y="72879"/>
                  <a:pt x="651158" y="73286"/>
                  <a:pt x="655399" y="73286"/>
                </a:cubicBezTo>
                <a:cubicBezTo>
                  <a:pt x="663287" y="73286"/>
                  <a:pt x="668673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6" y="45969"/>
                </a:cubicBezTo>
                <a:cubicBezTo>
                  <a:pt x="668938" y="43060"/>
                  <a:pt x="665365" y="41605"/>
                  <a:pt x="660997" y="41605"/>
                </a:cubicBezTo>
                <a:cubicBezTo>
                  <a:pt x="656289" y="41605"/>
                  <a:pt x="650924" y="43115"/>
                  <a:pt x="644902" y="46134"/>
                </a:cubicBezTo>
                <a:cubicBezTo>
                  <a:pt x="643545" y="46847"/>
                  <a:pt x="642357" y="47203"/>
                  <a:pt x="641340" y="47203"/>
                </a:cubicBezTo>
                <a:cubicBezTo>
                  <a:pt x="639473" y="47203"/>
                  <a:pt x="637915" y="46524"/>
                  <a:pt x="636664" y="45165"/>
                </a:cubicBezTo>
                <a:cubicBezTo>
                  <a:pt x="635413" y="43806"/>
                  <a:pt x="634787" y="42043"/>
                  <a:pt x="634787" y="39877"/>
                </a:cubicBezTo>
                <a:lnTo>
                  <a:pt x="634787" y="2163"/>
                </a:lnTo>
                <a:lnTo>
                  <a:pt x="674674" y="2163"/>
                </a:lnTo>
                <a:cubicBezTo>
                  <a:pt x="677813" y="2163"/>
                  <a:pt x="680050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0" y="14661"/>
                  <a:pt x="677813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...">
            <a:extLst xmlns:a="http://schemas.openxmlformats.org/drawingml/2006/main">
              <a:ext uri="{FF2B5EF4-FFF2-40B4-BE49-F238E27FC236}">
                <a16:creationId xmlns:a16="http://schemas.microsoft.com/office/drawing/2014/main" id="{BD8329D2-FA8A-4A9E-85B3-BD283FA4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1767" y="5090380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7" y="13169"/>
                  <a:pt x="173328" y="14823"/>
                </a:cubicBezTo>
                <a:cubicBezTo>
                  <a:pt x="171589" y="16477"/>
                  <a:pt x="169193" y="17304"/>
                  <a:pt x="166139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2" y="11112"/>
                  <a:pt x="156342" y="8652"/>
                </a:cubicBezTo>
                <a:cubicBezTo>
                  <a:pt x="156342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39" y="0"/>
                </a:cubicBezTo>
                <a:cubicBezTo>
                  <a:pt x="169193" y="0"/>
                  <a:pt x="171589" y="827"/>
                  <a:pt x="173328" y="2481"/>
                </a:cubicBezTo>
                <a:cubicBezTo>
                  <a:pt x="175067" y="4135"/>
                  <a:pt x="175936" y="6192"/>
                  <a:pt x="175936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1" y="14823"/>
                </a:cubicBezTo>
                <a:cubicBezTo>
                  <a:pt x="327933" y="16477"/>
                  <a:pt x="325536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6" y="0"/>
                  <a:pt x="327933" y="827"/>
                  <a:pt x="329671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6A93D-57B1-45E5-A4DF-C05812AA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481" y="4664793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8ABEF-D2F3-4AB1-A050-FD57E4F0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481" y="4664793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EFD83-7883-4B04-8DF5-768700CF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8282" y="4664793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18" name="Text bezx4,64">
            <a:extLst xmlns:a="http://schemas.openxmlformats.org/drawingml/2006/main">
              <a:ext uri="{FF2B5EF4-FFF2-40B4-BE49-F238E27FC236}">
                <a16:creationId xmlns:a16="http://schemas.microsoft.com/office/drawing/2014/main" id="{D1398322-B042-480A-B588-B7C5631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40" y="4711736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1" y="73413"/>
                  <a:pt x="119076" y="73413"/>
                </a:cubicBezTo>
                <a:cubicBezTo>
                  <a:pt x="123911" y="73413"/>
                  <a:pt x="130336" y="72389"/>
                  <a:pt x="138352" y="70342"/>
                </a:cubicBezTo>
                <a:cubicBezTo>
                  <a:pt x="141660" y="69505"/>
                  <a:pt x="143950" y="69087"/>
                  <a:pt x="145223" y="69087"/>
                </a:cubicBezTo>
                <a:cubicBezTo>
                  <a:pt x="146961" y="69087"/>
                  <a:pt x="148425" y="69702"/>
                  <a:pt x="149612" y="70932"/>
                </a:cubicBezTo>
                <a:cubicBezTo>
                  <a:pt x="150800" y="72162"/>
                  <a:pt x="151393" y="73710"/>
                  <a:pt x="151393" y="75576"/>
                </a:cubicBezTo>
                <a:cubicBezTo>
                  <a:pt x="151393" y="77272"/>
                  <a:pt x="150757" y="78714"/>
                  <a:pt x="149485" y="79902"/>
                </a:cubicBezTo>
                <a:cubicBezTo>
                  <a:pt x="147788" y="81471"/>
                  <a:pt x="143653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399" y="25869"/>
                  <a:pt x="131831" y="27733"/>
                </a:cubicBezTo>
                <a:cubicBezTo>
                  <a:pt x="136263" y="29595"/>
                  <a:pt x="139561" y="31605"/>
                  <a:pt x="141724" y="33764"/>
                </a:cubicBezTo>
                <a:cubicBezTo>
                  <a:pt x="144777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7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5" y="42575"/>
                  <a:pt x="100246" y="45316"/>
                  <a:pt x="98210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19" y="72176"/>
                  <a:pt x="388007" y="73391"/>
                </a:cubicBezTo>
                <a:cubicBezTo>
                  <a:pt x="389194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4" y="82661"/>
                </a:cubicBezTo>
                <a:cubicBezTo>
                  <a:pt x="386448" y="83875"/>
                  <a:pt x="384211" y="84482"/>
                  <a:pt x="381072" y="84482"/>
                </a:cubicBezTo>
                <a:lnTo>
                  <a:pt x="366250" y="84482"/>
                </a:lnTo>
                <a:cubicBezTo>
                  <a:pt x="363111" y="84482"/>
                  <a:pt x="360874" y="83875"/>
                  <a:pt x="359538" y="82661"/>
                </a:cubicBezTo>
                <a:cubicBezTo>
                  <a:pt x="358202" y="81446"/>
                  <a:pt x="357534" y="79837"/>
                  <a:pt x="357534" y="77834"/>
                </a:cubicBezTo>
                <a:cubicBezTo>
                  <a:pt x="357534" y="76300"/>
                  <a:pt x="358012" y="74946"/>
                  <a:pt x="358966" y="73775"/>
                </a:cubicBezTo>
                <a:cubicBezTo>
                  <a:pt x="359920" y="72603"/>
                  <a:pt x="361224" y="71804"/>
                  <a:pt x="362878" y="71377"/>
                </a:cubicBezTo>
                <a:lnTo>
                  <a:pt x="353057" y="62950"/>
                </a:lnTo>
                <a:lnTo>
                  <a:pt x="343221" y="71377"/>
                </a:lnTo>
                <a:cubicBezTo>
                  <a:pt x="345214" y="71889"/>
                  <a:pt x="346646" y="72677"/>
                  <a:pt x="347515" y="73743"/>
                </a:cubicBezTo>
                <a:cubicBezTo>
                  <a:pt x="348384" y="74809"/>
                  <a:pt x="348819" y="76172"/>
                  <a:pt x="348819" y="77834"/>
                </a:cubicBezTo>
                <a:cubicBezTo>
                  <a:pt x="348819" y="79837"/>
                  <a:pt x="348162" y="81446"/>
                  <a:pt x="346847" y="82661"/>
                </a:cubicBezTo>
                <a:cubicBezTo>
                  <a:pt x="345532" y="83875"/>
                  <a:pt x="343306" y="84482"/>
                  <a:pt x="340167" y="84482"/>
                </a:cubicBezTo>
                <a:lnTo>
                  <a:pt x="325472" y="84482"/>
                </a:lnTo>
                <a:cubicBezTo>
                  <a:pt x="322334" y="84482"/>
                  <a:pt x="320096" y="83875"/>
                  <a:pt x="318760" y="82661"/>
                </a:cubicBezTo>
                <a:cubicBezTo>
                  <a:pt x="317424" y="81446"/>
                  <a:pt x="316757" y="79858"/>
                  <a:pt x="316757" y="77898"/>
                </a:cubicBezTo>
                <a:cubicBezTo>
                  <a:pt x="316757" y="76107"/>
                  <a:pt x="317350" y="74605"/>
                  <a:pt x="318538" y="73391"/>
                </a:cubicBezTo>
                <a:cubicBezTo>
                  <a:pt x="319725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8" y="39824"/>
                </a:lnTo>
                <a:cubicBezTo>
                  <a:pt x="323860" y="39653"/>
                  <a:pt x="322153" y="38960"/>
                  <a:pt x="320987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1" y="28542"/>
                </a:cubicBezTo>
                <a:cubicBezTo>
                  <a:pt x="322577" y="27326"/>
                  <a:pt x="324815" y="26719"/>
                  <a:pt x="327953" y="26719"/>
                </a:cubicBezTo>
                <a:lnTo>
                  <a:pt x="340167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5" y="37738"/>
                  <a:pt x="345320" y="39315"/>
                </a:cubicBezTo>
                <a:lnTo>
                  <a:pt x="353113" y="46006"/>
                </a:lnTo>
                <a:lnTo>
                  <a:pt x="360970" y="39188"/>
                </a:lnTo>
                <a:cubicBezTo>
                  <a:pt x="358637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6" y="26719"/>
                </a:cubicBezTo>
                <a:lnTo>
                  <a:pt x="378273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39" y="37746"/>
                </a:cubicBezTo>
                <a:cubicBezTo>
                  <a:pt x="384073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8" y="53056"/>
                  <a:pt x="455194" y="53650"/>
                  <a:pt x="456509" y="54837"/>
                </a:cubicBezTo>
                <a:cubicBezTo>
                  <a:pt x="457823" y="56025"/>
                  <a:pt x="458481" y="57594"/>
                  <a:pt x="458481" y="59545"/>
                </a:cubicBezTo>
                <a:cubicBezTo>
                  <a:pt x="458481" y="61496"/>
                  <a:pt x="457813" y="63086"/>
                  <a:pt x="456477" y="64316"/>
                </a:cubicBezTo>
                <a:cubicBezTo>
                  <a:pt x="455141" y="65546"/>
                  <a:pt x="453116" y="66161"/>
                  <a:pt x="450402" y="66161"/>
                </a:cubicBezTo>
                <a:lnTo>
                  <a:pt x="450402" y="71377"/>
                </a:lnTo>
                <a:cubicBezTo>
                  <a:pt x="453158" y="71377"/>
                  <a:pt x="455194" y="71982"/>
                  <a:pt x="456509" y="73190"/>
                </a:cubicBezTo>
                <a:cubicBezTo>
                  <a:pt x="457823" y="74399"/>
                  <a:pt x="458481" y="75979"/>
                  <a:pt x="458481" y="77930"/>
                </a:cubicBezTo>
                <a:cubicBezTo>
                  <a:pt x="458481" y="79881"/>
                  <a:pt x="457813" y="81460"/>
                  <a:pt x="456477" y="82669"/>
                </a:cubicBezTo>
                <a:cubicBezTo>
                  <a:pt x="455141" y="83878"/>
                  <a:pt x="452904" y="84482"/>
                  <a:pt x="449765" y="84482"/>
                </a:cubicBezTo>
                <a:lnTo>
                  <a:pt x="432271" y="84482"/>
                </a:lnTo>
                <a:cubicBezTo>
                  <a:pt x="429133" y="84482"/>
                  <a:pt x="426895" y="83867"/>
                  <a:pt x="425559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59" y="73159"/>
                </a:cubicBezTo>
                <a:cubicBezTo>
                  <a:pt x="426895" y="71971"/>
                  <a:pt x="429133" y="71377"/>
                  <a:pt x="432271" y="71377"/>
                </a:cubicBezTo>
                <a:lnTo>
                  <a:pt x="437360" y="71377"/>
                </a:lnTo>
                <a:lnTo>
                  <a:pt x="437360" y="66161"/>
                </a:lnTo>
                <a:lnTo>
                  <a:pt x="401926" y="66161"/>
                </a:lnTo>
                <a:lnTo>
                  <a:pt x="401926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0" y="53056"/>
                </a:moveTo>
                <a:lnTo>
                  <a:pt x="437360" y="20886"/>
                </a:lnTo>
                <a:lnTo>
                  <a:pt x="418466" y="53056"/>
                </a:lnTo>
                <a:lnTo>
                  <a:pt x="437360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4" y="105114"/>
                  <a:pt x="498069" y="104392"/>
                </a:cubicBezTo>
                <a:cubicBezTo>
                  <a:pt x="497285" y="103670"/>
                  <a:pt x="496892" y="102863"/>
                  <a:pt x="496892" y="101971"/>
                </a:cubicBezTo>
                <a:cubicBezTo>
                  <a:pt x="496892" y="101333"/>
                  <a:pt x="497041" y="100462"/>
                  <a:pt x="497338" y="99358"/>
                </a:cubicBezTo>
                <a:lnTo>
                  <a:pt x="506371" y="66924"/>
                </a:lnTo>
                <a:close/>
                <a:moveTo>
                  <a:pt x="575381" y="39951"/>
                </a:moveTo>
                <a:cubicBezTo>
                  <a:pt x="578520" y="37299"/>
                  <a:pt x="581510" y="35364"/>
                  <a:pt x="584351" y="34146"/>
                </a:cubicBezTo>
                <a:cubicBezTo>
                  <a:pt x="587193" y="32927"/>
                  <a:pt x="590225" y="32317"/>
                  <a:pt x="593448" y="32317"/>
                </a:cubicBezTo>
                <a:cubicBezTo>
                  <a:pt x="600277" y="32317"/>
                  <a:pt x="606257" y="35035"/>
                  <a:pt x="611388" y="40470"/>
                </a:cubicBezTo>
                <a:cubicBezTo>
                  <a:pt x="616520" y="45905"/>
                  <a:pt x="619086" y="52720"/>
                  <a:pt x="619086" y="60914"/>
                </a:cubicBezTo>
                <a:cubicBezTo>
                  <a:pt x="619086" y="68515"/>
                  <a:pt x="616700" y="74662"/>
                  <a:pt x="611929" y="79353"/>
                </a:cubicBezTo>
                <a:cubicBezTo>
                  <a:pt x="607158" y="84045"/>
                  <a:pt x="600680" y="86391"/>
                  <a:pt x="592494" y="86391"/>
                </a:cubicBezTo>
                <a:cubicBezTo>
                  <a:pt x="585666" y="86391"/>
                  <a:pt x="580047" y="84799"/>
                  <a:pt x="575636" y="81616"/>
                </a:cubicBezTo>
                <a:cubicBezTo>
                  <a:pt x="571225" y="78432"/>
                  <a:pt x="567896" y="73530"/>
                  <a:pt x="565648" y="66910"/>
                </a:cubicBezTo>
                <a:cubicBezTo>
                  <a:pt x="563400" y="60289"/>
                  <a:pt x="562277" y="52904"/>
                  <a:pt x="562277" y="44756"/>
                </a:cubicBezTo>
                <a:cubicBezTo>
                  <a:pt x="562277" y="34994"/>
                  <a:pt x="564503" y="26877"/>
                  <a:pt x="568956" y="20405"/>
                </a:cubicBezTo>
                <a:cubicBezTo>
                  <a:pt x="573409" y="13932"/>
                  <a:pt x="578647" y="8913"/>
                  <a:pt x="584669" y="5348"/>
                </a:cubicBezTo>
                <a:cubicBezTo>
                  <a:pt x="590692" y="1783"/>
                  <a:pt x="597053" y="0"/>
                  <a:pt x="603754" y="0"/>
                </a:cubicBezTo>
                <a:cubicBezTo>
                  <a:pt x="609056" y="0"/>
                  <a:pt x="613169" y="1044"/>
                  <a:pt x="616096" y="3131"/>
                </a:cubicBezTo>
                <a:cubicBezTo>
                  <a:pt x="618004" y="4536"/>
                  <a:pt x="618959" y="6325"/>
                  <a:pt x="618959" y="8497"/>
                </a:cubicBezTo>
                <a:cubicBezTo>
                  <a:pt x="618959" y="10413"/>
                  <a:pt x="618322" y="12021"/>
                  <a:pt x="617050" y="13320"/>
                </a:cubicBezTo>
                <a:cubicBezTo>
                  <a:pt x="615778" y="14618"/>
                  <a:pt x="614251" y="15268"/>
                  <a:pt x="612470" y="15268"/>
                </a:cubicBezTo>
                <a:cubicBezTo>
                  <a:pt x="611452" y="15268"/>
                  <a:pt x="609989" y="14759"/>
                  <a:pt x="608080" y="13741"/>
                </a:cubicBezTo>
                <a:cubicBezTo>
                  <a:pt x="606935" y="13147"/>
                  <a:pt x="605832" y="12850"/>
                  <a:pt x="604772" y="12850"/>
                </a:cubicBezTo>
                <a:cubicBezTo>
                  <a:pt x="600616" y="12850"/>
                  <a:pt x="596311" y="14027"/>
                  <a:pt x="591858" y="16381"/>
                </a:cubicBezTo>
                <a:cubicBezTo>
                  <a:pt x="587405" y="18735"/>
                  <a:pt x="583546" y="22350"/>
                  <a:pt x="580280" y="27228"/>
                </a:cubicBezTo>
                <a:cubicBezTo>
                  <a:pt x="578032" y="30621"/>
                  <a:pt x="576399" y="34862"/>
                  <a:pt x="575381" y="39951"/>
                </a:cubicBezTo>
                <a:moveTo>
                  <a:pt x="577290" y="60083"/>
                </a:moveTo>
                <a:cubicBezTo>
                  <a:pt x="578647" y="65161"/>
                  <a:pt x="580481" y="68631"/>
                  <a:pt x="582793" y="70493"/>
                </a:cubicBezTo>
                <a:cubicBezTo>
                  <a:pt x="585104" y="72355"/>
                  <a:pt x="588402" y="73286"/>
                  <a:pt x="592685" y="73286"/>
                </a:cubicBezTo>
                <a:cubicBezTo>
                  <a:pt x="596969" y="73286"/>
                  <a:pt x="600266" y="72165"/>
                  <a:pt x="602577" y="69922"/>
                </a:cubicBezTo>
                <a:cubicBezTo>
                  <a:pt x="604889" y="67680"/>
                  <a:pt x="606044" y="64633"/>
                  <a:pt x="606044" y="60781"/>
                </a:cubicBezTo>
                <a:cubicBezTo>
                  <a:pt x="606044" y="56381"/>
                  <a:pt x="604719" y="52721"/>
                  <a:pt x="602068" y="49802"/>
                </a:cubicBezTo>
                <a:cubicBezTo>
                  <a:pt x="599418" y="46882"/>
                  <a:pt x="596438" y="45422"/>
                  <a:pt x="593130" y="45422"/>
                </a:cubicBezTo>
                <a:cubicBezTo>
                  <a:pt x="590501" y="45422"/>
                  <a:pt x="587691" y="46713"/>
                  <a:pt x="584701" y="49295"/>
                </a:cubicBezTo>
                <a:cubicBezTo>
                  <a:pt x="581711" y="51875"/>
                  <a:pt x="579241" y="55471"/>
                  <a:pt x="577290" y="60083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2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2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530C3E70-1735-460F-B73E-9AB2717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238" y="4874594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59" y="71377"/>
                </a:lnTo>
                <a:cubicBezTo>
                  <a:pt x="146855" y="71377"/>
                  <a:pt x="149082" y="71982"/>
                  <a:pt x="150439" y="73190"/>
                </a:cubicBezTo>
                <a:cubicBezTo>
                  <a:pt x="151796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59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6" y="84318"/>
                  <a:pt x="119172" y="85198"/>
                </a:cubicBezTo>
                <a:cubicBezTo>
                  <a:pt x="115927" y="86078"/>
                  <a:pt x="112566" y="86518"/>
                  <a:pt x="109089" y="86518"/>
                </a:cubicBezTo>
                <a:cubicBezTo>
                  <a:pt x="99292" y="86518"/>
                  <a:pt x="91403" y="83687"/>
                  <a:pt x="85423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6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89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89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4" y="47340"/>
                  <a:pt x="122830" y="43621"/>
                </a:cubicBezTo>
                <a:cubicBezTo>
                  <a:pt x="119055" y="39902"/>
                  <a:pt x="114432" y="38042"/>
                  <a:pt x="108961" y="38042"/>
                </a:cubicBezTo>
                <a:cubicBezTo>
                  <a:pt x="103533" y="38042"/>
                  <a:pt x="98931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1" y="65755"/>
                  <a:pt x="94584" y="68819"/>
                </a:cubicBezTo>
                <a:cubicBezTo>
                  <a:pt x="97977" y="71882"/>
                  <a:pt x="102769" y="73413"/>
                  <a:pt x="108961" y="73413"/>
                </a:cubicBezTo>
                <a:cubicBezTo>
                  <a:pt x="115111" y="73413"/>
                  <a:pt x="119903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6" y="54463"/>
                </a:moveTo>
                <a:lnTo>
                  <a:pt x="375665" y="71377"/>
                </a:lnTo>
                <a:cubicBezTo>
                  <a:pt x="378040" y="71505"/>
                  <a:pt x="379821" y="72176"/>
                  <a:pt x="381009" y="73391"/>
                </a:cubicBezTo>
                <a:cubicBezTo>
                  <a:pt x="382196" y="74605"/>
                  <a:pt x="382790" y="76129"/>
                  <a:pt x="382790" y="77962"/>
                </a:cubicBezTo>
                <a:cubicBezTo>
                  <a:pt x="382790" y="79879"/>
                  <a:pt x="382122" y="81446"/>
                  <a:pt x="380786" y="82661"/>
                </a:cubicBezTo>
                <a:cubicBezTo>
                  <a:pt x="379450" y="83875"/>
                  <a:pt x="377213" y="84482"/>
                  <a:pt x="374075" y="84482"/>
                </a:cubicBezTo>
                <a:lnTo>
                  <a:pt x="359252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8" y="73775"/>
                </a:cubicBezTo>
                <a:cubicBezTo>
                  <a:pt x="352922" y="72603"/>
                  <a:pt x="354226" y="71804"/>
                  <a:pt x="355880" y="71377"/>
                </a:cubicBezTo>
                <a:lnTo>
                  <a:pt x="346060" y="62950"/>
                </a:lnTo>
                <a:lnTo>
                  <a:pt x="336223" y="71377"/>
                </a:lnTo>
                <a:cubicBezTo>
                  <a:pt x="338216" y="71889"/>
                  <a:pt x="339648" y="72677"/>
                  <a:pt x="340517" y="73743"/>
                </a:cubicBezTo>
                <a:cubicBezTo>
                  <a:pt x="341387" y="74809"/>
                  <a:pt x="341821" y="76172"/>
                  <a:pt x="341821" y="77834"/>
                </a:cubicBezTo>
                <a:cubicBezTo>
                  <a:pt x="341821" y="79837"/>
                  <a:pt x="341164" y="81446"/>
                  <a:pt x="339849" y="82661"/>
                </a:cubicBezTo>
                <a:cubicBezTo>
                  <a:pt x="338534" y="83875"/>
                  <a:pt x="336308" y="84482"/>
                  <a:pt x="333169" y="84482"/>
                </a:cubicBezTo>
                <a:lnTo>
                  <a:pt x="318474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2" y="74605"/>
                  <a:pt x="311540" y="73391"/>
                </a:cubicBezTo>
                <a:cubicBezTo>
                  <a:pt x="312727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0" y="39824"/>
                </a:lnTo>
                <a:cubicBezTo>
                  <a:pt x="316863" y="39653"/>
                  <a:pt x="315156" y="38960"/>
                  <a:pt x="313989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5" y="26719"/>
                </a:cubicBezTo>
                <a:lnTo>
                  <a:pt x="333169" y="26719"/>
                </a:lnTo>
                <a:cubicBezTo>
                  <a:pt x="336308" y="26719"/>
                  <a:pt x="338545" y="27326"/>
                  <a:pt x="339881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7" y="37738"/>
                  <a:pt x="338322" y="39315"/>
                </a:cubicBezTo>
                <a:lnTo>
                  <a:pt x="346115" y="46006"/>
                </a:lnTo>
                <a:lnTo>
                  <a:pt x="353972" y="39188"/>
                </a:lnTo>
                <a:cubicBezTo>
                  <a:pt x="351639" y="37526"/>
                  <a:pt x="350473" y="35607"/>
                  <a:pt x="350473" y="33432"/>
                </a:cubicBezTo>
                <a:cubicBezTo>
                  <a:pt x="350473" y="31386"/>
                  <a:pt x="351141" y="29756"/>
                  <a:pt x="352477" y="28542"/>
                </a:cubicBezTo>
                <a:cubicBezTo>
                  <a:pt x="353813" y="27326"/>
                  <a:pt x="356050" y="26719"/>
                  <a:pt x="359188" y="26719"/>
                </a:cubicBezTo>
                <a:lnTo>
                  <a:pt x="371276" y="26719"/>
                </a:lnTo>
                <a:cubicBezTo>
                  <a:pt x="374414" y="26719"/>
                  <a:pt x="376651" y="27326"/>
                  <a:pt x="377987" y="28542"/>
                </a:cubicBezTo>
                <a:cubicBezTo>
                  <a:pt x="379323" y="29756"/>
                  <a:pt x="379991" y="31343"/>
                  <a:pt x="379991" y="33303"/>
                </a:cubicBezTo>
                <a:cubicBezTo>
                  <a:pt x="379991" y="35050"/>
                  <a:pt x="379408" y="36531"/>
                  <a:pt x="378242" y="37746"/>
                </a:cubicBezTo>
                <a:cubicBezTo>
                  <a:pt x="377075" y="38960"/>
                  <a:pt x="375347" y="39653"/>
                  <a:pt x="373057" y="39824"/>
                </a:cubicBezTo>
                <a:lnTo>
                  <a:pt x="355966" y="54463"/>
                </a:lnTo>
                <a:close/>
                <a:moveTo>
                  <a:pt x="442895" y="40905"/>
                </a:moveTo>
                <a:cubicBezTo>
                  <a:pt x="446754" y="43535"/>
                  <a:pt x="449638" y="46578"/>
                  <a:pt x="451547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8" y="70540"/>
                  <a:pt x="450624" y="74463"/>
                </a:cubicBezTo>
                <a:cubicBezTo>
                  <a:pt x="448101" y="78386"/>
                  <a:pt x="444443" y="81354"/>
                  <a:pt x="439650" y="83369"/>
                </a:cubicBezTo>
                <a:cubicBezTo>
                  <a:pt x="434858" y="85383"/>
                  <a:pt x="428581" y="86391"/>
                  <a:pt x="420820" y="86391"/>
                </a:cubicBezTo>
                <a:cubicBezTo>
                  <a:pt x="410726" y="86391"/>
                  <a:pt x="403135" y="84816"/>
                  <a:pt x="398045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8" y="68578"/>
                </a:cubicBezTo>
                <a:cubicBezTo>
                  <a:pt x="401438" y="68578"/>
                  <a:pt x="402711" y="69002"/>
                  <a:pt x="404025" y="69851"/>
                </a:cubicBezTo>
                <a:cubicBezTo>
                  <a:pt x="405891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1" y="47773"/>
                  <a:pt x="425358" y="47244"/>
                  <a:pt x="420820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5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7" y="33823"/>
                  <a:pt x="427754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5" y="24985"/>
                  <a:pt x="438505" y="23252"/>
                </a:cubicBezTo>
                <a:cubicBezTo>
                  <a:pt x="438505" y="20504"/>
                  <a:pt x="437286" y="18127"/>
                  <a:pt x="434847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4" y="14915"/>
                  <a:pt x="409496" y="18534"/>
                </a:cubicBezTo>
                <a:cubicBezTo>
                  <a:pt x="408521" y="19585"/>
                  <a:pt x="407736" y="20258"/>
                  <a:pt x="407143" y="20554"/>
                </a:cubicBezTo>
                <a:cubicBezTo>
                  <a:pt x="406252" y="21017"/>
                  <a:pt x="405255" y="21248"/>
                  <a:pt x="404153" y="21248"/>
                </a:cubicBezTo>
                <a:cubicBezTo>
                  <a:pt x="402371" y="21248"/>
                  <a:pt x="400845" y="20610"/>
                  <a:pt x="399572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6" y="6061"/>
                </a:cubicBezTo>
                <a:cubicBezTo>
                  <a:pt x="409200" y="2020"/>
                  <a:pt x="416303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0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3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8" y="81446"/>
                  <a:pt x="574364" y="82661"/>
                </a:cubicBezTo>
                <a:cubicBezTo>
                  <a:pt x="573049" y="83875"/>
                  <a:pt x="570822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4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4" y="27326"/>
                  <a:pt x="552331" y="26719"/>
                  <a:pt x="555470" y="26719"/>
                </a:cubicBezTo>
                <a:lnTo>
                  <a:pt x="567684" y="26719"/>
                </a:lnTo>
                <a:cubicBezTo>
                  <a:pt x="570822" y="26719"/>
                  <a:pt x="573060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6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1" y="28542"/>
                </a:cubicBezTo>
                <a:cubicBezTo>
                  <a:pt x="588327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8" y="26719"/>
                  <a:pt x="611166" y="27326"/>
                  <a:pt x="612502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6" y="37746"/>
                </a:cubicBezTo>
                <a:cubicBezTo>
                  <a:pt x="611590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2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0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3" y="70180"/>
                  <a:pt x="630047" y="68878"/>
                </a:cubicBezTo>
                <a:cubicBezTo>
                  <a:pt x="631340" y="67576"/>
                  <a:pt x="632878" y="66924"/>
                  <a:pt x="634659" y="66924"/>
                </a:cubicBezTo>
                <a:cubicBezTo>
                  <a:pt x="636143" y="66924"/>
                  <a:pt x="637755" y="67642"/>
                  <a:pt x="639494" y="69077"/>
                </a:cubicBezTo>
                <a:cubicBezTo>
                  <a:pt x="641233" y="70513"/>
                  <a:pt x="643056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6" y="41605"/>
                </a:cubicBezTo>
                <a:cubicBezTo>
                  <a:pt x="656288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...">
            <a:extLst xmlns:a="http://schemas.openxmlformats.org/drawingml/2006/main">
              <a:ext uri="{FF2B5EF4-FFF2-40B4-BE49-F238E27FC236}">
                <a16:creationId xmlns:a16="http://schemas.microsoft.com/office/drawing/2014/main" id="{5063116A-52E4-4167-8846-B8216FD1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339" y="5122951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10" y="13169"/>
                  <a:pt x="329671" y="14823"/>
                </a:cubicBezTo>
                <a:cubicBezTo>
                  <a:pt x="327932" y="16477"/>
                  <a:pt x="325536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6" y="0"/>
                  <a:pt x="327932" y="827"/>
                  <a:pt x="329671" y="2481"/>
                </a:cubicBezTo>
                <a:cubicBezTo>
                  <a:pt x="331410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5EFED-B9FC-4071-9EF7-7376303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909" y="4860222"/>
            <a:ext cx="469029" cy="469029"/>
          </a:xfrm>
          <a:custGeom xmlns:a="http://schemas.openxmlformats.org/drawingml/2006/main">
            <a:pathLst>
              <a:path w="469029" h="469029">
                <a:moveTo>
                  <a:pt x="469029" y="234515"/>
                </a:moveTo>
                <a:cubicBezTo>
                  <a:pt x="469028" y="249913"/>
                  <a:pt x="467526" y="265163"/>
                  <a:pt x="464521" y="280265"/>
                </a:cubicBezTo>
                <a:cubicBezTo>
                  <a:pt x="461518" y="295368"/>
                  <a:pt x="457069" y="310032"/>
                  <a:pt x="451175" y="324259"/>
                </a:cubicBezTo>
                <a:cubicBezTo>
                  <a:pt x="445282" y="338485"/>
                  <a:pt x="438059" y="352000"/>
                  <a:pt x="429505" y="364803"/>
                </a:cubicBezTo>
                <a:cubicBezTo>
                  <a:pt x="420949" y="377607"/>
                  <a:pt x="411228" y="389453"/>
                  <a:pt x="400341" y="400341"/>
                </a:cubicBezTo>
                <a:cubicBezTo>
                  <a:pt x="389451" y="411229"/>
                  <a:pt x="377604" y="420950"/>
                  <a:pt x="364800" y="429505"/>
                </a:cubicBezTo>
                <a:cubicBezTo>
                  <a:pt x="351998" y="438060"/>
                  <a:pt x="338484" y="445284"/>
                  <a:pt x="324257" y="451177"/>
                </a:cubicBezTo>
                <a:cubicBezTo>
                  <a:pt x="310032" y="457070"/>
                  <a:pt x="295366" y="461518"/>
                  <a:pt x="280264" y="464523"/>
                </a:cubicBezTo>
                <a:cubicBezTo>
                  <a:pt x="265163" y="467527"/>
                  <a:pt x="249913" y="469029"/>
                  <a:pt x="234515" y="469029"/>
                </a:cubicBezTo>
                <a:cubicBezTo>
                  <a:pt x="219116" y="469029"/>
                  <a:pt x="203865" y="467527"/>
                  <a:pt x="188761" y="464523"/>
                </a:cubicBezTo>
                <a:cubicBezTo>
                  <a:pt x="173659" y="461518"/>
                  <a:pt x="158994" y="457070"/>
                  <a:pt x="144769" y="451177"/>
                </a:cubicBezTo>
                <a:cubicBezTo>
                  <a:pt x="130543" y="445284"/>
                  <a:pt x="117028" y="438060"/>
                  <a:pt x="104224" y="429505"/>
                </a:cubicBezTo>
                <a:cubicBezTo>
                  <a:pt x="91420" y="420950"/>
                  <a:pt x="79575" y="411229"/>
                  <a:pt x="68687" y="400341"/>
                </a:cubicBezTo>
                <a:cubicBezTo>
                  <a:pt x="57800" y="389453"/>
                  <a:pt x="48078" y="377607"/>
                  <a:pt x="39522" y="364803"/>
                </a:cubicBezTo>
                <a:cubicBezTo>
                  <a:pt x="30967" y="352000"/>
                  <a:pt x="23744" y="338484"/>
                  <a:pt x="17851" y="324258"/>
                </a:cubicBezTo>
                <a:cubicBezTo>
                  <a:pt x="11958" y="310032"/>
                  <a:pt x="7509" y="295367"/>
                  <a:pt x="4505" y="280265"/>
                </a:cubicBezTo>
                <a:cubicBezTo>
                  <a:pt x="1502" y="265163"/>
                  <a:pt x="0" y="249913"/>
                  <a:pt x="0" y="234515"/>
                </a:cubicBezTo>
                <a:cubicBezTo>
                  <a:pt x="0" y="219116"/>
                  <a:pt x="1502" y="203865"/>
                  <a:pt x="4505" y="188763"/>
                </a:cubicBezTo>
                <a:cubicBezTo>
                  <a:pt x="7509" y="173660"/>
                  <a:pt x="11958" y="158996"/>
                  <a:pt x="17851" y="144770"/>
                </a:cubicBezTo>
                <a:cubicBezTo>
                  <a:pt x="23744" y="130543"/>
                  <a:pt x="30967" y="117028"/>
                  <a:pt x="39522" y="104225"/>
                </a:cubicBezTo>
                <a:cubicBezTo>
                  <a:pt x="48078" y="91421"/>
                  <a:pt x="57800" y="79576"/>
                  <a:pt x="68687" y="68688"/>
                </a:cubicBezTo>
                <a:cubicBezTo>
                  <a:pt x="79575" y="57800"/>
                  <a:pt x="91420" y="48078"/>
                  <a:pt x="104223" y="39522"/>
                </a:cubicBezTo>
                <a:cubicBezTo>
                  <a:pt x="117027" y="30967"/>
                  <a:pt x="130543" y="23744"/>
                  <a:pt x="144769" y="17851"/>
                </a:cubicBezTo>
                <a:cubicBezTo>
                  <a:pt x="158994" y="11958"/>
                  <a:pt x="173659" y="7510"/>
                  <a:pt x="188761" y="4506"/>
                </a:cubicBezTo>
                <a:cubicBezTo>
                  <a:pt x="203865" y="1502"/>
                  <a:pt x="219116" y="0"/>
                  <a:pt x="234515" y="0"/>
                </a:cubicBezTo>
                <a:cubicBezTo>
                  <a:pt x="249913" y="0"/>
                  <a:pt x="265163" y="1502"/>
                  <a:pt x="280264" y="4506"/>
                </a:cubicBezTo>
                <a:cubicBezTo>
                  <a:pt x="295366" y="7510"/>
                  <a:pt x="310032" y="11958"/>
                  <a:pt x="324257" y="17851"/>
                </a:cubicBezTo>
                <a:cubicBezTo>
                  <a:pt x="338484" y="23744"/>
                  <a:pt x="351998" y="30967"/>
                  <a:pt x="364800" y="39522"/>
                </a:cubicBezTo>
                <a:cubicBezTo>
                  <a:pt x="377604" y="48078"/>
                  <a:pt x="389451" y="57800"/>
                  <a:pt x="400341" y="68688"/>
                </a:cubicBezTo>
                <a:cubicBezTo>
                  <a:pt x="411228" y="79576"/>
                  <a:pt x="420949" y="91421"/>
                  <a:pt x="429505" y="104225"/>
                </a:cubicBezTo>
                <a:cubicBezTo>
                  <a:pt x="438059" y="117028"/>
                  <a:pt x="445282" y="130542"/>
                  <a:pt x="451175" y="144769"/>
                </a:cubicBezTo>
                <a:cubicBezTo>
                  <a:pt x="457069" y="158995"/>
                  <a:pt x="461518" y="173660"/>
                  <a:pt x="464521" y="188763"/>
                </a:cubicBezTo>
                <a:cubicBezTo>
                  <a:pt x="467526" y="203865"/>
                  <a:pt x="469028" y="219116"/>
                  <a:pt x="469029" y="234515"/>
                </a:cubicBez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CA4AF-EF3E-4F27-BDD5-764425A7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909" y="4860222"/>
            <a:ext cx="469029" cy="469029"/>
          </a:xfrm>
          <a:custGeom xmlns:a="http://schemas.openxmlformats.org/drawingml/2006/main">
            <a:pathLst>
              <a:path w="469029" h="469029">
                <a:moveTo>
                  <a:pt x="226535" y="39249"/>
                </a:moveTo>
                <a:lnTo>
                  <a:pt x="226535" y="107160"/>
                </a:lnTo>
                <a:lnTo>
                  <a:pt x="243146" y="107160"/>
                </a:lnTo>
                <a:lnTo>
                  <a:pt x="243146" y="39249"/>
                </a:lnTo>
                <a:lnTo>
                  <a:pt x="226535" y="39249"/>
                </a:lnTo>
                <a:close/>
                <a:moveTo>
                  <a:pt x="133380" y="121654"/>
                </a:moveTo>
                <a:lnTo>
                  <a:pt x="127192" y="127680"/>
                </a:lnTo>
                <a:lnTo>
                  <a:pt x="189892" y="210086"/>
                </a:lnTo>
                <a:cubicBezTo>
                  <a:pt x="187612" y="215786"/>
                  <a:pt x="186472" y="221812"/>
                  <a:pt x="186472" y="228163"/>
                </a:cubicBezTo>
                <a:cubicBezTo>
                  <a:pt x="186472" y="254872"/>
                  <a:pt x="208132" y="276532"/>
                  <a:pt x="234840" y="276532"/>
                </a:cubicBezTo>
                <a:cubicBezTo>
                  <a:pt x="260572" y="276532"/>
                  <a:pt x="281743" y="256337"/>
                  <a:pt x="283209" y="230932"/>
                </a:cubicBezTo>
                <a:lnTo>
                  <a:pt x="425872" y="151457"/>
                </a:lnTo>
                <a:lnTo>
                  <a:pt x="421312" y="143477"/>
                </a:lnTo>
                <a:lnTo>
                  <a:pt x="263177" y="189077"/>
                </a:lnTo>
                <a:cubicBezTo>
                  <a:pt x="255197" y="183215"/>
                  <a:pt x="245426" y="179795"/>
                  <a:pt x="234840" y="179795"/>
                </a:cubicBezTo>
                <a:cubicBezTo>
                  <a:pt x="226209" y="179795"/>
                  <a:pt x="218229" y="182075"/>
                  <a:pt x="211063" y="185983"/>
                </a:cubicBezTo>
                <a:lnTo>
                  <a:pt x="133380" y="121654"/>
                </a:lnTo>
                <a:close/>
                <a:moveTo>
                  <a:pt x="234840" y="196406"/>
                </a:moveTo>
                <a:cubicBezTo>
                  <a:pt x="252429" y="196406"/>
                  <a:pt x="266597" y="210575"/>
                  <a:pt x="266597" y="228163"/>
                </a:cubicBezTo>
                <a:cubicBezTo>
                  <a:pt x="266597" y="245752"/>
                  <a:pt x="252429" y="259920"/>
                  <a:pt x="234840" y="259920"/>
                </a:cubicBezTo>
                <a:cubicBezTo>
                  <a:pt x="217252" y="259920"/>
                  <a:pt x="203083" y="245752"/>
                  <a:pt x="203083" y="228163"/>
                </a:cubicBezTo>
                <a:cubicBezTo>
                  <a:pt x="203083" y="210575"/>
                  <a:pt x="217252" y="196406"/>
                  <a:pt x="234840" y="196406"/>
                </a:cubicBezTo>
                <a:close/>
                <a:moveTo>
                  <a:pt x="45926" y="219857"/>
                </a:moveTo>
                <a:lnTo>
                  <a:pt x="45926" y="236469"/>
                </a:lnTo>
                <a:lnTo>
                  <a:pt x="113837" y="236469"/>
                </a:lnTo>
                <a:lnTo>
                  <a:pt x="113837" y="219857"/>
                </a:lnTo>
                <a:lnTo>
                  <a:pt x="45926" y="219857"/>
                </a:lnTo>
                <a:close/>
                <a:moveTo>
                  <a:pt x="355843" y="219857"/>
                </a:moveTo>
                <a:lnTo>
                  <a:pt x="355843" y="236469"/>
                </a:lnTo>
                <a:lnTo>
                  <a:pt x="423755" y="236469"/>
                </a:lnTo>
                <a:lnTo>
                  <a:pt x="423755" y="219857"/>
                </a:lnTo>
                <a:lnTo>
                  <a:pt x="355843" y="219857"/>
                </a:lnTo>
                <a:close/>
                <a:moveTo>
                  <a:pt x="226535" y="349166"/>
                </a:moveTo>
                <a:lnTo>
                  <a:pt x="226535" y="417078"/>
                </a:lnTo>
                <a:lnTo>
                  <a:pt x="243146" y="417078"/>
                </a:lnTo>
                <a:lnTo>
                  <a:pt x="243146" y="349166"/>
                </a:lnTo>
                <a:lnTo>
                  <a:pt x="226535" y="349166"/>
                </a:lnTo>
                <a:close/>
                <a:moveTo>
                  <a:pt x="234515" y="6026"/>
                </a:moveTo>
                <a:cubicBezTo>
                  <a:pt x="360729" y="6026"/>
                  <a:pt x="463003" y="108300"/>
                  <a:pt x="463003" y="234515"/>
                </a:cubicBezTo>
                <a:cubicBezTo>
                  <a:pt x="463003" y="360729"/>
                  <a:pt x="360729" y="463003"/>
                  <a:pt x="234515" y="463003"/>
                </a:cubicBezTo>
                <a:cubicBezTo>
                  <a:pt x="108300" y="463003"/>
                  <a:pt x="6026" y="360729"/>
                  <a:pt x="6026" y="234515"/>
                </a:cubicBezTo>
                <a:cubicBezTo>
                  <a:pt x="6026" y="108300"/>
                  <a:pt x="108300" y="6026"/>
                  <a:pt x="234515" y="6026"/>
                </a:cubicBezTo>
                <a:close/>
                <a:moveTo>
                  <a:pt x="234515" y="0"/>
                </a:moveTo>
                <a:cubicBezTo>
                  <a:pt x="105043" y="0"/>
                  <a:pt x="0" y="105043"/>
                  <a:pt x="0" y="234515"/>
                </a:cubicBezTo>
                <a:cubicBezTo>
                  <a:pt x="0" y="363986"/>
                  <a:pt x="105043" y="469029"/>
                  <a:pt x="234515" y="469029"/>
                </a:cubicBezTo>
                <a:cubicBezTo>
                  <a:pt x="363986" y="469029"/>
                  <a:pt x="469029" y="363986"/>
                  <a:pt x="469029" y="234515"/>
                </a:cubicBezTo>
                <a:cubicBezTo>
                  <a:pt x="469029" y="105043"/>
                  <a:pt x="363986" y="0"/>
                  <a:pt x="234515" y="0"/>
                </a:cubicBezTo>
                <a:close/>
              </a:path>
            </a:pathLst>
          </a:custGeom>
          <a:solidFill xmlns:a="http://schemas.openxmlformats.org/drawingml/2006/main">
            <a:srgbClr val="00507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b35a342f9470c"/>
          <a:stretch xmlns:a="http://schemas.openxmlformats.org/drawingml/2006/main"/>
        </p:blipFill>
        <p:spPr>
          <a:xfrm xmlns:a="http://schemas.openxmlformats.org/drawingml/2006/main">
            <a:off x="11030134" y="5086593"/>
            <a:ext cx="439269" cy="351772"/>
          </a:xfrm>
          <a:prstGeom xmlns:a="http://schemas.openxmlformats.org/drawingml/2006/main" prst="rect">
            <a:avLst/>
          </a:prstGeom>
        </p:spPr>
      </p:pic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3FD21-83B7-4EE6-81B9-97F2546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767" y="497422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4988B-B232-4DC8-9426-62AECF0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6767" y="497422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2CDD0-89A5-488D-9610-131C17EE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568" y="497422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27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B832B34F-2B6D-4C54-9824-28AFFB6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527" y="5021166"/>
            <a:ext cx="692995" cy="105476"/>
          </a:xfrm>
          <a:custGeom xmlns:a="http://schemas.openxmlformats.org/drawingml/2006/main">
            <a:pathLst>
              <a:path w="692995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1" y="71377"/>
                </a:moveTo>
                <a:lnTo>
                  <a:pt x="212643" y="71377"/>
                </a:lnTo>
                <a:cubicBezTo>
                  <a:pt x="212770" y="68112"/>
                  <a:pt x="213438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1" y="64475"/>
                </a:cubicBezTo>
                <a:cubicBezTo>
                  <a:pt x="225080" y="65811"/>
                  <a:pt x="225684" y="68112"/>
                  <a:pt x="225684" y="71377"/>
                </a:cubicBezTo>
                <a:lnTo>
                  <a:pt x="225684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1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4" y="49334"/>
                  <a:pt x="178714" y="50002"/>
                  <a:pt x="176763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5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1" y="71377"/>
                </a:lnTo>
                <a:close/>
                <a:moveTo>
                  <a:pt x="362964" y="54463"/>
                </a:moveTo>
                <a:lnTo>
                  <a:pt x="382663" y="71377"/>
                </a:lnTo>
                <a:cubicBezTo>
                  <a:pt x="385038" y="71505"/>
                  <a:pt x="386820" y="72176"/>
                  <a:pt x="388007" y="73391"/>
                </a:cubicBezTo>
                <a:cubicBezTo>
                  <a:pt x="389195" y="74605"/>
                  <a:pt x="389788" y="76129"/>
                  <a:pt x="389788" y="77962"/>
                </a:cubicBezTo>
                <a:cubicBezTo>
                  <a:pt x="389788" y="79879"/>
                  <a:pt x="389120" y="81446"/>
                  <a:pt x="387785" y="82661"/>
                </a:cubicBezTo>
                <a:cubicBezTo>
                  <a:pt x="386449" y="83875"/>
                  <a:pt x="384211" y="84482"/>
                  <a:pt x="381073" y="84482"/>
                </a:cubicBezTo>
                <a:lnTo>
                  <a:pt x="366250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2" y="74946"/>
                  <a:pt x="358966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1" y="71377"/>
                </a:lnTo>
                <a:cubicBezTo>
                  <a:pt x="345215" y="71889"/>
                  <a:pt x="346646" y="72677"/>
                  <a:pt x="347515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2" y="81446"/>
                  <a:pt x="346848" y="82661"/>
                </a:cubicBezTo>
                <a:cubicBezTo>
                  <a:pt x="345533" y="83875"/>
                  <a:pt x="343306" y="84482"/>
                  <a:pt x="340168" y="84482"/>
                </a:cubicBezTo>
                <a:lnTo>
                  <a:pt x="325472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8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1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5" y="26719"/>
                  <a:pt x="327954" y="26719"/>
                </a:cubicBezTo>
                <a:lnTo>
                  <a:pt x="340168" y="26719"/>
                </a:lnTo>
                <a:cubicBezTo>
                  <a:pt x="343306" y="26719"/>
                  <a:pt x="345543" y="27326"/>
                  <a:pt x="346879" y="28542"/>
                </a:cubicBezTo>
                <a:cubicBezTo>
                  <a:pt x="348215" y="29756"/>
                  <a:pt x="348883" y="31300"/>
                  <a:pt x="348883" y="33176"/>
                </a:cubicBezTo>
                <a:cubicBezTo>
                  <a:pt x="348883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0" y="39188"/>
                </a:lnTo>
                <a:cubicBezTo>
                  <a:pt x="358638" y="37526"/>
                  <a:pt x="357471" y="35607"/>
                  <a:pt x="357471" y="33432"/>
                </a:cubicBezTo>
                <a:cubicBezTo>
                  <a:pt x="357471" y="31386"/>
                  <a:pt x="358139" y="29756"/>
                  <a:pt x="359475" y="28542"/>
                </a:cubicBezTo>
                <a:cubicBezTo>
                  <a:pt x="360811" y="27326"/>
                  <a:pt x="363048" y="26719"/>
                  <a:pt x="366187" y="26719"/>
                </a:cubicBezTo>
                <a:lnTo>
                  <a:pt x="378274" y="26719"/>
                </a:lnTo>
                <a:cubicBezTo>
                  <a:pt x="381412" y="26719"/>
                  <a:pt x="383649" y="27326"/>
                  <a:pt x="384985" y="28542"/>
                </a:cubicBezTo>
                <a:cubicBezTo>
                  <a:pt x="386321" y="29756"/>
                  <a:pt x="386989" y="31343"/>
                  <a:pt x="386989" y="33303"/>
                </a:cubicBezTo>
                <a:cubicBezTo>
                  <a:pt x="386989" y="35050"/>
                  <a:pt x="386406" y="36531"/>
                  <a:pt x="385240" y="37746"/>
                </a:cubicBezTo>
                <a:cubicBezTo>
                  <a:pt x="384074" y="38960"/>
                  <a:pt x="382345" y="39653"/>
                  <a:pt x="380055" y="39824"/>
                </a:cubicBezTo>
                <a:lnTo>
                  <a:pt x="362964" y="54463"/>
                </a:lnTo>
                <a:close/>
                <a:moveTo>
                  <a:pt x="450401" y="2163"/>
                </a:moveTo>
                <a:lnTo>
                  <a:pt x="450401" y="53056"/>
                </a:lnTo>
                <a:cubicBezTo>
                  <a:pt x="453158" y="53056"/>
                  <a:pt x="455193" y="53650"/>
                  <a:pt x="456508" y="54837"/>
                </a:cubicBezTo>
                <a:cubicBezTo>
                  <a:pt x="457823" y="56025"/>
                  <a:pt x="458480" y="57594"/>
                  <a:pt x="458480" y="59545"/>
                </a:cubicBezTo>
                <a:cubicBezTo>
                  <a:pt x="458480" y="61496"/>
                  <a:pt x="457812" y="63086"/>
                  <a:pt x="456476" y="64316"/>
                </a:cubicBezTo>
                <a:cubicBezTo>
                  <a:pt x="455140" y="65546"/>
                  <a:pt x="453115" y="66161"/>
                  <a:pt x="450401" y="66161"/>
                </a:cubicBezTo>
                <a:lnTo>
                  <a:pt x="450401" y="71377"/>
                </a:lnTo>
                <a:cubicBezTo>
                  <a:pt x="453158" y="71377"/>
                  <a:pt x="455193" y="71982"/>
                  <a:pt x="456508" y="73190"/>
                </a:cubicBezTo>
                <a:cubicBezTo>
                  <a:pt x="457823" y="74399"/>
                  <a:pt x="458480" y="75979"/>
                  <a:pt x="458480" y="77930"/>
                </a:cubicBezTo>
                <a:cubicBezTo>
                  <a:pt x="458480" y="79881"/>
                  <a:pt x="457812" y="81460"/>
                  <a:pt x="456476" y="82669"/>
                </a:cubicBezTo>
                <a:cubicBezTo>
                  <a:pt x="455140" y="83878"/>
                  <a:pt x="452903" y="84482"/>
                  <a:pt x="449765" y="84482"/>
                </a:cubicBezTo>
                <a:lnTo>
                  <a:pt x="432270" y="84482"/>
                </a:lnTo>
                <a:cubicBezTo>
                  <a:pt x="429132" y="84482"/>
                  <a:pt x="426895" y="83867"/>
                  <a:pt x="425559" y="82637"/>
                </a:cubicBezTo>
                <a:cubicBezTo>
                  <a:pt x="424223" y="81407"/>
                  <a:pt x="423555" y="79817"/>
                  <a:pt x="423555" y="77866"/>
                </a:cubicBezTo>
                <a:cubicBezTo>
                  <a:pt x="423555" y="75915"/>
                  <a:pt x="424223" y="74346"/>
                  <a:pt x="425559" y="73159"/>
                </a:cubicBezTo>
                <a:cubicBezTo>
                  <a:pt x="426895" y="71971"/>
                  <a:pt x="429132" y="71377"/>
                  <a:pt x="432270" y="71377"/>
                </a:cubicBezTo>
                <a:lnTo>
                  <a:pt x="437360" y="71377"/>
                </a:lnTo>
                <a:lnTo>
                  <a:pt x="437360" y="66161"/>
                </a:lnTo>
                <a:lnTo>
                  <a:pt x="401925" y="66161"/>
                </a:lnTo>
                <a:lnTo>
                  <a:pt x="401925" y="55229"/>
                </a:lnTo>
                <a:lnTo>
                  <a:pt x="433161" y="2163"/>
                </a:lnTo>
                <a:lnTo>
                  <a:pt x="450401" y="2163"/>
                </a:lnTo>
                <a:moveTo>
                  <a:pt x="437360" y="53056"/>
                </a:moveTo>
                <a:lnTo>
                  <a:pt x="437360" y="20886"/>
                </a:lnTo>
                <a:lnTo>
                  <a:pt x="418466" y="53056"/>
                </a:lnTo>
                <a:lnTo>
                  <a:pt x="437360" y="53056"/>
                </a:lnTo>
                <a:close/>
                <a:moveTo>
                  <a:pt x="506371" y="66924"/>
                </a:moveTo>
                <a:lnTo>
                  <a:pt x="523802" y="66924"/>
                </a:lnTo>
                <a:lnTo>
                  <a:pt x="505035" y="102352"/>
                </a:lnTo>
                <a:cubicBezTo>
                  <a:pt x="503932" y="104435"/>
                  <a:pt x="502554" y="105476"/>
                  <a:pt x="500900" y="105476"/>
                </a:cubicBezTo>
                <a:cubicBezTo>
                  <a:pt x="499797" y="105476"/>
                  <a:pt x="498854" y="105114"/>
                  <a:pt x="498069" y="104392"/>
                </a:cubicBezTo>
                <a:cubicBezTo>
                  <a:pt x="497285" y="103670"/>
                  <a:pt x="496892" y="102863"/>
                  <a:pt x="496892" y="101971"/>
                </a:cubicBezTo>
                <a:cubicBezTo>
                  <a:pt x="496892" y="101333"/>
                  <a:pt x="497041" y="100462"/>
                  <a:pt x="497338" y="99358"/>
                </a:cubicBezTo>
                <a:lnTo>
                  <a:pt x="506371" y="66924"/>
                </a:lnTo>
                <a:close/>
                <a:moveTo>
                  <a:pt x="606236" y="40905"/>
                </a:moveTo>
                <a:cubicBezTo>
                  <a:pt x="610095" y="43535"/>
                  <a:pt x="612979" y="46578"/>
                  <a:pt x="614887" y="50034"/>
                </a:cubicBezTo>
                <a:cubicBezTo>
                  <a:pt x="616796" y="53491"/>
                  <a:pt x="617750" y="57361"/>
                  <a:pt x="617750" y="61644"/>
                </a:cubicBezTo>
                <a:cubicBezTo>
                  <a:pt x="617750" y="66267"/>
                  <a:pt x="616488" y="70540"/>
                  <a:pt x="613965" y="74463"/>
                </a:cubicBezTo>
                <a:cubicBezTo>
                  <a:pt x="611442" y="78386"/>
                  <a:pt x="607784" y="81354"/>
                  <a:pt x="602991" y="83369"/>
                </a:cubicBezTo>
                <a:cubicBezTo>
                  <a:pt x="598199" y="85383"/>
                  <a:pt x="591922" y="86391"/>
                  <a:pt x="584161" y="86391"/>
                </a:cubicBezTo>
                <a:cubicBezTo>
                  <a:pt x="574067" y="86391"/>
                  <a:pt x="566476" y="84816"/>
                  <a:pt x="561386" y="81667"/>
                </a:cubicBezTo>
                <a:cubicBezTo>
                  <a:pt x="558545" y="79879"/>
                  <a:pt x="557124" y="77751"/>
                  <a:pt x="557124" y="75282"/>
                </a:cubicBezTo>
                <a:cubicBezTo>
                  <a:pt x="557124" y="73409"/>
                  <a:pt x="557749" y="71824"/>
                  <a:pt x="559001" y="70526"/>
                </a:cubicBezTo>
                <a:cubicBezTo>
                  <a:pt x="560252" y="69228"/>
                  <a:pt x="561768" y="68578"/>
                  <a:pt x="563549" y="68578"/>
                </a:cubicBezTo>
                <a:cubicBezTo>
                  <a:pt x="564779" y="68578"/>
                  <a:pt x="566051" y="69002"/>
                  <a:pt x="567366" y="69851"/>
                </a:cubicBezTo>
                <a:cubicBezTo>
                  <a:pt x="569232" y="71123"/>
                  <a:pt x="570992" y="71971"/>
                  <a:pt x="572646" y="72395"/>
                </a:cubicBezTo>
                <a:cubicBezTo>
                  <a:pt x="575191" y="72989"/>
                  <a:pt x="578690" y="73286"/>
                  <a:pt x="583143" y="73286"/>
                </a:cubicBezTo>
                <a:cubicBezTo>
                  <a:pt x="590734" y="73286"/>
                  <a:pt x="596227" y="72302"/>
                  <a:pt x="599620" y="70336"/>
                </a:cubicBezTo>
                <a:cubicBezTo>
                  <a:pt x="603012" y="68367"/>
                  <a:pt x="604709" y="65586"/>
                  <a:pt x="604709" y="61990"/>
                </a:cubicBezTo>
                <a:cubicBezTo>
                  <a:pt x="604709" y="59325"/>
                  <a:pt x="603723" y="56755"/>
                  <a:pt x="601751" y="54280"/>
                </a:cubicBezTo>
                <a:cubicBezTo>
                  <a:pt x="599779" y="51805"/>
                  <a:pt x="597139" y="49890"/>
                  <a:pt x="593830" y="48535"/>
                </a:cubicBezTo>
                <a:cubicBezTo>
                  <a:pt x="591922" y="47773"/>
                  <a:pt x="588699" y="47244"/>
                  <a:pt x="584161" y="46949"/>
                </a:cubicBezTo>
                <a:cubicBezTo>
                  <a:pt x="581998" y="46821"/>
                  <a:pt x="580333" y="46154"/>
                  <a:pt x="579167" y="44945"/>
                </a:cubicBezTo>
                <a:cubicBezTo>
                  <a:pt x="578001" y="43736"/>
                  <a:pt x="577417" y="42241"/>
                  <a:pt x="577417" y="40460"/>
                </a:cubicBezTo>
                <a:cubicBezTo>
                  <a:pt x="577417" y="38594"/>
                  <a:pt x="578054" y="37025"/>
                  <a:pt x="579326" y="35752"/>
                </a:cubicBezTo>
                <a:cubicBezTo>
                  <a:pt x="580598" y="34480"/>
                  <a:pt x="582210" y="33844"/>
                  <a:pt x="584161" y="33844"/>
                </a:cubicBezTo>
                <a:cubicBezTo>
                  <a:pt x="588487" y="33844"/>
                  <a:pt x="590798" y="33823"/>
                  <a:pt x="591095" y="33780"/>
                </a:cubicBezTo>
                <a:cubicBezTo>
                  <a:pt x="592791" y="33611"/>
                  <a:pt x="594488" y="33061"/>
                  <a:pt x="596184" y="32132"/>
                </a:cubicBezTo>
                <a:cubicBezTo>
                  <a:pt x="597881" y="31202"/>
                  <a:pt x="599248" y="29923"/>
                  <a:pt x="600288" y="28295"/>
                </a:cubicBezTo>
                <a:cubicBezTo>
                  <a:pt x="601327" y="26666"/>
                  <a:pt x="601846" y="24985"/>
                  <a:pt x="601846" y="23252"/>
                </a:cubicBezTo>
                <a:cubicBezTo>
                  <a:pt x="601846" y="20504"/>
                  <a:pt x="600627" y="18127"/>
                  <a:pt x="598188" y="16119"/>
                </a:cubicBezTo>
                <a:cubicBezTo>
                  <a:pt x="595750" y="14110"/>
                  <a:pt x="592092" y="13105"/>
                  <a:pt x="587214" y="13105"/>
                </a:cubicBezTo>
                <a:cubicBezTo>
                  <a:pt x="580938" y="13105"/>
                  <a:pt x="576145" y="14915"/>
                  <a:pt x="572837" y="18534"/>
                </a:cubicBezTo>
                <a:cubicBezTo>
                  <a:pt x="571862" y="19585"/>
                  <a:pt x="571077" y="20258"/>
                  <a:pt x="570483" y="20554"/>
                </a:cubicBezTo>
                <a:cubicBezTo>
                  <a:pt x="569593" y="21017"/>
                  <a:pt x="568596" y="21248"/>
                  <a:pt x="567493" y="21248"/>
                </a:cubicBezTo>
                <a:cubicBezTo>
                  <a:pt x="565712" y="21248"/>
                  <a:pt x="564185" y="20610"/>
                  <a:pt x="562913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5" y="8826"/>
                  <a:pt x="566857" y="6061"/>
                </a:cubicBezTo>
                <a:cubicBezTo>
                  <a:pt x="572540" y="2020"/>
                  <a:pt x="579644" y="0"/>
                  <a:pt x="588169" y="0"/>
                </a:cubicBezTo>
                <a:cubicBezTo>
                  <a:pt x="596227" y="0"/>
                  <a:pt x="602694" y="2294"/>
                  <a:pt x="607572" y="6882"/>
                </a:cubicBezTo>
                <a:cubicBezTo>
                  <a:pt x="612449" y="11469"/>
                  <a:pt x="614887" y="16991"/>
                  <a:pt x="614887" y="23447"/>
                </a:cubicBezTo>
                <a:cubicBezTo>
                  <a:pt x="614887" y="26802"/>
                  <a:pt x="614166" y="29935"/>
                  <a:pt x="612724" y="32846"/>
                </a:cubicBezTo>
                <a:cubicBezTo>
                  <a:pt x="611282" y="35755"/>
                  <a:pt x="609120" y="38441"/>
                  <a:pt x="606236" y="40905"/>
                </a:cubicBezTo>
                <a:close/>
                <a:moveTo>
                  <a:pt x="684916" y="2163"/>
                </a:moveTo>
                <a:lnTo>
                  <a:pt x="684916" y="53056"/>
                </a:lnTo>
                <a:cubicBezTo>
                  <a:pt x="687672" y="53056"/>
                  <a:pt x="689708" y="53650"/>
                  <a:pt x="691023" y="54837"/>
                </a:cubicBezTo>
                <a:cubicBezTo>
                  <a:pt x="692338" y="56025"/>
                  <a:pt x="692995" y="57594"/>
                  <a:pt x="692995" y="59545"/>
                </a:cubicBezTo>
                <a:cubicBezTo>
                  <a:pt x="692995" y="61496"/>
                  <a:pt x="692327" y="63086"/>
                  <a:pt x="690991" y="64316"/>
                </a:cubicBezTo>
                <a:cubicBezTo>
                  <a:pt x="689655" y="65546"/>
                  <a:pt x="687630" y="66161"/>
                  <a:pt x="684916" y="66161"/>
                </a:cubicBezTo>
                <a:lnTo>
                  <a:pt x="684916" y="71377"/>
                </a:lnTo>
                <a:cubicBezTo>
                  <a:pt x="687672" y="71377"/>
                  <a:pt x="689708" y="71982"/>
                  <a:pt x="691023" y="73190"/>
                </a:cubicBezTo>
                <a:cubicBezTo>
                  <a:pt x="692338" y="74399"/>
                  <a:pt x="692995" y="75979"/>
                  <a:pt x="692995" y="77930"/>
                </a:cubicBezTo>
                <a:cubicBezTo>
                  <a:pt x="692995" y="79881"/>
                  <a:pt x="692327" y="81460"/>
                  <a:pt x="690991" y="82669"/>
                </a:cubicBezTo>
                <a:cubicBezTo>
                  <a:pt x="689655" y="83878"/>
                  <a:pt x="687418" y="84482"/>
                  <a:pt x="684280" y="84482"/>
                </a:cubicBezTo>
                <a:lnTo>
                  <a:pt x="666785" y="84482"/>
                </a:lnTo>
                <a:cubicBezTo>
                  <a:pt x="663647" y="84482"/>
                  <a:pt x="661410" y="83867"/>
                  <a:pt x="660074" y="82637"/>
                </a:cubicBezTo>
                <a:cubicBezTo>
                  <a:pt x="658738" y="81407"/>
                  <a:pt x="658070" y="79817"/>
                  <a:pt x="658070" y="77866"/>
                </a:cubicBezTo>
                <a:cubicBezTo>
                  <a:pt x="658070" y="75915"/>
                  <a:pt x="658738" y="74346"/>
                  <a:pt x="660074" y="73159"/>
                </a:cubicBezTo>
                <a:cubicBezTo>
                  <a:pt x="661410" y="71971"/>
                  <a:pt x="663647" y="71377"/>
                  <a:pt x="666785" y="71377"/>
                </a:cubicBezTo>
                <a:lnTo>
                  <a:pt x="671874" y="71377"/>
                </a:lnTo>
                <a:lnTo>
                  <a:pt x="671874" y="66161"/>
                </a:lnTo>
                <a:lnTo>
                  <a:pt x="636440" y="66161"/>
                </a:lnTo>
                <a:lnTo>
                  <a:pt x="636440" y="55229"/>
                </a:lnTo>
                <a:lnTo>
                  <a:pt x="667676" y="2163"/>
                </a:lnTo>
                <a:lnTo>
                  <a:pt x="684916" y="2163"/>
                </a:lnTo>
                <a:moveTo>
                  <a:pt x="671874" y="53056"/>
                </a:moveTo>
                <a:lnTo>
                  <a:pt x="671874" y="20886"/>
                </a:lnTo>
                <a:lnTo>
                  <a:pt x="652980" y="53056"/>
                </a:lnTo>
                <a:lnTo>
                  <a:pt x="671874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70F9081D-F7C7-4196-8F21-F8C3CF8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524" y="5184023"/>
            <a:ext cx="688924" cy="105476"/>
          </a:xfrm>
          <a:custGeom xmlns:a="http://schemas.openxmlformats.org/drawingml/2006/main">
            <a:pathLst>
              <a:path w="688924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1" y="73190"/>
                </a:cubicBezTo>
                <a:cubicBezTo>
                  <a:pt x="229968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7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8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1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4" y="38042"/>
                  <a:pt x="177103" y="39902"/>
                  <a:pt x="173328" y="43621"/>
                </a:cubicBezTo>
                <a:cubicBezTo>
                  <a:pt x="169554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4" y="40905"/>
                </a:moveTo>
                <a:cubicBezTo>
                  <a:pt x="446754" y="43535"/>
                  <a:pt x="449638" y="46578"/>
                  <a:pt x="451546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7" y="70540"/>
                  <a:pt x="450624" y="74463"/>
                </a:cubicBezTo>
                <a:cubicBezTo>
                  <a:pt x="448100" y="78386"/>
                  <a:pt x="444442" y="81354"/>
                  <a:pt x="439650" y="83369"/>
                </a:cubicBezTo>
                <a:cubicBezTo>
                  <a:pt x="434857" y="85383"/>
                  <a:pt x="428581" y="86391"/>
                  <a:pt x="420819" y="86391"/>
                </a:cubicBezTo>
                <a:cubicBezTo>
                  <a:pt x="410726" y="86391"/>
                  <a:pt x="403134" y="84816"/>
                  <a:pt x="398045" y="81667"/>
                </a:cubicBezTo>
                <a:cubicBezTo>
                  <a:pt x="395203" y="79879"/>
                  <a:pt x="393783" y="77751"/>
                  <a:pt x="393783" y="75282"/>
                </a:cubicBezTo>
                <a:cubicBezTo>
                  <a:pt x="393783" y="73409"/>
                  <a:pt x="394408" y="71824"/>
                  <a:pt x="395659" y="70526"/>
                </a:cubicBezTo>
                <a:cubicBezTo>
                  <a:pt x="396910" y="69228"/>
                  <a:pt x="398427" y="68578"/>
                  <a:pt x="400208" y="68578"/>
                </a:cubicBezTo>
                <a:cubicBezTo>
                  <a:pt x="401438" y="68578"/>
                  <a:pt x="402710" y="69002"/>
                  <a:pt x="404025" y="69851"/>
                </a:cubicBezTo>
                <a:cubicBezTo>
                  <a:pt x="405891" y="71123"/>
                  <a:pt x="407651" y="71971"/>
                  <a:pt x="409305" y="72395"/>
                </a:cubicBezTo>
                <a:cubicBezTo>
                  <a:pt x="411850" y="72989"/>
                  <a:pt x="415348" y="73286"/>
                  <a:pt x="419802" y="73286"/>
                </a:cubicBezTo>
                <a:cubicBezTo>
                  <a:pt x="427393" y="73286"/>
                  <a:pt x="432885" y="72302"/>
                  <a:pt x="436278" y="70336"/>
                </a:cubicBezTo>
                <a:cubicBezTo>
                  <a:pt x="439671" y="68367"/>
                  <a:pt x="441368" y="65586"/>
                  <a:pt x="441368" y="61990"/>
                </a:cubicBezTo>
                <a:cubicBezTo>
                  <a:pt x="441368" y="59325"/>
                  <a:pt x="440381" y="56755"/>
                  <a:pt x="438409" y="54280"/>
                </a:cubicBezTo>
                <a:cubicBezTo>
                  <a:pt x="436437" y="51805"/>
                  <a:pt x="433797" y="49890"/>
                  <a:pt x="430489" y="48535"/>
                </a:cubicBezTo>
                <a:cubicBezTo>
                  <a:pt x="428581" y="47773"/>
                  <a:pt x="425357" y="47244"/>
                  <a:pt x="420819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59" y="43736"/>
                  <a:pt x="414076" y="42241"/>
                  <a:pt x="414076" y="40460"/>
                </a:cubicBezTo>
                <a:cubicBezTo>
                  <a:pt x="414076" y="38594"/>
                  <a:pt x="414712" y="37025"/>
                  <a:pt x="415985" y="35752"/>
                </a:cubicBezTo>
                <a:cubicBezTo>
                  <a:pt x="417257" y="34480"/>
                  <a:pt x="418869" y="33844"/>
                  <a:pt x="420819" y="33844"/>
                </a:cubicBezTo>
                <a:cubicBezTo>
                  <a:pt x="425145" y="33844"/>
                  <a:pt x="427457" y="33823"/>
                  <a:pt x="427754" y="33780"/>
                </a:cubicBezTo>
                <a:cubicBezTo>
                  <a:pt x="429450" y="33611"/>
                  <a:pt x="431147" y="33061"/>
                  <a:pt x="432843" y="32132"/>
                </a:cubicBezTo>
                <a:cubicBezTo>
                  <a:pt x="434539" y="31202"/>
                  <a:pt x="435907" y="29923"/>
                  <a:pt x="436946" y="28295"/>
                </a:cubicBezTo>
                <a:cubicBezTo>
                  <a:pt x="437985" y="26666"/>
                  <a:pt x="438505" y="24985"/>
                  <a:pt x="438505" y="23252"/>
                </a:cubicBezTo>
                <a:cubicBezTo>
                  <a:pt x="438505" y="20504"/>
                  <a:pt x="437285" y="18127"/>
                  <a:pt x="434847" y="16119"/>
                </a:cubicBezTo>
                <a:cubicBezTo>
                  <a:pt x="432408" y="14110"/>
                  <a:pt x="428750" y="13105"/>
                  <a:pt x="423873" y="13105"/>
                </a:cubicBezTo>
                <a:cubicBezTo>
                  <a:pt x="417596" y="13105"/>
                  <a:pt x="412804" y="14915"/>
                  <a:pt x="409496" y="18534"/>
                </a:cubicBezTo>
                <a:cubicBezTo>
                  <a:pt x="408520" y="19585"/>
                  <a:pt x="407736" y="20258"/>
                  <a:pt x="407142" y="20554"/>
                </a:cubicBezTo>
                <a:cubicBezTo>
                  <a:pt x="406251" y="21017"/>
                  <a:pt x="405255" y="21248"/>
                  <a:pt x="404152" y="21248"/>
                </a:cubicBezTo>
                <a:cubicBezTo>
                  <a:pt x="402371" y="21248"/>
                  <a:pt x="400844" y="20610"/>
                  <a:pt x="399572" y="19333"/>
                </a:cubicBezTo>
                <a:cubicBezTo>
                  <a:pt x="398299" y="18057"/>
                  <a:pt x="397663" y="16483"/>
                  <a:pt x="397663" y="14612"/>
                </a:cubicBezTo>
                <a:cubicBezTo>
                  <a:pt x="397663" y="11676"/>
                  <a:pt x="399614" y="8826"/>
                  <a:pt x="403516" y="6061"/>
                </a:cubicBezTo>
                <a:cubicBezTo>
                  <a:pt x="409199" y="2020"/>
                  <a:pt x="416303" y="0"/>
                  <a:pt x="424827" y="0"/>
                </a:cubicBezTo>
                <a:cubicBezTo>
                  <a:pt x="432885" y="0"/>
                  <a:pt x="439353" y="2294"/>
                  <a:pt x="444230" y="6882"/>
                </a:cubicBezTo>
                <a:cubicBezTo>
                  <a:pt x="449107" y="11469"/>
                  <a:pt x="451546" y="16991"/>
                  <a:pt x="451546" y="23447"/>
                </a:cubicBezTo>
                <a:cubicBezTo>
                  <a:pt x="451546" y="26802"/>
                  <a:pt x="450825" y="29935"/>
                  <a:pt x="449383" y="32846"/>
                </a:cubicBezTo>
                <a:cubicBezTo>
                  <a:pt x="447941" y="35755"/>
                  <a:pt x="445778" y="38441"/>
                  <a:pt x="442894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1" y="54463"/>
                </a:moveTo>
                <a:lnTo>
                  <a:pt x="610180" y="71377"/>
                </a:lnTo>
                <a:cubicBezTo>
                  <a:pt x="612555" y="71505"/>
                  <a:pt x="614336" y="72176"/>
                  <a:pt x="615524" y="73391"/>
                </a:cubicBezTo>
                <a:cubicBezTo>
                  <a:pt x="616711" y="74605"/>
                  <a:pt x="617305" y="76129"/>
                  <a:pt x="617305" y="77962"/>
                </a:cubicBezTo>
                <a:cubicBezTo>
                  <a:pt x="617305" y="79879"/>
                  <a:pt x="616637" y="81446"/>
                  <a:pt x="615301" y="82661"/>
                </a:cubicBezTo>
                <a:cubicBezTo>
                  <a:pt x="613965" y="83875"/>
                  <a:pt x="611728" y="84482"/>
                  <a:pt x="608589" y="84482"/>
                </a:cubicBezTo>
                <a:lnTo>
                  <a:pt x="593767" y="84482"/>
                </a:lnTo>
                <a:cubicBezTo>
                  <a:pt x="590628" y="84482"/>
                  <a:pt x="588391" y="83875"/>
                  <a:pt x="587055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9" y="74946"/>
                  <a:pt x="586483" y="73775"/>
                </a:cubicBezTo>
                <a:cubicBezTo>
                  <a:pt x="587437" y="72603"/>
                  <a:pt x="588741" y="71804"/>
                  <a:pt x="590395" y="71377"/>
                </a:cubicBezTo>
                <a:lnTo>
                  <a:pt x="580574" y="62950"/>
                </a:lnTo>
                <a:lnTo>
                  <a:pt x="570738" y="71377"/>
                </a:lnTo>
                <a:cubicBezTo>
                  <a:pt x="572731" y="71889"/>
                  <a:pt x="574162" y="72677"/>
                  <a:pt x="575032" y="73743"/>
                </a:cubicBezTo>
                <a:cubicBezTo>
                  <a:pt x="575901" y="74809"/>
                  <a:pt x="576336" y="76172"/>
                  <a:pt x="576336" y="77834"/>
                </a:cubicBezTo>
                <a:cubicBezTo>
                  <a:pt x="576336" y="79837"/>
                  <a:pt x="575679" y="81446"/>
                  <a:pt x="574364" y="82661"/>
                </a:cubicBezTo>
                <a:cubicBezTo>
                  <a:pt x="573049" y="83875"/>
                  <a:pt x="570823" y="84482"/>
                  <a:pt x="567684" y="84482"/>
                </a:cubicBezTo>
                <a:lnTo>
                  <a:pt x="552989" y="84482"/>
                </a:lnTo>
                <a:cubicBezTo>
                  <a:pt x="549850" y="84482"/>
                  <a:pt x="547613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7" y="74605"/>
                  <a:pt x="546055" y="73391"/>
                </a:cubicBezTo>
                <a:cubicBezTo>
                  <a:pt x="547242" y="72176"/>
                  <a:pt x="549023" y="71505"/>
                  <a:pt x="551398" y="71377"/>
                </a:cubicBezTo>
                <a:lnTo>
                  <a:pt x="570786" y="54551"/>
                </a:lnTo>
                <a:lnTo>
                  <a:pt x="553625" y="39824"/>
                </a:lnTo>
                <a:cubicBezTo>
                  <a:pt x="551377" y="39653"/>
                  <a:pt x="549670" y="38960"/>
                  <a:pt x="548504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2" y="29756"/>
                  <a:pt x="548758" y="28542"/>
                </a:cubicBezTo>
                <a:cubicBezTo>
                  <a:pt x="550094" y="27326"/>
                  <a:pt x="552332" y="26719"/>
                  <a:pt x="555470" y="26719"/>
                </a:cubicBezTo>
                <a:lnTo>
                  <a:pt x="567684" y="26719"/>
                </a:lnTo>
                <a:cubicBezTo>
                  <a:pt x="570823" y="26719"/>
                  <a:pt x="573060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2" y="37738"/>
                  <a:pt x="572837" y="39315"/>
                </a:cubicBezTo>
                <a:lnTo>
                  <a:pt x="580630" y="46006"/>
                </a:lnTo>
                <a:lnTo>
                  <a:pt x="588487" y="39188"/>
                </a:lnTo>
                <a:cubicBezTo>
                  <a:pt x="586154" y="37526"/>
                  <a:pt x="584988" y="35607"/>
                  <a:pt x="584988" y="33432"/>
                </a:cubicBezTo>
                <a:cubicBezTo>
                  <a:pt x="584988" y="31386"/>
                  <a:pt x="585656" y="29756"/>
                  <a:pt x="586992" y="28542"/>
                </a:cubicBezTo>
                <a:cubicBezTo>
                  <a:pt x="588328" y="27326"/>
                  <a:pt x="590565" y="26719"/>
                  <a:pt x="593703" y="26719"/>
                </a:cubicBezTo>
                <a:lnTo>
                  <a:pt x="605790" y="26719"/>
                </a:lnTo>
                <a:cubicBezTo>
                  <a:pt x="608929" y="26719"/>
                  <a:pt x="611166" y="27326"/>
                  <a:pt x="612502" y="28542"/>
                </a:cubicBezTo>
                <a:cubicBezTo>
                  <a:pt x="613838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6" y="37746"/>
                </a:cubicBezTo>
                <a:cubicBezTo>
                  <a:pt x="611590" y="38960"/>
                  <a:pt x="609862" y="39653"/>
                  <a:pt x="607572" y="39824"/>
                </a:cubicBezTo>
                <a:lnTo>
                  <a:pt x="590481" y="54463"/>
                </a:lnTo>
                <a:close/>
                <a:moveTo>
                  <a:pt x="647828" y="15268"/>
                </a:moveTo>
                <a:lnTo>
                  <a:pt x="647828" y="30790"/>
                </a:lnTo>
                <a:cubicBezTo>
                  <a:pt x="652662" y="29263"/>
                  <a:pt x="657052" y="28500"/>
                  <a:pt x="660996" y="28500"/>
                </a:cubicBezTo>
                <a:cubicBezTo>
                  <a:pt x="669012" y="28500"/>
                  <a:pt x="675670" y="31233"/>
                  <a:pt x="680972" y="36699"/>
                </a:cubicBezTo>
                <a:cubicBezTo>
                  <a:pt x="686273" y="42163"/>
                  <a:pt x="688924" y="49216"/>
                  <a:pt x="688924" y="57859"/>
                </a:cubicBezTo>
                <a:cubicBezTo>
                  <a:pt x="688924" y="66755"/>
                  <a:pt x="686241" y="73734"/>
                  <a:pt x="680876" y="78797"/>
                </a:cubicBezTo>
                <a:cubicBezTo>
                  <a:pt x="675511" y="83859"/>
                  <a:pt x="667294" y="86391"/>
                  <a:pt x="656225" y="86391"/>
                </a:cubicBezTo>
                <a:cubicBezTo>
                  <a:pt x="646470" y="86391"/>
                  <a:pt x="638752" y="84534"/>
                  <a:pt x="633069" y="80820"/>
                </a:cubicBezTo>
                <a:cubicBezTo>
                  <a:pt x="629761" y="78685"/>
                  <a:pt x="628107" y="76230"/>
                  <a:pt x="628107" y="73455"/>
                </a:cubicBezTo>
                <a:cubicBezTo>
                  <a:pt x="628107" y="71705"/>
                  <a:pt x="628753" y="70180"/>
                  <a:pt x="630047" y="68878"/>
                </a:cubicBezTo>
                <a:cubicBezTo>
                  <a:pt x="631340" y="67576"/>
                  <a:pt x="632878" y="66924"/>
                  <a:pt x="634659" y="66924"/>
                </a:cubicBezTo>
                <a:cubicBezTo>
                  <a:pt x="636143" y="66924"/>
                  <a:pt x="637755" y="67642"/>
                  <a:pt x="639494" y="69077"/>
                </a:cubicBezTo>
                <a:cubicBezTo>
                  <a:pt x="641233" y="70513"/>
                  <a:pt x="643056" y="71509"/>
                  <a:pt x="644965" y="72065"/>
                </a:cubicBezTo>
                <a:cubicBezTo>
                  <a:pt x="647679" y="72879"/>
                  <a:pt x="651157" y="73286"/>
                  <a:pt x="655398" y="73286"/>
                </a:cubicBezTo>
                <a:cubicBezTo>
                  <a:pt x="663286" y="73286"/>
                  <a:pt x="668672" y="72032"/>
                  <a:pt x="671556" y="69525"/>
                </a:cubicBezTo>
                <a:cubicBezTo>
                  <a:pt x="674440" y="67016"/>
                  <a:pt x="675882" y="63168"/>
                  <a:pt x="675882" y="57982"/>
                </a:cubicBezTo>
                <a:cubicBezTo>
                  <a:pt x="675882" y="52882"/>
                  <a:pt x="674493" y="48878"/>
                  <a:pt x="671715" y="45969"/>
                </a:cubicBezTo>
                <a:cubicBezTo>
                  <a:pt x="668937" y="43060"/>
                  <a:pt x="665364" y="41605"/>
                  <a:pt x="660996" y="41605"/>
                </a:cubicBezTo>
                <a:cubicBezTo>
                  <a:pt x="656288" y="41605"/>
                  <a:pt x="650924" y="43115"/>
                  <a:pt x="644901" y="46134"/>
                </a:cubicBezTo>
                <a:cubicBezTo>
                  <a:pt x="643544" y="46847"/>
                  <a:pt x="642357" y="47203"/>
                  <a:pt x="641339" y="47203"/>
                </a:cubicBezTo>
                <a:cubicBezTo>
                  <a:pt x="639473" y="47203"/>
                  <a:pt x="637914" y="46524"/>
                  <a:pt x="636663" y="45165"/>
                </a:cubicBezTo>
                <a:cubicBezTo>
                  <a:pt x="635412" y="43806"/>
                  <a:pt x="634786" y="42043"/>
                  <a:pt x="634786" y="39877"/>
                </a:cubicBezTo>
                <a:lnTo>
                  <a:pt x="634786" y="2163"/>
                </a:lnTo>
                <a:lnTo>
                  <a:pt x="674674" y="2163"/>
                </a:lnTo>
                <a:cubicBezTo>
                  <a:pt x="677812" y="2163"/>
                  <a:pt x="680049" y="2771"/>
                  <a:pt x="681385" y="3986"/>
                </a:cubicBezTo>
                <a:cubicBezTo>
                  <a:pt x="682721" y="5200"/>
                  <a:pt x="683389" y="6787"/>
                  <a:pt x="683389" y="8747"/>
                </a:cubicBezTo>
                <a:cubicBezTo>
                  <a:pt x="683389" y="10665"/>
                  <a:pt x="682721" y="12232"/>
                  <a:pt x="681385" y="13447"/>
                </a:cubicBezTo>
                <a:cubicBezTo>
                  <a:pt x="680049" y="14661"/>
                  <a:pt x="677812" y="15268"/>
                  <a:pt x="674674" y="15268"/>
                </a:cubicBezTo>
                <a:lnTo>
                  <a:pt x="647828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...">
            <a:extLst xmlns:a="http://schemas.openxmlformats.org/drawingml/2006/main">
              <a:ext uri="{FF2B5EF4-FFF2-40B4-BE49-F238E27FC236}">
                <a16:creationId xmlns:a16="http://schemas.microsoft.com/office/drawing/2014/main" id="{A4F168A2-3201-4974-949C-88AD15D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625" y="5432380"/>
            <a:ext cx="332279" cy="17304"/>
          </a:xfrm>
          <a:custGeom xmlns:a="http://schemas.openxmlformats.org/drawingml/2006/main">
            <a:pathLst>
              <a:path w="332279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8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7" y="17304"/>
                  <a:pt x="160691" y="16477"/>
                  <a:pt x="158952" y="14823"/>
                </a:cubicBezTo>
                <a:cubicBezTo>
                  <a:pt x="157213" y="13169"/>
                  <a:pt x="156344" y="11112"/>
                  <a:pt x="156344" y="8652"/>
                </a:cubicBezTo>
                <a:cubicBezTo>
                  <a:pt x="156344" y="6192"/>
                  <a:pt x="157213" y="4135"/>
                  <a:pt x="158952" y="2481"/>
                </a:cubicBezTo>
                <a:cubicBezTo>
                  <a:pt x="160691" y="827"/>
                  <a:pt x="163087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8" y="4135"/>
                  <a:pt x="175937" y="6192"/>
                  <a:pt x="175937" y="8652"/>
                </a:cubicBezTo>
                <a:close/>
                <a:moveTo>
                  <a:pt x="332279" y="8652"/>
                </a:moveTo>
                <a:cubicBezTo>
                  <a:pt x="332279" y="11112"/>
                  <a:pt x="331409" y="13169"/>
                  <a:pt x="329670" y="14823"/>
                </a:cubicBezTo>
                <a:cubicBezTo>
                  <a:pt x="327931" y="16477"/>
                  <a:pt x="325535" y="17304"/>
                  <a:pt x="322482" y="17304"/>
                </a:cubicBezTo>
                <a:cubicBezTo>
                  <a:pt x="319428" y="17304"/>
                  <a:pt x="317032" y="16477"/>
                  <a:pt x="315293" y="14823"/>
                </a:cubicBezTo>
                <a:cubicBezTo>
                  <a:pt x="313554" y="13169"/>
                  <a:pt x="312685" y="11112"/>
                  <a:pt x="312685" y="8652"/>
                </a:cubicBezTo>
                <a:cubicBezTo>
                  <a:pt x="312685" y="6192"/>
                  <a:pt x="313554" y="4135"/>
                  <a:pt x="315293" y="2481"/>
                </a:cubicBezTo>
                <a:cubicBezTo>
                  <a:pt x="317032" y="827"/>
                  <a:pt x="319428" y="0"/>
                  <a:pt x="322482" y="0"/>
                </a:cubicBezTo>
                <a:cubicBezTo>
                  <a:pt x="325535" y="0"/>
                  <a:pt x="327931" y="827"/>
                  <a:pt x="329670" y="2481"/>
                </a:cubicBezTo>
                <a:cubicBezTo>
                  <a:pt x="331409" y="4135"/>
                  <a:pt x="332279" y="6192"/>
                  <a:pt x="332279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06CDE-B193-4ABF-81CD-A3DA6E97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338" y="5006793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E8515-7F3E-44C3-9D75-E47081D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338" y="5006793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942CC-84A4-4D9D-89AE-05F38C9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139" y="5006793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33" name="Text bezx4,74">
            <a:extLst xmlns:a="http://schemas.openxmlformats.org/drawingml/2006/main">
              <a:ext uri="{FF2B5EF4-FFF2-40B4-BE49-F238E27FC236}">
                <a16:creationId xmlns:a16="http://schemas.microsoft.com/office/drawing/2014/main" id="{7E31270D-F8E2-434F-B7B3-042A6191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098" y="5055645"/>
            <a:ext cx="692994" cy="103567"/>
          </a:xfrm>
          <a:custGeom xmlns:a="http://schemas.openxmlformats.org/drawingml/2006/main">
            <a:pathLst>
              <a:path w="692994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49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1" y="71505"/>
                  <a:pt x="130337" y="70481"/>
                  <a:pt x="138352" y="68433"/>
                </a:cubicBezTo>
                <a:cubicBezTo>
                  <a:pt x="141660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2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6" y="83899"/>
                  <a:pt x="124187" y="84609"/>
                  <a:pt x="118122" y="84609"/>
                </a:cubicBezTo>
                <a:cubicBezTo>
                  <a:pt x="107689" y="84609"/>
                  <a:pt x="99345" y="81662"/>
                  <a:pt x="93089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8" y="37396"/>
                  <a:pt x="93853" y="31649"/>
                </a:cubicBezTo>
                <a:cubicBezTo>
                  <a:pt x="100617" y="25902"/>
                  <a:pt x="108410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4" y="43478"/>
                </a:cubicBezTo>
                <a:cubicBezTo>
                  <a:pt x="150651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4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1" y="69469"/>
                </a:moveTo>
                <a:lnTo>
                  <a:pt x="212643" y="69469"/>
                </a:lnTo>
                <a:cubicBezTo>
                  <a:pt x="212770" y="66203"/>
                  <a:pt x="213438" y="63902"/>
                  <a:pt x="214647" y="62566"/>
                </a:cubicBezTo>
                <a:cubicBezTo>
                  <a:pt x="215855" y="61231"/>
                  <a:pt x="217350" y="60563"/>
                  <a:pt x="219132" y="60563"/>
                </a:cubicBezTo>
                <a:cubicBezTo>
                  <a:pt x="221082" y="60563"/>
                  <a:pt x="222662" y="61231"/>
                  <a:pt x="223871" y="62566"/>
                </a:cubicBezTo>
                <a:cubicBezTo>
                  <a:pt x="225080" y="63902"/>
                  <a:pt x="225684" y="66203"/>
                  <a:pt x="225684" y="69469"/>
                </a:cubicBezTo>
                <a:lnTo>
                  <a:pt x="225684" y="82574"/>
                </a:lnTo>
                <a:lnTo>
                  <a:pt x="168938" y="82574"/>
                </a:lnTo>
                <a:lnTo>
                  <a:pt x="168938" y="71759"/>
                </a:lnTo>
                <a:lnTo>
                  <a:pt x="203291" y="37915"/>
                </a:lnTo>
                <a:lnTo>
                  <a:pt x="183316" y="37915"/>
                </a:lnTo>
                <a:lnTo>
                  <a:pt x="183316" y="39188"/>
                </a:lnTo>
                <a:cubicBezTo>
                  <a:pt x="183316" y="42453"/>
                  <a:pt x="182711" y="44754"/>
                  <a:pt x="181503" y="46090"/>
                </a:cubicBezTo>
                <a:cubicBezTo>
                  <a:pt x="180294" y="47426"/>
                  <a:pt x="178714" y="48094"/>
                  <a:pt x="176763" y="48094"/>
                </a:cubicBezTo>
                <a:cubicBezTo>
                  <a:pt x="174812" y="48094"/>
                  <a:pt x="173232" y="47426"/>
                  <a:pt x="172024" y="46090"/>
                </a:cubicBezTo>
                <a:cubicBezTo>
                  <a:pt x="170815" y="44754"/>
                  <a:pt x="170211" y="42453"/>
                  <a:pt x="170211" y="39188"/>
                </a:cubicBezTo>
                <a:lnTo>
                  <a:pt x="170274" y="24810"/>
                </a:lnTo>
                <a:lnTo>
                  <a:pt x="224221" y="24810"/>
                </a:lnTo>
                <a:lnTo>
                  <a:pt x="224221" y="35498"/>
                </a:lnTo>
                <a:lnTo>
                  <a:pt x="189741" y="69469"/>
                </a:lnTo>
                <a:close/>
                <a:moveTo>
                  <a:pt x="362964" y="52555"/>
                </a:moveTo>
                <a:lnTo>
                  <a:pt x="382663" y="69469"/>
                </a:lnTo>
                <a:cubicBezTo>
                  <a:pt x="385038" y="69596"/>
                  <a:pt x="386820" y="70267"/>
                  <a:pt x="388007" y="71483"/>
                </a:cubicBezTo>
                <a:cubicBezTo>
                  <a:pt x="389195" y="72697"/>
                  <a:pt x="389788" y="74220"/>
                  <a:pt x="389788" y="76053"/>
                </a:cubicBezTo>
                <a:cubicBezTo>
                  <a:pt x="389788" y="77971"/>
                  <a:pt x="389120" y="79537"/>
                  <a:pt x="387785" y="80753"/>
                </a:cubicBezTo>
                <a:cubicBezTo>
                  <a:pt x="386449" y="81967"/>
                  <a:pt x="384211" y="82574"/>
                  <a:pt x="381073" y="82574"/>
                </a:cubicBezTo>
                <a:lnTo>
                  <a:pt x="366250" y="82574"/>
                </a:lnTo>
                <a:cubicBezTo>
                  <a:pt x="363112" y="82574"/>
                  <a:pt x="360875" y="81967"/>
                  <a:pt x="359539" y="80753"/>
                </a:cubicBezTo>
                <a:cubicBezTo>
                  <a:pt x="358203" y="79537"/>
                  <a:pt x="357535" y="77928"/>
                  <a:pt x="357535" y="75926"/>
                </a:cubicBezTo>
                <a:cubicBezTo>
                  <a:pt x="357535" y="74391"/>
                  <a:pt x="358012" y="73038"/>
                  <a:pt x="358966" y="71866"/>
                </a:cubicBezTo>
                <a:cubicBezTo>
                  <a:pt x="359921" y="70695"/>
                  <a:pt x="361225" y="69896"/>
                  <a:pt x="362879" y="69469"/>
                </a:cubicBezTo>
                <a:lnTo>
                  <a:pt x="353058" y="61042"/>
                </a:lnTo>
                <a:lnTo>
                  <a:pt x="343221" y="69469"/>
                </a:lnTo>
                <a:cubicBezTo>
                  <a:pt x="345215" y="69980"/>
                  <a:pt x="346646" y="70769"/>
                  <a:pt x="347515" y="71835"/>
                </a:cubicBezTo>
                <a:cubicBezTo>
                  <a:pt x="348385" y="72900"/>
                  <a:pt x="348820" y="74264"/>
                  <a:pt x="348820" y="75926"/>
                </a:cubicBezTo>
                <a:cubicBezTo>
                  <a:pt x="348820" y="77928"/>
                  <a:pt x="348162" y="79537"/>
                  <a:pt x="346848" y="80753"/>
                </a:cubicBezTo>
                <a:cubicBezTo>
                  <a:pt x="345533" y="81967"/>
                  <a:pt x="343306" y="82574"/>
                  <a:pt x="340168" y="82574"/>
                </a:cubicBezTo>
                <a:lnTo>
                  <a:pt x="325472" y="82574"/>
                </a:lnTo>
                <a:cubicBezTo>
                  <a:pt x="322334" y="82574"/>
                  <a:pt x="320097" y="81967"/>
                  <a:pt x="318761" y="80753"/>
                </a:cubicBezTo>
                <a:cubicBezTo>
                  <a:pt x="317425" y="79537"/>
                  <a:pt x="316757" y="77950"/>
                  <a:pt x="316757" y="75989"/>
                </a:cubicBezTo>
                <a:cubicBezTo>
                  <a:pt x="316757" y="74199"/>
                  <a:pt x="317351" y="72697"/>
                  <a:pt x="318538" y="71483"/>
                </a:cubicBezTo>
                <a:cubicBezTo>
                  <a:pt x="319726" y="70267"/>
                  <a:pt x="321507" y="69596"/>
                  <a:pt x="323882" y="69469"/>
                </a:cubicBezTo>
                <a:lnTo>
                  <a:pt x="343269" y="52642"/>
                </a:lnTo>
                <a:lnTo>
                  <a:pt x="326109" y="37915"/>
                </a:lnTo>
                <a:cubicBezTo>
                  <a:pt x="323861" y="37744"/>
                  <a:pt x="322154" y="37052"/>
                  <a:pt x="320988" y="35838"/>
                </a:cubicBezTo>
                <a:cubicBezTo>
                  <a:pt x="319821" y="34622"/>
                  <a:pt x="319238" y="33120"/>
                  <a:pt x="319238" y="31331"/>
                </a:cubicBezTo>
                <a:cubicBezTo>
                  <a:pt x="319238" y="29413"/>
                  <a:pt x="319906" y="27847"/>
                  <a:pt x="321242" y="26633"/>
                </a:cubicBezTo>
                <a:cubicBezTo>
                  <a:pt x="322578" y="25418"/>
                  <a:pt x="324815" y="24810"/>
                  <a:pt x="327954" y="24810"/>
                </a:cubicBezTo>
                <a:lnTo>
                  <a:pt x="340168" y="24810"/>
                </a:lnTo>
                <a:cubicBezTo>
                  <a:pt x="343306" y="24810"/>
                  <a:pt x="345543" y="25418"/>
                  <a:pt x="346879" y="26633"/>
                </a:cubicBezTo>
                <a:cubicBezTo>
                  <a:pt x="348215" y="27847"/>
                  <a:pt x="348883" y="29392"/>
                  <a:pt x="348883" y="31267"/>
                </a:cubicBezTo>
                <a:cubicBezTo>
                  <a:pt x="348883" y="33783"/>
                  <a:pt x="347696" y="35829"/>
                  <a:pt x="345321" y="37406"/>
                </a:cubicBezTo>
                <a:lnTo>
                  <a:pt x="353114" y="44098"/>
                </a:lnTo>
                <a:lnTo>
                  <a:pt x="360970" y="37279"/>
                </a:lnTo>
                <a:cubicBezTo>
                  <a:pt x="358638" y="35617"/>
                  <a:pt x="357471" y="33699"/>
                  <a:pt x="357471" y="31524"/>
                </a:cubicBezTo>
                <a:cubicBezTo>
                  <a:pt x="357471" y="29477"/>
                  <a:pt x="358139" y="27847"/>
                  <a:pt x="359475" y="26633"/>
                </a:cubicBezTo>
                <a:cubicBezTo>
                  <a:pt x="360811" y="25418"/>
                  <a:pt x="363048" y="24810"/>
                  <a:pt x="366187" y="24810"/>
                </a:cubicBezTo>
                <a:lnTo>
                  <a:pt x="378274" y="24810"/>
                </a:lnTo>
                <a:cubicBezTo>
                  <a:pt x="381412" y="24810"/>
                  <a:pt x="383649" y="25418"/>
                  <a:pt x="384985" y="26633"/>
                </a:cubicBezTo>
                <a:cubicBezTo>
                  <a:pt x="386321" y="27847"/>
                  <a:pt x="386989" y="29434"/>
                  <a:pt x="386989" y="31395"/>
                </a:cubicBezTo>
                <a:cubicBezTo>
                  <a:pt x="386989" y="33141"/>
                  <a:pt x="386406" y="34622"/>
                  <a:pt x="385240" y="35838"/>
                </a:cubicBezTo>
                <a:cubicBezTo>
                  <a:pt x="384074" y="37052"/>
                  <a:pt x="382345" y="37744"/>
                  <a:pt x="380055" y="37915"/>
                </a:cubicBezTo>
                <a:lnTo>
                  <a:pt x="362964" y="52555"/>
                </a:lnTo>
                <a:close/>
                <a:moveTo>
                  <a:pt x="450402" y="254"/>
                </a:moveTo>
                <a:lnTo>
                  <a:pt x="450402" y="51147"/>
                </a:lnTo>
                <a:cubicBezTo>
                  <a:pt x="453158" y="51147"/>
                  <a:pt x="455194" y="51741"/>
                  <a:pt x="456509" y="52929"/>
                </a:cubicBezTo>
                <a:cubicBezTo>
                  <a:pt x="457823" y="54116"/>
                  <a:pt x="458481" y="55685"/>
                  <a:pt x="458481" y="57636"/>
                </a:cubicBezTo>
                <a:cubicBezTo>
                  <a:pt x="458481" y="59587"/>
                  <a:pt x="457813" y="61178"/>
                  <a:pt x="456477" y="62407"/>
                </a:cubicBezTo>
                <a:cubicBezTo>
                  <a:pt x="455141" y="63637"/>
                  <a:pt x="453116" y="64252"/>
                  <a:pt x="450402" y="64252"/>
                </a:cubicBezTo>
                <a:lnTo>
                  <a:pt x="450402" y="69469"/>
                </a:lnTo>
                <a:cubicBezTo>
                  <a:pt x="453158" y="69469"/>
                  <a:pt x="455194" y="70073"/>
                  <a:pt x="456509" y="71282"/>
                </a:cubicBezTo>
                <a:cubicBezTo>
                  <a:pt x="457823" y="72491"/>
                  <a:pt x="458481" y="74070"/>
                  <a:pt x="458481" y="76021"/>
                </a:cubicBezTo>
                <a:cubicBezTo>
                  <a:pt x="458481" y="77972"/>
                  <a:pt x="457813" y="79552"/>
                  <a:pt x="456477" y="80761"/>
                </a:cubicBezTo>
                <a:cubicBezTo>
                  <a:pt x="455141" y="81969"/>
                  <a:pt x="452904" y="82574"/>
                  <a:pt x="449765" y="82574"/>
                </a:cubicBezTo>
                <a:lnTo>
                  <a:pt x="432271" y="82574"/>
                </a:lnTo>
                <a:cubicBezTo>
                  <a:pt x="429133" y="82574"/>
                  <a:pt x="426895" y="81959"/>
                  <a:pt x="425559" y="80729"/>
                </a:cubicBezTo>
                <a:cubicBezTo>
                  <a:pt x="424224" y="79499"/>
                  <a:pt x="423556" y="77909"/>
                  <a:pt x="423556" y="75958"/>
                </a:cubicBezTo>
                <a:cubicBezTo>
                  <a:pt x="423556" y="74007"/>
                  <a:pt x="424224" y="72438"/>
                  <a:pt x="425559" y="71250"/>
                </a:cubicBezTo>
                <a:cubicBezTo>
                  <a:pt x="426895" y="70063"/>
                  <a:pt x="429133" y="69469"/>
                  <a:pt x="432271" y="69469"/>
                </a:cubicBezTo>
                <a:lnTo>
                  <a:pt x="437360" y="69469"/>
                </a:lnTo>
                <a:lnTo>
                  <a:pt x="437360" y="64252"/>
                </a:lnTo>
                <a:lnTo>
                  <a:pt x="401926" y="64252"/>
                </a:lnTo>
                <a:lnTo>
                  <a:pt x="401926" y="53320"/>
                </a:lnTo>
                <a:lnTo>
                  <a:pt x="433162" y="254"/>
                </a:lnTo>
                <a:lnTo>
                  <a:pt x="450402" y="254"/>
                </a:lnTo>
                <a:moveTo>
                  <a:pt x="437360" y="51147"/>
                </a:moveTo>
                <a:lnTo>
                  <a:pt x="437360" y="18977"/>
                </a:lnTo>
                <a:lnTo>
                  <a:pt x="418466" y="51147"/>
                </a:lnTo>
                <a:lnTo>
                  <a:pt x="437360" y="51147"/>
                </a:lnTo>
                <a:close/>
                <a:moveTo>
                  <a:pt x="506371" y="65016"/>
                </a:moveTo>
                <a:lnTo>
                  <a:pt x="523802" y="65016"/>
                </a:lnTo>
                <a:lnTo>
                  <a:pt x="505035" y="100444"/>
                </a:lnTo>
                <a:cubicBezTo>
                  <a:pt x="503932" y="102526"/>
                  <a:pt x="502554" y="103567"/>
                  <a:pt x="500900" y="103567"/>
                </a:cubicBezTo>
                <a:cubicBezTo>
                  <a:pt x="499797" y="103567"/>
                  <a:pt x="498854" y="103206"/>
                  <a:pt x="498069" y="102484"/>
                </a:cubicBezTo>
                <a:cubicBezTo>
                  <a:pt x="497285" y="101761"/>
                  <a:pt x="496892" y="100954"/>
                  <a:pt x="496892" y="100062"/>
                </a:cubicBezTo>
                <a:cubicBezTo>
                  <a:pt x="496892" y="99425"/>
                  <a:pt x="497041" y="98554"/>
                  <a:pt x="497338" y="97450"/>
                </a:cubicBezTo>
                <a:lnTo>
                  <a:pt x="506371" y="65016"/>
                </a:lnTo>
                <a:close/>
                <a:moveTo>
                  <a:pt x="601082" y="13359"/>
                </a:moveTo>
                <a:lnTo>
                  <a:pt x="571246" y="13359"/>
                </a:lnTo>
                <a:cubicBezTo>
                  <a:pt x="571076" y="16625"/>
                  <a:pt x="570419" y="18926"/>
                  <a:pt x="569274" y="20262"/>
                </a:cubicBezTo>
                <a:cubicBezTo>
                  <a:pt x="568129" y="21598"/>
                  <a:pt x="566623" y="22266"/>
                  <a:pt x="564757" y="22266"/>
                </a:cubicBezTo>
                <a:cubicBezTo>
                  <a:pt x="562806" y="22266"/>
                  <a:pt x="561226" y="21598"/>
                  <a:pt x="560018" y="20262"/>
                </a:cubicBezTo>
                <a:cubicBezTo>
                  <a:pt x="558809" y="18926"/>
                  <a:pt x="558205" y="16625"/>
                  <a:pt x="558205" y="13359"/>
                </a:cubicBezTo>
                <a:lnTo>
                  <a:pt x="558205" y="254"/>
                </a:lnTo>
                <a:lnTo>
                  <a:pt x="614823" y="254"/>
                </a:lnTo>
                <a:lnTo>
                  <a:pt x="614823" y="13359"/>
                </a:lnTo>
                <a:lnTo>
                  <a:pt x="593702" y="76051"/>
                </a:lnTo>
                <a:cubicBezTo>
                  <a:pt x="592812" y="78669"/>
                  <a:pt x="591826" y="80410"/>
                  <a:pt x="590744" y="81276"/>
                </a:cubicBezTo>
                <a:cubicBezTo>
                  <a:pt x="589663" y="82141"/>
                  <a:pt x="588359" y="82574"/>
                  <a:pt x="586832" y="82574"/>
                </a:cubicBezTo>
                <a:cubicBezTo>
                  <a:pt x="585008" y="82574"/>
                  <a:pt x="583450" y="81951"/>
                  <a:pt x="582156" y="80705"/>
                </a:cubicBezTo>
                <a:cubicBezTo>
                  <a:pt x="580863" y="79458"/>
                  <a:pt x="580216" y="78024"/>
                  <a:pt x="580216" y="76403"/>
                </a:cubicBezTo>
                <a:cubicBezTo>
                  <a:pt x="580216" y="75450"/>
                  <a:pt x="580555" y="73933"/>
                  <a:pt x="581234" y="71852"/>
                </a:cubicBezTo>
                <a:lnTo>
                  <a:pt x="601082" y="13359"/>
                </a:lnTo>
                <a:close/>
                <a:moveTo>
                  <a:pt x="684914" y="254"/>
                </a:moveTo>
                <a:lnTo>
                  <a:pt x="684914" y="51147"/>
                </a:lnTo>
                <a:cubicBezTo>
                  <a:pt x="687671" y="51147"/>
                  <a:pt x="689707" y="51741"/>
                  <a:pt x="691021" y="52929"/>
                </a:cubicBezTo>
                <a:cubicBezTo>
                  <a:pt x="692336" y="54116"/>
                  <a:pt x="692994" y="55685"/>
                  <a:pt x="692994" y="57636"/>
                </a:cubicBezTo>
                <a:cubicBezTo>
                  <a:pt x="692994" y="59587"/>
                  <a:pt x="692326" y="61178"/>
                  <a:pt x="690990" y="62407"/>
                </a:cubicBezTo>
                <a:cubicBezTo>
                  <a:pt x="689654" y="63637"/>
                  <a:pt x="687629" y="64252"/>
                  <a:pt x="684914" y="64252"/>
                </a:cubicBezTo>
                <a:lnTo>
                  <a:pt x="684914" y="69469"/>
                </a:lnTo>
                <a:cubicBezTo>
                  <a:pt x="687671" y="69469"/>
                  <a:pt x="689707" y="70073"/>
                  <a:pt x="691021" y="71282"/>
                </a:cubicBezTo>
                <a:cubicBezTo>
                  <a:pt x="692336" y="72491"/>
                  <a:pt x="692994" y="74070"/>
                  <a:pt x="692994" y="76021"/>
                </a:cubicBezTo>
                <a:cubicBezTo>
                  <a:pt x="692994" y="77972"/>
                  <a:pt x="692326" y="79552"/>
                  <a:pt x="690990" y="80761"/>
                </a:cubicBezTo>
                <a:cubicBezTo>
                  <a:pt x="689654" y="81969"/>
                  <a:pt x="687417" y="82574"/>
                  <a:pt x="684278" y="82574"/>
                </a:cubicBezTo>
                <a:lnTo>
                  <a:pt x="666784" y="82574"/>
                </a:lnTo>
                <a:cubicBezTo>
                  <a:pt x="663645" y="82574"/>
                  <a:pt x="661408" y="81959"/>
                  <a:pt x="660072" y="80729"/>
                </a:cubicBezTo>
                <a:cubicBezTo>
                  <a:pt x="658736" y="79499"/>
                  <a:pt x="658068" y="77909"/>
                  <a:pt x="658068" y="75958"/>
                </a:cubicBezTo>
                <a:cubicBezTo>
                  <a:pt x="658068" y="74007"/>
                  <a:pt x="658736" y="72438"/>
                  <a:pt x="660072" y="71250"/>
                </a:cubicBezTo>
                <a:cubicBezTo>
                  <a:pt x="661408" y="70063"/>
                  <a:pt x="663645" y="69469"/>
                  <a:pt x="666784" y="69469"/>
                </a:cubicBezTo>
                <a:lnTo>
                  <a:pt x="671873" y="69469"/>
                </a:lnTo>
                <a:lnTo>
                  <a:pt x="671873" y="64252"/>
                </a:lnTo>
                <a:lnTo>
                  <a:pt x="636439" y="64252"/>
                </a:lnTo>
                <a:lnTo>
                  <a:pt x="636439" y="53320"/>
                </a:lnTo>
                <a:lnTo>
                  <a:pt x="667674" y="254"/>
                </a:lnTo>
                <a:lnTo>
                  <a:pt x="684914" y="254"/>
                </a:lnTo>
                <a:moveTo>
                  <a:pt x="671873" y="51147"/>
                </a:moveTo>
                <a:lnTo>
                  <a:pt x="671873" y="18977"/>
                </a:lnTo>
                <a:lnTo>
                  <a:pt x="652979" y="51147"/>
                </a:lnTo>
                <a:lnTo>
                  <a:pt x="671873" y="51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60832187-FFC5-42FA-93ED-22945FBA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96" y="5216594"/>
            <a:ext cx="688922" cy="105476"/>
          </a:xfrm>
          <a:custGeom xmlns:a="http://schemas.openxmlformats.org/drawingml/2006/main">
            <a:pathLst>
              <a:path w="688922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4" y="1908"/>
                </a:moveTo>
                <a:lnTo>
                  <a:pt x="219704" y="71377"/>
                </a:lnTo>
                <a:lnTo>
                  <a:pt x="221931" y="71377"/>
                </a:lnTo>
                <a:cubicBezTo>
                  <a:pt x="225027" y="71377"/>
                  <a:pt x="227253" y="71982"/>
                  <a:pt x="228610" y="73190"/>
                </a:cubicBezTo>
                <a:cubicBezTo>
                  <a:pt x="229967" y="74399"/>
                  <a:pt x="230646" y="75979"/>
                  <a:pt x="230646" y="77930"/>
                </a:cubicBezTo>
                <a:cubicBezTo>
                  <a:pt x="230646" y="79881"/>
                  <a:pt x="229978" y="81460"/>
                  <a:pt x="228642" y="82669"/>
                </a:cubicBezTo>
                <a:cubicBezTo>
                  <a:pt x="227306" y="83878"/>
                  <a:pt x="225069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4" y="83019"/>
                  <a:pt x="200587" y="84318"/>
                  <a:pt x="197343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3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3" y="40523"/>
                  <a:pt x="164040" y="34289"/>
                </a:cubicBezTo>
                <a:cubicBezTo>
                  <a:pt x="170317" y="28055"/>
                  <a:pt x="177972" y="24938"/>
                  <a:pt x="187005" y="24938"/>
                </a:cubicBezTo>
                <a:cubicBezTo>
                  <a:pt x="190398" y="24938"/>
                  <a:pt x="193727" y="25460"/>
                  <a:pt x="196993" y="26504"/>
                </a:cubicBezTo>
                <a:cubicBezTo>
                  <a:pt x="200259" y="27548"/>
                  <a:pt x="203482" y="29114"/>
                  <a:pt x="206663" y="31202"/>
                </a:cubicBezTo>
                <a:lnTo>
                  <a:pt x="206663" y="15013"/>
                </a:lnTo>
                <a:lnTo>
                  <a:pt x="204436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6" y="1908"/>
                </a:cubicBezTo>
                <a:lnTo>
                  <a:pt x="219704" y="1908"/>
                </a:lnTo>
                <a:moveTo>
                  <a:pt x="206663" y="57249"/>
                </a:moveTo>
                <a:cubicBezTo>
                  <a:pt x="206663" y="51882"/>
                  <a:pt x="204775" y="47340"/>
                  <a:pt x="201001" y="43621"/>
                </a:cubicBezTo>
                <a:cubicBezTo>
                  <a:pt x="197226" y="39902"/>
                  <a:pt x="192604" y="38042"/>
                  <a:pt x="187133" y="38042"/>
                </a:cubicBezTo>
                <a:cubicBezTo>
                  <a:pt x="181704" y="38042"/>
                  <a:pt x="177102" y="39902"/>
                  <a:pt x="173328" y="43621"/>
                </a:cubicBezTo>
                <a:cubicBezTo>
                  <a:pt x="169553" y="47340"/>
                  <a:pt x="167666" y="51819"/>
                  <a:pt x="167666" y="57060"/>
                </a:cubicBezTo>
                <a:cubicBezTo>
                  <a:pt x="167666" y="61835"/>
                  <a:pt x="169363" y="65755"/>
                  <a:pt x="172755" y="68819"/>
                </a:cubicBezTo>
                <a:cubicBezTo>
                  <a:pt x="176148" y="71882"/>
                  <a:pt x="180941" y="73413"/>
                  <a:pt x="187133" y="73413"/>
                </a:cubicBezTo>
                <a:cubicBezTo>
                  <a:pt x="193282" y="73413"/>
                  <a:pt x="198075" y="71882"/>
                  <a:pt x="201510" y="68819"/>
                </a:cubicBezTo>
                <a:cubicBezTo>
                  <a:pt x="204945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09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5" y="84482"/>
                </a:cubicBezTo>
                <a:lnTo>
                  <a:pt x="359253" y="84482"/>
                </a:lnTo>
                <a:cubicBezTo>
                  <a:pt x="356114" y="84482"/>
                  <a:pt x="353877" y="83875"/>
                  <a:pt x="352541" y="82661"/>
                </a:cubicBezTo>
                <a:cubicBezTo>
                  <a:pt x="351205" y="81446"/>
                  <a:pt x="350537" y="79837"/>
                  <a:pt x="350537" y="77834"/>
                </a:cubicBezTo>
                <a:cubicBezTo>
                  <a:pt x="350537" y="76300"/>
                  <a:pt x="351014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0" y="62950"/>
                </a:lnTo>
                <a:lnTo>
                  <a:pt x="336224" y="71377"/>
                </a:lnTo>
                <a:cubicBezTo>
                  <a:pt x="338217" y="71889"/>
                  <a:pt x="339648" y="72677"/>
                  <a:pt x="340518" y="73743"/>
                </a:cubicBezTo>
                <a:cubicBezTo>
                  <a:pt x="341387" y="74809"/>
                  <a:pt x="341822" y="76172"/>
                  <a:pt x="341822" y="77834"/>
                </a:cubicBezTo>
                <a:cubicBezTo>
                  <a:pt x="341822" y="79837"/>
                  <a:pt x="341164" y="81446"/>
                  <a:pt x="339850" y="82661"/>
                </a:cubicBezTo>
                <a:cubicBezTo>
                  <a:pt x="338535" y="83875"/>
                  <a:pt x="336308" y="84482"/>
                  <a:pt x="333170" y="84482"/>
                </a:cubicBezTo>
                <a:lnTo>
                  <a:pt x="318475" y="84482"/>
                </a:lnTo>
                <a:cubicBezTo>
                  <a:pt x="315336" y="84482"/>
                  <a:pt x="313099" y="83875"/>
                  <a:pt x="311763" y="82661"/>
                </a:cubicBezTo>
                <a:cubicBezTo>
                  <a:pt x="310427" y="81446"/>
                  <a:pt x="309759" y="79858"/>
                  <a:pt x="309759" y="77898"/>
                </a:cubicBezTo>
                <a:cubicBezTo>
                  <a:pt x="309759" y="76107"/>
                  <a:pt x="310353" y="74605"/>
                  <a:pt x="311541" y="73391"/>
                </a:cubicBezTo>
                <a:cubicBezTo>
                  <a:pt x="312728" y="72176"/>
                  <a:pt x="314509" y="71505"/>
                  <a:pt x="316884" y="71377"/>
                </a:cubicBezTo>
                <a:lnTo>
                  <a:pt x="336271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3" y="36531"/>
                  <a:pt x="312240" y="35029"/>
                  <a:pt x="312240" y="33239"/>
                </a:cubicBezTo>
                <a:cubicBezTo>
                  <a:pt x="312240" y="31322"/>
                  <a:pt x="312908" y="29756"/>
                  <a:pt x="314244" y="28542"/>
                </a:cubicBezTo>
                <a:cubicBezTo>
                  <a:pt x="315580" y="27326"/>
                  <a:pt x="317817" y="26719"/>
                  <a:pt x="320956" y="26719"/>
                </a:cubicBezTo>
                <a:lnTo>
                  <a:pt x="333170" y="26719"/>
                </a:lnTo>
                <a:cubicBezTo>
                  <a:pt x="336308" y="26719"/>
                  <a:pt x="338546" y="27326"/>
                  <a:pt x="339882" y="28542"/>
                </a:cubicBezTo>
                <a:cubicBezTo>
                  <a:pt x="341217" y="29756"/>
                  <a:pt x="341885" y="31300"/>
                  <a:pt x="341885" y="33176"/>
                </a:cubicBezTo>
                <a:cubicBezTo>
                  <a:pt x="341885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3" y="27326"/>
                  <a:pt x="356051" y="26719"/>
                  <a:pt x="359189" y="26719"/>
                </a:cubicBezTo>
                <a:lnTo>
                  <a:pt x="371276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8" y="36531"/>
                  <a:pt x="378242" y="37746"/>
                </a:cubicBezTo>
                <a:cubicBezTo>
                  <a:pt x="377076" y="38960"/>
                  <a:pt x="375348" y="39653"/>
                  <a:pt x="373057" y="39824"/>
                </a:cubicBezTo>
                <a:lnTo>
                  <a:pt x="355967" y="54463"/>
                </a:lnTo>
                <a:close/>
                <a:moveTo>
                  <a:pt x="442895" y="40905"/>
                </a:moveTo>
                <a:cubicBezTo>
                  <a:pt x="446754" y="43535"/>
                  <a:pt x="449638" y="46578"/>
                  <a:pt x="451547" y="50034"/>
                </a:cubicBezTo>
                <a:cubicBezTo>
                  <a:pt x="453455" y="53491"/>
                  <a:pt x="454409" y="57361"/>
                  <a:pt x="454409" y="61644"/>
                </a:cubicBezTo>
                <a:cubicBezTo>
                  <a:pt x="454409" y="66267"/>
                  <a:pt x="453148" y="70540"/>
                  <a:pt x="450624" y="74463"/>
                </a:cubicBezTo>
                <a:cubicBezTo>
                  <a:pt x="448101" y="78386"/>
                  <a:pt x="444443" y="81354"/>
                  <a:pt x="439650" y="83369"/>
                </a:cubicBezTo>
                <a:cubicBezTo>
                  <a:pt x="434858" y="85383"/>
                  <a:pt x="428581" y="86391"/>
                  <a:pt x="420820" y="86391"/>
                </a:cubicBezTo>
                <a:cubicBezTo>
                  <a:pt x="410726" y="86391"/>
                  <a:pt x="403135" y="84816"/>
                  <a:pt x="398045" y="81667"/>
                </a:cubicBezTo>
                <a:cubicBezTo>
                  <a:pt x="395204" y="79879"/>
                  <a:pt x="393783" y="77751"/>
                  <a:pt x="393783" y="75282"/>
                </a:cubicBezTo>
                <a:cubicBezTo>
                  <a:pt x="393783" y="73409"/>
                  <a:pt x="394409" y="71824"/>
                  <a:pt x="395660" y="70526"/>
                </a:cubicBezTo>
                <a:cubicBezTo>
                  <a:pt x="396911" y="69228"/>
                  <a:pt x="398427" y="68578"/>
                  <a:pt x="400208" y="68578"/>
                </a:cubicBezTo>
                <a:cubicBezTo>
                  <a:pt x="401438" y="68578"/>
                  <a:pt x="402711" y="69002"/>
                  <a:pt x="404025" y="69851"/>
                </a:cubicBezTo>
                <a:cubicBezTo>
                  <a:pt x="405891" y="71123"/>
                  <a:pt x="407652" y="71971"/>
                  <a:pt x="409306" y="72395"/>
                </a:cubicBezTo>
                <a:cubicBezTo>
                  <a:pt x="411850" y="72989"/>
                  <a:pt x="415349" y="73286"/>
                  <a:pt x="419802" y="73286"/>
                </a:cubicBezTo>
                <a:cubicBezTo>
                  <a:pt x="427394" y="73286"/>
                  <a:pt x="432886" y="72302"/>
                  <a:pt x="436279" y="70336"/>
                </a:cubicBezTo>
                <a:cubicBezTo>
                  <a:pt x="439672" y="68367"/>
                  <a:pt x="441368" y="65586"/>
                  <a:pt x="441368" y="61990"/>
                </a:cubicBezTo>
                <a:cubicBezTo>
                  <a:pt x="441368" y="59325"/>
                  <a:pt x="440382" y="56755"/>
                  <a:pt x="438410" y="54280"/>
                </a:cubicBezTo>
                <a:cubicBezTo>
                  <a:pt x="436438" y="51805"/>
                  <a:pt x="433798" y="49890"/>
                  <a:pt x="430490" y="48535"/>
                </a:cubicBezTo>
                <a:cubicBezTo>
                  <a:pt x="428581" y="47773"/>
                  <a:pt x="425358" y="47244"/>
                  <a:pt x="420820" y="46949"/>
                </a:cubicBezTo>
                <a:cubicBezTo>
                  <a:pt x="418657" y="46821"/>
                  <a:pt x="416992" y="46154"/>
                  <a:pt x="415826" y="44945"/>
                </a:cubicBezTo>
                <a:cubicBezTo>
                  <a:pt x="414660" y="43736"/>
                  <a:pt x="414077" y="42241"/>
                  <a:pt x="414077" y="40460"/>
                </a:cubicBezTo>
                <a:cubicBezTo>
                  <a:pt x="414077" y="38594"/>
                  <a:pt x="414713" y="37025"/>
                  <a:pt x="415985" y="35752"/>
                </a:cubicBezTo>
                <a:cubicBezTo>
                  <a:pt x="417258" y="34480"/>
                  <a:pt x="418869" y="33844"/>
                  <a:pt x="420820" y="33844"/>
                </a:cubicBezTo>
                <a:cubicBezTo>
                  <a:pt x="425146" y="33844"/>
                  <a:pt x="427457" y="33823"/>
                  <a:pt x="427754" y="33780"/>
                </a:cubicBezTo>
                <a:cubicBezTo>
                  <a:pt x="429451" y="33611"/>
                  <a:pt x="431147" y="33061"/>
                  <a:pt x="432844" y="32132"/>
                </a:cubicBezTo>
                <a:cubicBezTo>
                  <a:pt x="434540" y="31202"/>
                  <a:pt x="435908" y="29923"/>
                  <a:pt x="436947" y="28295"/>
                </a:cubicBezTo>
                <a:cubicBezTo>
                  <a:pt x="437986" y="26666"/>
                  <a:pt x="438505" y="24985"/>
                  <a:pt x="438505" y="23252"/>
                </a:cubicBezTo>
                <a:cubicBezTo>
                  <a:pt x="438505" y="20504"/>
                  <a:pt x="437286" y="18127"/>
                  <a:pt x="434847" y="16119"/>
                </a:cubicBezTo>
                <a:cubicBezTo>
                  <a:pt x="432409" y="14110"/>
                  <a:pt x="428751" y="13105"/>
                  <a:pt x="423874" y="13105"/>
                </a:cubicBezTo>
                <a:cubicBezTo>
                  <a:pt x="417597" y="13105"/>
                  <a:pt x="412804" y="14915"/>
                  <a:pt x="409496" y="18534"/>
                </a:cubicBezTo>
                <a:cubicBezTo>
                  <a:pt x="408521" y="19585"/>
                  <a:pt x="407736" y="20258"/>
                  <a:pt x="407143" y="20554"/>
                </a:cubicBezTo>
                <a:cubicBezTo>
                  <a:pt x="406252" y="21017"/>
                  <a:pt x="405255" y="21248"/>
                  <a:pt x="404153" y="21248"/>
                </a:cubicBezTo>
                <a:cubicBezTo>
                  <a:pt x="402371" y="21248"/>
                  <a:pt x="400845" y="20610"/>
                  <a:pt x="399572" y="19333"/>
                </a:cubicBezTo>
                <a:cubicBezTo>
                  <a:pt x="398300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6" y="6061"/>
                </a:cubicBezTo>
                <a:cubicBezTo>
                  <a:pt x="409200" y="2020"/>
                  <a:pt x="416303" y="0"/>
                  <a:pt x="424828" y="0"/>
                </a:cubicBezTo>
                <a:cubicBezTo>
                  <a:pt x="432886" y="0"/>
                  <a:pt x="439354" y="2294"/>
                  <a:pt x="444231" y="6882"/>
                </a:cubicBezTo>
                <a:cubicBezTo>
                  <a:pt x="449108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79" y="38441"/>
                  <a:pt x="442895" y="40905"/>
                </a:cubicBezTo>
                <a:close/>
                <a:moveTo>
                  <a:pt x="499373" y="66924"/>
                </a:moveTo>
                <a:lnTo>
                  <a:pt x="516804" y="66924"/>
                </a:lnTo>
                <a:lnTo>
                  <a:pt x="498037" y="102352"/>
                </a:lnTo>
                <a:cubicBezTo>
                  <a:pt x="496935" y="104435"/>
                  <a:pt x="495556" y="105476"/>
                  <a:pt x="493902" y="105476"/>
                </a:cubicBezTo>
                <a:cubicBezTo>
                  <a:pt x="492800" y="105476"/>
                  <a:pt x="491856" y="105114"/>
                  <a:pt x="491071" y="104392"/>
                </a:cubicBezTo>
                <a:cubicBezTo>
                  <a:pt x="490287" y="103670"/>
                  <a:pt x="489894" y="102863"/>
                  <a:pt x="489894" y="101971"/>
                </a:cubicBezTo>
                <a:cubicBezTo>
                  <a:pt x="489894" y="101333"/>
                  <a:pt x="490043" y="100462"/>
                  <a:pt x="490340" y="99358"/>
                </a:cubicBezTo>
                <a:lnTo>
                  <a:pt x="499373" y="66924"/>
                </a:lnTo>
                <a:close/>
                <a:moveTo>
                  <a:pt x="590480" y="54463"/>
                </a:moveTo>
                <a:lnTo>
                  <a:pt x="610179" y="71377"/>
                </a:lnTo>
                <a:cubicBezTo>
                  <a:pt x="612554" y="71505"/>
                  <a:pt x="614335" y="72176"/>
                  <a:pt x="615523" y="73391"/>
                </a:cubicBezTo>
                <a:cubicBezTo>
                  <a:pt x="616710" y="74605"/>
                  <a:pt x="617304" y="76129"/>
                  <a:pt x="617304" y="77962"/>
                </a:cubicBezTo>
                <a:cubicBezTo>
                  <a:pt x="617304" y="79879"/>
                  <a:pt x="616636" y="81446"/>
                  <a:pt x="615300" y="82661"/>
                </a:cubicBezTo>
                <a:cubicBezTo>
                  <a:pt x="613964" y="83875"/>
                  <a:pt x="611727" y="84482"/>
                  <a:pt x="608589" y="84482"/>
                </a:cubicBezTo>
                <a:lnTo>
                  <a:pt x="593766" y="84482"/>
                </a:lnTo>
                <a:cubicBezTo>
                  <a:pt x="590628" y="84482"/>
                  <a:pt x="588390" y="83875"/>
                  <a:pt x="587054" y="82661"/>
                </a:cubicBezTo>
                <a:cubicBezTo>
                  <a:pt x="585719" y="81446"/>
                  <a:pt x="585051" y="79837"/>
                  <a:pt x="585051" y="77834"/>
                </a:cubicBezTo>
                <a:cubicBezTo>
                  <a:pt x="585051" y="76300"/>
                  <a:pt x="585528" y="74946"/>
                  <a:pt x="586482" y="73775"/>
                </a:cubicBezTo>
                <a:cubicBezTo>
                  <a:pt x="587436" y="72603"/>
                  <a:pt x="588740" y="71804"/>
                  <a:pt x="590394" y="71377"/>
                </a:cubicBezTo>
                <a:lnTo>
                  <a:pt x="580574" y="62950"/>
                </a:lnTo>
                <a:lnTo>
                  <a:pt x="570737" y="71377"/>
                </a:lnTo>
                <a:cubicBezTo>
                  <a:pt x="572730" y="71889"/>
                  <a:pt x="574162" y="72677"/>
                  <a:pt x="575031" y="73743"/>
                </a:cubicBezTo>
                <a:cubicBezTo>
                  <a:pt x="575900" y="74809"/>
                  <a:pt x="576335" y="76172"/>
                  <a:pt x="576335" y="77834"/>
                </a:cubicBezTo>
                <a:cubicBezTo>
                  <a:pt x="576335" y="79837"/>
                  <a:pt x="575678" y="81446"/>
                  <a:pt x="574363" y="82661"/>
                </a:cubicBezTo>
                <a:cubicBezTo>
                  <a:pt x="573048" y="83875"/>
                  <a:pt x="570822" y="84482"/>
                  <a:pt x="567683" y="84482"/>
                </a:cubicBezTo>
                <a:lnTo>
                  <a:pt x="552988" y="84482"/>
                </a:lnTo>
                <a:cubicBezTo>
                  <a:pt x="549850" y="84482"/>
                  <a:pt x="547612" y="83875"/>
                  <a:pt x="546277" y="82661"/>
                </a:cubicBezTo>
                <a:cubicBezTo>
                  <a:pt x="544941" y="81446"/>
                  <a:pt x="544273" y="79858"/>
                  <a:pt x="544273" y="77898"/>
                </a:cubicBezTo>
                <a:cubicBezTo>
                  <a:pt x="544273" y="76107"/>
                  <a:pt x="544866" y="74605"/>
                  <a:pt x="546054" y="73391"/>
                </a:cubicBezTo>
                <a:cubicBezTo>
                  <a:pt x="547241" y="72176"/>
                  <a:pt x="549023" y="71505"/>
                  <a:pt x="551398" y="71377"/>
                </a:cubicBezTo>
                <a:lnTo>
                  <a:pt x="570785" y="54551"/>
                </a:lnTo>
                <a:lnTo>
                  <a:pt x="553624" y="39824"/>
                </a:lnTo>
                <a:cubicBezTo>
                  <a:pt x="551376" y="39653"/>
                  <a:pt x="549669" y="38960"/>
                  <a:pt x="548503" y="37746"/>
                </a:cubicBezTo>
                <a:cubicBezTo>
                  <a:pt x="547337" y="36531"/>
                  <a:pt x="546754" y="35029"/>
                  <a:pt x="546754" y="33239"/>
                </a:cubicBezTo>
                <a:cubicBezTo>
                  <a:pt x="546754" y="31322"/>
                  <a:pt x="547422" y="29756"/>
                  <a:pt x="548758" y="28542"/>
                </a:cubicBezTo>
                <a:cubicBezTo>
                  <a:pt x="550093" y="27326"/>
                  <a:pt x="552331" y="26719"/>
                  <a:pt x="555469" y="26719"/>
                </a:cubicBezTo>
                <a:lnTo>
                  <a:pt x="567683" y="26719"/>
                </a:lnTo>
                <a:cubicBezTo>
                  <a:pt x="570822" y="26719"/>
                  <a:pt x="573059" y="27326"/>
                  <a:pt x="574395" y="28542"/>
                </a:cubicBezTo>
                <a:cubicBezTo>
                  <a:pt x="575731" y="29756"/>
                  <a:pt x="576399" y="31300"/>
                  <a:pt x="576399" y="33176"/>
                </a:cubicBezTo>
                <a:cubicBezTo>
                  <a:pt x="576399" y="35691"/>
                  <a:pt x="575211" y="37738"/>
                  <a:pt x="572836" y="39315"/>
                </a:cubicBezTo>
                <a:lnTo>
                  <a:pt x="580629" y="46006"/>
                </a:lnTo>
                <a:lnTo>
                  <a:pt x="588486" y="39188"/>
                </a:lnTo>
                <a:cubicBezTo>
                  <a:pt x="586153" y="37526"/>
                  <a:pt x="584987" y="35607"/>
                  <a:pt x="584987" y="33432"/>
                </a:cubicBezTo>
                <a:cubicBezTo>
                  <a:pt x="584987" y="31386"/>
                  <a:pt x="585655" y="29756"/>
                  <a:pt x="586991" y="28542"/>
                </a:cubicBezTo>
                <a:cubicBezTo>
                  <a:pt x="588327" y="27326"/>
                  <a:pt x="590564" y="26719"/>
                  <a:pt x="593702" y="26719"/>
                </a:cubicBezTo>
                <a:lnTo>
                  <a:pt x="605789" y="26719"/>
                </a:lnTo>
                <a:cubicBezTo>
                  <a:pt x="608928" y="26719"/>
                  <a:pt x="611165" y="27326"/>
                  <a:pt x="612501" y="28542"/>
                </a:cubicBezTo>
                <a:cubicBezTo>
                  <a:pt x="613837" y="29756"/>
                  <a:pt x="614505" y="31343"/>
                  <a:pt x="614505" y="33303"/>
                </a:cubicBezTo>
                <a:cubicBezTo>
                  <a:pt x="614505" y="35050"/>
                  <a:pt x="613922" y="36531"/>
                  <a:pt x="612755" y="37746"/>
                </a:cubicBezTo>
                <a:cubicBezTo>
                  <a:pt x="611589" y="38960"/>
                  <a:pt x="609861" y="39653"/>
                  <a:pt x="607571" y="39824"/>
                </a:cubicBezTo>
                <a:lnTo>
                  <a:pt x="590480" y="54463"/>
                </a:lnTo>
                <a:close/>
                <a:moveTo>
                  <a:pt x="647826" y="15268"/>
                </a:moveTo>
                <a:lnTo>
                  <a:pt x="647826" y="30790"/>
                </a:lnTo>
                <a:cubicBezTo>
                  <a:pt x="652661" y="29263"/>
                  <a:pt x="657050" y="28500"/>
                  <a:pt x="660995" y="28500"/>
                </a:cubicBezTo>
                <a:cubicBezTo>
                  <a:pt x="669010" y="28500"/>
                  <a:pt x="675669" y="31233"/>
                  <a:pt x="680970" y="36699"/>
                </a:cubicBezTo>
                <a:cubicBezTo>
                  <a:pt x="686271" y="42163"/>
                  <a:pt x="688922" y="49216"/>
                  <a:pt x="688922" y="57859"/>
                </a:cubicBezTo>
                <a:cubicBezTo>
                  <a:pt x="688922" y="66755"/>
                  <a:pt x="686240" y="73734"/>
                  <a:pt x="680875" y="78797"/>
                </a:cubicBezTo>
                <a:cubicBezTo>
                  <a:pt x="675510" y="83859"/>
                  <a:pt x="667293" y="86391"/>
                  <a:pt x="656223" y="86391"/>
                </a:cubicBezTo>
                <a:cubicBezTo>
                  <a:pt x="646469" y="86391"/>
                  <a:pt x="638750" y="84534"/>
                  <a:pt x="633067" y="80820"/>
                </a:cubicBezTo>
                <a:cubicBezTo>
                  <a:pt x="629759" y="78685"/>
                  <a:pt x="628105" y="76230"/>
                  <a:pt x="628105" y="73455"/>
                </a:cubicBezTo>
                <a:cubicBezTo>
                  <a:pt x="628105" y="71705"/>
                  <a:pt x="628752" y="70180"/>
                  <a:pt x="630045" y="68878"/>
                </a:cubicBezTo>
                <a:cubicBezTo>
                  <a:pt x="631339" y="67576"/>
                  <a:pt x="632876" y="66924"/>
                  <a:pt x="634658" y="66924"/>
                </a:cubicBezTo>
                <a:cubicBezTo>
                  <a:pt x="636142" y="66924"/>
                  <a:pt x="637754" y="67642"/>
                  <a:pt x="639492" y="69077"/>
                </a:cubicBezTo>
                <a:cubicBezTo>
                  <a:pt x="641231" y="70513"/>
                  <a:pt x="643055" y="71509"/>
                  <a:pt x="644963" y="72065"/>
                </a:cubicBezTo>
                <a:cubicBezTo>
                  <a:pt x="647678" y="72879"/>
                  <a:pt x="651155" y="73286"/>
                  <a:pt x="655396" y="73286"/>
                </a:cubicBezTo>
                <a:cubicBezTo>
                  <a:pt x="663285" y="73286"/>
                  <a:pt x="668671" y="72032"/>
                  <a:pt x="671555" y="69525"/>
                </a:cubicBezTo>
                <a:cubicBezTo>
                  <a:pt x="674439" y="67016"/>
                  <a:pt x="675881" y="63168"/>
                  <a:pt x="675881" y="57982"/>
                </a:cubicBezTo>
                <a:cubicBezTo>
                  <a:pt x="675881" y="52882"/>
                  <a:pt x="674492" y="48878"/>
                  <a:pt x="671714" y="45969"/>
                </a:cubicBezTo>
                <a:cubicBezTo>
                  <a:pt x="668936" y="43060"/>
                  <a:pt x="665363" y="41605"/>
                  <a:pt x="660995" y="41605"/>
                </a:cubicBezTo>
                <a:cubicBezTo>
                  <a:pt x="656287" y="41605"/>
                  <a:pt x="650922" y="43115"/>
                  <a:pt x="644900" y="46134"/>
                </a:cubicBezTo>
                <a:cubicBezTo>
                  <a:pt x="643543" y="46847"/>
                  <a:pt x="642355" y="47203"/>
                  <a:pt x="641337" y="47203"/>
                </a:cubicBezTo>
                <a:cubicBezTo>
                  <a:pt x="639471" y="47203"/>
                  <a:pt x="637913" y="46524"/>
                  <a:pt x="636661" y="45165"/>
                </a:cubicBezTo>
                <a:cubicBezTo>
                  <a:pt x="635410" y="43806"/>
                  <a:pt x="634785" y="42043"/>
                  <a:pt x="634785" y="39877"/>
                </a:cubicBezTo>
                <a:lnTo>
                  <a:pt x="634785" y="2163"/>
                </a:lnTo>
                <a:lnTo>
                  <a:pt x="674672" y="2163"/>
                </a:lnTo>
                <a:cubicBezTo>
                  <a:pt x="677811" y="2163"/>
                  <a:pt x="680048" y="2771"/>
                  <a:pt x="681384" y="3986"/>
                </a:cubicBezTo>
                <a:cubicBezTo>
                  <a:pt x="682720" y="5200"/>
                  <a:pt x="683388" y="6787"/>
                  <a:pt x="683388" y="8747"/>
                </a:cubicBezTo>
                <a:cubicBezTo>
                  <a:pt x="683388" y="10665"/>
                  <a:pt x="682720" y="12232"/>
                  <a:pt x="681384" y="13447"/>
                </a:cubicBezTo>
                <a:cubicBezTo>
                  <a:pt x="680048" y="14661"/>
                  <a:pt x="677811" y="15268"/>
                  <a:pt x="674672" y="15268"/>
                </a:cubicBezTo>
                <a:lnTo>
                  <a:pt x="647826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...">
            <a:extLst xmlns:a="http://schemas.openxmlformats.org/drawingml/2006/main">
              <a:ext uri="{FF2B5EF4-FFF2-40B4-BE49-F238E27FC236}">
                <a16:creationId xmlns:a16="http://schemas.microsoft.com/office/drawing/2014/main" id="{D6E65704-0BC2-4C6A-9EF2-C3961EA2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197" y="5464951"/>
            <a:ext cx="332278" cy="17304"/>
          </a:xfrm>
          <a:custGeom xmlns:a="http://schemas.openxmlformats.org/drawingml/2006/main">
            <a:pathLst>
              <a:path w="332278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6" y="8652"/>
                </a:moveTo>
                <a:cubicBezTo>
                  <a:pt x="175936" y="11112"/>
                  <a:pt x="175066" y="13169"/>
                  <a:pt x="173327" y="14823"/>
                </a:cubicBezTo>
                <a:cubicBezTo>
                  <a:pt x="171589" y="16477"/>
                  <a:pt x="169192" y="17304"/>
                  <a:pt x="166139" y="17304"/>
                </a:cubicBezTo>
                <a:cubicBezTo>
                  <a:pt x="163085" y="17304"/>
                  <a:pt x="160689" y="16477"/>
                  <a:pt x="158950" y="14823"/>
                </a:cubicBezTo>
                <a:cubicBezTo>
                  <a:pt x="157211" y="13169"/>
                  <a:pt x="156342" y="11112"/>
                  <a:pt x="156342" y="8652"/>
                </a:cubicBezTo>
                <a:cubicBezTo>
                  <a:pt x="156342" y="6192"/>
                  <a:pt x="157211" y="4135"/>
                  <a:pt x="158950" y="2481"/>
                </a:cubicBezTo>
                <a:cubicBezTo>
                  <a:pt x="160689" y="827"/>
                  <a:pt x="163085" y="0"/>
                  <a:pt x="166139" y="0"/>
                </a:cubicBezTo>
                <a:cubicBezTo>
                  <a:pt x="169192" y="0"/>
                  <a:pt x="171589" y="827"/>
                  <a:pt x="173327" y="2481"/>
                </a:cubicBezTo>
                <a:cubicBezTo>
                  <a:pt x="175066" y="4135"/>
                  <a:pt x="175936" y="6192"/>
                  <a:pt x="175936" y="8652"/>
                </a:cubicBezTo>
                <a:close/>
                <a:moveTo>
                  <a:pt x="332278" y="8652"/>
                </a:moveTo>
                <a:cubicBezTo>
                  <a:pt x="332278" y="11112"/>
                  <a:pt x="331409" y="13169"/>
                  <a:pt x="329670" y="14823"/>
                </a:cubicBezTo>
                <a:cubicBezTo>
                  <a:pt x="327931" y="16477"/>
                  <a:pt x="325535" y="17304"/>
                  <a:pt x="322481" y="17304"/>
                </a:cubicBezTo>
                <a:cubicBezTo>
                  <a:pt x="319428" y="17304"/>
                  <a:pt x="317032" y="16477"/>
                  <a:pt x="315293" y="14823"/>
                </a:cubicBezTo>
                <a:cubicBezTo>
                  <a:pt x="313554" y="13169"/>
                  <a:pt x="312685" y="11112"/>
                  <a:pt x="312685" y="8652"/>
                </a:cubicBezTo>
                <a:cubicBezTo>
                  <a:pt x="312685" y="6192"/>
                  <a:pt x="313554" y="4135"/>
                  <a:pt x="315293" y="2481"/>
                </a:cubicBezTo>
                <a:cubicBezTo>
                  <a:pt x="317032" y="827"/>
                  <a:pt x="319428" y="0"/>
                  <a:pt x="322481" y="0"/>
                </a:cubicBezTo>
                <a:cubicBezTo>
                  <a:pt x="325535" y="0"/>
                  <a:pt x="327931" y="827"/>
                  <a:pt x="329670" y="2481"/>
                </a:cubicBezTo>
                <a:cubicBezTo>
                  <a:pt x="331409" y="4135"/>
                  <a:pt x="332278" y="6192"/>
                  <a:pt x="332278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94007-D9D9-4861-922E-70D6AB9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765" y="5202222"/>
            <a:ext cx="469031" cy="469029"/>
          </a:xfrm>
          <a:custGeom xmlns:a="http://schemas.openxmlformats.org/drawingml/2006/main">
            <a:pathLst>
              <a:path w="469031" h="469029">
                <a:moveTo>
                  <a:pt x="469031" y="234515"/>
                </a:moveTo>
                <a:cubicBezTo>
                  <a:pt x="469029" y="249913"/>
                  <a:pt x="467528" y="265163"/>
                  <a:pt x="464524" y="280265"/>
                </a:cubicBezTo>
                <a:cubicBezTo>
                  <a:pt x="461519" y="295368"/>
                  <a:pt x="457071" y="310032"/>
                  <a:pt x="451178" y="324259"/>
                </a:cubicBezTo>
                <a:cubicBezTo>
                  <a:pt x="445286" y="338484"/>
                  <a:pt x="438062" y="352000"/>
                  <a:pt x="429507" y="364803"/>
                </a:cubicBezTo>
                <a:cubicBezTo>
                  <a:pt x="420952" y="377607"/>
                  <a:pt x="411231" y="389453"/>
                  <a:pt x="400342" y="400341"/>
                </a:cubicBezTo>
                <a:cubicBezTo>
                  <a:pt x="389455" y="411229"/>
                  <a:pt x="377609" y="420950"/>
                  <a:pt x="364805" y="429505"/>
                </a:cubicBezTo>
                <a:cubicBezTo>
                  <a:pt x="352001" y="438060"/>
                  <a:pt x="338486" y="445284"/>
                  <a:pt x="324259" y="451177"/>
                </a:cubicBezTo>
                <a:cubicBezTo>
                  <a:pt x="310033" y="457070"/>
                  <a:pt x="295369" y="461518"/>
                  <a:pt x="280268" y="464522"/>
                </a:cubicBezTo>
                <a:cubicBezTo>
                  <a:pt x="265164" y="467527"/>
                  <a:pt x="249914" y="469029"/>
                  <a:pt x="234516" y="469029"/>
                </a:cubicBezTo>
                <a:cubicBezTo>
                  <a:pt x="219118" y="469029"/>
                  <a:pt x="203868" y="467527"/>
                  <a:pt x="188766" y="464522"/>
                </a:cubicBezTo>
                <a:cubicBezTo>
                  <a:pt x="173661" y="461518"/>
                  <a:pt x="158997" y="457070"/>
                  <a:pt x="144770" y="451177"/>
                </a:cubicBezTo>
                <a:cubicBezTo>
                  <a:pt x="130543" y="445284"/>
                  <a:pt x="117029" y="438060"/>
                  <a:pt x="104225" y="429505"/>
                </a:cubicBezTo>
                <a:cubicBezTo>
                  <a:pt x="91422" y="420950"/>
                  <a:pt x="79577" y="411229"/>
                  <a:pt x="68688" y="400341"/>
                </a:cubicBezTo>
                <a:cubicBezTo>
                  <a:pt x="57799" y="389453"/>
                  <a:pt x="48077" y="377607"/>
                  <a:pt x="39523" y="364803"/>
                </a:cubicBezTo>
                <a:cubicBezTo>
                  <a:pt x="30967" y="352000"/>
                  <a:pt x="23745" y="338484"/>
                  <a:pt x="17852" y="324259"/>
                </a:cubicBezTo>
                <a:cubicBezTo>
                  <a:pt x="11959" y="310032"/>
                  <a:pt x="7511" y="295368"/>
                  <a:pt x="4506" y="280265"/>
                </a:cubicBezTo>
                <a:cubicBezTo>
                  <a:pt x="1502" y="265163"/>
                  <a:pt x="0" y="249913"/>
                  <a:pt x="2" y="234515"/>
                </a:cubicBezTo>
                <a:cubicBezTo>
                  <a:pt x="0" y="219116"/>
                  <a:pt x="1502" y="203865"/>
                  <a:pt x="4506" y="188762"/>
                </a:cubicBezTo>
                <a:cubicBezTo>
                  <a:pt x="7511" y="173660"/>
                  <a:pt x="11959" y="158995"/>
                  <a:pt x="17852" y="144769"/>
                </a:cubicBezTo>
                <a:cubicBezTo>
                  <a:pt x="23745" y="130542"/>
                  <a:pt x="30967" y="117028"/>
                  <a:pt x="39522" y="104224"/>
                </a:cubicBezTo>
                <a:cubicBezTo>
                  <a:pt x="48077" y="91421"/>
                  <a:pt x="57799" y="79575"/>
                  <a:pt x="68688" y="68688"/>
                </a:cubicBezTo>
                <a:cubicBezTo>
                  <a:pt x="79577" y="57799"/>
                  <a:pt x="91422" y="48077"/>
                  <a:pt x="104225" y="39522"/>
                </a:cubicBezTo>
                <a:cubicBezTo>
                  <a:pt x="117029" y="30967"/>
                  <a:pt x="130543" y="23743"/>
                  <a:pt x="144770" y="17851"/>
                </a:cubicBezTo>
                <a:cubicBezTo>
                  <a:pt x="158997" y="11958"/>
                  <a:pt x="173661" y="7510"/>
                  <a:pt x="188766" y="4506"/>
                </a:cubicBezTo>
                <a:cubicBezTo>
                  <a:pt x="203868" y="1502"/>
                  <a:pt x="219118" y="0"/>
                  <a:pt x="234516" y="0"/>
                </a:cubicBezTo>
                <a:cubicBezTo>
                  <a:pt x="249914" y="0"/>
                  <a:pt x="265164" y="1502"/>
                  <a:pt x="280266" y="4506"/>
                </a:cubicBezTo>
                <a:cubicBezTo>
                  <a:pt x="295368" y="7510"/>
                  <a:pt x="310033" y="11958"/>
                  <a:pt x="324259" y="17851"/>
                </a:cubicBezTo>
                <a:cubicBezTo>
                  <a:pt x="338486" y="23743"/>
                  <a:pt x="352001" y="30967"/>
                  <a:pt x="364804" y="39522"/>
                </a:cubicBezTo>
                <a:cubicBezTo>
                  <a:pt x="377608" y="48077"/>
                  <a:pt x="389452" y="57799"/>
                  <a:pt x="400342" y="68688"/>
                </a:cubicBezTo>
                <a:cubicBezTo>
                  <a:pt x="411231" y="79575"/>
                  <a:pt x="420952" y="91421"/>
                  <a:pt x="429507" y="104225"/>
                </a:cubicBezTo>
                <a:cubicBezTo>
                  <a:pt x="438062" y="117028"/>
                  <a:pt x="445285" y="130543"/>
                  <a:pt x="451178" y="144769"/>
                </a:cubicBezTo>
                <a:cubicBezTo>
                  <a:pt x="457071" y="158996"/>
                  <a:pt x="461519" y="173660"/>
                  <a:pt x="464524" y="188762"/>
                </a:cubicBezTo>
                <a:cubicBezTo>
                  <a:pt x="467528" y="203865"/>
                  <a:pt x="469029" y="219116"/>
                  <a:pt x="469031" y="234515"/>
                </a:cubicBez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3809C-6F07-4002-8291-29EC8C8A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767" y="5202222"/>
            <a:ext cx="469029" cy="469029"/>
          </a:xfrm>
          <a:custGeom xmlns:a="http://schemas.openxmlformats.org/drawingml/2006/main">
            <a:pathLst>
              <a:path w="469029" h="469029">
                <a:moveTo>
                  <a:pt x="226535" y="39249"/>
                </a:moveTo>
                <a:lnTo>
                  <a:pt x="226535" y="107160"/>
                </a:lnTo>
                <a:lnTo>
                  <a:pt x="243146" y="107160"/>
                </a:lnTo>
                <a:lnTo>
                  <a:pt x="243146" y="39249"/>
                </a:lnTo>
                <a:lnTo>
                  <a:pt x="226535" y="39249"/>
                </a:lnTo>
                <a:close/>
                <a:moveTo>
                  <a:pt x="133380" y="121654"/>
                </a:moveTo>
                <a:lnTo>
                  <a:pt x="127192" y="127680"/>
                </a:lnTo>
                <a:lnTo>
                  <a:pt x="189892" y="210086"/>
                </a:lnTo>
                <a:cubicBezTo>
                  <a:pt x="187612" y="215786"/>
                  <a:pt x="186472" y="221812"/>
                  <a:pt x="186472" y="228163"/>
                </a:cubicBezTo>
                <a:cubicBezTo>
                  <a:pt x="186472" y="254872"/>
                  <a:pt x="208132" y="276532"/>
                  <a:pt x="234840" y="276532"/>
                </a:cubicBezTo>
                <a:cubicBezTo>
                  <a:pt x="260572" y="276532"/>
                  <a:pt x="281743" y="256337"/>
                  <a:pt x="283209" y="230932"/>
                </a:cubicBezTo>
                <a:lnTo>
                  <a:pt x="425872" y="151457"/>
                </a:lnTo>
                <a:lnTo>
                  <a:pt x="421312" y="143477"/>
                </a:lnTo>
                <a:lnTo>
                  <a:pt x="263177" y="189077"/>
                </a:lnTo>
                <a:cubicBezTo>
                  <a:pt x="255197" y="183215"/>
                  <a:pt x="245426" y="179795"/>
                  <a:pt x="234840" y="179795"/>
                </a:cubicBezTo>
                <a:cubicBezTo>
                  <a:pt x="226209" y="179795"/>
                  <a:pt x="218229" y="182075"/>
                  <a:pt x="211063" y="185983"/>
                </a:cubicBezTo>
                <a:lnTo>
                  <a:pt x="133380" y="121654"/>
                </a:lnTo>
                <a:close/>
                <a:moveTo>
                  <a:pt x="234840" y="196406"/>
                </a:moveTo>
                <a:cubicBezTo>
                  <a:pt x="252429" y="196406"/>
                  <a:pt x="266597" y="210575"/>
                  <a:pt x="266597" y="228163"/>
                </a:cubicBezTo>
                <a:cubicBezTo>
                  <a:pt x="266597" y="245752"/>
                  <a:pt x="252429" y="259920"/>
                  <a:pt x="234840" y="259920"/>
                </a:cubicBezTo>
                <a:cubicBezTo>
                  <a:pt x="217252" y="259920"/>
                  <a:pt x="203083" y="245752"/>
                  <a:pt x="203083" y="228163"/>
                </a:cubicBezTo>
                <a:cubicBezTo>
                  <a:pt x="203083" y="210575"/>
                  <a:pt x="217252" y="196406"/>
                  <a:pt x="234840" y="196406"/>
                </a:cubicBezTo>
                <a:close/>
                <a:moveTo>
                  <a:pt x="45926" y="219857"/>
                </a:moveTo>
                <a:lnTo>
                  <a:pt x="45926" y="236469"/>
                </a:lnTo>
                <a:lnTo>
                  <a:pt x="113837" y="236469"/>
                </a:lnTo>
                <a:lnTo>
                  <a:pt x="113837" y="219857"/>
                </a:lnTo>
                <a:lnTo>
                  <a:pt x="45926" y="219857"/>
                </a:lnTo>
                <a:close/>
                <a:moveTo>
                  <a:pt x="355843" y="219857"/>
                </a:moveTo>
                <a:lnTo>
                  <a:pt x="355843" y="236469"/>
                </a:lnTo>
                <a:lnTo>
                  <a:pt x="423755" y="236469"/>
                </a:lnTo>
                <a:lnTo>
                  <a:pt x="423755" y="219857"/>
                </a:lnTo>
                <a:lnTo>
                  <a:pt x="355843" y="219857"/>
                </a:lnTo>
                <a:close/>
                <a:moveTo>
                  <a:pt x="226535" y="349166"/>
                </a:moveTo>
                <a:lnTo>
                  <a:pt x="226535" y="417078"/>
                </a:lnTo>
                <a:lnTo>
                  <a:pt x="243146" y="417078"/>
                </a:lnTo>
                <a:lnTo>
                  <a:pt x="243146" y="349166"/>
                </a:lnTo>
                <a:lnTo>
                  <a:pt x="226535" y="349166"/>
                </a:lnTo>
                <a:close/>
                <a:moveTo>
                  <a:pt x="234515" y="6026"/>
                </a:moveTo>
                <a:cubicBezTo>
                  <a:pt x="360729" y="6026"/>
                  <a:pt x="463003" y="108300"/>
                  <a:pt x="463003" y="234515"/>
                </a:cubicBezTo>
                <a:cubicBezTo>
                  <a:pt x="463003" y="360729"/>
                  <a:pt x="360729" y="463003"/>
                  <a:pt x="234515" y="463003"/>
                </a:cubicBezTo>
                <a:cubicBezTo>
                  <a:pt x="108300" y="463003"/>
                  <a:pt x="6026" y="360729"/>
                  <a:pt x="6026" y="234515"/>
                </a:cubicBezTo>
                <a:cubicBezTo>
                  <a:pt x="6026" y="108300"/>
                  <a:pt x="108300" y="6026"/>
                  <a:pt x="234515" y="6026"/>
                </a:cubicBezTo>
                <a:close/>
                <a:moveTo>
                  <a:pt x="234515" y="0"/>
                </a:moveTo>
                <a:cubicBezTo>
                  <a:pt x="105043" y="0"/>
                  <a:pt x="0" y="105043"/>
                  <a:pt x="0" y="234515"/>
                </a:cubicBezTo>
                <a:cubicBezTo>
                  <a:pt x="0" y="363986"/>
                  <a:pt x="105043" y="469029"/>
                  <a:pt x="234515" y="469029"/>
                </a:cubicBezTo>
                <a:cubicBezTo>
                  <a:pt x="363986" y="469029"/>
                  <a:pt x="469029" y="363986"/>
                  <a:pt x="469029" y="234515"/>
                </a:cubicBezTo>
                <a:cubicBezTo>
                  <a:pt x="469029" y="105043"/>
                  <a:pt x="363986" y="0"/>
                  <a:pt x="234515" y="0"/>
                </a:cubicBezTo>
                <a:close/>
              </a:path>
            </a:pathLst>
          </a:custGeom>
          <a:solidFill xmlns:a="http://schemas.openxmlformats.org/drawingml/2006/main">
            <a:srgbClr val="00507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f35a1b9c0488f"/>
          <a:stretch xmlns:a="http://schemas.openxmlformats.org/drawingml/2006/main"/>
        </p:blipFill>
        <p:spPr>
          <a:xfrm xmlns:a="http://schemas.openxmlformats.org/drawingml/2006/main">
            <a:off x="11420993" y="5428593"/>
            <a:ext cx="439269" cy="351772"/>
          </a:xfrm>
          <a:prstGeom xmlns:a="http://schemas.openxmlformats.org/drawingml/2006/main" prst="rect">
            <a:avLst/>
          </a:prstGeom>
        </p:spPr>
      </p:pic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F8AAB-8907-4A39-ADBD-CA721E4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615" y="5283162"/>
            <a:ext cx="1447639" cy="439715"/>
          </a:xfrm>
          <a:custGeom xmlns:a="http://schemas.openxmlformats.org/drawingml/2006/main">
            <a:pathLst>
              <a:path w="1447639" h="439715" fill="none">
                <a:moveTo>
                  <a:pt x="0" y="489"/>
                </a:moveTo>
                <a:lnTo>
                  <a:pt x="81592" y="0"/>
                </a:lnTo>
                <a:lnTo>
                  <a:pt x="81592" y="439715"/>
                </a:lnTo>
                <a:lnTo>
                  <a:pt x="1447639" y="439715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078D8-EC9C-4325-BE07-CD06E7E6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254" y="5684931"/>
            <a:ext cx="114000" cy="75892"/>
          </a:xfrm>
          <a:custGeom xmlns:a="http://schemas.openxmlformats.org/drawingml/2006/main">
            <a:pathLst>
              <a:path w="114000" h="75892">
                <a:moveTo>
                  <a:pt x="114000" y="37946"/>
                </a:moveTo>
                <a:lnTo>
                  <a:pt x="0" y="75892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CF0D0-24DF-4169-AD4A-6B7431F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254" y="5684931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114000" y="37946"/>
                </a:moveTo>
                <a:lnTo>
                  <a:pt x="0" y="75892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91EAE-E50B-482F-B5FA-18968C0D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326" y="4469364"/>
            <a:ext cx="2467289" cy="1628574"/>
          </a:xfrm>
          <a:custGeom xmlns:a="http://schemas.openxmlformats.org/drawingml/2006/main">
            <a:pathLst>
              <a:path w="2467289" h="1628574" fill="none">
                <a:moveTo>
                  <a:pt x="0" y="0"/>
                </a:moveTo>
                <a:lnTo>
                  <a:pt x="2467289" y="0"/>
                </a:lnTo>
                <a:lnTo>
                  <a:pt x="2467289" y="1628574"/>
                </a:lnTo>
                <a:lnTo>
                  <a:pt x="0" y="16285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79DF2-E755-45A4-8029-7A031A0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26" y="4713650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42F9A-459E-4473-87E3-4181793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326" y="4713650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5E6F0-6E54-462E-89BE-83EB522E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27" y="4713650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46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C39C892E-7F00-430E-926D-89754EA7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229" y="4760594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2" y="73413"/>
                  <a:pt x="130337" y="72389"/>
                  <a:pt x="138353" y="70342"/>
                </a:cubicBezTo>
                <a:cubicBezTo>
                  <a:pt x="141661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3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7" y="85808"/>
                  <a:pt x="124187" y="86518"/>
                  <a:pt x="118123" y="86518"/>
                </a:cubicBezTo>
                <a:cubicBezTo>
                  <a:pt x="107690" y="86518"/>
                  <a:pt x="99345" y="83570"/>
                  <a:pt x="93090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8" y="27811"/>
                  <a:pt x="108411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2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5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5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3" y="2163"/>
                </a:moveTo>
                <a:lnTo>
                  <a:pt x="450403" y="53056"/>
                </a:lnTo>
                <a:cubicBezTo>
                  <a:pt x="453159" y="53056"/>
                  <a:pt x="455195" y="53650"/>
                  <a:pt x="456510" y="54837"/>
                </a:cubicBezTo>
                <a:cubicBezTo>
                  <a:pt x="457825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3" y="66161"/>
                </a:cubicBezTo>
                <a:lnTo>
                  <a:pt x="450403" y="71377"/>
                </a:lnTo>
                <a:cubicBezTo>
                  <a:pt x="453159" y="71377"/>
                  <a:pt x="455195" y="71982"/>
                  <a:pt x="456510" y="73190"/>
                </a:cubicBezTo>
                <a:cubicBezTo>
                  <a:pt x="457825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7" y="84482"/>
                </a:cubicBezTo>
                <a:lnTo>
                  <a:pt x="432272" y="84482"/>
                </a:lnTo>
                <a:cubicBezTo>
                  <a:pt x="429134" y="84482"/>
                  <a:pt x="426897" y="83867"/>
                  <a:pt x="425561" y="82637"/>
                </a:cubicBezTo>
                <a:cubicBezTo>
                  <a:pt x="424225" y="81407"/>
                  <a:pt x="423557" y="79817"/>
                  <a:pt x="423557" y="77866"/>
                </a:cubicBezTo>
                <a:cubicBezTo>
                  <a:pt x="423557" y="75915"/>
                  <a:pt x="424225" y="74346"/>
                  <a:pt x="425561" y="73159"/>
                </a:cubicBezTo>
                <a:cubicBezTo>
                  <a:pt x="426897" y="71971"/>
                  <a:pt x="429134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3" y="2163"/>
                </a:lnTo>
                <a:lnTo>
                  <a:pt x="450403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4" y="104435"/>
                  <a:pt x="502555" y="105476"/>
                  <a:pt x="500901" y="105476"/>
                </a:cubicBezTo>
                <a:cubicBezTo>
                  <a:pt x="499798" y="105476"/>
                  <a:pt x="498855" y="105114"/>
                  <a:pt x="498070" y="104392"/>
                </a:cubicBezTo>
                <a:cubicBezTo>
                  <a:pt x="497286" y="103670"/>
                  <a:pt x="496893" y="102863"/>
                  <a:pt x="496893" y="101971"/>
                </a:cubicBezTo>
                <a:cubicBezTo>
                  <a:pt x="496893" y="101333"/>
                  <a:pt x="497042" y="100462"/>
                  <a:pt x="497339" y="99358"/>
                </a:cubicBezTo>
                <a:lnTo>
                  <a:pt x="506372" y="66924"/>
                </a:lnTo>
                <a:close/>
                <a:moveTo>
                  <a:pt x="606237" y="40905"/>
                </a:moveTo>
                <a:cubicBezTo>
                  <a:pt x="610096" y="43535"/>
                  <a:pt x="612980" y="46578"/>
                  <a:pt x="614889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90" y="70540"/>
                  <a:pt x="613966" y="74463"/>
                </a:cubicBezTo>
                <a:cubicBezTo>
                  <a:pt x="611443" y="78386"/>
                  <a:pt x="607785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7" y="84816"/>
                  <a:pt x="561387" y="81667"/>
                </a:cubicBezTo>
                <a:cubicBezTo>
                  <a:pt x="558546" y="79879"/>
                  <a:pt x="557125" y="77751"/>
                  <a:pt x="557125" y="75282"/>
                </a:cubicBezTo>
                <a:cubicBezTo>
                  <a:pt x="557125" y="73409"/>
                  <a:pt x="557751" y="71824"/>
                  <a:pt x="559002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3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6" y="73286"/>
                  <a:pt x="596228" y="72302"/>
                  <a:pt x="599621" y="70336"/>
                </a:cubicBezTo>
                <a:cubicBezTo>
                  <a:pt x="603014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2" y="54280"/>
                </a:cubicBezTo>
                <a:cubicBezTo>
                  <a:pt x="599780" y="51805"/>
                  <a:pt x="597140" y="49890"/>
                  <a:pt x="593832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2" y="43736"/>
                  <a:pt x="577419" y="42241"/>
                  <a:pt x="577419" y="40460"/>
                </a:cubicBezTo>
                <a:cubicBezTo>
                  <a:pt x="577419" y="38594"/>
                  <a:pt x="578055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8" y="33844"/>
                  <a:pt x="590799" y="33823"/>
                  <a:pt x="591096" y="33780"/>
                </a:cubicBezTo>
                <a:cubicBezTo>
                  <a:pt x="592793" y="33611"/>
                  <a:pt x="594489" y="33061"/>
                  <a:pt x="596185" y="32132"/>
                </a:cubicBezTo>
                <a:cubicBezTo>
                  <a:pt x="597882" y="31202"/>
                  <a:pt x="599250" y="29923"/>
                  <a:pt x="600289" y="28295"/>
                </a:cubicBezTo>
                <a:cubicBezTo>
                  <a:pt x="601328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1" y="14110"/>
                  <a:pt x="592093" y="13105"/>
                  <a:pt x="587216" y="13105"/>
                </a:cubicBezTo>
                <a:cubicBezTo>
                  <a:pt x="580939" y="13105"/>
                  <a:pt x="576146" y="14915"/>
                  <a:pt x="572838" y="18534"/>
                </a:cubicBezTo>
                <a:cubicBezTo>
                  <a:pt x="571863" y="19585"/>
                  <a:pt x="571078" y="20258"/>
                  <a:pt x="570484" y="20554"/>
                </a:cubicBezTo>
                <a:cubicBezTo>
                  <a:pt x="569594" y="21017"/>
                  <a:pt x="568597" y="21248"/>
                  <a:pt x="567495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2" y="18057"/>
                  <a:pt x="561006" y="16483"/>
                  <a:pt x="561006" y="14612"/>
                </a:cubicBezTo>
                <a:cubicBezTo>
                  <a:pt x="561006" y="11676"/>
                  <a:pt x="562957" y="8826"/>
                  <a:pt x="566858" y="6061"/>
                </a:cubicBezTo>
                <a:cubicBezTo>
                  <a:pt x="572541" y="2020"/>
                  <a:pt x="579645" y="0"/>
                  <a:pt x="588170" y="0"/>
                </a:cubicBezTo>
                <a:cubicBezTo>
                  <a:pt x="596228" y="0"/>
                  <a:pt x="602695" y="2294"/>
                  <a:pt x="607573" y="6882"/>
                </a:cubicBezTo>
                <a:cubicBezTo>
                  <a:pt x="612450" y="11469"/>
                  <a:pt x="614889" y="16991"/>
                  <a:pt x="614889" y="23447"/>
                </a:cubicBezTo>
                <a:cubicBezTo>
                  <a:pt x="614889" y="26802"/>
                  <a:pt x="614168" y="29935"/>
                  <a:pt x="612726" y="32846"/>
                </a:cubicBezTo>
                <a:cubicBezTo>
                  <a:pt x="611284" y="35755"/>
                  <a:pt x="609121" y="38441"/>
                  <a:pt x="606237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10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3" y="64316"/>
                </a:cubicBezTo>
                <a:cubicBezTo>
                  <a:pt x="689657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10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3" y="82669"/>
                </a:cubicBezTo>
                <a:cubicBezTo>
                  <a:pt x="689657" y="83878"/>
                  <a:pt x="687419" y="84482"/>
                  <a:pt x="684281" y="84482"/>
                </a:cubicBezTo>
                <a:lnTo>
                  <a:pt x="666787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7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2" y="66161"/>
                </a:lnTo>
                <a:lnTo>
                  <a:pt x="636442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9B6107F2-944E-48EA-ABE2-C807AEF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226" y="4923451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40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3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1" y="14409"/>
                  <a:pt x="197725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5" y="3722"/>
                </a:cubicBezTo>
                <a:cubicBezTo>
                  <a:pt x="199061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1" y="57361"/>
                  <a:pt x="454411" y="61644"/>
                </a:cubicBezTo>
                <a:cubicBezTo>
                  <a:pt x="454411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2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10" y="68578"/>
                </a:cubicBezTo>
                <a:cubicBezTo>
                  <a:pt x="401439" y="68578"/>
                  <a:pt x="402712" y="69002"/>
                  <a:pt x="404027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9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6" y="14915"/>
                  <a:pt x="409498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3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6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5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...">
            <a:extLst xmlns:a="http://schemas.openxmlformats.org/drawingml/2006/main">
              <a:ext uri="{FF2B5EF4-FFF2-40B4-BE49-F238E27FC236}">
                <a16:creationId xmlns:a16="http://schemas.microsoft.com/office/drawing/2014/main" id="{9B488ACE-B23E-4A55-8D9D-4661C1A4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327" y="5171808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EA950-C5B0-4143-94EB-1A107FE1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56" y="4583364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33FD8-1A87-4F71-B5BA-4822A88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56" y="4583364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5B433-6E52-4317-A11A-98877406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557" y="4583364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52" name="Text bezx4,">
            <a:extLst xmlns:a="http://schemas.openxmlformats.org/drawingml/2006/main">
              <a:ext uri="{FF2B5EF4-FFF2-40B4-BE49-F238E27FC236}">
                <a16:creationId xmlns:a16="http://schemas.microsoft.com/office/drawing/2014/main" id="{E8BE39EC-C0DF-4D2F-A77F-89185FB7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659" y="4632216"/>
            <a:ext cx="523803" cy="103567"/>
          </a:xfrm>
          <a:custGeom xmlns:a="http://schemas.openxmlformats.org/drawingml/2006/main">
            <a:pathLst>
              <a:path w="523803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49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2" y="71505"/>
                  <a:pt x="130337" y="70481"/>
                  <a:pt x="138352" y="68433"/>
                </a:cubicBezTo>
                <a:cubicBezTo>
                  <a:pt x="141660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2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6" y="83899"/>
                  <a:pt x="124187" y="84609"/>
                  <a:pt x="118122" y="84609"/>
                </a:cubicBezTo>
                <a:cubicBezTo>
                  <a:pt x="107689" y="84609"/>
                  <a:pt x="99345" y="81662"/>
                  <a:pt x="93090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8" y="37396"/>
                  <a:pt x="93853" y="31649"/>
                </a:cubicBezTo>
                <a:cubicBezTo>
                  <a:pt x="100617" y="25902"/>
                  <a:pt x="108410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4" y="43478"/>
                </a:cubicBezTo>
                <a:cubicBezTo>
                  <a:pt x="150652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4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1" y="69469"/>
                </a:moveTo>
                <a:lnTo>
                  <a:pt x="212643" y="69469"/>
                </a:lnTo>
                <a:cubicBezTo>
                  <a:pt x="212771" y="66203"/>
                  <a:pt x="213438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0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6" y="37915"/>
                </a:lnTo>
                <a:lnTo>
                  <a:pt x="183316" y="39188"/>
                </a:lnTo>
                <a:cubicBezTo>
                  <a:pt x="183316" y="42453"/>
                  <a:pt x="182712" y="44754"/>
                  <a:pt x="181503" y="46090"/>
                </a:cubicBezTo>
                <a:cubicBezTo>
                  <a:pt x="180294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4" y="46090"/>
                </a:cubicBezTo>
                <a:cubicBezTo>
                  <a:pt x="170816" y="44754"/>
                  <a:pt x="170211" y="42453"/>
                  <a:pt x="170211" y="39188"/>
                </a:cubicBezTo>
                <a:lnTo>
                  <a:pt x="170275" y="24810"/>
                </a:lnTo>
                <a:lnTo>
                  <a:pt x="224221" y="24810"/>
                </a:lnTo>
                <a:lnTo>
                  <a:pt x="224221" y="35498"/>
                </a:lnTo>
                <a:lnTo>
                  <a:pt x="189741" y="69469"/>
                </a:lnTo>
                <a:close/>
                <a:moveTo>
                  <a:pt x="362965" y="52555"/>
                </a:moveTo>
                <a:lnTo>
                  <a:pt x="382664" y="69469"/>
                </a:lnTo>
                <a:cubicBezTo>
                  <a:pt x="385039" y="69596"/>
                  <a:pt x="386820" y="70267"/>
                  <a:pt x="388008" y="71483"/>
                </a:cubicBezTo>
                <a:cubicBezTo>
                  <a:pt x="389195" y="72697"/>
                  <a:pt x="389789" y="74220"/>
                  <a:pt x="389789" y="76053"/>
                </a:cubicBezTo>
                <a:cubicBezTo>
                  <a:pt x="389789" y="77971"/>
                  <a:pt x="389121" y="79537"/>
                  <a:pt x="387785" y="80753"/>
                </a:cubicBezTo>
                <a:cubicBezTo>
                  <a:pt x="386449" y="81967"/>
                  <a:pt x="384212" y="82574"/>
                  <a:pt x="381074" y="82574"/>
                </a:cubicBezTo>
                <a:lnTo>
                  <a:pt x="366251" y="82574"/>
                </a:lnTo>
                <a:cubicBezTo>
                  <a:pt x="363113" y="82574"/>
                  <a:pt x="360875" y="81967"/>
                  <a:pt x="359540" y="80753"/>
                </a:cubicBezTo>
                <a:cubicBezTo>
                  <a:pt x="358204" y="79537"/>
                  <a:pt x="357536" y="77928"/>
                  <a:pt x="357536" y="75926"/>
                </a:cubicBezTo>
                <a:cubicBezTo>
                  <a:pt x="357536" y="74391"/>
                  <a:pt x="358013" y="73038"/>
                  <a:pt x="358967" y="71866"/>
                </a:cubicBezTo>
                <a:cubicBezTo>
                  <a:pt x="359921" y="70695"/>
                  <a:pt x="361225" y="69896"/>
                  <a:pt x="362879" y="69469"/>
                </a:cubicBezTo>
                <a:lnTo>
                  <a:pt x="353059" y="61042"/>
                </a:lnTo>
                <a:lnTo>
                  <a:pt x="343222" y="69469"/>
                </a:lnTo>
                <a:cubicBezTo>
                  <a:pt x="345215" y="69980"/>
                  <a:pt x="346647" y="70769"/>
                  <a:pt x="347516" y="71835"/>
                </a:cubicBezTo>
                <a:cubicBezTo>
                  <a:pt x="348385" y="72900"/>
                  <a:pt x="348820" y="74264"/>
                  <a:pt x="348820" y="75926"/>
                </a:cubicBezTo>
                <a:cubicBezTo>
                  <a:pt x="348820" y="77928"/>
                  <a:pt x="348163" y="79537"/>
                  <a:pt x="346848" y="80753"/>
                </a:cubicBezTo>
                <a:cubicBezTo>
                  <a:pt x="345533" y="81967"/>
                  <a:pt x="343307" y="82574"/>
                  <a:pt x="340168" y="82574"/>
                </a:cubicBezTo>
                <a:lnTo>
                  <a:pt x="325473" y="82574"/>
                </a:lnTo>
                <a:cubicBezTo>
                  <a:pt x="322335" y="82574"/>
                  <a:pt x="320098" y="81967"/>
                  <a:pt x="318762" y="80753"/>
                </a:cubicBezTo>
                <a:cubicBezTo>
                  <a:pt x="317426" y="79537"/>
                  <a:pt x="316758" y="77950"/>
                  <a:pt x="316758" y="75989"/>
                </a:cubicBezTo>
                <a:cubicBezTo>
                  <a:pt x="316758" y="74199"/>
                  <a:pt x="317351" y="72697"/>
                  <a:pt x="318539" y="71483"/>
                </a:cubicBezTo>
                <a:cubicBezTo>
                  <a:pt x="319726" y="70267"/>
                  <a:pt x="321508" y="69596"/>
                  <a:pt x="323883" y="69469"/>
                </a:cubicBezTo>
                <a:lnTo>
                  <a:pt x="343270" y="52642"/>
                </a:lnTo>
                <a:lnTo>
                  <a:pt x="326109" y="37915"/>
                </a:lnTo>
                <a:cubicBezTo>
                  <a:pt x="323861" y="37744"/>
                  <a:pt x="322154" y="37052"/>
                  <a:pt x="320988" y="35838"/>
                </a:cubicBezTo>
                <a:cubicBezTo>
                  <a:pt x="319822" y="34622"/>
                  <a:pt x="319239" y="33120"/>
                  <a:pt x="319239" y="31331"/>
                </a:cubicBezTo>
                <a:cubicBezTo>
                  <a:pt x="319239" y="29413"/>
                  <a:pt x="319907" y="27847"/>
                  <a:pt x="321243" y="26633"/>
                </a:cubicBezTo>
                <a:cubicBezTo>
                  <a:pt x="322579" y="25418"/>
                  <a:pt x="324816" y="24810"/>
                  <a:pt x="327954" y="24810"/>
                </a:cubicBezTo>
                <a:lnTo>
                  <a:pt x="340168" y="24810"/>
                </a:lnTo>
                <a:cubicBezTo>
                  <a:pt x="343307" y="24810"/>
                  <a:pt x="345544" y="25418"/>
                  <a:pt x="346880" y="26633"/>
                </a:cubicBezTo>
                <a:cubicBezTo>
                  <a:pt x="348216" y="27847"/>
                  <a:pt x="348884" y="29392"/>
                  <a:pt x="348884" y="31267"/>
                </a:cubicBezTo>
                <a:cubicBezTo>
                  <a:pt x="348884" y="33783"/>
                  <a:pt x="347696" y="35829"/>
                  <a:pt x="345321" y="37406"/>
                </a:cubicBezTo>
                <a:lnTo>
                  <a:pt x="353114" y="44098"/>
                </a:lnTo>
                <a:lnTo>
                  <a:pt x="360971" y="37279"/>
                </a:lnTo>
                <a:cubicBezTo>
                  <a:pt x="358638" y="35617"/>
                  <a:pt x="357472" y="33699"/>
                  <a:pt x="357472" y="31524"/>
                </a:cubicBezTo>
                <a:cubicBezTo>
                  <a:pt x="357472" y="29477"/>
                  <a:pt x="358140" y="27847"/>
                  <a:pt x="359476" y="26633"/>
                </a:cubicBezTo>
                <a:cubicBezTo>
                  <a:pt x="360812" y="25418"/>
                  <a:pt x="363049" y="24810"/>
                  <a:pt x="366187" y="24810"/>
                </a:cubicBezTo>
                <a:lnTo>
                  <a:pt x="378274" y="24810"/>
                </a:lnTo>
                <a:cubicBezTo>
                  <a:pt x="381413" y="24810"/>
                  <a:pt x="383650" y="25418"/>
                  <a:pt x="384986" y="26633"/>
                </a:cubicBezTo>
                <a:cubicBezTo>
                  <a:pt x="386322" y="27847"/>
                  <a:pt x="386990" y="29434"/>
                  <a:pt x="386990" y="31395"/>
                </a:cubicBezTo>
                <a:cubicBezTo>
                  <a:pt x="386990" y="33141"/>
                  <a:pt x="386407" y="34622"/>
                  <a:pt x="385240" y="35838"/>
                </a:cubicBezTo>
                <a:cubicBezTo>
                  <a:pt x="384074" y="37052"/>
                  <a:pt x="382346" y="37744"/>
                  <a:pt x="380056" y="37915"/>
                </a:cubicBezTo>
                <a:lnTo>
                  <a:pt x="362965" y="52555"/>
                </a:lnTo>
                <a:close/>
                <a:moveTo>
                  <a:pt x="450402" y="254"/>
                </a:moveTo>
                <a:lnTo>
                  <a:pt x="450402" y="51147"/>
                </a:lnTo>
                <a:cubicBezTo>
                  <a:pt x="453159" y="51147"/>
                  <a:pt x="455195" y="51741"/>
                  <a:pt x="456510" y="52929"/>
                </a:cubicBezTo>
                <a:cubicBezTo>
                  <a:pt x="457824" y="54116"/>
                  <a:pt x="458482" y="55685"/>
                  <a:pt x="458482" y="57636"/>
                </a:cubicBezTo>
                <a:cubicBezTo>
                  <a:pt x="458482" y="59587"/>
                  <a:pt x="457814" y="61178"/>
                  <a:pt x="456478" y="62407"/>
                </a:cubicBezTo>
                <a:cubicBezTo>
                  <a:pt x="455142" y="63637"/>
                  <a:pt x="453117" y="64252"/>
                  <a:pt x="450402" y="64252"/>
                </a:cubicBezTo>
                <a:lnTo>
                  <a:pt x="450402" y="69469"/>
                </a:lnTo>
                <a:cubicBezTo>
                  <a:pt x="453159" y="69469"/>
                  <a:pt x="455195" y="70073"/>
                  <a:pt x="456510" y="71282"/>
                </a:cubicBezTo>
                <a:cubicBezTo>
                  <a:pt x="457824" y="72491"/>
                  <a:pt x="458482" y="74070"/>
                  <a:pt x="458482" y="76021"/>
                </a:cubicBezTo>
                <a:cubicBezTo>
                  <a:pt x="458482" y="77972"/>
                  <a:pt x="457814" y="79552"/>
                  <a:pt x="456478" y="80761"/>
                </a:cubicBezTo>
                <a:cubicBezTo>
                  <a:pt x="455142" y="81969"/>
                  <a:pt x="452905" y="82574"/>
                  <a:pt x="449766" y="82574"/>
                </a:cubicBezTo>
                <a:lnTo>
                  <a:pt x="432272" y="82574"/>
                </a:lnTo>
                <a:cubicBezTo>
                  <a:pt x="429133" y="82574"/>
                  <a:pt x="426896" y="81959"/>
                  <a:pt x="425560" y="80729"/>
                </a:cubicBezTo>
                <a:cubicBezTo>
                  <a:pt x="424224" y="79499"/>
                  <a:pt x="423556" y="77909"/>
                  <a:pt x="423556" y="75958"/>
                </a:cubicBezTo>
                <a:cubicBezTo>
                  <a:pt x="423556" y="74007"/>
                  <a:pt x="424224" y="72438"/>
                  <a:pt x="425560" y="71250"/>
                </a:cubicBezTo>
                <a:cubicBezTo>
                  <a:pt x="426896" y="70063"/>
                  <a:pt x="429133" y="69469"/>
                  <a:pt x="432272" y="69469"/>
                </a:cubicBezTo>
                <a:lnTo>
                  <a:pt x="437361" y="69469"/>
                </a:lnTo>
                <a:lnTo>
                  <a:pt x="437361" y="64252"/>
                </a:lnTo>
                <a:lnTo>
                  <a:pt x="401927" y="64252"/>
                </a:lnTo>
                <a:lnTo>
                  <a:pt x="401927" y="53320"/>
                </a:lnTo>
                <a:lnTo>
                  <a:pt x="433162" y="254"/>
                </a:lnTo>
                <a:lnTo>
                  <a:pt x="450402" y="254"/>
                </a:lnTo>
                <a:moveTo>
                  <a:pt x="437361" y="51147"/>
                </a:moveTo>
                <a:lnTo>
                  <a:pt x="437361" y="18977"/>
                </a:lnTo>
                <a:lnTo>
                  <a:pt x="418467" y="51147"/>
                </a:lnTo>
                <a:lnTo>
                  <a:pt x="437361" y="51147"/>
                </a:lnTo>
                <a:close/>
                <a:moveTo>
                  <a:pt x="506372" y="65016"/>
                </a:moveTo>
                <a:lnTo>
                  <a:pt x="523803" y="65016"/>
                </a:lnTo>
                <a:lnTo>
                  <a:pt x="505036" y="100444"/>
                </a:lnTo>
                <a:cubicBezTo>
                  <a:pt x="503934" y="102526"/>
                  <a:pt x="502555" y="103567"/>
                  <a:pt x="500901" y="103567"/>
                </a:cubicBezTo>
                <a:cubicBezTo>
                  <a:pt x="499798" y="103567"/>
                  <a:pt x="498855" y="103206"/>
                  <a:pt x="498070" y="102484"/>
                </a:cubicBezTo>
                <a:cubicBezTo>
                  <a:pt x="497286" y="101761"/>
                  <a:pt x="496893" y="100954"/>
                  <a:pt x="496893" y="100062"/>
                </a:cubicBezTo>
                <a:cubicBezTo>
                  <a:pt x="496893" y="99425"/>
                  <a:pt x="497042" y="98554"/>
                  <a:pt x="497339" y="97450"/>
                </a:cubicBezTo>
                <a:lnTo>
                  <a:pt x="506372" y="65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54">
            <a:extLst xmlns:a="http://schemas.openxmlformats.org/drawingml/2006/main">
              <a:ext uri="{FF2B5EF4-FFF2-40B4-BE49-F238E27FC236}">
                <a16:creationId xmlns:a16="http://schemas.microsoft.com/office/drawing/2014/main" id="{BAA08072-B009-4005-9E7B-B7F35591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745" y="4632471"/>
            <a:ext cx="136062" cy="84228"/>
          </a:xfrm>
          <a:custGeom xmlns:a="http://schemas.openxmlformats.org/drawingml/2006/main">
            <a:pathLst>
              <a:path w="136062" h="84228">
                <a:moveTo>
                  <a:pt x="19721" y="13105"/>
                </a:moveTo>
                <a:lnTo>
                  <a:pt x="19721" y="28627"/>
                </a:lnTo>
                <a:cubicBezTo>
                  <a:pt x="24556" y="27100"/>
                  <a:pt x="28945" y="26337"/>
                  <a:pt x="32890" y="26337"/>
                </a:cubicBezTo>
                <a:cubicBezTo>
                  <a:pt x="40905" y="26337"/>
                  <a:pt x="47564" y="29070"/>
                  <a:pt x="52865" y="34536"/>
                </a:cubicBezTo>
                <a:cubicBezTo>
                  <a:pt x="58166" y="40000"/>
                  <a:pt x="60817" y="47053"/>
                  <a:pt x="60817" y="55696"/>
                </a:cubicBezTo>
                <a:cubicBezTo>
                  <a:pt x="60817" y="64592"/>
                  <a:pt x="58135" y="71571"/>
                  <a:pt x="52770" y="76634"/>
                </a:cubicBezTo>
                <a:cubicBezTo>
                  <a:pt x="47405" y="81696"/>
                  <a:pt x="39188" y="84228"/>
                  <a:pt x="28118" y="84228"/>
                </a:cubicBezTo>
                <a:cubicBezTo>
                  <a:pt x="18364" y="84228"/>
                  <a:pt x="10645" y="82371"/>
                  <a:pt x="4962" y="78657"/>
                </a:cubicBezTo>
                <a:cubicBezTo>
                  <a:pt x="1654" y="76522"/>
                  <a:pt x="0" y="74067"/>
                  <a:pt x="0" y="71292"/>
                </a:cubicBezTo>
                <a:cubicBezTo>
                  <a:pt x="0" y="69542"/>
                  <a:pt x="647" y="68017"/>
                  <a:pt x="1940" y="66715"/>
                </a:cubicBezTo>
                <a:cubicBezTo>
                  <a:pt x="3234" y="65413"/>
                  <a:pt x="4771" y="64761"/>
                  <a:pt x="6552" y="64761"/>
                </a:cubicBezTo>
                <a:cubicBezTo>
                  <a:pt x="8037" y="64761"/>
                  <a:pt x="9648" y="65479"/>
                  <a:pt x="11387" y="66914"/>
                </a:cubicBezTo>
                <a:cubicBezTo>
                  <a:pt x="13126" y="68350"/>
                  <a:pt x="14950" y="69346"/>
                  <a:pt x="16858" y="69902"/>
                </a:cubicBezTo>
                <a:cubicBezTo>
                  <a:pt x="19573" y="70716"/>
                  <a:pt x="23050" y="71123"/>
                  <a:pt x="27291" y="71123"/>
                </a:cubicBezTo>
                <a:cubicBezTo>
                  <a:pt x="35180" y="71123"/>
                  <a:pt x="40566" y="69869"/>
                  <a:pt x="43450" y="67362"/>
                </a:cubicBezTo>
                <a:cubicBezTo>
                  <a:pt x="46334" y="64853"/>
                  <a:pt x="47776" y="61005"/>
                  <a:pt x="47776" y="55819"/>
                </a:cubicBezTo>
                <a:cubicBezTo>
                  <a:pt x="47776" y="50719"/>
                  <a:pt x="46387" y="46715"/>
                  <a:pt x="43609" y="43806"/>
                </a:cubicBezTo>
                <a:cubicBezTo>
                  <a:pt x="40831" y="40897"/>
                  <a:pt x="37258" y="39442"/>
                  <a:pt x="32890" y="39442"/>
                </a:cubicBezTo>
                <a:cubicBezTo>
                  <a:pt x="28182" y="39442"/>
                  <a:pt x="22817" y="40952"/>
                  <a:pt x="16795" y="43971"/>
                </a:cubicBezTo>
                <a:cubicBezTo>
                  <a:pt x="15438" y="44684"/>
                  <a:pt x="14250" y="45040"/>
                  <a:pt x="13232" y="45040"/>
                </a:cubicBezTo>
                <a:cubicBezTo>
                  <a:pt x="11366" y="45040"/>
                  <a:pt x="9807" y="44361"/>
                  <a:pt x="8556" y="43003"/>
                </a:cubicBezTo>
                <a:cubicBezTo>
                  <a:pt x="7305" y="41643"/>
                  <a:pt x="6680" y="39880"/>
                  <a:pt x="6680" y="37714"/>
                </a:cubicBezTo>
                <a:lnTo>
                  <a:pt x="6680" y="0"/>
                </a:lnTo>
                <a:lnTo>
                  <a:pt x="46567" y="0"/>
                </a:lnTo>
                <a:cubicBezTo>
                  <a:pt x="49705" y="0"/>
                  <a:pt x="51943" y="608"/>
                  <a:pt x="53279" y="1823"/>
                </a:cubicBezTo>
                <a:cubicBezTo>
                  <a:pt x="54614" y="3037"/>
                  <a:pt x="55282" y="4624"/>
                  <a:pt x="55282" y="6584"/>
                </a:cubicBezTo>
                <a:cubicBezTo>
                  <a:pt x="55282" y="8502"/>
                  <a:pt x="54614" y="10069"/>
                  <a:pt x="53279" y="11284"/>
                </a:cubicBezTo>
                <a:cubicBezTo>
                  <a:pt x="51943" y="12498"/>
                  <a:pt x="49705" y="13105"/>
                  <a:pt x="46567" y="13105"/>
                </a:cubicBezTo>
                <a:lnTo>
                  <a:pt x="19721" y="13105"/>
                </a:lnTo>
                <a:close/>
                <a:moveTo>
                  <a:pt x="127983" y="0"/>
                </a:moveTo>
                <a:lnTo>
                  <a:pt x="127983" y="50893"/>
                </a:lnTo>
                <a:cubicBezTo>
                  <a:pt x="130740" y="50893"/>
                  <a:pt x="132775" y="51487"/>
                  <a:pt x="134090" y="52674"/>
                </a:cubicBezTo>
                <a:cubicBezTo>
                  <a:pt x="135405" y="53862"/>
                  <a:pt x="136062" y="55431"/>
                  <a:pt x="136062" y="57382"/>
                </a:cubicBezTo>
                <a:cubicBezTo>
                  <a:pt x="136062" y="59333"/>
                  <a:pt x="135394" y="60923"/>
                  <a:pt x="134058" y="62153"/>
                </a:cubicBezTo>
                <a:cubicBezTo>
                  <a:pt x="132722" y="63383"/>
                  <a:pt x="130697" y="63998"/>
                  <a:pt x="127983" y="63998"/>
                </a:cubicBezTo>
                <a:lnTo>
                  <a:pt x="127983" y="69214"/>
                </a:lnTo>
                <a:cubicBezTo>
                  <a:pt x="130740" y="69214"/>
                  <a:pt x="132775" y="69819"/>
                  <a:pt x="134090" y="71027"/>
                </a:cubicBezTo>
                <a:cubicBezTo>
                  <a:pt x="135405" y="72236"/>
                  <a:pt x="136062" y="73816"/>
                  <a:pt x="136062" y="75767"/>
                </a:cubicBezTo>
                <a:cubicBezTo>
                  <a:pt x="136062" y="77718"/>
                  <a:pt x="135394" y="79298"/>
                  <a:pt x="134058" y="80506"/>
                </a:cubicBezTo>
                <a:cubicBezTo>
                  <a:pt x="132722" y="81715"/>
                  <a:pt x="130485" y="82319"/>
                  <a:pt x="127347" y="82319"/>
                </a:cubicBezTo>
                <a:lnTo>
                  <a:pt x="109852" y="82319"/>
                </a:lnTo>
                <a:cubicBezTo>
                  <a:pt x="106714" y="82319"/>
                  <a:pt x="104477" y="81704"/>
                  <a:pt x="103141" y="80474"/>
                </a:cubicBezTo>
                <a:cubicBezTo>
                  <a:pt x="101805" y="79245"/>
                  <a:pt x="101137" y="77654"/>
                  <a:pt x="101137" y="75703"/>
                </a:cubicBezTo>
                <a:cubicBezTo>
                  <a:pt x="101137" y="73752"/>
                  <a:pt x="101805" y="72183"/>
                  <a:pt x="103141" y="70996"/>
                </a:cubicBezTo>
                <a:cubicBezTo>
                  <a:pt x="104477" y="69808"/>
                  <a:pt x="106714" y="69214"/>
                  <a:pt x="109852" y="69214"/>
                </a:cubicBezTo>
                <a:lnTo>
                  <a:pt x="114942" y="69214"/>
                </a:lnTo>
                <a:lnTo>
                  <a:pt x="114942" y="63998"/>
                </a:lnTo>
                <a:lnTo>
                  <a:pt x="79507" y="63998"/>
                </a:lnTo>
                <a:lnTo>
                  <a:pt x="79507" y="53066"/>
                </a:lnTo>
                <a:lnTo>
                  <a:pt x="110743" y="0"/>
                </a:lnTo>
                <a:lnTo>
                  <a:pt x="127983" y="0"/>
                </a:lnTo>
                <a:moveTo>
                  <a:pt x="114942" y="50893"/>
                </a:moveTo>
                <a:lnTo>
                  <a:pt x="114942" y="18723"/>
                </a:lnTo>
                <a:lnTo>
                  <a:pt x="96048" y="50893"/>
                </a:lnTo>
                <a:lnTo>
                  <a:pt x="114942" y="50893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146908C5-83C0-4CCA-96FE-F07D477D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657" y="4793165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4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7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6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...">
            <a:extLst xmlns:a="http://schemas.openxmlformats.org/drawingml/2006/main">
              <a:ext uri="{FF2B5EF4-FFF2-40B4-BE49-F238E27FC236}">
                <a16:creationId xmlns:a16="http://schemas.microsoft.com/office/drawing/2014/main" id="{C7910931-BB00-4E91-AF82-AD6C22B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757" y="5041523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8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7" y="17304"/>
                  <a:pt x="160690" y="16477"/>
                  <a:pt x="158951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1" y="2481"/>
                </a:cubicBezTo>
                <a:cubicBezTo>
                  <a:pt x="160690" y="827"/>
                  <a:pt x="163087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8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9C6EC-9D26-4FEB-869C-4AE56FB7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56" y="474622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33C8C-21FA-4EC9-8982-879F49D7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756" y="474622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DB3DC-8385-419F-9310-F2413B9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557" y="474622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59" name="Text bezx4,">
            <a:extLst xmlns:a="http://schemas.openxmlformats.org/drawingml/2006/main">
              <a:ext uri="{FF2B5EF4-FFF2-40B4-BE49-F238E27FC236}">
                <a16:creationId xmlns:a16="http://schemas.microsoft.com/office/drawing/2014/main" id="{1903CDC5-AC6F-43F9-BC03-B18F2339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659" y="4795074"/>
            <a:ext cx="523803" cy="103567"/>
          </a:xfrm>
          <a:custGeom xmlns:a="http://schemas.openxmlformats.org/drawingml/2006/main">
            <a:pathLst>
              <a:path w="523803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49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2" y="71505"/>
                  <a:pt x="130337" y="70481"/>
                  <a:pt x="138352" y="68433"/>
                </a:cubicBezTo>
                <a:cubicBezTo>
                  <a:pt x="141660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2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6" y="83899"/>
                  <a:pt x="124187" y="84609"/>
                  <a:pt x="118122" y="84609"/>
                </a:cubicBezTo>
                <a:cubicBezTo>
                  <a:pt x="107689" y="84609"/>
                  <a:pt x="99345" y="81662"/>
                  <a:pt x="93090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8" y="37396"/>
                  <a:pt x="93853" y="31649"/>
                </a:cubicBezTo>
                <a:cubicBezTo>
                  <a:pt x="100617" y="25902"/>
                  <a:pt x="108410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4" y="43478"/>
                </a:cubicBezTo>
                <a:cubicBezTo>
                  <a:pt x="150652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4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1" y="69469"/>
                </a:moveTo>
                <a:lnTo>
                  <a:pt x="212643" y="69469"/>
                </a:lnTo>
                <a:cubicBezTo>
                  <a:pt x="212771" y="66203"/>
                  <a:pt x="213438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0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6" y="37915"/>
                </a:lnTo>
                <a:lnTo>
                  <a:pt x="183316" y="39188"/>
                </a:lnTo>
                <a:cubicBezTo>
                  <a:pt x="183316" y="42453"/>
                  <a:pt x="182712" y="44754"/>
                  <a:pt x="181503" y="46090"/>
                </a:cubicBezTo>
                <a:cubicBezTo>
                  <a:pt x="180294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4" y="46090"/>
                </a:cubicBezTo>
                <a:cubicBezTo>
                  <a:pt x="170816" y="44754"/>
                  <a:pt x="170211" y="42453"/>
                  <a:pt x="170211" y="39188"/>
                </a:cubicBezTo>
                <a:lnTo>
                  <a:pt x="170275" y="24810"/>
                </a:lnTo>
                <a:lnTo>
                  <a:pt x="224221" y="24810"/>
                </a:lnTo>
                <a:lnTo>
                  <a:pt x="224221" y="35498"/>
                </a:lnTo>
                <a:lnTo>
                  <a:pt x="189741" y="69469"/>
                </a:lnTo>
                <a:close/>
                <a:moveTo>
                  <a:pt x="362965" y="52555"/>
                </a:moveTo>
                <a:lnTo>
                  <a:pt x="382664" y="69469"/>
                </a:lnTo>
                <a:cubicBezTo>
                  <a:pt x="385039" y="69596"/>
                  <a:pt x="386820" y="70267"/>
                  <a:pt x="388008" y="71483"/>
                </a:cubicBezTo>
                <a:cubicBezTo>
                  <a:pt x="389195" y="72697"/>
                  <a:pt x="389789" y="74220"/>
                  <a:pt x="389789" y="76053"/>
                </a:cubicBezTo>
                <a:cubicBezTo>
                  <a:pt x="389789" y="77971"/>
                  <a:pt x="389121" y="79537"/>
                  <a:pt x="387785" y="80753"/>
                </a:cubicBezTo>
                <a:cubicBezTo>
                  <a:pt x="386449" y="81967"/>
                  <a:pt x="384212" y="82574"/>
                  <a:pt x="381074" y="82574"/>
                </a:cubicBezTo>
                <a:lnTo>
                  <a:pt x="366251" y="82574"/>
                </a:lnTo>
                <a:cubicBezTo>
                  <a:pt x="363113" y="82574"/>
                  <a:pt x="360875" y="81967"/>
                  <a:pt x="359540" y="80753"/>
                </a:cubicBezTo>
                <a:cubicBezTo>
                  <a:pt x="358204" y="79537"/>
                  <a:pt x="357536" y="77928"/>
                  <a:pt x="357536" y="75926"/>
                </a:cubicBezTo>
                <a:cubicBezTo>
                  <a:pt x="357536" y="74391"/>
                  <a:pt x="358013" y="73038"/>
                  <a:pt x="358967" y="71866"/>
                </a:cubicBezTo>
                <a:cubicBezTo>
                  <a:pt x="359921" y="70695"/>
                  <a:pt x="361225" y="69896"/>
                  <a:pt x="362879" y="69469"/>
                </a:cubicBezTo>
                <a:lnTo>
                  <a:pt x="353059" y="61042"/>
                </a:lnTo>
                <a:lnTo>
                  <a:pt x="343222" y="69469"/>
                </a:lnTo>
                <a:cubicBezTo>
                  <a:pt x="345215" y="69980"/>
                  <a:pt x="346647" y="70769"/>
                  <a:pt x="347516" y="71835"/>
                </a:cubicBezTo>
                <a:cubicBezTo>
                  <a:pt x="348385" y="72900"/>
                  <a:pt x="348820" y="74264"/>
                  <a:pt x="348820" y="75926"/>
                </a:cubicBezTo>
                <a:cubicBezTo>
                  <a:pt x="348820" y="77928"/>
                  <a:pt x="348163" y="79537"/>
                  <a:pt x="346848" y="80753"/>
                </a:cubicBezTo>
                <a:cubicBezTo>
                  <a:pt x="345533" y="81967"/>
                  <a:pt x="343307" y="82574"/>
                  <a:pt x="340168" y="82574"/>
                </a:cubicBezTo>
                <a:lnTo>
                  <a:pt x="325473" y="82574"/>
                </a:lnTo>
                <a:cubicBezTo>
                  <a:pt x="322335" y="82574"/>
                  <a:pt x="320098" y="81967"/>
                  <a:pt x="318762" y="80753"/>
                </a:cubicBezTo>
                <a:cubicBezTo>
                  <a:pt x="317426" y="79537"/>
                  <a:pt x="316758" y="77950"/>
                  <a:pt x="316758" y="75989"/>
                </a:cubicBezTo>
                <a:cubicBezTo>
                  <a:pt x="316758" y="74199"/>
                  <a:pt x="317351" y="72697"/>
                  <a:pt x="318539" y="71483"/>
                </a:cubicBezTo>
                <a:cubicBezTo>
                  <a:pt x="319726" y="70267"/>
                  <a:pt x="321508" y="69596"/>
                  <a:pt x="323883" y="69469"/>
                </a:cubicBezTo>
                <a:lnTo>
                  <a:pt x="343270" y="52642"/>
                </a:lnTo>
                <a:lnTo>
                  <a:pt x="326109" y="37915"/>
                </a:lnTo>
                <a:cubicBezTo>
                  <a:pt x="323861" y="37744"/>
                  <a:pt x="322154" y="37052"/>
                  <a:pt x="320988" y="35838"/>
                </a:cubicBezTo>
                <a:cubicBezTo>
                  <a:pt x="319822" y="34622"/>
                  <a:pt x="319239" y="33120"/>
                  <a:pt x="319239" y="31331"/>
                </a:cubicBezTo>
                <a:cubicBezTo>
                  <a:pt x="319239" y="29413"/>
                  <a:pt x="319907" y="27847"/>
                  <a:pt x="321243" y="26633"/>
                </a:cubicBezTo>
                <a:cubicBezTo>
                  <a:pt x="322579" y="25418"/>
                  <a:pt x="324816" y="24810"/>
                  <a:pt x="327954" y="24810"/>
                </a:cubicBezTo>
                <a:lnTo>
                  <a:pt x="340168" y="24810"/>
                </a:lnTo>
                <a:cubicBezTo>
                  <a:pt x="343307" y="24810"/>
                  <a:pt x="345544" y="25418"/>
                  <a:pt x="346880" y="26633"/>
                </a:cubicBezTo>
                <a:cubicBezTo>
                  <a:pt x="348216" y="27847"/>
                  <a:pt x="348884" y="29392"/>
                  <a:pt x="348884" y="31267"/>
                </a:cubicBezTo>
                <a:cubicBezTo>
                  <a:pt x="348884" y="33783"/>
                  <a:pt x="347696" y="35829"/>
                  <a:pt x="345321" y="37406"/>
                </a:cubicBezTo>
                <a:lnTo>
                  <a:pt x="353114" y="44098"/>
                </a:lnTo>
                <a:lnTo>
                  <a:pt x="360971" y="37279"/>
                </a:lnTo>
                <a:cubicBezTo>
                  <a:pt x="358638" y="35617"/>
                  <a:pt x="357472" y="33699"/>
                  <a:pt x="357472" y="31524"/>
                </a:cubicBezTo>
                <a:cubicBezTo>
                  <a:pt x="357472" y="29477"/>
                  <a:pt x="358140" y="27847"/>
                  <a:pt x="359476" y="26633"/>
                </a:cubicBezTo>
                <a:cubicBezTo>
                  <a:pt x="360812" y="25418"/>
                  <a:pt x="363049" y="24810"/>
                  <a:pt x="366187" y="24810"/>
                </a:cubicBezTo>
                <a:lnTo>
                  <a:pt x="378274" y="24810"/>
                </a:lnTo>
                <a:cubicBezTo>
                  <a:pt x="381413" y="24810"/>
                  <a:pt x="383650" y="25418"/>
                  <a:pt x="384986" y="26633"/>
                </a:cubicBezTo>
                <a:cubicBezTo>
                  <a:pt x="386322" y="27847"/>
                  <a:pt x="386990" y="29434"/>
                  <a:pt x="386990" y="31395"/>
                </a:cubicBezTo>
                <a:cubicBezTo>
                  <a:pt x="386990" y="33141"/>
                  <a:pt x="386407" y="34622"/>
                  <a:pt x="385240" y="35838"/>
                </a:cubicBezTo>
                <a:cubicBezTo>
                  <a:pt x="384074" y="37052"/>
                  <a:pt x="382346" y="37744"/>
                  <a:pt x="380056" y="37915"/>
                </a:cubicBezTo>
                <a:lnTo>
                  <a:pt x="362965" y="52555"/>
                </a:lnTo>
                <a:close/>
                <a:moveTo>
                  <a:pt x="450402" y="254"/>
                </a:moveTo>
                <a:lnTo>
                  <a:pt x="450402" y="51147"/>
                </a:lnTo>
                <a:cubicBezTo>
                  <a:pt x="453159" y="51147"/>
                  <a:pt x="455195" y="51741"/>
                  <a:pt x="456510" y="52929"/>
                </a:cubicBezTo>
                <a:cubicBezTo>
                  <a:pt x="457824" y="54116"/>
                  <a:pt x="458482" y="55685"/>
                  <a:pt x="458482" y="57636"/>
                </a:cubicBezTo>
                <a:cubicBezTo>
                  <a:pt x="458482" y="59587"/>
                  <a:pt x="457814" y="61178"/>
                  <a:pt x="456478" y="62407"/>
                </a:cubicBezTo>
                <a:cubicBezTo>
                  <a:pt x="455142" y="63637"/>
                  <a:pt x="453117" y="64252"/>
                  <a:pt x="450402" y="64252"/>
                </a:cubicBezTo>
                <a:lnTo>
                  <a:pt x="450402" y="69469"/>
                </a:lnTo>
                <a:cubicBezTo>
                  <a:pt x="453159" y="69469"/>
                  <a:pt x="455195" y="70073"/>
                  <a:pt x="456510" y="71282"/>
                </a:cubicBezTo>
                <a:cubicBezTo>
                  <a:pt x="457824" y="72491"/>
                  <a:pt x="458482" y="74070"/>
                  <a:pt x="458482" y="76021"/>
                </a:cubicBezTo>
                <a:cubicBezTo>
                  <a:pt x="458482" y="77972"/>
                  <a:pt x="457814" y="79552"/>
                  <a:pt x="456478" y="80761"/>
                </a:cubicBezTo>
                <a:cubicBezTo>
                  <a:pt x="455142" y="81969"/>
                  <a:pt x="452905" y="82574"/>
                  <a:pt x="449766" y="82574"/>
                </a:cubicBezTo>
                <a:lnTo>
                  <a:pt x="432272" y="82574"/>
                </a:lnTo>
                <a:cubicBezTo>
                  <a:pt x="429133" y="82574"/>
                  <a:pt x="426896" y="81959"/>
                  <a:pt x="425560" y="80729"/>
                </a:cubicBezTo>
                <a:cubicBezTo>
                  <a:pt x="424224" y="79499"/>
                  <a:pt x="423556" y="77909"/>
                  <a:pt x="423556" y="75958"/>
                </a:cubicBezTo>
                <a:cubicBezTo>
                  <a:pt x="423556" y="74007"/>
                  <a:pt x="424224" y="72438"/>
                  <a:pt x="425560" y="71250"/>
                </a:cubicBezTo>
                <a:cubicBezTo>
                  <a:pt x="426896" y="70063"/>
                  <a:pt x="429133" y="69469"/>
                  <a:pt x="432272" y="69469"/>
                </a:cubicBezTo>
                <a:lnTo>
                  <a:pt x="437361" y="69469"/>
                </a:lnTo>
                <a:lnTo>
                  <a:pt x="437361" y="64252"/>
                </a:lnTo>
                <a:lnTo>
                  <a:pt x="401927" y="64252"/>
                </a:lnTo>
                <a:lnTo>
                  <a:pt x="401927" y="53320"/>
                </a:lnTo>
                <a:lnTo>
                  <a:pt x="433162" y="254"/>
                </a:lnTo>
                <a:lnTo>
                  <a:pt x="450402" y="254"/>
                </a:lnTo>
                <a:moveTo>
                  <a:pt x="437361" y="51147"/>
                </a:moveTo>
                <a:lnTo>
                  <a:pt x="437361" y="18977"/>
                </a:lnTo>
                <a:lnTo>
                  <a:pt x="418467" y="51147"/>
                </a:lnTo>
                <a:lnTo>
                  <a:pt x="437361" y="51147"/>
                </a:lnTo>
                <a:close/>
                <a:moveTo>
                  <a:pt x="506372" y="65016"/>
                </a:moveTo>
                <a:lnTo>
                  <a:pt x="523803" y="65016"/>
                </a:lnTo>
                <a:lnTo>
                  <a:pt x="505036" y="100444"/>
                </a:lnTo>
                <a:cubicBezTo>
                  <a:pt x="503934" y="102526"/>
                  <a:pt x="502555" y="103567"/>
                  <a:pt x="500901" y="103567"/>
                </a:cubicBezTo>
                <a:cubicBezTo>
                  <a:pt x="499798" y="103567"/>
                  <a:pt x="498855" y="103206"/>
                  <a:pt x="498070" y="102484"/>
                </a:cubicBezTo>
                <a:cubicBezTo>
                  <a:pt x="497286" y="101761"/>
                  <a:pt x="496893" y="100954"/>
                  <a:pt x="496893" y="100062"/>
                </a:cubicBezTo>
                <a:cubicBezTo>
                  <a:pt x="496893" y="99425"/>
                  <a:pt x="497042" y="98554"/>
                  <a:pt x="497339" y="97450"/>
                </a:cubicBezTo>
                <a:lnTo>
                  <a:pt x="506372" y="65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64">
            <a:extLst xmlns:a="http://schemas.openxmlformats.org/drawingml/2006/main">
              <a:ext uri="{FF2B5EF4-FFF2-40B4-BE49-F238E27FC236}">
                <a16:creationId xmlns:a16="http://schemas.microsoft.com/office/drawing/2014/main" id="{14058D1C-63C8-4DD6-94C8-FF0BCBDA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089" y="4793165"/>
            <a:ext cx="130718" cy="86391"/>
          </a:xfrm>
          <a:custGeom xmlns:a="http://schemas.openxmlformats.org/drawingml/2006/main">
            <a:pathLst>
              <a:path w="130718" h="86391">
                <a:moveTo>
                  <a:pt x="13105" y="39951"/>
                </a:moveTo>
                <a:cubicBezTo>
                  <a:pt x="16243" y="37299"/>
                  <a:pt x="19233" y="35364"/>
                  <a:pt x="22075" y="34146"/>
                </a:cubicBezTo>
                <a:cubicBezTo>
                  <a:pt x="24916" y="32927"/>
                  <a:pt x="27949" y="32317"/>
                  <a:pt x="31172" y="32317"/>
                </a:cubicBezTo>
                <a:cubicBezTo>
                  <a:pt x="38000" y="32317"/>
                  <a:pt x="43980" y="35035"/>
                  <a:pt x="49112" y="40470"/>
                </a:cubicBezTo>
                <a:cubicBezTo>
                  <a:pt x="54243" y="45905"/>
                  <a:pt x="56809" y="52720"/>
                  <a:pt x="56809" y="60914"/>
                </a:cubicBezTo>
                <a:cubicBezTo>
                  <a:pt x="56809" y="68515"/>
                  <a:pt x="54424" y="74662"/>
                  <a:pt x="49652" y="79353"/>
                </a:cubicBezTo>
                <a:cubicBezTo>
                  <a:pt x="44881" y="84045"/>
                  <a:pt x="38403" y="86391"/>
                  <a:pt x="30218" y="86391"/>
                </a:cubicBezTo>
                <a:cubicBezTo>
                  <a:pt x="23390" y="86391"/>
                  <a:pt x="17770" y="84799"/>
                  <a:pt x="13359" y="81616"/>
                </a:cubicBezTo>
                <a:cubicBezTo>
                  <a:pt x="8949" y="78432"/>
                  <a:pt x="5619" y="73530"/>
                  <a:pt x="3372" y="66910"/>
                </a:cubicBezTo>
                <a:cubicBezTo>
                  <a:pt x="1124" y="60289"/>
                  <a:pt x="0" y="52904"/>
                  <a:pt x="0" y="44756"/>
                </a:cubicBezTo>
                <a:cubicBezTo>
                  <a:pt x="0" y="34994"/>
                  <a:pt x="2227" y="26877"/>
                  <a:pt x="6680" y="20405"/>
                </a:cubicBezTo>
                <a:cubicBezTo>
                  <a:pt x="11133" y="13932"/>
                  <a:pt x="16371" y="8913"/>
                  <a:pt x="22393" y="5348"/>
                </a:cubicBezTo>
                <a:cubicBezTo>
                  <a:pt x="28415" y="1783"/>
                  <a:pt x="34777" y="0"/>
                  <a:pt x="41478" y="0"/>
                </a:cubicBezTo>
                <a:cubicBezTo>
                  <a:pt x="46779" y="0"/>
                  <a:pt x="50893" y="1044"/>
                  <a:pt x="53819" y="3131"/>
                </a:cubicBezTo>
                <a:cubicBezTo>
                  <a:pt x="55728" y="4536"/>
                  <a:pt x="56682" y="6325"/>
                  <a:pt x="56682" y="8497"/>
                </a:cubicBezTo>
                <a:cubicBezTo>
                  <a:pt x="56682" y="10413"/>
                  <a:pt x="56046" y="12021"/>
                  <a:pt x="54774" y="13320"/>
                </a:cubicBezTo>
                <a:cubicBezTo>
                  <a:pt x="53501" y="14618"/>
                  <a:pt x="51974" y="15268"/>
                  <a:pt x="50193" y="15268"/>
                </a:cubicBezTo>
                <a:cubicBezTo>
                  <a:pt x="49175" y="15268"/>
                  <a:pt x="47712" y="14759"/>
                  <a:pt x="45804" y="13741"/>
                </a:cubicBezTo>
                <a:cubicBezTo>
                  <a:pt x="44659" y="13147"/>
                  <a:pt x="43556" y="12850"/>
                  <a:pt x="42496" y="12850"/>
                </a:cubicBezTo>
                <a:cubicBezTo>
                  <a:pt x="38339" y="12850"/>
                  <a:pt x="34035" y="14027"/>
                  <a:pt x="29582" y="16381"/>
                </a:cubicBezTo>
                <a:cubicBezTo>
                  <a:pt x="25128" y="18735"/>
                  <a:pt x="21269" y="22350"/>
                  <a:pt x="18003" y="27228"/>
                </a:cubicBezTo>
                <a:cubicBezTo>
                  <a:pt x="15756" y="30621"/>
                  <a:pt x="14123" y="34862"/>
                  <a:pt x="13105" y="39951"/>
                </a:cubicBezTo>
                <a:moveTo>
                  <a:pt x="15013" y="60083"/>
                </a:moveTo>
                <a:cubicBezTo>
                  <a:pt x="16371" y="65161"/>
                  <a:pt x="18205" y="68631"/>
                  <a:pt x="20516" y="70493"/>
                </a:cubicBezTo>
                <a:cubicBezTo>
                  <a:pt x="22828" y="72355"/>
                  <a:pt x="26125" y="73286"/>
                  <a:pt x="30409" y="73286"/>
                </a:cubicBezTo>
                <a:cubicBezTo>
                  <a:pt x="34692" y="73286"/>
                  <a:pt x="37989" y="72165"/>
                  <a:pt x="40301" y="69922"/>
                </a:cubicBezTo>
                <a:cubicBezTo>
                  <a:pt x="42612" y="67680"/>
                  <a:pt x="43768" y="64633"/>
                  <a:pt x="43768" y="60781"/>
                </a:cubicBezTo>
                <a:cubicBezTo>
                  <a:pt x="43768" y="56381"/>
                  <a:pt x="42443" y="52721"/>
                  <a:pt x="39792" y="49802"/>
                </a:cubicBezTo>
                <a:cubicBezTo>
                  <a:pt x="37141" y="46882"/>
                  <a:pt x="34162" y="45422"/>
                  <a:pt x="30854" y="45422"/>
                </a:cubicBezTo>
                <a:cubicBezTo>
                  <a:pt x="28224" y="45422"/>
                  <a:pt x="25415" y="46713"/>
                  <a:pt x="22425" y="49295"/>
                </a:cubicBezTo>
                <a:cubicBezTo>
                  <a:pt x="19435" y="51875"/>
                  <a:pt x="16964" y="55471"/>
                  <a:pt x="15013" y="60083"/>
                </a:cubicBezTo>
                <a:close/>
                <a:moveTo>
                  <a:pt x="122639" y="2163"/>
                </a:moveTo>
                <a:lnTo>
                  <a:pt x="122639" y="53056"/>
                </a:lnTo>
                <a:cubicBezTo>
                  <a:pt x="125396" y="53056"/>
                  <a:pt x="127432" y="53650"/>
                  <a:pt x="128746" y="54837"/>
                </a:cubicBezTo>
                <a:cubicBezTo>
                  <a:pt x="130061" y="56025"/>
                  <a:pt x="130718" y="57594"/>
                  <a:pt x="130718" y="59545"/>
                </a:cubicBezTo>
                <a:cubicBezTo>
                  <a:pt x="130718" y="61496"/>
                  <a:pt x="130051" y="63086"/>
                  <a:pt x="128715" y="64316"/>
                </a:cubicBezTo>
                <a:cubicBezTo>
                  <a:pt x="127379" y="65546"/>
                  <a:pt x="125354" y="66161"/>
                  <a:pt x="122639" y="66161"/>
                </a:cubicBezTo>
                <a:lnTo>
                  <a:pt x="122639" y="71377"/>
                </a:lnTo>
                <a:cubicBezTo>
                  <a:pt x="125396" y="71377"/>
                  <a:pt x="127432" y="71982"/>
                  <a:pt x="128746" y="73190"/>
                </a:cubicBezTo>
                <a:cubicBezTo>
                  <a:pt x="130061" y="74399"/>
                  <a:pt x="130718" y="75979"/>
                  <a:pt x="130718" y="77930"/>
                </a:cubicBezTo>
                <a:cubicBezTo>
                  <a:pt x="130718" y="79881"/>
                  <a:pt x="130051" y="81460"/>
                  <a:pt x="128715" y="82669"/>
                </a:cubicBezTo>
                <a:cubicBezTo>
                  <a:pt x="127379" y="83878"/>
                  <a:pt x="125141" y="84482"/>
                  <a:pt x="122003" y="84482"/>
                </a:cubicBezTo>
                <a:lnTo>
                  <a:pt x="104509" y="84482"/>
                </a:lnTo>
                <a:cubicBezTo>
                  <a:pt x="101370" y="84482"/>
                  <a:pt x="99133" y="83867"/>
                  <a:pt x="97797" y="82637"/>
                </a:cubicBezTo>
                <a:cubicBezTo>
                  <a:pt x="96461" y="81407"/>
                  <a:pt x="95793" y="79817"/>
                  <a:pt x="95793" y="77866"/>
                </a:cubicBezTo>
                <a:cubicBezTo>
                  <a:pt x="95793" y="75915"/>
                  <a:pt x="96461" y="74346"/>
                  <a:pt x="97797" y="73159"/>
                </a:cubicBezTo>
                <a:cubicBezTo>
                  <a:pt x="99133" y="71971"/>
                  <a:pt x="101370" y="71377"/>
                  <a:pt x="104509" y="71377"/>
                </a:cubicBezTo>
                <a:lnTo>
                  <a:pt x="109598" y="71377"/>
                </a:lnTo>
                <a:lnTo>
                  <a:pt x="109598" y="66161"/>
                </a:lnTo>
                <a:lnTo>
                  <a:pt x="74164" y="66161"/>
                </a:lnTo>
                <a:lnTo>
                  <a:pt x="74164" y="55229"/>
                </a:lnTo>
                <a:lnTo>
                  <a:pt x="105399" y="2163"/>
                </a:lnTo>
                <a:lnTo>
                  <a:pt x="122639" y="2163"/>
                </a:lnTo>
                <a:moveTo>
                  <a:pt x="109598" y="53056"/>
                </a:moveTo>
                <a:lnTo>
                  <a:pt x="109598" y="20886"/>
                </a:lnTo>
                <a:lnTo>
                  <a:pt x="90704" y="53056"/>
                </a:lnTo>
                <a:lnTo>
                  <a:pt x="109598" y="5305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74BE06E2-9D75-4E22-9C01-7A76252A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657" y="4956023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2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4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7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6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...">
            <a:extLst xmlns:a="http://schemas.openxmlformats.org/drawingml/2006/main">
              <a:ext uri="{FF2B5EF4-FFF2-40B4-BE49-F238E27FC236}">
                <a16:creationId xmlns:a16="http://schemas.microsoft.com/office/drawing/2014/main" id="{FACC89CA-7C15-4A98-B965-3D2FC3A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757" y="5204380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8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7" y="17304"/>
                  <a:pt x="160690" y="16477"/>
                  <a:pt x="158951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1" y="2481"/>
                </a:cubicBezTo>
                <a:cubicBezTo>
                  <a:pt x="160690" y="827"/>
                  <a:pt x="163087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8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39B19-10EB-420C-BEC1-16E114EE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613" y="4700133"/>
            <a:ext cx="156832" cy="298518"/>
          </a:xfrm>
          <a:custGeom xmlns:a="http://schemas.openxmlformats.org/drawingml/2006/main">
            <a:pathLst>
              <a:path w="156832" h="298518" fill="none">
                <a:moveTo>
                  <a:pt x="0" y="298518"/>
                </a:moveTo>
                <a:lnTo>
                  <a:pt x="32734" y="298029"/>
                </a:lnTo>
                <a:lnTo>
                  <a:pt x="32734" y="0"/>
                </a:lnTo>
                <a:lnTo>
                  <a:pt x="156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D34BE-4509-4FA0-802E-8C20DC8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444" y="4662187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E3A91-1D33-47FD-861B-EEA92A2F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444" y="4662187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D3F76-469D-4917-B03C-9DB8D2A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613" y="4998162"/>
            <a:ext cx="153574" cy="135172"/>
          </a:xfrm>
          <a:custGeom xmlns:a="http://schemas.openxmlformats.org/drawingml/2006/main">
            <a:pathLst>
              <a:path w="153574" h="135172" fill="none">
                <a:moveTo>
                  <a:pt x="0" y="489"/>
                </a:moveTo>
                <a:lnTo>
                  <a:pt x="32734" y="0"/>
                </a:lnTo>
                <a:lnTo>
                  <a:pt x="32734" y="135172"/>
                </a:lnTo>
                <a:lnTo>
                  <a:pt x="153574" y="13484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0DBD4-1DC3-4F7E-A998-89CCAC1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187" y="5095062"/>
            <a:ext cx="114000" cy="75892"/>
          </a:xfrm>
          <a:custGeom xmlns:a="http://schemas.openxmlformats.org/drawingml/2006/main">
            <a:pathLst>
              <a:path w="114000" h="75892">
                <a:moveTo>
                  <a:pt x="114000" y="37620"/>
                </a:moveTo>
                <a:lnTo>
                  <a:pt x="163" y="75892"/>
                </a:lnTo>
                <a:lnTo>
                  <a:pt x="0" y="0"/>
                </a:lnTo>
                <a:lnTo>
                  <a:pt x="114000" y="37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0E0B0-1901-4A0A-A11F-DC281C3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187" y="5095062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114000" y="37620"/>
                </a:moveTo>
                <a:lnTo>
                  <a:pt x="163" y="75892"/>
                </a:lnTo>
                <a:lnTo>
                  <a:pt x="0" y="0"/>
                </a:lnTo>
                <a:lnTo>
                  <a:pt x="114000" y="37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69" name="Text .">
            <a:extLst xmlns:a="http://schemas.openxmlformats.org/drawingml/2006/main">
              <a:ext uri="{FF2B5EF4-FFF2-40B4-BE49-F238E27FC236}">
                <a16:creationId xmlns:a16="http://schemas.microsoft.com/office/drawing/2014/main" id="{8DF37EBA-9264-427D-9EA5-44E79DB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440" y="4825418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.">
            <a:extLst xmlns:a="http://schemas.openxmlformats.org/drawingml/2006/main">
              <a:ext uri="{FF2B5EF4-FFF2-40B4-BE49-F238E27FC236}">
                <a16:creationId xmlns:a16="http://schemas.microsoft.com/office/drawing/2014/main" id="{B436EDD3-4FE3-4117-9E6E-05062FA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440" y="4906847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.">
            <a:extLst xmlns:a="http://schemas.openxmlformats.org/drawingml/2006/main">
              <a:ext uri="{FF2B5EF4-FFF2-40B4-BE49-F238E27FC236}">
                <a16:creationId xmlns:a16="http://schemas.microsoft.com/office/drawing/2014/main" id="{9113E8F2-BF8E-48D9-841C-064CBD15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440" y="4988276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10946-F2A8-4CCE-B9A6-7906B35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326" y="5365080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69FBC-7F40-4899-BC62-CE1E79A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326" y="5365080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DE07E-3A24-4DA3-B285-7CE63F5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127" y="5365080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75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150D663B-97D7-43FB-BDEA-1D6479B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229" y="5412023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5" y="47998"/>
                </a:cubicBezTo>
                <a:cubicBezTo>
                  <a:pt x="170816" y="46662"/>
                  <a:pt x="170212" y="44362"/>
                  <a:pt x="170212" y="41096"/>
                </a:cubicBezTo>
                <a:lnTo>
                  <a:pt x="170275" y="26719"/>
                </a:lnTo>
                <a:lnTo>
                  <a:pt x="224222" y="26719"/>
                </a:lnTo>
                <a:lnTo>
                  <a:pt x="224222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4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40" y="82661"/>
                </a:cubicBezTo>
                <a:cubicBezTo>
                  <a:pt x="358204" y="81446"/>
                  <a:pt x="357536" y="79837"/>
                  <a:pt x="357536" y="77834"/>
                </a:cubicBezTo>
                <a:cubicBezTo>
                  <a:pt x="357536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8" y="83875"/>
                  <a:pt x="318762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3" y="28542"/>
                </a:cubicBezTo>
                <a:cubicBezTo>
                  <a:pt x="322579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10" y="54837"/>
                </a:cubicBezTo>
                <a:cubicBezTo>
                  <a:pt x="457824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10" y="73190"/>
                </a:cubicBezTo>
                <a:cubicBezTo>
                  <a:pt x="457824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5" y="105114"/>
                  <a:pt x="498070" y="104392"/>
                </a:cubicBezTo>
                <a:cubicBezTo>
                  <a:pt x="497286" y="103670"/>
                  <a:pt x="496893" y="102863"/>
                  <a:pt x="496893" y="101971"/>
                </a:cubicBezTo>
                <a:cubicBezTo>
                  <a:pt x="496893" y="101333"/>
                  <a:pt x="497042" y="100462"/>
                  <a:pt x="497339" y="99358"/>
                </a:cubicBezTo>
                <a:lnTo>
                  <a:pt x="506372" y="66924"/>
                </a:lnTo>
                <a:close/>
                <a:moveTo>
                  <a:pt x="606237" y="40905"/>
                </a:moveTo>
                <a:cubicBezTo>
                  <a:pt x="610096" y="43535"/>
                  <a:pt x="612980" y="46578"/>
                  <a:pt x="614889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90" y="70540"/>
                  <a:pt x="613966" y="74463"/>
                </a:cubicBezTo>
                <a:cubicBezTo>
                  <a:pt x="611443" y="78386"/>
                  <a:pt x="607785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7" y="84816"/>
                  <a:pt x="561387" y="81667"/>
                </a:cubicBezTo>
                <a:cubicBezTo>
                  <a:pt x="558546" y="79879"/>
                  <a:pt x="557125" y="77751"/>
                  <a:pt x="557125" y="75282"/>
                </a:cubicBezTo>
                <a:cubicBezTo>
                  <a:pt x="557125" y="73409"/>
                  <a:pt x="557751" y="71824"/>
                  <a:pt x="559002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3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6" y="73286"/>
                  <a:pt x="596228" y="72302"/>
                  <a:pt x="599621" y="70336"/>
                </a:cubicBezTo>
                <a:cubicBezTo>
                  <a:pt x="603014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2" y="54280"/>
                </a:cubicBezTo>
                <a:cubicBezTo>
                  <a:pt x="599780" y="51805"/>
                  <a:pt x="597140" y="49890"/>
                  <a:pt x="593832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2" y="43736"/>
                  <a:pt x="577419" y="42241"/>
                  <a:pt x="577419" y="40460"/>
                </a:cubicBezTo>
                <a:cubicBezTo>
                  <a:pt x="577419" y="38594"/>
                  <a:pt x="578055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8" y="33844"/>
                  <a:pt x="590799" y="33823"/>
                  <a:pt x="591096" y="33780"/>
                </a:cubicBezTo>
                <a:cubicBezTo>
                  <a:pt x="592793" y="33611"/>
                  <a:pt x="594489" y="33061"/>
                  <a:pt x="596185" y="32132"/>
                </a:cubicBezTo>
                <a:cubicBezTo>
                  <a:pt x="597882" y="31202"/>
                  <a:pt x="599250" y="29923"/>
                  <a:pt x="600289" y="28295"/>
                </a:cubicBezTo>
                <a:cubicBezTo>
                  <a:pt x="601328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1" y="14110"/>
                  <a:pt x="592093" y="13105"/>
                  <a:pt x="587216" y="13105"/>
                </a:cubicBezTo>
                <a:cubicBezTo>
                  <a:pt x="580939" y="13105"/>
                  <a:pt x="576146" y="14915"/>
                  <a:pt x="572838" y="18534"/>
                </a:cubicBezTo>
                <a:cubicBezTo>
                  <a:pt x="571863" y="19585"/>
                  <a:pt x="571078" y="20258"/>
                  <a:pt x="570484" y="20554"/>
                </a:cubicBezTo>
                <a:cubicBezTo>
                  <a:pt x="569594" y="21017"/>
                  <a:pt x="568597" y="21248"/>
                  <a:pt x="567495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2" y="18057"/>
                  <a:pt x="561006" y="16483"/>
                  <a:pt x="561006" y="14612"/>
                </a:cubicBezTo>
                <a:cubicBezTo>
                  <a:pt x="561006" y="11676"/>
                  <a:pt x="562957" y="8826"/>
                  <a:pt x="566858" y="6061"/>
                </a:cubicBezTo>
                <a:cubicBezTo>
                  <a:pt x="572541" y="2020"/>
                  <a:pt x="579645" y="0"/>
                  <a:pt x="588170" y="0"/>
                </a:cubicBezTo>
                <a:cubicBezTo>
                  <a:pt x="596228" y="0"/>
                  <a:pt x="602695" y="2294"/>
                  <a:pt x="607573" y="6882"/>
                </a:cubicBezTo>
                <a:cubicBezTo>
                  <a:pt x="612450" y="11469"/>
                  <a:pt x="614889" y="16991"/>
                  <a:pt x="614889" y="23447"/>
                </a:cubicBezTo>
                <a:cubicBezTo>
                  <a:pt x="614889" y="26802"/>
                  <a:pt x="614168" y="29935"/>
                  <a:pt x="612726" y="32846"/>
                </a:cubicBezTo>
                <a:cubicBezTo>
                  <a:pt x="611284" y="35755"/>
                  <a:pt x="609121" y="38441"/>
                  <a:pt x="606237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10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3" y="64316"/>
                </a:cubicBezTo>
                <a:cubicBezTo>
                  <a:pt x="689657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10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3" y="82669"/>
                </a:cubicBezTo>
                <a:cubicBezTo>
                  <a:pt x="689657" y="83878"/>
                  <a:pt x="687419" y="84482"/>
                  <a:pt x="684281" y="84482"/>
                </a:cubicBezTo>
                <a:lnTo>
                  <a:pt x="666787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7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2" y="66161"/>
                </a:lnTo>
                <a:lnTo>
                  <a:pt x="636442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B1F98D00-59FB-43AE-AD19-3FD1EA0B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227" y="5574881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1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1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2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4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4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6" y="104435"/>
                  <a:pt x="495557" y="105476"/>
                  <a:pt x="493903" y="105476"/>
                </a:cubicBezTo>
                <a:cubicBezTo>
                  <a:pt x="492801" y="105476"/>
                  <a:pt x="491857" y="105114"/>
                  <a:pt x="491072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5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2" y="83875"/>
                  <a:pt x="587056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2" y="71889"/>
                  <a:pt x="574164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0" y="83875"/>
                  <a:pt x="570824" y="84482"/>
                  <a:pt x="567685" y="84482"/>
                </a:cubicBezTo>
                <a:lnTo>
                  <a:pt x="552990" y="84482"/>
                </a:lnTo>
                <a:cubicBezTo>
                  <a:pt x="549852" y="84482"/>
                  <a:pt x="547614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8" y="74605"/>
                  <a:pt x="546056" y="73391"/>
                </a:cubicBezTo>
                <a:cubicBezTo>
                  <a:pt x="547243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5" y="27326"/>
                  <a:pt x="552333" y="26719"/>
                  <a:pt x="555471" y="26719"/>
                </a:cubicBezTo>
                <a:lnTo>
                  <a:pt x="567685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8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7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...">
            <a:extLst xmlns:a="http://schemas.openxmlformats.org/drawingml/2006/main">
              <a:ext uri="{FF2B5EF4-FFF2-40B4-BE49-F238E27FC236}">
                <a16:creationId xmlns:a16="http://schemas.microsoft.com/office/drawing/2014/main" id="{30BFBF83-2E33-469D-A585-55E2119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328" y="5823238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4C66D-6615-4369-A780-D8BE1376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756" y="5234794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E6769-BCA3-47F5-9D8F-D04D8F63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756" y="5234794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34C8D-CDE3-4A6E-82F5-AEB37B1F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557" y="5234794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81" name="Text bezx4,">
            <a:extLst xmlns:a="http://schemas.openxmlformats.org/drawingml/2006/main">
              <a:ext uri="{FF2B5EF4-FFF2-40B4-BE49-F238E27FC236}">
                <a16:creationId xmlns:a16="http://schemas.microsoft.com/office/drawing/2014/main" id="{84F9A191-FD76-4AE2-A749-981C519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659" y="5283645"/>
            <a:ext cx="523803" cy="103567"/>
          </a:xfrm>
          <a:custGeom xmlns:a="http://schemas.openxmlformats.org/drawingml/2006/main">
            <a:pathLst>
              <a:path w="523803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50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2" y="71505"/>
                  <a:pt x="130337" y="70481"/>
                  <a:pt x="138353" y="68433"/>
                </a:cubicBezTo>
                <a:cubicBezTo>
                  <a:pt x="141661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3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7" y="83899"/>
                  <a:pt x="124187" y="84609"/>
                  <a:pt x="118123" y="84609"/>
                </a:cubicBezTo>
                <a:cubicBezTo>
                  <a:pt x="107690" y="84609"/>
                  <a:pt x="99345" y="81662"/>
                  <a:pt x="93090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9" y="37396"/>
                  <a:pt x="93853" y="31649"/>
                </a:cubicBezTo>
                <a:cubicBezTo>
                  <a:pt x="100618" y="25902"/>
                  <a:pt x="108411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5" y="43478"/>
                </a:cubicBezTo>
                <a:cubicBezTo>
                  <a:pt x="150652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5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2" y="69469"/>
                </a:moveTo>
                <a:lnTo>
                  <a:pt x="212644" y="69469"/>
                </a:lnTo>
                <a:cubicBezTo>
                  <a:pt x="212771" y="66203"/>
                  <a:pt x="213439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1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7" y="37915"/>
                </a:lnTo>
                <a:lnTo>
                  <a:pt x="183317" y="39188"/>
                </a:lnTo>
                <a:cubicBezTo>
                  <a:pt x="183317" y="42453"/>
                  <a:pt x="182712" y="44754"/>
                  <a:pt x="181503" y="46090"/>
                </a:cubicBezTo>
                <a:cubicBezTo>
                  <a:pt x="180295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5" y="46090"/>
                </a:cubicBezTo>
                <a:cubicBezTo>
                  <a:pt x="170816" y="44754"/>
                  <a:pt x="170212" y="42453"/>
                  <a:pt x="170212" y="39188"/>
                </a:cubicBezTo>
                <a:lnTo>
                  <a:pt x="170275" y="24810"/>
                </a:lnTo>
                <a:lnTo>
                  <a:pt x="224222" y="24810"/>
                </a:lnTo>
                <a:lnTo>
                  <a:pt x="224222" y="35498"/>
                </a:lnTo>
                <a:lnTo>
                  <a:pt x="189742" y="69469"/>
                </a:lnTo>
                <a:close/>
                <a:moveTo>
                  <a:pt x="362965" y="52555"/>
                </a:moveTo>
                <a:lnTo>
                  <a:pt x="382664" y="69469"/>
                </a:lnTo>
                <a:cubicBezTo>
                  <a:pt x="385039" y="69596"/>
                  <a:pt x="386821" y="70267"/>
                  <a:pt x="388008" y="71483"/>
                </a:cubicBezTo>
                <a:cubicBezTo>
                  <a:pt x="389196" y="72697"/>
                  <a:pt x="389789" y="74220"/>
                  <a:pt x="389789" y="76053"/>
                </a:cubicBezTo>
                <a:cubicBezTo>
                  <a:pt x="389789" y="77971"/>
                  <a:pt x="389121" y="79537"/>
                  <a:pt x="387785" y="80753"/>
                </a:cubicBezTo>
                <a:cubicBezTo>
                  <a:pt x="386449" y="81967"/>
                  <a:pt x="384212" y="82574"/>
                  <a:pt x="381074" y="82574"/>
                </a:cubicBezTo>
                <a:lnTo>
                  <a:pt x="366251" y="82574"/>
                </a:lnTo>
                <a:cubicBezTo>
                  <a:pt x="363113" y="82574"/>
                  <a:pt x="360876" y="81967"/>
                  <a:pt x="359540" y="80753"/>
                </a:cubicBezTo>
                <a:cubicBezTo>
                  <a:pt x="358204" y="79537"/>
                  <a:pt x="357536" y="77928"/>
                  <a:pt x="357536" y="75926"/>
                </a:cubicBezTo>
                <a:cubicBezTo>
                  <a:pt x="357536" y="74391"/>
                  <a:pt x="358013" y="73038"/>
                  <a:pt x="358967" y="71866"/>
                </a:cubicBezTo>
                <a:cubicBezTo>
                  <a:pt x="359922" y="70695"/>
                  <a:pt x="361226" y="69896"/>
                  <a:pt x="362880" y="69469"/>
                </a:cubicBezTo>
                <a:lnTo>
                  <a:pt x="353059" y="61042"/>
                </a:lnTo>
                <a:lnTo>
                  <a:pt x="343222" y="69469"/>
                </a:lnTo>
                <a:cubicBezTo>
                  <a:pt x="345216" y="69980"/>
                  <a:pt x="346647" y="70769"/>
                  <a:pt x="347516" y="71835"/>
                </a:cubicBezTo>
                <a:cubicBezTo>
                  <a:pt x="348386" y="72900"/>
                  <a:pt x="348820" y="74264"/>
                  <a:pt x="348820" y="75926"/>
                </a:cubicBezTo>
                <a:cubicBezTo>
                  <a:pt x="348820" y="77928"/>
                  <a:pt x="348163" y="79537"/>
                  <a:pt x="346848" y="80753"/>
                </a:cubicBezTo>
                <a:cubicBezTo>
                  <a:pt x="345534" y="81967"/>
                  <a:pt x="343307" y="82574"/>
                  <a:pt x="340169" y="82574"/>
                </a:cubicBezTo>
                <a:lnTo>
                  <a:pt x="325473" y="82574"/>
                </a:lnTo>
                <a:cubicBezTo>
                  <a:pt x="322335" y="82574"/>
                  <a:pt x="320098" y="81967"/>
                  <a:pt x="318762" y="80753"/>
                </a:cubicBezTo>
                <a:cubicBezTo>
                  <a:pt x="317426" y="79537"/>
                  <a:pt x="316758" y="77950"/>
                  <a:pt x="316758" y="75989"/>
                </a:cubicBezTo>
                <a:cubicBezTo>
                  <a:pt x="316758" y="74199"/>
                  <a:pt x="317352" y="72697"/>
                  <a:pt x="318539" y="71483"/>
                </a:cubicBezTo>
                <a:cubicBezTo>
                  <a:pt x="319727" y="70267"/>
                  <a:pt x="321508" y="69596"/>
                  <a:pt x="323883" y="69469"/>
                </a:cubicBezTo>
                <a:lnTo>
                  <a:pt x="343270" y="52642"/>
                </a:lnTo>
                <a:lnTo>
                  <a:pt x="326110" y="37915"/>
                </a:lnTo>
                <a:cubicBezTo>
                  <a:pt x="323862" y="37744"/>
                  <a:pt x="322155" y="37052"/>
                  <a:pt x="320988" y="35838"/>
                </a:cubicBezTo>
                <a:cubicBezTo>
                  <a:pt x="319822" y="34622"/>
                  <a:pt x="319239" y="33120"/>
                  <a:pt x="319239" y="31331"/>
                </a:cubicBezTo>
                <a:cubicBezTo>
                  <a:pt x="319239" y="29413"/>
                  <a:pt x="319907" y="27847"/>
                  <a:pt x="321243" y="26633"/>
                </a:cubicBezTo>
                <a:cubicBezTo>
                  <a:pt x="322579" y="25418"/>
                  <a:pt x="324816" y="24810"/>
                  <a:pt x="327954" y="24810"/>
                </a:cubicBezTo>
                <a:lnTo>
                  <a:pt x="340169" y="24810"/>
                </a:lnTo>
                <a:cubicBezTo>
                  <a:pt x="343307" y="24810"/>
                  <a:pt x="345544" y="25418"/>
                  <a:pt x="346880" y="26633"/>
                </a:cubicBezTo>
                <a:cubicBezTo>
                  <a:pt x="348216" y="27847"/>
                  <a:pt x="348884" y="29392"/>
                  <a:pt x="348884" y="31267"/>
                </a:cubicBezTo>
                <a:cubicBezTo>
                  <a:pt x="348884" y="33783"/>
                  <a:pt x="347697" y="35829"/>
                  <a:pt x="345322" y="37406"/>
                </a:cubicBezTo>
                <a:lnTo>
                  <a:pt x="353115" y="44098"/>
                </a:lnTo>
                <a:lnTo>
                  <a:pt x="360971" y="37279"/>
                </a:lnTo>
                <a:cubicBezTo>
                  <a:pt x="358639" y="35617"/>
                  <a:pt x="357472" y="33699"/>
                  <a:pt x="357472" y="31524"/>
                </a:cubicBezTo>
                <a:cubicBezTo>
                  <a:pt x="357472" y="29477"/>
                  <a:pt x="358140" y="27847"/>
                  <a:pt x="359476" y="26633"/>
                </a:cubicBezTo>
                <a:cubicBezTo>
                  <a:pt x="360812" y="25418"/>
                  <a:pt x="363049" y="24810"/>
                  <a:pt x="366188" y="24810"/>
                </a:cubicBezTo>
                <a:lnTo>
                  <a:pt x="378275" y="24810"/>
                </a:lnTo>
                <a:cubicBezTo>
                  <a:pt x="381413" y="24810"/>
                  <a:pt x="383650" y="25418"/>
                  <a:pt x="384986" y="26633"/>
                </a:cubicBezTo>
                <a:cubicBezTo>
                  <a:pt x="386322" y="27847"/>
                  <a:pt x="386990" y="29434"/>
                  <a:pt x="386990" y="31395"/>
                </a:cubicBezTo>
                <a:cubicBezTo>
                  <a:pt x="386990" y="33141"/>
                  <a:pt x="386407" y="34622"/>
                  <a:pt x="385241" y="35838"/>
                </a:cubicBezTo>
                <a:cubicBezTo>
                  <a:pt x="384074" y="37052"/>
                  <a:pt x="382346" y="37744"/>
                  <a:pt x="380056" y="37915"/>
                </a:cubicBezTo>
                <a:lnTo>
                  <a:pt x="362965" y="52555"/>
                </a:lnTo>
                <a:close/>
                <a:moveTo>
                  <a:pt x="450403" y="254"/>
                </a:moveTo>
                <a:lnTo>
                  <a:pt x="450403" y="51147"/>
                </a:lnTo>
                <a:cubicBezTo>
                  <a:pt x="453159" y="51147"/>
                  <a:pt x="455195" y="51741"/>
                  <a:pt x="456510" y="52929"/>
                </a:cubicBezTo>
                <a:cubicBezTo>
                  <a:pt x="457825" y="54116"/>
                  <a:pt x="458482" y="55685"/>
                  <a:pt x="458482" y="57636"/>
                </a:cubicBezTo>
                <a:cubicBezTo>
                  <a:pt x="458482" y="59587"/>
                  <a:pt x="457814" y="61178"/>
                  <a:pt x="456478" y="62407"/>
                </a:cubicBezTo>
                <a:cubicBezTo>
                  <a:pt x="455142" y="63637"/>
                  <a:pt x="453117" y="64252"/>
                  <a:pt x="450403" y="64252"/>
                </a:cubicBezTo>
                <a:lnTo>
                  <a:pt x="450403" y="69469"/>
                </a:lnTo>
                <a:cubicBezTo>
                  <a:pt x="453159" y="69469"/>
                  <a:pt x="455195" y="70073"/>
                  <a:pt x="456510" y="71282"/>
                </a:cubicBezTo>
                <a:cubicBezTo>
                  <a:pt x="457825" y="72491"/>
                  <a:pt x="458482" y="74070"/>
                  <a:pt x="458482" y="76021"/>
                </a:cubicBezTo>
                <a:cubicBezTo>
                  <a:pt x="458482" y="77972"/>
                  <a:pt x="457814" y="79552"/>
                  <a:pt x="456478" y="80761"/>
                </a:cubicBezTo>
                <a:cubicBezTo>
                  <a:pt x="455142" y="81969"/>
                  <a:pt x="452905" y="82574"/>
                  <a:pt x="449767" y="82574"/>
                </a:cubicBezTo>
                <a:lnTo>
                  <a:pt x="432272" y="82574"/>
                </a:lnTo>
                <a:cubicBezTo>
                  <a:pt x="429134" y="82574"/>
                  <a:pt x="426897" y="81959"/>
                  <a:pt x="425561" y="80729"/>
                </a:cubicBezTo>
                <a:cubicBezTo>
                  <a:pt x="424225" y="79499"/>
                  <a:pt x="423557" y="77909"/>
                  <a:pt x="423557" y="75958"/>
                </a:cubicBezTo>
                <a:cubicBezTo>
                  <a:pt x="423557" y="74007"/>
                  <a:pt x="424225" y="72438"/>
                  <a:pt x="425561" y="71250"/>
                </a:cubicBezTo>
                <a:cubicBezTo>
                  <a:pt x="426897" y="70063"/>
                  <a:pt x="429134" y="69469"/>
                  <a:pt x="432272" y="69469"/>
                </a:cubicBezTo>
                <a:lnTo>
                  <a:pt x="437361" y="69469"/>
                </a:lnTo>
                <a:lnTo>
                  <a:pt x="437361" y="64252"/>
                </a:lnTo>
                <a:lnTo>
                  <a:pt x="401927" y="64252"/>
                </a:lnTo>
                <a:lnTo>
                  <a:pt x="401927" y="53320"/>
                </a:lnTo>
                <a:lnTo>
                  <a:pt x="433163" y="254"/>
                </a:lnTo>
                <a:lnTo>
                  <a:pt x="450403" y="254"/>
                </a:lnTo>
                <a:moveTo>
                  <a:pt x="437361" y="51147"/>
                </a:moveTo>
                <a:lnTo>
                  <a:pt x="437361" y="18977"/>
                </a:lnTo>
                <a:lnTo>
                  <a:pt x="418467" y="51147"/>
                </a:lnTo>
                <a:lnTo>
                  <a:pt x="437361" y="51147"/>
                </a:lnTo>
                <a:close/>
                <a:moveTo>
                  <a:pt x="506372" y="65016"/>
                </a:moveTo>
                <a:lnTo>
                  <a:pt x="523803" y="65016"/>
                </a:lnTo>
                <a:lnTo>
                  <a:pt x="505036" y="100444"/>
                </a:lnTo>
                <a:cubicBezTo>
                  <a:pt x="503934" y="102526"/>
                  <a:pt x="502555" y="103567"/>
                  <a:pt x="500901" y="103567"/>
                </a:cubicBezTo>
                <a:cubicBezTo>
                  <a:pt x="499799" y="103567"/>
                  <a:pt x="498855" y="103206"/>
                  <a:pt x="498071" y="102484"/>
                </a:cubicBezTo>
                <a:cubicBezTo>
                  <a:pt x="497286" y="101761"/>
                  <a:pt x="496894" y="100954"/>
                  <a:pt x="496894" y="100062"/>
                </a:cubicBezTo>
                <a:cubicBezTo>
                  <a:pt x="496894" y="99425"/>
                  <a:pt x="497042" y="98554"/>
                  <a:pt x="497339" y="97450"/>
                </a:cubicBezTo>
                <a:lnTo>
                  <a:pt x="506372" y="65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54">
            <a:extLst xmlns:a="http://schemas.openxmlformats.org/drawingml/2006/main">
              <a:ext uri="{FF2B5EF4-FFF2-40B4-BE49-F238E27FC236}">
                <a16:creationId xmlns:a16="http://schemas.microsoft.com/office/drawing/2014/main" id="{8EDB495A-2C4A-4757-B853-B93E76C6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746" y="5283900"/>
            <a:ext cx="136062" cy="84228"/>
          </a:xfrm>
          <a:custGeom xmlns:a="http://schemas.openxmlformats.org/drawingml/2006/main">
            <a:pathLst>
              <a:path w="136062" h="84228">
                <a:moveTo>
                  <a:pt x="19721" y="13105"/>
                </a:moveTo>
                <a:lnTo>
                  <a:pt x="19721" y="28627"/>
                </a:lnTo>
                <a:cubicBezTo>
                  <a:pt x="24556" y="27100"/>
                  <a:pt x="28945" y="26337"/>
                  <a:pt x="32890" y="26337"/>
                </a:cubicBezTo>
                <a:cubicBezTo>
                  <a:pt x="40905" y="26337"/>
                  <a:pt x="47564" y="29070"/>
                  <a:pt x="52865" y="34536"/>
                </a:cubicBezTo>
                <a:cubicBezTo>
                  <a:pt x="58166" y="40000"/>
                  <a:pt x="60817" y="47053"/>
                  <a:pt x="60817" y="55696"/>
                </a:cubicBezTo>
                <a:cubicBezTo>
                  <a:pt x="60817" y="64592"/>
                  <a:pt x="58135" y="71571"/>
                  <a:pt x="52770" y="76634"/>
                </a:cubicBezTo>
                <a:cubicBezTo>
                  <a:pt x="47405" y="81696"/>
                  <a:pt x="39188" y="84228"/>
                  <a:pt x="28118" y="84228"/>
                </a:cubicBezTo>
                <a:cubicBezTo>
                  <a:pt x="18364" y="84228"/>
                  <a:pt x="10645" y="82371"/>
                  <a:pt x="4962" y="78657"/>
                </a:cubicBezTo>
                <a:cubicBezTo>
                  <a:pt x="1654" y="76522"/>
                  <a:pt x="0" y="74067"/>
                  <a:pt x="0" y="71292"/>
                </a:cubicBezTo>
                <a:cubicBezTo>
                  <a:pt x="0" y="69542"/>
                  <a:pt x="647" y="68017"/>
                  <a:pt x="1940" y="66715"/>
                </a:cubicBezTo>
                <a:cubicBezTo>
                  <a:pt x="3234" y="65413"/>
                  <a:pt x="4771" y="64761"/>
                  <a:pt x="6552" y="64761"/>
                </a:cubicBezTo>
                <a:cubicBezTo>
                  <a:pt x="8037" y="64761"/>
                  <a:pt x="9648" y="65479"/>
                  <a:pt x="11387" y="66914"/>
                </a:cubicBezTo>
                <a:cubicBezTo>
                  <a:pt x="13126" y="68350"/>
                  <a:pt x="14950" y="69346"/>
                  <a:pt x="16858" y="69902"/>
                </a:cubicBezTo>
                <a:cubicBezTo>
                  <a:pt x="19573" y="70716"/>
                  <a:pt x="23050" y="71123"/>
                  <a:pt x="27291" y="71123"/>
                </a:cubicBezTo>
                <a:cubicBezTo>
                  <a:pt x="35180" y="71123"/>
                  <a:pt x="40566" y="69869"/>
                  <a:pt x="43450" y="67362"/>
                </a:cubicBezTo>
                <a:cubicBezTo>
                  <a:pt x="46334" y="64853"/>
                  <a:pt x="47776" y="61005"/>
                  <a:pt x="47776" y="55819"/>
                </a:cubicBezTo>
                <a:cubicBezTo>
                  <a:pt x="47776" y="50719"/>
                  <a:pt x="46387" y="46715"/>
                  <a:pt x="43609" y="43806"/>
                </a:cubicBezTo>
                <a:cubicBezTo>
                  <a:pt x="40831" y="40897"/>
                  <a:pt x="37258" y="39442"/>
                  <a:pt x="32890" y="39442"/>
                </a:cubicBezTo>
                <a:cubicBezTo>
                  <a:pt x="28182" y="39442"/>
                  <a:pt x="22817" y="40952"/>
                  <a:pt x="16795" y="43971"/>
                </a:cubicBezTo>
                <a:cubicBezTo>
                  <a:pt x="15438" y="44684"/>
                  <a:pt x="14250" y="45040"/>
                  <a:pt x="13232" y="45040"/>
                </a:cubicBezTo>
                <a:cubicBezTo>
                  <a:pt x="11366" y="45040"/>
                  <a:pt x="9807" y="44361"/>
                  <a:pt x="8556" y="43003"/>
                </a:cubicBezTo>
                <a:cubicBezTo>
                  <a:pt x="7305" y="41643"/>
                  <a:pt x="6680" y="39880"/>
                  <a:pt x="6680" y="37714"/>
                </a:cubicBezTo>
                <a:lnTo>
                  <a:pt x="6680" y="0"/>
                </a:lnTo>
                <a:lnTo>
                  <a:pt x="46567" y="0"/>
                </a:lnTo>
                <a:cubicBezTo>
                  <a:pt x="49705" y="0"/>
                  <a:pt x="51943" y="608"/>
                  <a:pt x="53279" y="1823"/>
                </a:cubicBezTo>
                <a:cubicBezTo>
                  <a:pt x="54614" y="3037"/>
                  <a:pt x="55282" y="4624"/>
                  <a:pt x="55282" y="6584"/>
                </a:cubicBezTo>
                <a:cubicBezTo>
                  <a:pt x="55282" y="8502"/>
                  <a:pt x="54614" y="10069"/>
                  <a:pt x="53279" y="11284"/>
                </a:cubicBezTo>
                <a:cubicBezTo>
                  <a:pt x="51943" y="12498"/>
                  <a:pt x="49705" y="13105"/>
                  <a:pt x="46567" y="13105"/>
                </a:cubicBezTo>
                <a:lnTo>
                  <a:pt x="19721" y="13105"/>
                </a:lnTo>
                <a:close/>
                <a:moveTo>
                  <a:pt x="127983" y="0"/>
                </a:moveTo>
                <a:lnTo>
                  <a:pt x="127983" y="50893"/>
                </a:lnTo>
                <a:cubicBezTo>
                  <a:pt x="130739" y="50893"/>
                  <a:pt x="132775" y="51487"/>
                  <a:pt x="134090" y="52674"/>
                </a:cubicBezTo>
                <a:cubicBezTo>
                  <a:pt x="135405" y="53862"/>
                  <a:pt x="136062" y="55431"/>
                  <a:pt x="136062" y="57382"/>
                </a:cubicBezTo>
                <a:cubicBezTo>
                  <a:pt x="136062" y="59333"/>
                  <a:pt x="135394" y="60923"/>
                  <a:pt x="134058" y="62153"/>
                </a:cubicBezTo>
                <a:cubicBezTo>
                  <a:pt x="132722" y="63383"/>
                  <a:pt x="130697" y="63998"/>
                  <a:pt x="127983" y="63998"/>
                </a:cubicBezTo>
                <a:lnTo>
                  <a:pt x="127983" y="69214"/>
                </a:lnTo>
                <a:cubicBezTo>
                  <a:pt x="130739" y="69214"/>
                  <a:pt x="132775" y="69819"/>
                  <a:pt x="134090" y="71027"/>
                </a:cubicBezTo>
                <a:cubicBezTo>
                  <a:pt x="135405" y="72236"/>
                  <a:pt x="136062" y="73816"/>
                  <a:pt x="136062" y="75767"/>
                </a:cubicBezTo>
                <a:cubicBezTo>
                  <a:pt x="136062" y="77718"/>
                  <a:pt x="135394" y="79298"/>
                  <a:pt x="134058" y="80506"/>
                </a:cubicBezTo>
                <a:cubicBezTo>
                  <a:pt x="132722" y="81715"/>
                  <a:pt x="130485" y="82319"/>
                  <a:pt x="127346" y="82319"/>
                </a:cubicBezTo>
                <a:lnTo>
                  <a:pt x="109852" y="82319"/>
                </a:lnTo>
                <a:cubicBezTo>
                  <a:pt x="106714" y="82319"/>
                  <a:pt x="104476" y="81704"/>
                  <a:pt x="103141" y="80474"/>
                </a:cubicBezTo>
                <a:cubicBezTo>
                  <a:pt x="101805" y="79245"/>
                  <a:pt x="101137" y="77654"/>
                  <a:pt x="101137" y="75703"/>
                </a:cubicBezTo>
                <a:cubicBezTo>
                  <a:pt x="101137" y="73752"/>
                  <a:pt x="101805" y="72183"/>
                  <a:pt x="103141" y="70996"/>
                </a:cubicBezTo>
                <a:cubicBezTo>
                  <a:pt x="104476" y="69808"/>
                  <a:pt x="106714" y="69214"/>
                  <a:pt x="109852" y="69214"/>
                </a:cubicBezTo>
                <a:lnTo>
                  <a:pt x="114941" y="69214"/>
                </a:lnTo>
                <a:lnTo>
                  <a:pt x="114941" y="63998"/>
                </a:lnTo>
                <a:lnTo>
                  <a:pt x="79507" y="63998"/>
                </a:lnTo>
                <a:lnTo>
                  <a:pt x="79507" y="53066"/>
                </a:lnTo>
                <a:lnTo>
                  <a:pt x="110743" y="0"/>
                </a:lnTo>
                <a:lnTo>
                  <a:pt x="127983" y="0"/>
                </a:lnTo>
                <a:moveTo>
                  <a:pt x="114941" y="50893"/>
                </a:moveTo>
                <a:lnTo>
                  <a:pt x="114941" y="18723"/>
                </a:lnTo>
                <a:lnTo>
                  <a:pt x="96047" y="50893"/>
                </a:lnTo>
                <a:lnTo>
                  <a:pt x="114941" y="50893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E05B0E11-4B4B-41B0-A2FA-E2D1B00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657" y="5444595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40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6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8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3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8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2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2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2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2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2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7" y="71377"/>
                </a:lnTo>
                <a:cubicBezTo>
                  <a:pt x="378042" y="71505"/>
                  <a:pt x="379823" y="72176"/>
                  <a:pt x="381010" y="73391"/>
                </a:cubicBezTo>
                <a:cubicBezTo>
                  <a:pt x="382198" y="74605"/>
                  <a:pt x="382792" y="76129"/>
                  <a:pt x="382792" y="77962"/>
                </a:cubicBezTo>
                <a:cubicBezTo>
                  <a:pt x="382792" y="79879"/>
                  <a:pt x="382124" y="81446"/>
                  <a:pt x="380788" y="82661"/>
                </a:cubicBezTo>
                <a:cubicBezTo>
                  <a:pt x="379452" y="83875"/>
                  <a:pt x="377214" y="84482"/>
                  <a:pt x="374076" y="84482"/>
                </a:cubicBezTo>
                <a:lnTo>
                  <a:pt x="359254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4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9" y="73743"/>
                </a:cubicBezTo>
                <a:cubicBezTo>
                  <a:pt x="341388" y="74809"/>
                  <a:pt x="341823" y="76172"/>
                  <a:pt x="341823" y="77834"/>
                </a:cubicBezTo>
                <a:cubicBezTo>
                  <a:pt x="341823" y="79837"/>
                  <a:pt x="341165" y="81446"/>
                  <a:pt x="339851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6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2" y="39824"/>
                </a:lnTo>
                <a:cubicBezTo>
                  <a:pt x="316864" y="39653"/>
                  <a:pt x="315157" y="38960"/>
                  <a:pt x="313991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7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5" y="35607"/>
                  <a:pt x="350475" y="33432"/>
                </a:cubicBezTo>
                <a:cubicBezTo>
                  <a:pt x="350475" y="31386"/>
                  <a:pt x="351142" y="29756"/>
                  <a:pt x="352478" y="28542"/>
                </a:cubicBezTo>
                <a:cubicBezTo>
                  <a:pt x="353814" y="27326"/>
                  <a:pt x="356052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3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7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1" y="57361"/>
                  <a:pt x="454411" y="61644"/>
                </a:cubicBezTo>
                <a:cubicBezTo>
                  <a:pt x="454411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2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10" y="68578"/>
                </a:cubicBezTo>
                <a:cubicBezTo>
                  <a:pt x="401439" y="68578"/>
                  <a:pt x="402712" y="69002"/>
                  <a:pt x="404027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9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6" y="14915"/>
                  <a:pt x="409498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3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5" y="66924"/>
                </a:moveTo>
                <a:lnTo>
                  <a:pt x="516805" y="66924"/>
                </a:lnTo>
                <a:lnTo>
                  <a:pt x="498039" y="102352"/>
                </a:lnTo>
                <a:cubicBezTo>
                  <a:pt x="496936" y="104435"/>
                  <a:pt x="495558" y="105476"/>
                  <a:pt x="493904" y="105476"/>
                </a:cubicBezTo>
                <a:cubicBezTo>
                  <a:pt x="492801" y="105476"/>
                  <a:pt x="491857" y="105114"/>
                  <a:pt x="491073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5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8" y="72176"/>
                  <a:pt x="615525" y="73391"/>
                </a:cubicBezTo>
                <a:cubicBezTo>
                  <a:pt x="616713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3" y="83875"/>
                  <a:pt x="587057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3" y="71804"/>
                  <a:pt x="590397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3" y="71889"/>
                  <a:pt x="574164" y="72677"/>
                  <a:pt x="575033" y="73743"/>
                </a:cubicBezTo>
                <a:cubicBezTo>
                  <a:pt x="575903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1" y="83875"/>
                  <a:pt x="570824" y="84482"/>
                  <a:pt x="567686" y="84482"/>
                </a:cubicBezTo>
                <a:lnTo>
                  <a:pt x="552990" y="84482"/>
                </a:lnTo>
                <a:cubicBezTo>
                  <a:pt x="549852" y="84482"/>
                  <a:pt x="547615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9" y="74605"/>
                  <a:pt x="546056" y="73391"/>
                </a:cubicBezTo>
                <a:cubicBezTo>
                  <a:pt x="547244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9" y="39653"/>
                  <a:pt x="549672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6" y="27326"/>
                  <a:pt x="552333" y="26719"/>
                  <a:pt x="555471" y="26719"/>
                </a:cubicBezTo>
                <a:lnTo>
                  <a:pt x="567686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4" y="37738"/>
                  <a:pt x="572839" y="39315"/>
                </a:cubicBezTo>
                <a:lnTo>
                  <a:pt x="580632" y="46006"/>
                </a:lnTo>
                <a:lnTo>
                  <a:pt x="588488" y="39188"/>
                </a:lnTo>
                <a:cubicBezTo>
                  <a:pt x="586156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5" y="26719"/>
                </a:cubicBezTo>
                <a:lnTo>
                  <a:pt x="605792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8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...">
            <a:extLst xmlns:a="http://schemas.openxmlformats.org/drawingml/2006/main">
              <a:ext uri="{FF2B5EF4-FFF2-40B4-BE49-F238E27FC236}">
                <a16:creationId xmlns:a16="http://schemas.microsoft.com/office/drawing/2014/main" id="{7B41F8C7-887F-4025-96C7-4B8A1A9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758" y="5692952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12E46-5C38-4BF7-8983-05D493FF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756" y="5397651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FC2D3-712E-4C44-B7E7-AFB9B0AF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756" y="5397651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C6B24-21DD-4B7A-A63A-2696D99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557" y="5397651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288" name="Text bezx4,">
            <a:extLst xmlns:a="http://schemas.openxmlformats.org/drawingml/2006/main">
              <a:ext uri="{FF2B5EF4-FFF2-40B4-BE49-F238E27FC236}">
                <a16:creationId xmlns:a16="http://schemas.microsoft.com/office/drawing/2014/main" id="{0FA8E28B-4DFA-47FF-A5DD-E67F3643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659" y="5446503"/>
            <a:ext cx="523803" cy="103567"/>
          </a:xfrm>
          <a:custGeom xmlns:a="http://schemas.openxmlformats.org/drawingml/2006/main">
            <a:pathLst>
              <a:path w="523803" h="103567">
                <a:moveTo>
                  <a:pt x="23983" y="0"/>
                </a:moveTo>
                <a:lnTo>
                  <a:pt x="23983" y="29293"/>
                </a:lnTo>
                <a:cubicBezTo>
                  <a:pt x="27164" y="27206"/>
                  <a:pt x="30398" y="25640"/>
                  <a:pt x="33685" y="24596"/>
                </a:cubicBezTo>
                <a:cubicBezTo>
                  <a:pt x="36972" y="23551"/>
                  <a:pt x="40290" y="23029"/>
                  <a:pt x="43641" y="23029"/>
                </a:cubicBezTo>
                <a:cubicBezTo>
                  <a:pt x="52674" y="23029"/>
                  <a:pt x="60329" y="26146"/>
                  <a:pt x="66606" y="32381"/>
                </a:cubicBezTo>
                <a:cubicBezTo>
                  <a:pt x="72883" y="38615"/>
                  <a:pt x="76021" y="46143"/>
                  <a:pt x="76021" y="54964"/>
                </a:cubicBezTo>
                <a:cubicBezTo>
                  <a:pt x="76021" y="63404"/>
                  <a:pt x="73031" y="70455"/>
                  <a:pt x="67051" y="76117"/>
                </a:cubicBezTo>
                <a:cubicBezTo>
                  <a:pt x="61072" y="81779"/>
                  <a:pt x="53183" y="84609"/>
                  <a:pt x="43386" y="84609"/>
                </a:cubicBezTo>
                <a:cubicBezTo>
                  <a:pt x="39909" y="84609"/>
                  <a:pt x="36558" y="84161"/>
                  <a:pt x="33335" y="83264"/>
                </a:cubicBezTo>
                <a:cubicBezTo>
                  <a:pt x="30112" y="82366"/>
                  <a:pt x="26994" y="81042"/>
                  <a:pt x="23983" y="79292"/>
                </a:cubicBezTo>
                <a:lnTo>
                  <a:pt x="23983" y="82574"/>
                </a:lnTo>
                <a:lnTo>
                  <a:pt x="8715" y="82574"/>
                </a:lnTo>
                <a:cubicBezTo>
                  <a:pt x="5577" y="82574"/>
                  <a:pt x="3340" y="81959"/>
                  <a:pt x="2004" y="80729"/>
                </a:cubicBezTo>
                <a:cubicBezTo>
                  <a:pt x="668" y="79499"/>
                  <a:pt x="0" y="77909"/>
                  <a:pt x="0" y="75958"/>
                </a:cubicBezTo>
                <a:cubicBezTo>
                  <a:pt x="0" y="74007"/>
                  <a:pt x="679" y="72438"/>
                  <a:pt x="2036" y="71250"/>
                </a:cubicBezTo>
                <a:cubicBezTo>
                  <a:pt x="3393" y="70063"/>
                  <a:pt x="5619" y="69469"/>
                  <a:pt x="8715" y="69469"/>
                </a:cubicBezTo>
                <a:lnTo>
                  <a:pt x="10942" y="69469"/>
                </a:lnTo>
                <a:lnTo>
                  <a:pt x="10942" y="13105"/>
                </a:lnTo>
                <a:lnTo>
                  <a:pt x="8715" y="13105"/>
                </a:lnTo>
                <a:cubicBezTo>
                  <a:pt x="5577" y="13105"/>
                  <a:pt x="3340" y="12490"/>
                  <a:pt x="2004" y="11260"/>
                </a:cubicBezTo>
                <a:cubicBezTo>
                  <a:pt x="668" y="10030"/>
                  <a:pt x="0" y="8440"/>
                  <a:pt x="0" y="6489"/>
                </a:cubicBezTo>
                <a:cubicBezTo>
                  <a:pt x="0" y="4538"/>
                  <a:pt x="668" y="2969"/>
                  <a:pt x="2004" y="1781"/>
                </a:cubicBezTo>
                <a:cubicBezTo>
                  <a:pt x="3340" y="594"/>
                  <a:pt x="5577" y="0"/>
                  <a:pt x="8715" y="0"/>
                </a:cubicBezTo>
                <a:lnTo>
                  <a:pt x="23983" y="0"/>
                </a:lnTo>
                <a:moveTo>
                  <a:pt x="62980" y="55340"/>
                </a:moveTo>
                <a:cubicBezTo>
                  <a:pt x="62980" y="49974"/>
                  <a:pt x="61093" y="45431"/>
                  <a:pt x="57318" y="41712"/>
                </a:cubicBezTo>
                <a:cubicBezTo>
                  <a:pt x="53544" y="37993"/>
                  <a:pt x="48921" y="36134"/>
                  <a:pt x="43450" y="36134"/>
                </a:cubicBezTo>
                <a:cubicBezTo>
                  <a:pt x="38021" y="36134"/>
                  <a:pt x="33420" y="37993"/>
                  <a:pt x="29645" y="41712"/>
                </a:cubicBezTo>
                <a:cubicBezTo>
                  <a:pt x="25871" y="45431"/>
                  <a:pt x="23983" y="49911"/>
                  <a:pt x="23983" y="55151"/>
                </a:cubicBezTo>
                <a:cubicBezTo>
                  <a:pt x="23983" y="59926"/>
                  <a:pt x="25680" y="63846"/>
                  <a:pt x="29073" y="66910"/>
                </a:cubicBezTo>
                <a:cubicBezTo>
                  <a:pt x="32465" y="69973"/>
                  <a:pt x="37258" y="71505"/>
                  <a:pt x="43450" y="71505"/>
                </a:cubicBezTo>
                <a:cubicBezTo>
                  <a:pt x="49642" y="71505"/>
                  <a:pt x="54445" y="69973"/>
                  <a:pt x="57859" y="66910"/>
                </a:cubicBezTo>
                <a:cubicBezTo>
                  <a:pt x="61273" y="63846"/>
                  <a:pt x="62980" y="59989"/>
                  <a:pt x="62980" y="55340"/>
                </a:cubicBezTo>
                <a:close/>
                <a:moveTo>
                  <a:pt x="151330" y="60181"/>
                </a:moveTo>
                <a:lnTo>
                  <a:pt x="97829" y="60181"/>
                </a:lnTo>
                <a:cubicBezTo>
                  <a:pt x="99186" y="63574"/>
                  <a:pt x="101593" y="66309"/>
                  <a:pt x="105050" y="68387"/>
                </a:cubicBezTo>
                <a:cubicBezTo>
                  <a:pt x="108506" y="70465"/>
                  <a:pt x="113182" y="71505"/>
                  <a:pt x="119077" y="71505"/>
                </a:cubicBezTo>
                <a:cubicBezTo>
                  <a:pt x="123912" y="71505"/>
                  <a:pt x="130337" y="70481"/>
                  <a:pt x="138353" y="68433"/>
                </a:cubicBezTo>
                <a:cubicBezTo>
                  <a:pt x="141661" y="67597"/>
                  <a:pt x="143951" y="67179"/>
                  <a:pt x="145223" y="67179"/>
                </a:cubicBezTo>
                <a:cubicBezTo>
                  <a:pt x="146962" y="67179"/>
                  <a:pt x="148425" y="67794"/>
                  <a:pt x="149613" y="69024"/>
                </a:cubicBezTo>
                <a:cubicBezTo>
                  <a:pt x="150800" y="70253"/>
                  <a:pt x="151394" y="71801"/>
                  <a:pt x="151394" y="73668"/>
                </a:cubicBezTo>
                <a:cubicBezTo>
                  <a:pt x="151394" y="75364"/>
                  <a:pt x="150758" y="76806"/>
                  <a:pt x="149485" y="77993"/>
                </a:cubicBezTo>
                <a:cubicBezTo>
                  <a:pt x="147789" y="79563"/>
                  <a:pt x="143654" y="81058"/>
                  <a:pt x="137080" y="82478"/>
                </a:cubicBezTo>
                <a:cubicBezTo>
                  <a:pt x="130507" y="83899"/>
                  <a:pt x="124187" y="84609"/>
                  <a:pt x="118123" y="84609"/>
                </a:cubicBezTo>
                <a:cubicBezTo>
                  <a:pt x="107690" y="84609"/>
                  <a:pt x="99345" y="81662"/>
                  <a:pt x="93090" y="75767"/>
                </a:cubicBezTo>
                <a:cubicBezTo>
                  <a:pt x="86834" y="69872"/>
                  <a:pt x="83706" y="62620"/>
                  <a:pt x="83706" y="54010"/>
                </a:cubicBezTo>
                <a:cubicBezTo>
                  <a:pt x="83706" y="44849"/>
                  <a:pt x="87089" y="37396"/>
                  <a:pt x="93853" y="31649"/>
                </a:cubicBezTo>
                <a:cubicBezTo>
                  <a:pt x="100618" y="25902"/>
                  <a:pt x="108411" y="23029"/>
                  <a:pt x="117232" y="23029"/>
                </a:cubicBezTo>
                <a:cubicBezTo>
                  <a:pt x="122533" y="23029"/>
                  <a:pt x="127400" y="23961"/>
                  <a:pt x="131832" y="25824"/>
                </a:cubicBezTo>
                <a:cubicBezTo>
                  <a:pt x="136264" y="27686"/>
                  <a:pt x="139561" y="29697"/>
                  <a:pt x="141724" y="31856"/>
                </a:cubicBezTo>
                <a:cubicBezTo>
                  <a:pt x="144778" y="34989"/>
                  <a:pt x="147301" y="38863"/>
                  <a:pt x="149295" y="43478"/>
                </a:cubicBezTo>
                <a:cubicBezTo>
                  <a:pt x="150652" y="46696"/>
                  <a:pt x="151330" y="50422"/>
                  <a:pt x="151330" y="54656"/>
                </a:cubicBezTo>
                <a:lnTo>
                  <a:pt x="151330" y="60181"/>
                </a:lnTo>
                <a:moveTo>
                  <a:pt x="136889" y="47076"/>
                </a:moveTo>
                <a:cubicBezTo>
                  <a:pt x="134896" y="43407"/>
                  <a:pt x="132288" y="40667"/>
                  <a:pt x="129065" y="38854"/>
                </a:cubicBezTo>
                <a:cubicBezTo>
                  <a:pt x="125841" y="37041"/>
                  <a:pt x="122003" y="36134"/>
                  <a:pt x="117550" y="36134"/>
                </a:cubicBezTo>
                <a:cubicBezTo>
                  <a:pt x="113139" y="36134"/>
                  <a:pt x="109322" y="37041"/>
                  <a:pt x="106099" y="38854"/>
                </a:cubicBezTo>
                <a:cubicBezTo>
                  <a:pt x="102876" y="40667"/>
                  <a:pt x="100246" y="43407"/>
                  <a:pt x="98211" y="47076"/>
                </a:cubicBezTo>
                <a:lnTo>
                  <a:pt x="136889" y="47076"/>
                </a:lnTo>
                <a:close/>
                <a:moveTo>
                  <a:pt x="189742" y="69469"/>
                </a:moveTo>
                <a:lnTo>
                  <a:pt x="212644" y="69469"/>
                </a:lnTo>
                <a:cubicBezTo>
                  <a:pt x="212771" y="66203"/>
                  <a:pt x="213439" y="63902"/>
                  <a:pt x="214647" y="62566"/>
                </a:cubicBezTo>
                <a:cubicBezTo>
                  <a:pt x="215856" y="61231"/>
                  <a:pt x="217351" y="60563"/>
                  <a:pt x="219132" y="60563"/>
                </a:cubicBezTo>
                <a:cubicBezTo>
                  <a:pt x="221083" y="60563"/>
                  <a:pt x="222663" y="61231"/>
                  <a:pt x="223872" y="62566"/>
                </a:cubicBezTo>
                <a:cubicBezTo>
                  <a:pt x="225081" y="63902"/>
                  <a:pt x="225685" y="66203"/>
                  <a:pt x="225685" y="69469"/>
                </a:cubicBezTo>
                <a:lnTo>
                  <a:pt x="225685" y="82574"/>
                </a:lnTo>
                <a:lnTo>
                  <a:pt x="168939" y="82574"/>
                </a:lnTo>
                <a:lnTo>
                  <a:pt x="168939" y="71759"/>
                </a:lnTo>
                <a:lnTo>
                  <a:pt x="203292" y="37915"/>
                </a:lnTo>
                <a:lnTo>
                  <a:pt x="183317" y="37915"/>
                </a:lnTo>
                <a:lnTo>
                  <a:pt x="183317" y="39188"/>
                </a:lnTo>
                <a:cubicBezTo>
                  <a:pt x="183317" y="42453"/>
                  <a:pt x="182712" y="44754"/>
                  <a:pt x="181503" y="46090"/>
                </a:cubicBezTo>
                <a:cubicBezTo>
                  <a:pt x="180295" y="47426"/>
                  <a:pt x="178715" y="48094"/>
                  <a:pt x="176764" y="48094"/>
                </a:cubicBezTo>
                <a:cubicBezTo>
                  <a:pt x="174813" y="48094"/>
                  <a:pt x="173233" y="47426"/>
                  <a:pt x="172025" y="46090"/>
                </a:cubicBezTo>
                <a:cubicBezTo>
                  <a:pt x="170816" y="44754"/>
                  <a:pt x="170212" y="42453"/>
                  <a:pt x="170212" y="39188"/>
                </a:cubicBezTo>
                <a:lnTo>
                  <a:pt x="170275" y="24810"/>
                </a:lnTo>
                <a:lnTo>
                  <a:pt x="224222" y="24810"/>
                </a:lnTo>
                <a:lnTo>
                  <a:pt x="224222" y="35498"/>
                </a:lnTo>
                <a:lnTo>
                  <a:pt x="189742" y="69469"/>
                </a:lnTo>
                <a:close/>
                <a:moveTo>
                  <a:pt x="362965" y="52555"/>
                </a:moveTo>
                <a:lnTo>
                  <a:pt x="382664" y="69469"/>
                </a:lnTo>
                <a:cubicBezTo>
                  <a:pt x="385039" y="69596"/>
                  <a:pt x="386821" y="70267"/>
                  <a:pt x="388008" y="71483"/>
                </a:cubicBezTo>
                <a:cubicBezTo>
                  <a:pt x="389196" y="72697"/>
                  <a:pt x="389789" y="74220"/>
                  <a:pt x="389789" y="76053"/>
                </a:cubicBezTo>
                <a:cubicBezTo>
                  <a:pt x="389789" y="77971"/>
                  <a:pt x="389121" y="79537"/>
                  <a:pt x="387785" y="80753"/>
                </a:cubicBezTo>
                <a:cubicBezTo>
                  <a:pt x="386449" y="81967"/>
                  <a:pt x="384212" y="82574"/>
                  <a:pt x="381074" y="82574"/>
                </a:cubicBezTo>
                <a:lnTo>
                  <a:pt x="366251" y="82574"/>
                </a:lnTo>
                <a:cubicBezTo>
                  <a:pt x="363113" y="82574"/>
                  <a:pt x="360876" y="81967"/>
                  <a:pt x="359540" y="80753"/>
                </a:cubicBezTo>
                <a:cubicBezTo>
                  <a:pt x="358204" y="79537"/>
                  <a:pt x="357536" y="77928"/>
                  <a:pt x="357536" y="75926"/>
                </a:cubicBezTo>
                <a:cubicBezTo>
                  <a:pt x="357536" y="74391"/>
                  <a:pt x="358013" y="73038"/>
                  <a:pt x="358967" y="71866"/>
                </a:cubicBezTo>
                <a:cubicBezTo>
                  <a:pt x="359922" y="70695"/>
                  <a:pt x="361226" y="69896"/>
                  <a:pt x="362880" y="69469"/>
                </a:cubicBezTo>
                <a:lnTo>
                  <a:pt x="353059" y="61042"/>
                </a:lnTo>
                <a:lnTo>
                  <a:pt x="343222" y="69469"/>
                </a:lnTo>
                <a:cubicBezTo>
                  <a:pt x="345216" y="69980"/>
                  <a:pt x="346647" y="70769"/>
                  <a:pt x="347516" y="71835"/>
                </a:cubicBezTo>
                <a:cubicBezTo>
                  <a:pt x="348386" y="72900"/>
                  <a:pt x="348820" y="74264"/>
                  <a:pt x="348820" y="75926"/>
                </a:cubicBezTo>
                <a:cubicBezTo>
                  <a:pt x="348820" y="77928"/>
                  <a:pt x="348163" y="79537"/>
                  <a:pt x="346848" y="80753"/>
                </a:cubicBezTo>
                <a:cubicBezTo>
                  <a:pt x="345534" y="81967"/>
                  <a:pt x="343307" y="82574"/>
                  <a:pt x="340169" y="82574"/>
                </a:cubicBezTo>
                <a:lnTo>
                  <a:pt x="325473" y="82574"/>
                </a:lnTo>
                <a:cubicBezTo>
                  <a:pt x="322335" y="82574"/>
                  <a:pt x="320098" y="81967"/>
                  <a:pt x="318762" y="80753"/>
                </a:cubicBezTo>
                <a:cubicBezTo>
                  <a:pt x="317426" y="79537"/>
                  <a:pt x="316758" y="77950"/>
                  <a:pt x="316758" y="75989"/>
                </a:cubicBezTo>
                <a:cubicBezTo>
                  <a:pt x="316758" y="74199"/>
                  <a:pt x="317352" y="72697"/>
                  <a:pt x="318539" y="71483"/>
                </a:cubicBezTo>
                <a:cubicBezTo>
                  <a:pt x="319727" y="70267"/>
                  <a:pt x="321508" y="69596"/>
                  <a:pt x="323883" y="69469"/>
                </a:cubicBezTo>
                <a:lnTo>
                  <a:pt x="343270" y="52642"/>
                </a:lnTo>
                <a:lnTo>
                  <a:pt x="326110" y="37915"/>
                </a:lnTo>
                <a:cubicBezTo>
                  <a:pt x="323862" y="37744"/>
                  <a:pt x="322155" y="37052"/>
                  <a:pt x="320988" y="35838"/>
                </a:cubicBezTo>
                <a:cubicBezTo>
                  <a:pt x="319822" y="34622"/>
                  <a:pt x="319239" y="33120"/>
                  <a:pt x="319239" y="31331"/>
                </a:cubicBezTo>
                <a:cubicBezTo>
                  <a:pt x="319239" y="29413"/>
                  <a:pt x="319907" y="27847"/>
                  <a:pt x="321243" y="26633"/>
                </a:cubicBezTo>
                <a:cubicBezTo>
                  <a:pt x="322579" y="25418"/>
                  <a:pt x="324816" y="24810"/>
                  <a:pt x="327954" y="24810"/>
                </a:cubicBezTo>
                <a:lnTo>
                  <a:pt x="340169" y="24810"/>
                </a:lnTo>
                <a:cubicBezTo>
                  <a:pt x="343307" y="24810"/>
                  <a:pt x="345544" y="25418"/>
                  <a:pt x="346880" y="26633"/>
                </a:cubicBezTo>
                <a:cubicBezTo>
                  <a:pt x="348216" y="27847"/>
                  <a:pt x="348884" y="29392"/>
                  <a:pt x="348884" y="31267"/>
                </a:cubicBezTo>
                <a:cubicBezTo>
                  <a:pt x="348884" y="33783"/>
                  <a:pt x="347697" y="35829"/>
                  <a:pt x="345322" y="37406"/>
                </a:cubicBezTo>
                <a:lnTo>
                  <a:pt x="353115" y="44098"/>
                </a:lnTo>
                <a:lnTo>
                  <a:pt x="360971" y="37279"/>
                </a:lnTo>
                <a:cubicBezTo>
                  <a:pt x="358639" y="35617"/>
                  <a:pt x="357472" y="33699"/>
                  <a:pt x="357472" y="31524"/>
                </a:cubicBezTo>
                <a:cubicBezTo>
                  <a:pt x="357472" y="29477"/>
                  <a:pt x="358140" y="27847"/>
                  <a:pt x="359476" y="26633"/>
                </a:cubicBezTo>
                <a:cubicBezTo>
                  <a:pt x="360812" y="25418"/>
                  <a:pt x="363049" y="24810"/>
                  <a:pt x="366188" y="24810"/>
                </a:cubicBezTo>
                <a:lnTo>
                  <a:pt x="378275" y="24810"/>
                </a:lnTo>
                <a:cubicBezTo>
                  <a:pt x="381413" y="24810"/>
                  <a:pt x="383650" y="25418"/>
                  <a:pt x="384986" y="26633"/>
                </a:cubicBezTo>
                <a:cubicBezTo>
                  <a:pt x="386322" y="27847"/>
                  <a:pt x="386990" y="29434"/>
                  <a:pt x="386990" y="31395"/>
                </a:cubicBezTo>
                <a:cubicBezTo>
                  <a:pt x="386990" y="33141"/>
                  <a:pt x="386407" y="34622"/>
                  <a:pt x="385241" y="35838"/>
                </a:cubicBezTo>
                <a:cubicBezTo>
                  <a:pt x="384074" y="37052"/>
                  <a:pt x="382346" y="37744"/>
                  <a:pt x="380056" y="37915"/>
                </a:cubicBezTo>
                <a:lnTo>
                  <a:pt x="362965" y="52555"/>
                </a:lnTo>
                <a:close/>
                <a:moveTo>
                  <a:pt x="450403" y="254"/>
                </a:moveTo>
                <a:lnTo>
                  <a:pt x="450403" y="51147"/>
                </a:lnTo>
                <a:cubicBezTo>
                  <a:pt x="453159" y="51147"/>
                  <a:pt x="455195" y="51741"/>
                  <a:pt x="456510" y="52929"/>
                </a:cubicBezTo>
                <a:cubicBezTo>
                  <a:pt x="457825" y="54116"/>
                  <a:pt x="458482" y="55685"/>
                  <a:pt x="458482" y="57636"/>
                </a:cubicBezTo>
                <a:cubicBezTo>
                  <a:pt x="458482" y="59587"/>
                  <a:pt x="457814" y="61178"/>
                  <a:pt x="456478" y="62407"/>
                </a:cubicBezTo>
                <a:cubicBezTo>
                  <a:pt x="455142" y="63637"/>
                  <a:pt x="453117" y="64252"/>
                  <a:pt x="450403" y="64252"/>
                </a:cubicBezTo>
                <a:lnTo>
                  <a:pt x="450403" y="69469"/>
                </a:lnTo>
                <a:cubicBezTo>
                  <a:pt x="453159" y="69469"/>
                  <a:pt x="455195" y="70073"/>
                  <a:pt x="456510" y="71282"/>
                </a:cubicBezTo>
                <a:cubicBezTo>
                  <a:pt x="457825" y="72491"/>
                  <a:pt x="458482" y="74070"/>
                  <a:pt x="458482" y="76021"/>
                </a:cubicBezTo>
                <a:cubicBezTo>
                  <a:pt x="458482" y="77972"/>
                  <a:pt x="457814" y="79552"/>
                  <a:pt x="456478" y="80761"/>
                </a:cubicBezTo>
                <a:cubicBezTo>
                  <a:pt x="455142" y="81969"/>
                  <a:pt x="452905" y="82574"/>
                  <a:pt x="449767" y="82574"/>
                </a:cubicBezTo>
                <a:lnTo>
                  <a:pt x="432272" y="82574"/>
                </a:lnTo>
                <a:cubicBezTo>
                  <a:pt x="429134" y="82574"/>
                  <a:pt x="426897" y="81959"/>
                  <a:pt x="425561" y="80729"/>
                </a:cubicBezTo>
                <a:cubicBezTo>
                  <a:pt x="424225" y="79499"/>
                  <a:pt x="423557" y="77909"/>
                  <a:pt x="423557" y="75958"/>
                </a:cubicBezTo>
                <a:cubicBezTo>
                  <a:pt x="423557" y="74007"/>
                  <a:pt x="424225" y="72438"/>
                  <a:pt x="425561" y="71250"/>
                </a:cubicBezTo>
                <a:cubicBezTo>
                  <a:pt x="426897" y="70063"/>
                  <a:pt x="429134" y="69469"/>
                  <a:pt x="432272" y="69469"/>
                </a:cubicBezTo>
                <a:lnTo>
                  <a:pt x="437361" y="69469"/>
                </a:lnTo>
                <a:lnTo>
                  <a:pt x="437361" y="64252"/>
                </a:lnTo>
                <a:lnTo>
                  <a:pt x="401927" y="64252"/>
                </a:lnTo>
                <a:lnTo>
                  <a:pt x="401927" y="53320"/>
                </a:lnTo>
                <a:lnTo>
                  <a:pt x="433163" y="254"/>
                </a:lnTo>
                <a:lnTo>
                  <a:pt x="450403" y="254"/>
                </a:lnTo>
                <a:moveTo>
                  <a:pt x="437361" y="51147"/>
                </a:moveTo>
                <a:lnTo>
                  <a:pt x="437361" y="18977"/>
                </a:lnTo>
                <a:lnTo>
                  <a:pt x="418467" y="51147"/>
                </a:lnTo>
                <a:lnTo>
                  <a:pt x="437361" y="51147"/>
                </a:lnTo>
                <a:close/>
                <a:moveTo>
                  <a:pt x="506372" y="65016"/>
                </a:moveTo>
                <a:lnTo>
                  <a:pt x="523803" y="65016"/>
                </a:lnTo>
                <a:lnTo>
                  <a:pt x="505036" y="100444"/>
                </a:lnTo>
                <a:cubicBezTo>
                  <a:pt x="503934" y="102526"/>
                  <a:pt x="502555" y="103567"/>
                  <a:pt x="500901" y="103567"/>
                </a:cubicBezTo>
                <a:cubicBezTo>
                  <a:pt x="499799" y="103567"/>
                  <a:pt x="498855" y="103206"/>
                  <a:pt x="498071" y="102484"/>
                </a:cubicBezTo>
                <a:cubicBezTo>
                  <a:pt x="497286" y="101761"/>
                  <a:pt x="496894" y="100954"/>
                  <a:pt x="496894" y="100062"/>
                </a:cubicBezTo>
                <a:cubicBezTo>
                  <a:pt x="496894" y="99425"/>
                  <a:pt x="497042" y="98554"/>
                  <a:pt x="497339" y="97450"/>
                </a:cubicBezTo>
                <a:lnTo>
                  <a:pt x="506372" y="650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74">
            <a:extLst xmlns:a="http://schemas.openxmlformats.org/drawingml/2006/main">
              <a:ext uri="{FF2B5EF4-FFF2-40B4-BE49-F238E27FC236}">
                <a16:creationId xmlns:a16="http://schemas.microsoft.com/office/drawing/2014/main" id="{FA8002AA-4430-49EE-AA36-428478E6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018" y="5446757"/>
            <a:ext cx="134790" cy="82319"/>
          </a:xfrm>
          <a:custGeom xmlns:a="http://schemas.openxmlformats.org/drawingml/2006/main">
            <a:pathLst>
              <a:path w="134790" h="82319">
                <a:moveTo>
                  <a:pt x="42877" y="13105"/>
                </a:moveTo>
                <a:lnTo>
                  <a:pt x="13041" y="13105"/>
                </a:lnTo>
                <a:cubicBezTo>
                  <a:pt x="12872" y="16371"/>
                  <a:pt x="12214" y="18671"/>
                  <a:pt x="11069" y="20007"/>
                </a:cubicBezTo>
                <a:cubicBezTo>
                  <a:pt x="9924" y="21343"/>
                  <a:pt x="8419" y="22011"/>
                  <a:pt x="6552" y="22011"/>
                </a:cubicBezTo>
                <a:cubicBezTo>
                  <a:pt x="4602" y="22011"/>
                  <a:pt x="3022" y="21343"/>
                  <a:pt x="1813" y="20007"/>
                </a:cubicBezTo>
                <a:cubicBezTo>
                  <a:pt x="604" y="18671"/>
                  <a:pt x="0" y="16371"/>
                  <a:pt x="0" y="13105"/>
                </a:cubicBezTo>
                <a:lnTo>
                  <a:pt x="0" y="0"/>
                </a:lnTo>
                <a:lnTo>
                  <a:pt x="56618" y="0"/>
                </a:lnTo>
                <a:lnTo>
                  <a:pt x="56618" y="13105"/>
                </a:lnTo>
                <a:lnTo>
                  <a:pt x="35498" y="75797"/>
                </a:lnTo>
                <a:cubicBezTo>
                  <a:pt x="34607" y="78414"/>
                  <a:pt x="33621" y="80156"/>
                  <a:pt x="32540" y="81021"/>
                </a:cubicBezTo>
                <a:cubicBezTo>
                  <a:pt x="31458" y="81887"/>
                  <a:pt x="30154" y="82319"/>
                  <a:pt x="28627" y="82319"/>
                </a:cubicBezTo>
                <a:cubicBezTo>
                  <a:pt x="26804" y="82319"/>
                  <a:pt x="25245" y="81696"/>
                  <a:pt x="23951" y="80451"/>
                </a:cubicBezTo>
                <a:cubicBezTo>
                  <a:pt x="22658" y="79203"/>
                  <a:pt x="22011" y="77769"/>
                  <a:pt x="22011" y="76149"/>
                </a:cubicBezTo>
                <a:cubicBezTo>
                  <a:pt x="22011" y="75196"/>
                  <a:pt x="22350" y="73679"/>
                  <a:pt x="23029" y="71598"/>
                </a:cubicBezTo>
                <a:lnTo>
                  <a:pt x="42877" y="13105"/>
                </a:lnTo>
                <a:close/>
                <a:moveTo>
                  <a:pt x="126710" y="0"/>
                </a:moveTo>
                <a:lnTo>
                  <a:pt x="126710" y="50893"/>
                </a:lnTo>
                <a:cubicBezTo>
                  <a:pt x="129467" y="50893"/>
                  <a:pt x="131503" y="51487"/>
                  <a:pt x="132817" y="52674"/>
                </a:cubicBezTo>
                <a:cubicBezTo>
                  <a:pt x="134132" y="53862"/>
                  <a:pt x="134790" y="55431"/>
                  <a:pt x="134790" y="57382"/>
                </a:cubicBezTo>
                <a:cubicBezTo>
                  <a:pt x="134790" y="59333"/>
                  <a:pt x="134122" y="60923"/>
                  <a:pt x="132786" y="62153"/>
                </a:cubicBezTo>
                <a:cubicBezTo>
                  <a:pt x="131450" y="63383"/>
                  <a:pt x="129425" y="63998"/>
                  <a:pt x="126710" y="63998"/>
                </a:cubicBezTo>
                <a:lnTo>
                  <a:pt x="126710" y="69214"/>
                </a:lnTo>
                <a:cubicBezTo>
                  <a:pt x="129467" y="69214"/>
                  <a:pt x="131503" y="69819"/>
                  <a:pt x="132817" y="71027"/>
                </a:cubicBezTo>
                <a:cubicBezTo>
                  <a:pt x="134132" y="72236"/>
                  <a:pt x="134790" y="73816"/>
                  <a:pt x="134790" y="75767"/>
                </a:cubicBezTo>
                <a:cubicBezTo>
                  <a:pt x="134790" y="77718"/>
                  <a:pt x="134122" y="79298"/>
                  <a:pt x="132786" y="80506"/>
                </a:cubicBezTo>
                <a:cubicBezTo>
                  <a:pt x="131450" y="81715"/>
                  <a:pt x="129213" y="82319"/>
                  <a:pt x="126074" y="82319"/>
                </a:cubicBezTo>
                <a:lnTo>
                  <a:pt x="108580" y="82319"/>
                </a:lnTo>
                <a:cubicBezTo>
                  <a:pt x="105441" y="82319"/>
                  <a:pt x="103204" y="81704"/>
                  <a:pt x="101868" y="80474"/>
                </a:cubicBezTo>
                <a:cubicBezTo>
                  <a:pt x="100532" y="79245"/>
                  <a:pt x="99864" y="77654"/>
                  <a:pt x="99864" y="75703"/>
                </a:cubicBezTo>
                <a:cubicBezTo>
                  <a:pt x="99864" y="73752"/>
                  <a:pt x="100532" y="72183"/>
                  <a:pt x="101868" y="70996"/>
                </a:cubicBezTo>
                <a:cubicBezTo>
                  <a:pt x="103204" y="69808"/>
                  <a:pt x="105441" y="69214"/>
                  <a:pt x="108580" y="69214"/>
                </a:cubicBezTo>
                <a:lnTo>
                  <a:pt x="113669" y="69214"/>
                </a:lnTo>
                <a:lnTo>
                  <a:pt x="113669" y="63998"/>
                </a:lnTo>
                <a:lnTo>
                  <a:pt x="78235" y="63998"/>
                </a:lnTo>
                <a:lnTo>
                  <a:pt x="78235" y="53066"/>
                </a:lnTo>
                <a:lnTo>
                  <a:pt x="109470" y="0"/>
                </a:lnTo>
                <a:lnTo>
                  <a:pt x="126710" y="0"/>
                </a:lnTo>
                <a:moveTo>
                  <a:pt x="113669" y="50893"/>
                </a:moveTo>
                <a:lnTo>
                  <a:pt x="113669" y="18723"/>
                </a:lnTo>
                <a:lnTo>
                  <a:pt x="94775" y="50893"/>
                </a:lnTo>
                <a:lnTo>
                  <a:pt x="113669" y="5089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7320CE62-1A88-4E86-8119-D714DD3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657" y="5607452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40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6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8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3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8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2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2" y="84482"/>
                </a:cubicBezTo>
                <a:lnTo>
                  <a:pt x="206664" y="84482"/>
                </a:lnTo>
                <a:lnTo>
                  <a:pt x="206664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6" y="72363"/>
                  <a:pt x="154626" y="65313"/>
                  <a:pt x="154626" y="56873"/>
                </a:cubicBezTo>
                <a:cubicBezTo>
                  <a:pt x="154626" y="48051"/>
                  <a:pt x="157764" y="40523"/>
                  <a:pt x="164041" y="34289"/>
                </a:cubicBezTo>
                <a:cubicBezTo>
                  <a:pt x="170318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60" y="27548"/>
                  <a:pt x="203483" y="29114"/>
                  <a:pt x="206664" y="31202"/>
                </a:cubicBezTo>
                <a:lnTo>
                  <a:pt x="206664" y="15013"/>
                </a:lnTo>
                <a:lnTo>
                  <a:pt x="204437" y="15013"/>
                </a:lnTo>
                <a:cubicBezTo>
                  <a:pt x="201299" y="15013"/>
                  <a:pt x="199062" y="14409"/>
                  <a:pt x="197726" y="13200"/>
                </a:cubicBezTo>
                <a:cubicBezTo>
                  <a:pt x="196390" y="11992"/>
                  <a:pt x="195722" y="10412"/>
                  <a:pt x="195722" y="8461"/>
                </a:cubicBezTo>
                <a:cubicBezTo>
                  <a:pt x="195722" y="6510"/>
                  <a:pt x="196390" y="4930"/>
                  <a:pt x="197726" y="3722"/>
                </a:cubicBezTo>
                <a:cubicBezTo>
                  <a:pt x="199062" y="2513"/>
                  <a:pt x="201299" y="1908"/>
                  <a:pt x="204437" y="1908"/>
                </a:cubicBezTo>
                <a:lnTo>
                  <a:pt x="219705" y="1908"/>
                </a:lnTo>
                <a:moveTo>
                  <a:pt x="206664" y="57249"/>
                </a:moveTo>
                <a:cubicBezTo>
                  <a:pt x="206664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2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4" y="61898"/>
                  <a:pt x="206664" y="57249"/>
                </a:cubicBezTo>
                <a:close/>
                <a:moveTo>
                  <a:pt x="355967" y="54463"/>
                </a:moveTo>
                <a:lnTo>
                  <a:pt x="375667" y="71377"/>
                </a:lnTo>
                <a:cubicBezTo>
                  <a:pt x="378042" y="71505"/>
                  <a:pt x="379823" y="72176"/>
                  <a:pt x="381010" y="73391"/>
                </a:cubicBezTo>
                <a:cubicBezTo>
                  <a:pt x="382198" y="74605"/>
                  <a:pt x="382792" y="76129"/>
                  <a:pt x="382792" y="77962"/>
                </a:cubicBezTo>
                <a:cubicBezTo>
                  <a:pt x="382792" y="79879"/>
                  <a:pt x="382124" y="81446"/>
                  <a:pt x="380788" y="82661"/>
                </a:cubicBezTo>
                <a:cubicBezTo>
                  <a:pt x="379452" y="83875"/>
                  <a:pt x="377214" y="84482"/>
                  <a:pt x="374076" y="84482"/>
                </a:cubicBezTo>
                <a:lnTo>
                  <a:pt x="359254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4" y="72603"/>
                  <a:pt x="354228" y="71804"/>
                  <a:pt x="355882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8" y="71889"/>
                  <a:pt x="339649" y="72677"/>
                  <a:pt x="340519" y="73743"/>
                </a:cubicBezTo>
                <a:cubicBezTo>
                  <a:pt x="341388" y="74809"/>
                  <a:pt x="341823" y="76172"/>
                  <a:pt x="341823" y="77834"/>
                </a:cubicBezTo>
                <a:cubicBezTo>
                  <a:pt x="341823" y="79837"/>
                  <a:pt x="341165" y="81446"/>
                  <a:pt x="339851" y="82661"/>
                </a:cubicBezTo>
                <a:cubicBezTo>
                  <a:pt x="338536" y="83875"/>
                  <a:pt x="336309" y="84482"/>
                  <a:pt x="333171" y="84482"/>
                </a:cubicBezTo>
                <a:lnTo>
                  <a:pt x="318476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2" y="39824"/>
                </a:lnTo>
                <a:cubicBezTo>
                  <a:pt x="316864" y="39653"/>
                  <a:pt x="315157" y="38960"/>
                  <a:pt x="313991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7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9" y="37738"/>
                  <a:pt x="338324" y="39315"/>
                </a:cubicBezTo>
                <a:lnTo>
                  <a:pt x="346117" y="46006"/>
                </a:lnTo>
                <a:lnTo>
                  <a:pt x="353973" y="39188"/>
                </a:lnTo>
                <a:cubicBezTo>
                  <a:pt x="351641" y="37526"/>
                  <a:pt x="350475" y="35607"/>
                  <a:pt x="350475" y="33432"/>
                </a:cubicBezTo>
                <a:cubicBezTo>
                  <a:pt x="350475" y="31386"/>
                  <a:pt x="351142" y="29756"/>
                  <a:pt x="352478" y="28542"/>
                </a:cubicBezTo>
                <a:cubicBezTo>
                  <a:pt x="353814" y="27326"/>
                  <a:pt x="356052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3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7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8" y="50034"/>
                </a:cubicBezTo>
                <a:cubicBezTo>
                  <a:pt x="453456" y="53491"/>
                  <a:pt x="454411" y="57361"/>
                  <a:pt x="454411" y="61644"/>
                </a:cubicBezTo>
                <a:cubicBezTo>
                  <a:pt x="454411" y="66267"/>
                  <a:pt x="453149" y="70540"/>
                  <a:pt x="450625" y="74463"/>
                </a:cubicBezTo>
                <a:cubicBezTo>
                  <a:pt x="448102" y="78386"/>
                  <a:pt x="444444" y="81354"/>
                  <a:pt x="439652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7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10" y="71824"/>
                  <a:pt x="395661" y="70526"/>
                </a:cubicBezTo>
                <a:cubicBezTo>
                  <a:pt x="396912" y="69228"/>
                  <a:pt x="398428" y="68578"/>
                  <a:pt x="400210" y="68578"/>
                </a:cubicBezTo>
                <a:cubicBezTo>
                  <a:pt x="401439" y="68578"/>
                  <a:pt x="402712" y="69002"/>
                  <a:pt x="404027" y="69851"/>
                </a:cubicBezTo>
                <a:cubicBezTo>
                  <a:pt x="405893" y="71123"/>
                  <a:pt x="407653" y="71971"/>
                  <a:pt x="409307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5" y="73286"/>
                  <a:pt x="432887" y="72302"/>
                  <a:pt x="436280" y="70336"/>
                </a:cubicBezTo>
                <a:cubicBezTo>
                  <a:pt x="439673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9" y="49890"/>
                  <a:pt x="430491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4" y="46154"/>
                  <a:pt x="415827" y="44945"/>
                </a:cubicBezTo>
                <a:cubicBezTo>
                  <a:pt x="414661" y="43736"/>
                  <a:pt x="414078" y="42241"/>
                  <a:pt x="414078" y="40460"/>
                </a:cubicBezTo>
                <a:cubicBezTo>
                  <a:pt x="414078" y="38594"/>
                  <a:pt x="414714" y="37025"/>
                  <a:pt x="415986" y="35752"/>
                </a:cubicBezTo>
                <a:cubicBezTo>
                  <a:pt x="417259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2" y="33611"/>
                  <a:pt x="431148" y="33061"/>
                  <a:pt x="432845" y="32132"/>
                </a:cubicBezTo>
                <a:cubicBezTo>
                  <a:pt x="434541" y="31202"/>
                  <a:pt x="435909" y="29923"/>
                  <a:pt x="436948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9" y="16119"/>
                </a:cubicBezTo>
                <a:cubicBezTo>
                  <a:pt x="432410" y="14110"/>
                  <a:pt x="428752" y="13105"/>
                  <a:pt x="423875" y="13105"/>
                </a:cubicBezTo>
                <a:cubicBezTo>
                  <a:pt x="417598" y="13105"/>
                  <a:pt x="412806" y="14915"/>
                  <a:pt x="409498" y="18534"/>
                </a:cubicBezTo>
                <a:cubicBezTo>
                  <a:pt x="408522" y="19585"/>
                  <a:pt x="407737" y="20258"/>
                  <a:pt x="407144" y="20554"/>
                </a:cubicBezTo>
                <a:cubicBezTo>
                  <a:pt x="406253" y="21017"/>
                  <a:pt x="405256" y="21248"/>
                  <a:pt x="404154" y="21248"/>
                </a:cubicBezTo>
                <a:cubicBezTo>
                  <a:pt x="402373" y="21248"/>
                  <a:pt x="400846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6" y="8826"/>
                  <a:pt x="403518" y="6061"/>
                </a:cubicBezTo>
                <a:cubicBezTo>
                  <a:pt x="409201" y="2020"/>
                  <a:pt x="416304" y="0"/>
                  <a:pt x="424829" y="0"/>
                </a:cubicBezTo>
                <a:cubicBezTo>
                  <a:pt x="432887" y="0"/>
                  <a:pt x="439355" y="2294"/>
                  <a:pt x="444232" y="6882"/>
                </a:cubicBezTo>
                <a:cubicBezTo>
                  <a:pt x="449109" y="11469"/>
                  <a:pt x="451548" y="16991"/>
                  <a:pt x="451548" y="23447"/>
                </a:cubicBezTo>
                <a:cubicBezTo>
                  <a:pt x="451548" y="26802"/>
                  <a:pt x="450827" y="29935"/>
                  <a:pt x="449385" y="32846"/>
                </a:cubicBezTo>
                <a:cubicBezTo>
                  <a:pt x="447943" y="35755"/>
                  <a:pt x="445780" y="38441"/>
                  <a:pt x="442896" y="40905"/>
                </a:cubicBezTo>
                <a:close/>
                <a:moveTo>
                  <a:pt x="499375" y="66924"/>
                </a:moveTo>
                <a:lnTo>
                  <a:pt x="516805" y="66924"/>
                </a:lnTo>
                <a:lnTo>
                  <a:pt x="498039" y="102352"/>
                </a:lnTo>
                <a:cubicBezTo>
                  <a:pt x="496936" y="104435"/>
                  <a:pt x="495558" y="105476"/>
                  <a:pt x="493904" y="105476"/>
                </a:cubicBezTo>
                <a:cubicBezTo>
                  <a:pt x="492801" y="105476"/>
                  <a:pt x="491857" y="105114"/>
                  <a:pt x="491073" y="104392"/>
                </a:cubicBezTo>
                <a:cubicBezTo>
                  <a:pt x="490288" y="103670"/>
                  <a:pt x="489896" y="102863"/>
                  <a:pt x="489896" y="101971"/>
                </a:cubicBezTo>
                <a:cubicBezTo>
                  <a:pt x="489896" y="101333"/>
                  <a:pt x="490044" y="100462"/>
                  <a:pt x="490341" y="99358"/>
                </a:cubicBezTo>
                <a:lnTo>
                  <a:pt x="499375" y="66924"/>
                </a:lnTo>
                <a:close/>
                <a:moveTo>
                  <a:pt x="590482" y="54463"/>
                </a:moveTo>
                <a:lnTo>
                  <a:pt x="610181" y="71377"/>
                </a:lnTo>
                <a:cubicBezTo>
                  <a:pt x="612556" y="71505"/>
                  <a:pt x="614338" y="72176"/>
                  <a:pt x="615525" y="73391"/>
                </a:cubicBezTo>
                <a:cubicBezTo>
                  <a:pt x="616713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1" y="84482"/>
                </a:cubicBezTo>
                <a:lnTo>
                  <a:pt x="593768" y="84482"/>
                </a:lnTo>
                <a:cubicBezTo>
                  <a:pt x="590630" y="84482"/>
                  <a:pt x="588393" y="83875"/>
                  <a:pt x="587057" y="82661"/>
                </a:cubicBezTo>
                <a:cubicBezTo>
                  <a:pt x="585721" y="81446"/>
                  <a:pt x="585053" y="79837"/>
                  <a:pt x="585053" y="77834"/>
                </a:cubicBezTo>
                <a:cubicBezTo>
                  <a:pt x="585053" y="76300"/>
                  <a:pt x="585530" y="74946"/>
                  <a:pt x="586484" y="73775"/>
                </a:cubicBezTo>
                <a:cubicBezTo>
                  <a:pt x="587438" y="72603"/>
                  <a:pt x="588743" y="71804"/>
                  <a:pt x="590397" y="71377"/>
                </a:cubicBezTo>
                <a:lnTo>
                  <a:pt x="580576" y="62950"/>
                </a:lnTo>
                <a:lnTo>
                  <a:pt x="570739" y="71377"/>
                </a:lnTo>
                <a:cubicBezTo>
                  <a:pt x="572733" y="71889"/>
                  <a:pt x="574164" y="72677"/>
                  <a:pt x="575033" y="73743"/>
                </a:cubicBezTo>
                <a:cubicBezTo>
                  <a:pt x="575903" y="74809"/>
                  <a:pt x="576337" y="76172"/>
                  <a:pt x="576337" y="77834"/>
                </a:cubicBezTo>
                <a:cubicBezTo>
                  <a:pt x="576337" y="79837"/>
                  <a:pt x="575680" y="81446"/>
                  <a:pt x="574365" y="82661"/>
                </a:cubicBezTo>
                <a:cubicBezTo>
                  <a:pt x="573051" y="83875"/>
                  <a:pt x="570824" y="84482"/>
                  <a:pt x="567686" y="84482"/>
                </a:cubicBezTo>
                <a:lnTo>
                  <a:pt x="552990" y="84482"/>
                </a:lnTo>
                <a:cubicBezTo>
                  <a:pt x="549852" y="84482"/>
                  <a:pt x="547615" y="83875"/>
                  <a:pt x="546279" y="82661"/>
                </a:cubicBezTo>
                <a:cubicBezTo>
                  <a:pt x="544943" y="81446"/>
                  <a:pt x="544275" y="79858"/>
                  <a:pt x="544275" y="77898"/>
                </a:cubicBezTo>
                <a:cubicBezTo>
                  <a:pt x="544275" y="76107"/>
                  <a:pt x="544869" y="74605"/>
                  <a:pt x="546056" y="73391"/>
                </a:cubicBezTo>
                <a:cubicBezTo>
                  <a:pt x="547244" y="72176"/>
                  <a:pt x="549025" y="71505"/>
                  <a:pt x="551400" y="71377"/>
                </a:cubicBezTo>
                <a:lnTo>
                  <a:pt x="570787" y="54551"/>
                </a:lnTo>
                <a:lnTo>
                  <a:pt x="553626" y="39824"/>
                </a:lnTo>
                <a:cubicBezTo>
                  <a:pt x="551379" y="39653"/>
                  <a:pt x="549672" y="38960"/>
                  <a:pt x="548505" y="37746"/>
                </a:cubicBezTo>
                <a:cubicBezTo>
                  <a:pt x="547339" y="36531"/>
                  <a:pt x="546756" y="35029"/>
                  <a:pt x="546756" y="33239"/>
                </a:cubicBezTo>
                <a:cubicBezTo>
                  <a:pt x="546756" y="31322"/>
                  <a:pt x="547424" y="29756"/>
                  <a:pt x="548760" y="28542"/>
                </a:cubicBezTo>
                <a:cubicBezTo>
                  <a:pt x="550096" y="27326"/>
                  <a:pt x="552333" y="26719"/>
                  <a:pt x="555471" y="26719"/>
                </a:cubicBezTo>
                <a:lnTo>
                  <a:pt x="567686" y="26719"/>
                </a:lnTo>
                <a:cubicBezTo>
                  <a:pt x="570824" y="26719"/>
                  <a:pt x="573061" y="27326"/>
                  <a:pt x="574397" y="28542"/>
                </a:cubicBezTo>
                <a:cubicBezTo>
                  <a:pt x="575733" y="29756"/>
                  <a:pt x="576401" y="31300"/>
                  <a:pt x="576401" y="33176"/>
                </a:cubicBezTo>
                <a:cubicBezTo>
                  <a:pt x="576401" y="35691"/>
                  <a:pt x="575214" y="37738"/>
                  <a:pt x="572839" y="39315"/>
                </a:cubicBezTo>
                <a:lnTo>
                  <a:pt x="580632" y="46006"/>
                </a:lnTo>
                <a:lnTo>
                  <a:pt x="588488" y="39188"/>
                </a:lnTo>
                <a:cubicBezTo>
                  <a:pt x="586156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3" y="28542"/>
                </a:cubicBezTo>
                <a:cubicBezTo>
                  <a:pt x="588329" y="27326"/>
                  <a:pt x="590566" y="26719"/>
                  <a:pt x="593705" y="26719"/>
                </a:cubicBezTo>
                <a:lnTo>
                  <a:pt x="605792" y="26719"/>
                </a:lnTo>
                <a:cubicBezTo>
                  <a:pt x="608930" y="26719"/>
                  <a:pt x="611167" y="27326"/>
                  <a:pt x="612503" y="28542"/>
                </a:cubicBezTo>
                <a:cubicBezTo>
                  <a:pt x="613839" y="29756"/>
                  <a:pt x="614507" y="31343"/>
                  <a:pt x="614507" y="33303"/>
                </a:cubicBezTo>
                <a:cubicBezTo>
                  <a:pt x="614507" y="35050"/>
                  <a:pt x="613924" y="36531"/>
                  <a:pt x="612758" y="37746"/>
                </a:cubicBezTo>
                <a:cubicBezTo>
                  <a:pt x="611591" y="38960"/>
                  <a:pt x="609863" y="39653"/>
                  <a:pt x="607573" y="39824"/>
                </a:cubicBezTo>
                <a:lnTo>
                  <a:pt x="590482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4" y="29263"/>
                  <a:pt x="657053" y="28500"/>
                  <a:pt x="660997" y="28500"/>
                </a:cubicBezTo>
                <a:cubicBezTo>
                  <a:pt x="669013" y="28500"/>
                  <a:pt x="675672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3" y="73734"/>
                  <a:pt x="680878" y="78797"/>
                </a:cubicBezTo>
                <a:cubicBezTo>
                  <a:pt x="675513" y="83859"/>
                  <a:pt x="667295" y="86391"/>
                  <a:pt x="656226" y="86391"/>
                </a:cubicBezTo>
                <a:cubicBezTo>
                  <a:pt x="646472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5" y="70180"/>
                  <a:pt x="630048" y="68878"/>
                </a:cubicBezTo>
                <a:cubicBezTo>
                  <a:pt x="631342" y="67576"/>
                  <a:pt x="632879" y="66924"/>
                  <a:pt x="634660" y="66924"/>
                </a:cubicBezTo>
                <a:cubicBezTo>
                  <a:pt x="636145" y="66924"/>
                  <a:pt x="637756" y="67642"/>
                  <a:pt x="639495" y="69077"/>
                </a:cubicBezTo>
                <a:cubicBezTo>
                  <a:pt x="641234" y="70513"/>
                  <a:pt x="643058" y="71509"/>
                  <a:pt x="644966" y="72065"/>
                </a:cubicBezTo>
                <a:cubicBezTo>
                  <a:pt x="647681" y="72879"/>
                  <a:pt x="651158" y="73286"/>
                  <a:pt x="655399" y="73286"/>
                </a:cubicBezTo>
                <a:cubicBezTo>
                  <a:pt x="663288" y="73286"/>
                  <a:pt x="668674" y="72032"/>
                  <a:pt x="671558" y="69525"/>
                </a:cubicBezTo>
                <a:cubicBezTo>
                  <a:pt x="674442" y="67016"/>
                  <a:pt x="675884" y="63168"/>
                  <a:pt x="675884" y="57982"/>
                </a:cubicBezTo>
                <a:cubicBezTo>
                  <a:pt x="675884" y="52882"/>
                  <a:pt x="674495" y="48878"/>
                  <a:pt x="671717" y="45969"/>
                </a:cubicBezTo>
                <a:cubicBezTo>
                  <a:pt x="668939" y="43060"/>
                  <a:pt x="665366" y="41605"/>
                  <a:pt x="660997" y="41605"/>
                </a:cubicBezTo>
                <a:cubicBezTo>
                  <a:pt x="656290" y="41605"/>
                  <a:pt x="650925" y="43115"/>
                  <a:pt x="644903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8" y="42043"/>
                  <a:pt x="634788" y="39877"/>
                </a:cubicBezTo>
                <a:lnTo>
                  <a:pt x="634788" y="2163"/>
                </a:lnTo>
                <a:lnTo>
                  <a:pt x="674675" y="2163"/>
                </a:lnTo>
                <a:cubicBezTo>
                  <a:pt x="677813" y="2163"/>
                  <a:pt x="680051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1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...">
            <a:extLst xmlns:a="http://schemas.openxmlformats.org/drawingml/2006/main">
              <a:ext uri="{FF2B5EF4-FFF2-40B4-BE49-F238E27FC236}">
                <a16:creationId xmlns:a16="http://schemas.microsoft.com/office/drawing/2014/main" id="{BC207103-2509-4D5F-B57B-5EDFFB9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758" y="5855809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8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8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1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30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30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1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D96A1-1B01-4D55-A5CE-95EEE82F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613" y="5351562"/>
            <a:ext cx="156832" cy="298518"/>
          </a:xfrm>
          <a:custGeom xmlns:a="http://schemas.openxmlformats.org/drawingml/2006/main">
            <a:pathLst>
              <a:path w="156832" h="298518" fill="none">
                <a:moveTo>
                  <a:pt x="0" y="298518"/>
                </a:moveTo>
                <a:lnTo>
                  <a:pt x="32734" y="298029"/>
                </a:lnTo>
                <a:lnTo>
                  <a:pt x="32734" y="0"/>
                </a:lnTo>
                <a:lnTo>
                  <a:pt x="1568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160EA-01AD-4342-A888-4BB64FB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445" y="5313617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15FBC-B151-4DBB-BEB2-9CAB1590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445" y="5313617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7946"/>
                </a:moveTo>
                <a:lnTo>
                  <a:pt x="0" y="76054"/>
                </a:lnTo>
                <a:lnTo>
                  <a:pt x="0" y="0"/>
                </a:lnTo>
                <a:lnTo>
                  <a:pt x="11400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61C3D-678D-42FA-A4D9-0D492BB3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613" y="5649591"/>
            <a:ext cx="153574" cy="135172"/>
          </a:xfrm>
          <a:custGeom xmlns:a="http://schemas.openxmlformats.org/drawingml/2006/main">
            <a:pathLst>
              <a:path w="153574" h="135172" fill="none">
                <a:moveTo>
                  <a:pt x="0" y="489"/>
                </a:moveTo>
                <a:lnTo>
                  <a:pt x="32734" y="0"/>
                </a:lnTo>
                <a:lnTo>
                  <a:pt x="32734" y="135172"/>
                </a:lnTo>
                <a:lnTo>
                  <a:pt x="153574" y="13484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87FCA-93EC-4DD1-BA0C-CBF8016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188" y="5746491"/>
            <a:ext cx="114000" cy="75892"/>
          </a:xfrm>
          <a:custGeom xmlns:a="http://schemas.openxmlformats.org/drawingml/2006/main">
            <a:pathLst>
              <a:path w="114000" h="75892">
                <a:moveTo>
                  <a:pt x="114000" y="37620"/>
                </a:moveTo>
                <a:lnTo>
                  <a:pt x="163" y="75892"/>
                </a:lnTo>
                <a:lnTo>
                  <a:pt x="0" y="0"/>
                </a:lnTo>
                <a:lnTo>
                  <a:pt x="114000" y="37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07657-F74F-4450-9261-4F328AB7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188" y="5746491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114000" y="37620"/>
                </a:moveTo>
                <a:lnTo>
                  <a:pt x="163" y="75892"/>
                </a:lnTo>
                <a:lnTo>
                  <a:pt x="0" y="0"/>
                </a:lnTo>
                <a:lnTo>
                  <a:pt x="114000" y="37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298" name="Text .">
            <a:extLst xmlns:a="http://schemas.openxmlformats.org/drawingml/2006/main">
              <a:ext uri="{FF2B5EF4-FFF2-40B4-BE49-F238E27FC236}">
                <a16:creationId xmlns:a16="http://schemas.microsoft.com/office/drawing/2014/main" id="{0352EDDB-9659-4EAD-8C4E-10BED1CB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440" y="5476848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.">
            <a:extLst xmlns:a="http://schemas.openxmlformats.org/drawingml/2006/main">
              <a:ext uri="{FF2B5EF4-FFF2-40B4-BE49-F238E27FC236}">
                <a16:creationId xmlns:a16="http://schemas.microsoft.com/office/drawing/2014/main" id="{CA8219A6-A257-4300-98B8-CF081BD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440" y="5558277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.">
            <a:extLst xmlns:a="http://schemas.openxmlformats.org/drawingml/2006/main">
              <a:ext uri="{FF2B5EF4-FFF2-40B4-BE49-F238E27FC236}">
                <a16:creationId xmlns:a16="http://schemas.microsoft.com/office/drawing/2014/main" id="{C794D650-3BAA-455E-8CA9-C003526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440" y="5639705"/>
            <a:ext cx="19562" cy="19657"/>
          </a:xfrm>
          <a:custGeom xmlns:a="http://schemas.openxmlformats.org/drawingml/2006/main">
            <a:pathLst>
              <a:path w="19562" h="19657">
                <a:moveTo>
                  <a:pt x="0" y="19657"/>
                </a:moveTo>
                <a:lnTo>
                  <a:pt x="0" y="0"/>
                </a:lnTo>
                <a:lnTo>
                  <a:pt x="19562" y="0"/>
                </a:lnTo>
                <a:lnTo>
                  <a:pt x="19562" y="19657"/>
                </a:lnTo>
                <a:lnTo>
                  <a:pt x="0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.">
            <a:extLst xmlns:a="http://schemas.openxmlformats.org/drawingml/2006/main">
              <a:ext uri="{FF2B5EF4-FFF2-40B4-BE49-F238E27FC236}">
                <a16:creationId xmlns:a16="http://schemas.microsoft.com/office/drawing/2014/main" id="{A23FA9A8-1ABB-4C32-A0A4-9463503F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311" y="5355414"/>
            <a:ext cx="26770" cy="26805"/>
          </a:xfrm>
          <a:custGeom xmlns:a="http://schemas.openxmlformats.org/drawingml/2006/main">
            <a:pathLst>
              <a:path w="26770" h="26805">
                <a:moveTo>
                  <a:pt x="9829" y="26805"/>
                </a:moveTo>
                <a:lnTo>
                  <a:pt x="0" y="9781"/>
                </a:lnTo>
                <a:lnTo>
                  <a:pt x="16941" y="0"/>
                </a:lnTo>
                <a:lnTo>
                  <a:pt x="26770" y="17024"/>
                </a:lnTo>
                <a:lnTo>
                  <a:pt x="9829" y="26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.">
            <a:extLst xmlns:a="http://schemas.openxmlformats.org/drawingml/2006/main">
              <a:ext uri="{FF2B5EF4-FFF2-40B4-BE49-F238E27FC236}">
                <a16:creationId xmlns:a16="http://schemas.microsoft.com/office/drawing/2014/main" id="{FEF0F4B3-E56C-4E41-929F-25DCD5C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025" y="5425933"/>
            <a:ext cx="26770" cy="26805"/>
          </a:xfrm>
          <a:custGeom xmlns:a="http://schemas.openxmlformats.org/drawingml/2006/main">
            <a:pathLst>
              <a:path w="26770" h="26805">
                <a:moveTo>
                  <a:pt x="9829" y="26805"/>
                </a:moveTo>
                <a:lnTo>
                  <a:pt x="0" y="9781"/>
                </a:lnTo>
                <a:lnTo>
                  <a:pt x="16941" y="0"/>
                </a:lnTo>
                <a:lnTo>
                  <a:pt x="26770" y="17024"/>
                </a:lnTo>
                <a:lnTo>
                  <a:pt x="9829" y="26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.">
            <a:extLst xmlns:a="http://schemas.openxmlformats.org/drawingml/2006/main">
              <a:ext uri="{FF2B5EF4-FFF2-40B4-BE49-F238E27FC236}">
                <a16:creationId xmlns:a16="http://schemas.microsoft.com/office/drawing/2014/main" id="{B251F133-8EB6-4969-8AD9-AB60E13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740" y="5496452"/>
            <a:ext cx="26770" cy="26805"/>
          </a:xfrm>
          <a:custGeom xmlns:a="http://schemas.openxmlformats.org/drawingml/2006/main">
            <a:pathLst>
              <a:path w="26770" h="26805">
                <a:moveTo>
                  <a:pt x="9829" y="26805"/>
                </a:moveTo>
                <a:lnTo>
                  <a:pt x="0" y="9781"/>
                </a:lnTo>
                <a:lnTo>
                  <a:pt x="16941" y="0"/>
                </a:lnTo>
                <a:lnTo>
                  <a:pt x="26770" y="17024"/>
                </a:lnTo>
                <a:lnTo>
                  <a:pt x="9829" y="26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AD4F4-5481-482A-A81C-80F0EF8C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620" y="886502"/>
            <a:ext cx="10" cy="1936048"/>
          </a:xfrm>
          <a:custGeom xmlns:a="http://schemas.openxmlformats.org/drawingml/2006/main">
            <a:pathLst>
              <a:path w="1" h="1936048" fill="none">
                <a:moveTo>
                  <a:pt x="0" y="0"/>
                </a:moveTo>
                <a:lnTo>
                  <a:pt x="0" y="1936048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69622-ABCE-4034-89E2-2EA35351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75" y="2822551"/>
            <a:ext cx="75892" cy="114000"/>
          </a:xfrm>
          <a:custGeom xmlns:a="http://schemas.openxmlformats.org/drawingml/2006/main">
            <a:pathLst>
              <a:path w="75892" h="114000">
                <a:moveTo>
                  <a:pt x="37946" y="114000"/>
                </a:moveTo>
                <a:lnTo>
                  <a:pt x="0" y="0"/>
                </a:lnTo>
                <a:lnTo>
                  <a:pt x="75892" y="0"/>
                </a:lnTo>
                <a:lnTo>
                  <a:pt x="37946" y="114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7148D-A5C7-4CC8-9B3A-9D676778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75" y="2822551"/>
            <a:ext cx="75892" cy="114000"/>
          </a:xfrm>
          <a:custGeom xmlns:a="http://schemas.openxmlformats.org/drawingml/2006/main">
            <a:pathLst>
              <a:path w="75892" h="114000" fill="none">
                <a:moveTo>
                  <a:pt x="37946" y="114000"/>
                </a:moveTo>
                <a:lnTo>
                  <a:pt x="0" y="0"/>
                </a:lnTo>
                <a:lnTo>
                  <a:pt x="75892" y="0"/>
                </a:lnTo>
                <a:lnTo>
                  <a:pt x="37946" y="114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75468-D87F-4DBE-A0F8-27F786EC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620" y="886502"/>
            <a:ext cx="1659191" cy="2385535"/>
          </a:xfrm>
          <a:custGeom xmlns:a="http://schemas.openxmlformats.org/drawingml/2006/main">
            <a:pathLst>
              <a:path w="1659191" h="2385535" fill="none">
                <a:moveTo>
                  <a:pt x="0" y="0"/>
                </a:moveTo>
                <a:lnTo>
                  <a:pt x="163" y="325226"/>
                </a:lnTo>
                <a:lnTo>
                  <a:pt x="1172736" y="325226"/>
                </a:lnTo>
                <a:lnTo>
                  <a:pt x="1172736" y="2385372"/>
                </a:lnTo>
                <a:lnTo>
                  <a:pt x="1659191" y="2385535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76F6A-A961-4CB5-9A10-C70B4FD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811" y="3233928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CA07D-DA79-4A3B-97E2-2D07DCA5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811" y="3233928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B620D-F57A-4AA2-A2FA-EF57819F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905" y="235073"/>
            <a:ext cx="1791431" cy="651429"/>
          </a:xfrm>
          <a:custGeom xmlns:a="http://schemas.openxmlformats.org/drawingml/2006/main">
            <a:pathLst>
              <a:path w="1791431" h="651429" fill="none">
                <a:moveTo>
                  <a:pt x="0" y="0"/>
                </a:moveTo>
                <a:lnTo>
                  <a:pt x="1791431" y="0"/>
                </a:lnTo>
                <a:lnTo>
                  <a:pt x="1791431" y="651429"/>
                </a:lnTo>
                <a:lnTo>
                  <a:pt x="0" y="651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11" name="Text PREPROCESSOR">
            <a:extLst xmlns:a="http://schemas.openxmlformats.org/drawingml/2006/main">
              <a:ext uri="{FF2B5EF4-FFF2-40B4-BE49-F238E27FC236}">
                <a16:creationId xmlns:a16="http://schemas.microsoft.com/office/drawing/2014/main" id="{F21A5FEA-4891-4801-AF9C-A1CD9F1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290" y="492077"/>
            <a:ext cx="1399571" cy="121761"/>
          </a:xfrm>
          <a:custGeom xmlns:a="http://schemas.openxmlformats.org/drawingml/2006/main">
            <a:pathLst>
              <a:path w="1399571" h="121761">
                <a:moveTo>
                  <a:pt x="56141" y="78801"/>
                </a:moveTo>
                <a:lnTo>
                  <a:pt x="57087" y="78777"/>
                </a:lnTo>
                <a:lnTo>
                  <a:pt x="58017" y="78742"/>
                </a:lnTo>
                <a:lnTo>
                  <a:pt x="58930" y="78698"/>
                </a:lnTo>
                <a:lnTo>
                  <a:pt x="59828" y="78645"/>
                </a:lnTo>
                <a:lnTo>
                  <a:pt x="60710" y="78581"/>
                </a:lnTo>
                <a:lnTo>
                  <a:pt x="61575" y="78508"/>
                </a:lnTo>
                <a:lnTo>
                  <a:pt x="62425" y="78425"/>
                </a:lnTo>
                <a:lnTo>
                  <a:pt x="63258" y="78333"/>
                </a:lnTo>
                <a:lnTo>
                  <a:pt x="64075" y="78230"/>
                </a:lnTo>
                <a:lnTo>
                  <a:pt x="64877" y="78118"/>
                </a:lnTo>
                <a:lnTo>
                  <a:pt x="65662" y="77996"/>
                </a:lnTo>
                <a:lnTo>
                  <a:pt x="66431" y="77865"/>
                </a:lnTo>
                <a:lnTo>
                  <a:pt x="67184" y="77723"/>
                </a:lnTo>
                <a:lnTo>
                  <a:pt x="67921" y="77572"/>
                </a:lnTo>
                <a:lnTo>
                  <a:pt x="68642" y="77411"/>
                </a:lnTo>
                <a:lnTo>
                  <a:pt x="69347" y="77240"/>
                </a:lnTo>
                <a:lnTo>
                  <a:pt x="70035" y="77060"/>
                </a:lnTo>
                <a:lnTo>
                  <a:pt x="70708" y="76870"/>
                </a:lnTo>
                <a:lnTo>
                  <a:pt x="71365" y="76670"/>
                </a:lnTo>
                <a:lnTo>
                  <a:pt x="72005" y="76460"/>
                </a:lnTo>
                <a:lnTo>
                  <a:pt x="72630" y="76241"/>
                </a:lnTo>
                <a:lnTo>
                  <a:pt x="73238" y="76011"/>
                </a:lnTo>
                <a:lnTo>
                  <a:pt x="73838" y="75772"/>
                </a:lnTo>
                <a:lnTo>
                  <a:pt x="74437" y="75524"/>
                </a:lnTo>
                <a:lnTo>
                  <a:pt x="75035" y="75265"/>
                </a:lnTo>
                <a:lnTo>
                  <a:pt x="75632" y="74997"/>
                </a:lnTo>
                <a:lnTo>
                  <a:pt x="76228" y="74720"/>
                </a:lnTo>
                <a:lnTo>
                  <a:pt x="76822" y="74433"/>
                </a:lnTo>
                <a:lnTo>
                  <a:pt x="77416" y="74137"/>
                </a:lnTo>
                <a:lnTo>
                  <a:pt x="78009" y="73831"/>
                </a:lnTo>
                <a:lnTo>
                  <a:pt x="78601" y="73515"/>
                </a:lnTo>
                <a:lnTo>
                  <a:pt x="79192" y="73190"/>
                </a:lnTo>
                <a:lnTo>
                  <a:pt x="79782" y="72855"/>
                </a:lnTo>
                <a:lnTo>
                  <a:pt x="80371" y="72510"/>
                </a:lnTo>
                <a:lnTo>
                  <a:pt x="80959" y="72157"/>
                </a:lnTo>
                <a:lnTo>
                  <a:pt x="81546" y="71793"/>
                </a:lnTo>
                <a:lnTo>
                  <a:pt x="82132" y="71420"/>
                </a:lnTo>
                <a:lnTo>
                  <a:pt x="82717" y="71037"/>
                </a:lnTo>
                <a:lnTo>
                  <a:pt x="83301" y="70645"/>
                </a:lnTo>
                <a:lnTo>
                  <a:pt x="83884" y="70243"/>
                </a:lnTo>
                <a:lnTo>
                  <a:pt x="84466" y="69832"/>
                </a:lnTo>
                <a:lnTo>
                  <a:pt x="85047" y="69411"/>
                </a:lnTo>
                <a:lnTo>
                  <a:pt x="85627" y="68981"/>
                </a:lnTo>
                <a:lnTo>
                  <a:pt x="86206" y="68541"/>
                </a:lnTo>
                <a:lnTo>
                  <a:pt x="86784" y="68091"/>
                </a:lnTo>
                <a:lnTo>
                  <a:pt x="87361" y="67632"/>
                </a:lnTo>
                <a:lnTo>
                  <a:pt x="87931" y="67168"/>
                </a:lnTo>
                <a:lnTo>
                  <a:pt x="88486" y="66703"/>
                </a:lnTo>
                <a:lnTo>
                  <a:pt x="89029" y="66238"/>
                </a:lnTo>
                <a:lnTo>
                  <a:pt x="89557" y="65772"/>
                </a:lnTo>
                <a:lnTo>
                  <a:pt x="90072" y="65306"/>
                </a:lnTo>
                <a:lnTo>
                  <a:pt x="90573" y="64839"/>
                </a:lnTo>
                <a:lnTo>
                  <a:pt x="91060" y="64372"/>
                </a:lnTo>
                <a:lnTo>
                  <a:pt x="91533" y="63904"/>
                </a:lnTo>
                <a:lnTo>
                  <a:pt x="91993" y="63436"/>
                </a:lnTo>
                <a:lnTo>
                  <a:pt x="92439" y="62968"/>
                </a:lnTo>
                <a:lnTo>
                  <a:pt x="92871" y="62498"/>
                </a:lnTo>
                <a:lnTo>
                  <a:pt x="93289" y="62029"/>
                </a:lnTo>
                <a:lnTo>
                  <a:pt x="93694" y="61559"/>
                </a:lnTo>
                <a:lnTo>
                  <a:pt x="94085" y="61088"/>
                </a:lnTo>
                <a:lnTo>
                  <a:pt x="94462" y="60617"/>
                </a:lnTo>
                <a:lnTo>
                  <a:pt x="94825" y="60145"/>
                </a:lnTo>
                <a:lnTo>
                  <a:pt x="95175" y="59673"/>
                </a:lnTo>
                <a:lnTo>
                  <a:pt x="95511" y="59200"/>
                </a:lnTo>
                <a:lnTo>
                  <a:pt x="95833" y="58727"/>
                </a:lnTo>
                <a:lnTo>
                  <a:pt x="96141" y="58254"/>
                </a:lnTo>
                <a:lnTo>
                  <a:pt x="96436" y="57779"/>
                </a:lnTo>
                <a:lnTo>
                  <a:pt x="96717" y="57305"/>
                </a:lnTo>
                <a:lnTo>
                  <a:pt x="96984" y="56830"/>
                </a:lnTo>
                <a:lnTo>
                  <a:pt x="97237" y="56354"/>
                </a:lnTo>
                <a:lnTo>
                  <a:pt x="97557" y="55718"/>
                </a:lnTo>
                <a:lnTo>
                  <a:pt x="97862" y="55078"/>
                </a:lnTo>
                <a:lnTo>
                  <a:pt x="98154" y="54435"/>
                </a:lnTo>
                <a:lnTo>
                  <a:pt x="98433" y="53789"/>
                </a:lnTo>
                <a:lnTo>
                  <a:pt x="98698" y="53139"/>
                </a:lnTo>
                <a:lnTo>
                  <a:pt x="98949" y="52487"/>
                </a:lnTo>
                <a:lnTo>
                  <a:pt x="99187" y="51831"/>
                </a:lnTo>
                <a:lnTo>
                  <a:pt x="99411" y="51171"/>
                </a:lnTo>
                <a:lnTo>
                  <a:pt x="99621" y="50509"/>
                </a:lnTo>
                <a:lnTo>
                  <a:pt x="99818" y="49843"/>
                </a:lnTo>
                <a:lnTo>
                  <a:pt x="100002" y="49173"/>
                </a:lnTo>
                <a:lnTo>
                  <a:pt x="100172" y="48501"/>
                </a:lnTo>
                <a:lnTo>
                  <a:pt x="100328" y="47825"/>
                </a:lnTo>
                <a:lnTo>
                  <a:pt x="100470" y="47146"/>
                </a:lnTo>
                <a:lnTo>
                  <a:pt x="100600" y="46463"/>
                </a:lnTo>
                <a:lnTo>
                  <a:pt x="100715" y="45778"/>
                </a:lnTo>
                <a:lnTo>
                  <a:pt x="100817" y="45089"/>
                </a:lnTo>
                <a:lnTo>
                  <a:pt x="100905" y="44396"/>
                </a:lnTo>
                <a:lnTo>
                  <a:pt x="100980" y="43701"/>
                </a:lnTo>
                <a:lnTo>
                  <a:pt x="101041" y="43002"/>
                </a:lnTo>
                <a:lnTo>
                  <a:pt x="101089" y="42300"/>
                </a:lnTo>
                <a:lnTo>
                  <a:pt x="101123" y="41594"/>
                </a:lnTo>
                <a:lnTo>
                  <a:pt x="101143" y="40886"/>
                </a:lnTo>
                <a:lnTo>
                  <a:pt x="101150" y="40174"/>
                </a:lnTo>
                <a:lnTo>
                  <a:pt x="101130" y="38889"/>
                </a:lnTo>
                <a:lnTo>
                  <a:pt x="101069" y="37620"/>
                </a:lnTo>
                <a:lnTo>
                  <a:pt x="100969" y="36368"/>
                </a:lnTo>
                <a:lnTo>
                  <a:pt x="100828" y="35133"/>
                </a:lnTo>
                <a:lnTo>
                  <a:pt x="100646" y="33913"/>
                </a:lnTo>
                <a:lnTo>
                  <a:pt x="100425" y="32711"/>
                </a:lnTo>
                <a:lnTo>
                  <a:pt x="100163" y="31524"/>
                </a:lnTo>
                <a:lnTo>
                  <a:pt x="99861" y="30354"/>
                </a:lnTo>
                <a:lnTo>
                  <a:pt x="99519" y="29200"/>
                </a:lnTo>
                <a:lnTo>
                  <a:pt x="99137" y="28063"/>
                </a:lnTo>
                <a:lnTo>
                  <a:pt x="98714" y="26942"/>
                </a:lnTo>
                <a:lnTo>
                  <a:pt x="98251" y="25837"/>
                </a:lnTo>
                <a:lnTo>
                  <a:pt x="97748" y="24749"/>
                </a:lnTo>
                <a:lnTo>
                  <a:pt x="97204" y="23677"/>
                </a:lnTo>
                <a:lnTo>
                  <a:pt x="96621" y="22621"/>
                </a:lnTo>
                <a:lnTo>
                  <a:pt x="95997" y="21582"/>
                </a:lnTo>
                <a:lnTo>
                  <a:pt x="95333" y="20559"/>
                </a:lnTo>
                <a:lnTo>
                  <a:pt x="94628" y="19552"/>
                </a:lnTo>
                <a:lnTo>
                  <a:pt x="93883" y="18562"/>
                </a:lnTo>
                <a:lnTo>
                  <a:pt x="93098" y="17589"/>
                </a:lnTo>
                <a:lnTo>
                  <a:pt x="92273" y="16631"/>
                </a:lnTo>
                <a:lnTo>
                  <a:pt x="91407" y="15690"/>
                </a:lnTo>
                <a:lnTo>
                  <a:pt x="90502" y="14766"/>
                </a:lnTo>
                <a:lnTo>
                  <a:pt x="89556" y="13857"/>
                </a:lnTo>
                <a:lnTo>
                  <a:pt x="88575" y="12976"/>
                </a:lnTo>
                <a:lnTo>
                  <a:pt x="87566" y="12132"/>
                </a:lnTo>
                <a:lnTo>
                  <a:pt x="86528" y="11325"/>
                </a:lnTo>
                <a:lnTo>
                  <a:pt x="85462" y="10556"/>
                </a:lnTo>
                <a:lnTo>
                  <a:pt x="84367" y="9825"/>
                </a:lnTo>
                <a:lnTo>
                  <a:pt x="83243" y="9131"/>
                </a:lnTo>
                <a:lnTo>
                  <a:pt x="82090" y="8474"/>
                </a:lnTo>
                <a:lnTo>
                  <a:pt x="80909" y="7855"/>
                </a:lnTo>
                <a:lnTo>
                  <a:pt x="79699" y="7274"/>
                </a:lnTo>
                <a:lnTo>
                  <a:pt x="78461" y="6730"/>
                </a:lnTo>
                <a:lnTo>
                  <a:pt x="77194" y="6223"/>
                </a:lnTo>
                <a:lnTo>
                  <a:pt x="75898" y="5755"/>
                </a:lnTo>
                <a:lnTo>
                  <a:pt x="74574" y="5323"/>
                </a:lnTo>
                <a:lnTo>
                  <a:pt x="73221" y="4929"/>
                </a:lnTo>
                <a:lnTo>
                  <a:pt x="71839" y="4573"/>
                </a:lnTo>
                <a:lnTo>
                  <a:pt x="70428" y="4254"/>
                </a:lnTo>
                <a:lnTo>
                  <a:pt x="68989" y="3973"/>
                </a:lnTo>
                <a:lnTo>
                  <a:pt x="67522" y="3729"/>
                </a:lnTo>
                <a:lnTo>
                  <a:pt x="66025" y="3522"/>
                </a:lnTo>
                <a:lnTo>
                  <a:pt x="64500" y="3354"/>
                </a:lnTo>
                <a:lnTo>
                  <a:pt x="62946" y="3222"/>
                </a:lnTo>
                <a:lnTo>
                  <a:pt x="61364" y="3129"/>
                </a:lnTo>
                <a:lnTo>
                  <a:pt x="59753" y="3072"/>
                </a:lnTo>
                <a:lnTo>
                  <a:pt x="58113" y="3054"/>
                </a:lnTo>
                <a:lnTo>
                  <a:pt x="13073" y="2863"/>
                </a:lnTo>
                <a:lnTo>
                  <a:pt x="12492" y="2867"/>
                </a:lnTo>
                <a:lnTo>
                  <a:pt x="11924" y="2882"/>
                </a:lnTo>
                <a:lnTo>
                  <a:pt x="11371" y="2905"/>
                </a:lnTo>
                <a:lnTo>
                  <a:pt x="10832" y="2938"/>
                </a:lnTo>
                <a:lnTo>
                  <a:pt x="10307" y="2981"/>
                </a:lnTo>
                <a:lnTo>
                  <a:pt x="9796" y="3033"/>
                </a:lnTo>
                <a:lnTo>
                  <a:pt x="9299" y="3094"/>
                </a:lnTo>
                <a:lnTo>
                  <a:pt x="8816" y="3165"/>
                </a:lnTo>
                <a:lnTo>
                  <a:pt x="8347" y="3245"/>
                </a:lnTo>
                <a:lnTo>
                  <a:pt x="7893" y="3335"/>
                </a:lnTo>
                <a:lnTo>
                  <a:pt x="7452" y="3434"/>
                </a:lnTo>
                <a:lnTo>
                  <a:pt x="7026" y="3543"/>
                </a:lnTo>
                <a:lnTo>
                  <a:pt x="6613" y="3661"/>
                </a:lnTo>
                <a:lnTo>
                  <a:pt x="6215" y="3788"/>
                </a:lnTo>
                <a:lnTo>
                  <a:pt x="5831" y="3925"/>
                </a:lnTo>
                <a:lnTo>
                  <a:pt x="5460" y="4071"/>
                </a:lnTo>
                <a:lnTo>
                  <a:pt x="5104" y="4227"/>
                </a:lnTo>
                <a:lnTo>
                  <a:pt x="4762" y="4393"/>
                </a:lnTo>
                <a:lnTo>
                  <a:pt x="4434" y="4567"/>
                </a:lnTo>
                <a:lnTo>
                  <a:pt x="4120" y="4751"/>
                </a:lnTo>
                <a:lnTo>
                  <a:pt x="3821" y="4945"/>
                </a:lnTo>
                <a:lnTo>
                  <a:pt x="3535" y="5148"/>
                </a:lnTo>
                <a:lnTo>
                  <a:pt x="3263" y="5360"/>
                </a:lnTo>
                <a:lnTo>
                  <a:pt x="3006" y="5582"/>
                </a:lnTo>
                <a:lnTo>
                  <a:pt x="2761" y="5812"/>
                </a:lnTo>
                <a:lnTo>
                  <a:pt x="2526" y="6047"/>
                </a:lnTo>
                <a:lnTo>
                  <a:pt x="2301" y="6288"/>
                </a:lnTo>
                <a:lnTo>
                  <a:pt x="2087" y="6535"/>
                </a:lnTo>
                <a:lnTo>
                  <a:pt x="1884" y="6788"/>
                </a:lnTo>
                <a:lnTo>
                  <a:pt x="1691" y="7046"/>
                </a:lnTo>
                <a:lnTo>
                  <a:pt x="1508" y="7311"/>
                </a:lnTo>
                <a:lnTo>
                  <a:pt x="1336" y="7581"/>
                </a:lnTo>
                <a:lnTo>
                  <a:pt x="1174" y="7857"/>
                </a:lnTo>
                <a:lnTo>
                  <a:pt x="1023" y="8139"/>
                </a:lnTo>
                <a:lnTo>
                  <a:pt x="882" y="8426"/>
                </a:lnTo>
                <a:lnTo>
                  <a:pt x="751" y="8719"/>
                </a:lnTo>
                <a:lnTo>
                  <a:pt x="631" y="9019"/>
                </a:lnTo>
                <a:lnTo>
                  <a:pt x="522" y="9323"/>
                </a:lnTo>
                <a:lnTo>
                  <a:pt x="423" y="9634"/>
                </a:lnTo>
                <a:lnTo>
                  <a:pt x="334" y="9951"/>
                </a:lnTo>
                <a:lnTo>
                  <a:pt x="256" y="10273"/>
                </a:lnTo>
                <a:lnTo>
                  <a:pt x="188" y="10601"/>
                </a:lnTo>
                <a:lnTo>
                  <a:pt x="130" y="10935"/>
                </a:lnTo>
                <a:lnTo>
                  <a:pt x="83" y="11275"/>
                </a:lnTo>
                <a:lnTo>
                  <a:pt x="47" y="11620"/>
                </a:lnTo>
                <a:lnTo>
                  <a:pt x="21" y="11971"/>
                </a:lnTo>
                <a:lnTo>
                  <a:pt x="5" y="12329"/>
                </a:lnTo>
                <a:lnTo>
                  <a:pt x="0" y="12691"/>
                </a:lnTo>
                <a:lnTo>
                  <a:pt x="5" y="13054"/>
                </a:lnTo>
                <a:lnTo>
                  <a:pt x="21" y="13411"/>
                </a:lnTo>
                <a:lnTo>
                  <a:pt x="47" y="13763"/>
                </a:lnTo>
                <a:lnTo>
                  <a:pt x="83" y="14108"/>
                </a:lnTo>
                <a:lnTo>
                  <a:pt x="130" y="14448"/>
                </a:lnTo>
                <a:lnTo>
                  <a:pt x="188" y="14782"/>
                </a:lnTo>
                <a:lnTo>
                  <a:pt x="256" y="15110"/>
                </a:lnTo>
                <a:lnTo>
                  <a:pt x="334" y="15432"/>
                </a:lnTo>
                <a:lnTo>
                  <a:pt x="423" y="15749"/>
                </a:lnTo>
                <a:lnTo>
                  <a:pt x="522" y="16059"/>
                </a:lnTo>
                <a:lnTo>
                  <a:pt x="631" y="16364"/>
                </a:lnTo>
                <a:lnTo>
                  <a:pt x="751" y="16663"/>
                </a:lnTo>
                <a:lnTo>
                  <a:pt x="882" y="16957"/>
                </a:lnTo>
                <a:lnTo>
                  <a:pt x="1023" y="17244"/>
                </a:lnTo>
                <a:lnTo>
                  <a:pt x="1174" y="17526"/>
                </a:lnTo>
                <a:lnTo>
                  <a:pt x="1336" y="17802"/>
                </a:lnTo>
                <a:lnTo>
                  <a:pt x="1508" y="18072"/>
                </a:lnTo>
                <a:lnTo>
                  <a:pt x="1691" y="18336"/>
                </a:lnTo>
                <a:lnTo>
                  <a:pt x="1884" y="18595"/>
                </a:lnTo>
                <a:lnTo>
                  <a:pt x="2087" y="18848"/>
                </a:lnTo>
                <a:lnTo>
                  <a:pt x="2301" y="19095"/>
                </a:lnTo>
                <a:lnTo>
                  <a:pt x="2526" y="19336"/>
                </a:lnTo>
                <a:lnTo>
                  <a:pt x="2761" y="19571"/>
                </a:lnTo>
                <a:lnTo>
                  <a:pt x="3006" y="19801"/>
                </a:lnTo>
                <a:lnTo>
                  <a:pt x="3263" y="20022"/>
                </a:lnTo>
                <a:lnTo>
                  <a:pt x="3535" y="20235"/>
                </a:lnTo>
                <a:lnTo>
                  <a:pt x="3821" y="20438"/>
                </a:lnTo>
                <a:lnTo>
                  <a:pt x="4120" y="20632"/>
                </a:lnTo>
                <a:lnTo>
                  <a:pt x="4434" y="20816"/>
                </a:lnTo>
                <a:lnTo>
                  <a:pt x="4762" y="20990"/>
                </a:lnTo>
                <a:lnTo>
                  <a:pt x="5104" y="21156"/>
                </a:lnTo>
                <a:lnTo>
                  <a:pt x="5460" y="21311"/>
                </a:lnTo>
                <a:lnTo>
                  <a:pt x="5831" y="21458"/>
                </a:lnTo>
                <a:lnTo>
                  <a:pt x="6215" y="21595"/>
                </a:lnTo>
                <a:lnTo>
                  <a:pt x="6613" y="21722"/>
                </a:lnTo>
                <a:lnTo>
                  <a:pt x="7026" y="21840"/>
                </a:lnTo>
                <a:lnTo>
                  <a:pt x="7452" y="21949"/>
                </a:lnTo>
                <a:lnTo>
                  <a:pt x="7893" y="22048"/>
                </a:lnTo>
                <a:lnTo>
                  <a:pt x="8347" y="22138"/>
                </a:lnTo>
                <a:lnTo>
                  <a:pt x="8816" y="22218"/>
                </a:lnTo>
                <a:lnTo>
                  <a:pt x="9299" y="22289"/>
                </a:lnTo>
                <a:lnTo>
                  <a:pt x="9796" y="22350"/>
                </a:lnTo>
                <a:lnTo>
                  <a:pt x="10307" y="22402"/>
                </a:lnTo>
                <a:lnTo>
                  <a:pt x="10832" y="22445"/>
                </a:lnTo>
                <a:lnTo>
                  <a:pt x="11371" y="22478"/>
                </a:lnTo>
                <a:lnTo>
                  <a:pt x="11924" y="22501"/>
                </a:lnTo>
                <a:lnTo>
                  <a:pt x="12492" y="22515"/>
                </a:lnTo>
                <a:lnTo>
                  <a:pt x="13073" y="22520"/>
                </a:lnTo>
                <a:lnTo>
                  <a:pt x="16127" y="22520"/>
                </a:lnTo>
                <a:lnTo>
                  <a:pt x="16127" y="99050"/>
                </a:lnTo>
                <a:lnTo>
                  <a:pt x="13073" y="99050"/>
                </a:lnTo>
                <a:lnTo>
                  <a:pt x="12499" y="99055"/>
                </a:lnTo>
                <a:lnTo>
                  <a:pt x="11939" y="99069"/>
                </a:lnTo>
                <a:lnTo>
                  <a:pt x="11393" y="99092"/>
                </a:lnTo>
                <a:lnTo>
                  <a:pt x="10860" y="99125"/>
                </a:lnTo>
                <a:lnTo>
                  <a:pt x="10340" y="99166"/>
                </a:lnTo>
                <a:lnTo>
                  <a:pt x="9835" y="99217"/>
                </a:lnTo>
                <a:lnTo>
                  <a:pt x="9342" y="99278"/>
                </a:lnTo>
                <a:lnTo>
                  <a:pt x="8864" y="99347"/>
                </a:lnTo>
                <a:lnTo>
                  <a:pt x="8399" y="99426"/>
                </a:lnTo>
                <a:lnTo>
                  <a:pt x="7947" y="99514"/>
                </a:lnTo>
                <a:lnTo>
                  <a:pt x="7510" y="99612"/>
                </a:lnTo>
                <a:lnTo>
                  <a:pt x="7085" y="99718"/>
                </a:lnTo>
                <a:lnTo>
                  <a:pt x="6675" y="99834"/>
                </a:lnTo>
                <a:lnTo>
                  <a:pt x="6277" y="99960"/>
                </a:lnTo>
                <a:lnTo>
                  <a:pt x="5894" y="100094"/>
                </a:lnTo>
                <a:lnTo>
                  <a:pt x="5524" y="100238"/>
                </a:lnTo>
                <a:lnTo>
                  <a:pt x="5168" y="100391"/>
                </a:lnTo>
                <a:lnTo>
                  <a:pt x="4825" y="100553"/>
                </a:lnTo>
                <a:lnTo>
                  <a:pt x="4496" y="100725"/>
                </a:lnTo>
                <a:lnTo>
                  <a:pt x="4180" y="100906"/>
                </a:lnTo>
                <a:lnTo>
                  <a:pt x="3878" y="101096"/>
                </a:lnTo>
                <a:lnTo>
                  <a:pt x="3590" y="101295"/>
                </a:lnTo>
                <a:lnTo>
                  <a:pt x="3315" y="101504"/>
                </a:lnTo>
                <a:lnTo>
                  <a:pt x="3054" y="101722"/>
                </a:lnTo>
                <a:lnTo>
                  <a:pt x="2804" y="101948"/>
                </a:lnTo>
                <a:lnTo>
                  <a:pt x="2566" y="102179"/>
                </a:lnTo>
                <a:lnTo>
                  <a:pt x="2338" y="102417"/>
                </a:lnTo>
                <a:lnTo>
                  <a:pt x="2121" y="102661"/>
                </a:lnTo>
                <a:lnTo>
                  <a:pt x="1914" y="102910"/>
                </a:lnTo>
                <a:lnTo>
                  <a:pt x="1718" y="103166"/>
                </a:lnTo>
                <a:lnTo>
                  <a:pt x="1532" y="103427"/>
                </a:lnTo>
                <a:lnTo>
                  <a:pt x="1357" y="103694"/>
                </a:lnTo>
                <a:lnTo>
                  <a:pt x="1193" y="103968"/>
                </a:lnTo>
                <a:lnTo>
                  <a:pt x="1039" y="104247"/>
                </a:lnTo>
                <a:lnTo>
                  <a:pt x="896" y="104532"/>
                </a:lnTo>
                <a:lnTo>
                  <a:pt x="763" y="104824"/>
                </a:lnTo>
                <a:lnTo>
                  <a:pt x="641" y="105121"/>
                </a:lnTo>
                <a:lnTo>
                  <a:pt x="530" y="105424"/>
                </a:lnTo>
                <a:lnTo>
                  <a:pt x="429" y="105733"/>
                </a:lnTo>
                <a:lnTo>
                  <a:pt x="339" y="106048"/>
                </a:lnTo>
                <a:lnTo>
                  <a:pt x="260" y="106369"/>
                </a:lnTo>
                <a:lnTo>
                  <a:pt x="191" y="106696"/>
                </a:lnTo>
                <a:lnTo>
                  <a:pt x="133" y="107029"/>
                </a:lnTo>
                <a:lnTo>
                  <a:pt x="85" y="107368"/>
                </a:lnTo>
                <a:lnTo>
                  <a:pt x="48" y="107713"/>
                </a:lnTo>
                <a:lnTo>
                  <a:pt x="21" y="108064"/>
                </a:lnTo>
                <a:lnTo>
                  <a:pt x="5" y="108421"/>
                </a:lnTo>
                <a:lnTo>
                  <a:pt x="0" y="108784"/>
                </a:lnTo>
                <a:lnTo>
                  <a:pt x="5" y="109147"/>
                </a:lnTo>
                <a:lnTo>
                  <a:pt x="21" y="109504"/>
                </a:lnTo>
                <a:lnTo>
                  <a:pt x="47" y="109856"/>
                </a:lnTo>
                <a:lnTo>
                  <a:pt x="83" y="110202"/>
                </a:lnTo>
                <a:lnTo>
                  <a:pt x="130" y="110542"/>
                </a:lnTo>
                <a:lnTo>
                  <a:pt x="188" y="110877"/>
                </a:lnTo>
                <a:lnTo>
                  <a:pt x="256" y="111206"/>
                </a:lnTo>
                <a:lnTo>
                  <a:pt x="334" y="111530"/>
                </a:lnTo>
                <a:lnTo>
                  <a:pt x="423" y="111848"/>
                </a:lnTo>
                <a:lnTo>
                  <a:pt x="522" y="112160"/>
                </a:lnTo>
                <a:lnTo>
                  <a:pt x="631" y="112467"/>
                </a:lnTo>
                <a:lnTo>
                  <a:pt x="751" y="112768"/>
                </a:lnTo>
                <a:lnTo>
                  <a:pt x="882" y="113063"/>
                </a:lnTo>
                <a:lnTo>
                  <a:pt x="1023" y="113353"/>
                </a:lnTo>
                <a:lnTo>
                  <a:pt x="1174" y="113637"/>
                </a:lnTo>
                <a:lnTo>
                  <a:pt x="1336" y="113915"/>
                </a:lnTo>
                <a:lnTo>
                  <a:pt x="1508" y="114188"/>
                </a:lnTo>
                <a:lnTo>
                  <a:pt x="1691" y="114455"/>
                </a:lnTo>
                <a:lnTo>
                  <a:pt x="1884" y="114717"/>
                </a:lnTo>
                <a:lnTo>
                  <a:pt x="2087" y="114973"/>
                </a:lnTo>
                <a:lnTo>
                  <a:pt x="2301" y="115223"/>
                </a:lnTo>
                <a:lnTo>
                  <a:pt x="2526" y="115468"/>
                </a:lnTo>
                <a:lnTo>
                  <a:pt x="2761" y="115707"/>
                </a:lnTo>
                <a:lnTo>
                  <a:pt x="3006" y="115940"/>
                </a:lnTo>
                <a:lnTo>
                  <a:pt x="3263" y="116166"/>
                </a:lnTo>
                <a:lnTo>
                  <a:pt x="3535" y="116382"/>
                </a:lnTo>
                <a:lnTo>
                  <a:pt x="3821" y="116589"/>
                </a:lnTo>
                <a:lnTo>
                  <a:pt x="4120" y="116786"/>
                </a:lnTo>
                <a:lnTo>
                  <a:pt x="4434" y="116973"/>
                </a:lnTo>
                <a:lnTo>
                  <a:pt x="4762" y="117151"/>
                </a:lnTo>
                <a:lnTo>
                  <a:pt x="5104" y="117319"/>
                </a:lnTo>
                <a:lnTo>
                  <a:pt x="5460" y="117478"/>
                </a:lnTo>
                <a:lnTo>
                  <a:pt x="5831" y="117627"/>
                </a:lnTo>
                <a:lnTo>
                  <a:pt x="6215" y="117766"/>
                </a:lnTo>
                <a:lnTo>
                  <a:pt x="6613" y="117896"/>
                </a:lnTo>
                <a:lnTo>
                  <a:pt x="7026" y="118016"/>
                </a:lnTo>
                <a:lnTo>
                  <a:pt x="7452" y="118126"/>
                </a:lnTo>
                <a:lnTo>
                  <a:pt x="7893" y="118227"/>
                </a:lnTo>
                <a:lnTo>
                  <a:pt x="8347" y="118319"/>
                </a:lnTo>
                <a:lnTo>
                  <a:pt x="8816" y="118400"/>
                </a:lnTo>
                <a:lnTo>
                  <a:pt x="9299" y="118472"/>
                </a:lnTo>
                <a:lnTo>
                  <a:pt x="9796" y="118535"/>
                </a:lnTo>
                <a:lnTo>
                  <a:pt x="10307" y="118588"/>
                </a:lnTo>
                <a:lnTo>
                  <a:pt x="10832" y="118631"/>
                </a:lnTo>
                <a:lnTo>
                  <a:pt x="11371" y="118665"/>
                </a:lnTo>
                <a:lnTo>
                  <a:pt x="11924" y="118689"/>
                </a:lnTo>
                <a:lnTo>
                  <a:pt x="12492" y="118703"/>
                </a:lnTo>
                <a:lnTo>
                  <a:pt x="13073" y="118708"/>
                </a:lnTo>
                <a:lnTo>
                  <a:pt x="55441" y="118708"/>
                </a:lnTo>
                <a:lnTo>
                  <a:pt x="56023" y="118703"/>
                </a:lnTo>
                <a:lnTo>
                  <a:pt x="56590" y="118689"/>
                </a:lnTo>
                <a:lnTo>
                  <a:pt x="57143" y="118665"/>
                </a:lnTo>
                <a:lnTo>
                  <a:pt x="57683" y="118632"/>
                </a:lnTo>
                <a:lnTo>
                  <a:pt x="58208" y="118590"/>
                </a:lnTo>
                <a:lnTo>
                  <a:pt x="58719" y="118538"/>
                </a:lnTo>
                <a:lnTo>
                  <a:pt x="59216" y="118476"/>
                </a:lnTo>
                <a:lnTo>
                  <a:pt x="59698" y="118406"/>
                </a:lnTo>
                <a:lnTo>
                  <a:pt x="60167" y="118325"/>
                </a:lnTo>
                <a:lnTo>
                  <a:pt x="60622" y="118236"/>
                </a:lnTo>
                <a:lnTo>
                  <a:pt x="61062" y="118136"/>
                </a:lnTo>
                <a:lnTo>
                  <a:pt x="61489" y="118028"/>
                </a:lnTo>
                <a:lnTo>
                  <a:pt x="61901" y="117910"/>
                </a:lnTo>
                <a:lnTo>
                  <a:pt x="62300" y="117782"/>
                </a:lnTo>
                <a:lnTo>
                  <a:pt x="62684" y="117645"/>
                </a:lnTo>
                <a:lnTo>
                  <a:pt x="63054" y="117499"/>
                </a:lnTo>
                <a:lnTo>
                  <a:pt x="63410" y="117343"/>
                </a:lnTo>
                <a:lnTo>
                  <a:pt x="63752" y="117178"/>
                </a:lnTo>
                <a:lnTo>
                  <a:pt x="64080" y="117003"/>
                </a:lnTo>
                <a:lnTo>
                  <a:pt x="64394" y="116819"/>
                </a:lnTo>
                <a:lnTo>
                  <a:pt x="64694" y="116626"/>
                </a:lnTo>
                <a:lnTo>
                  <a:pt x="64980" y="116423"/>
                </a:lnTo>
                <a:lnTo>
                  <a:pt x="65251" y="116210"/>
                </a:lnTo>
                <a:lnTo>
                  <a:pt x="65509" y="115988"/>
                </a:lnTo>
                <a:lnTo>
                  <a:pt x="65754" y="115759"/>
                </a:lnTo>
                <a:lnTo>
                  <a:pt x="65989" y="115523"/>
                </a:lnTo>
                <a:lnTo>
                  <a:pt x="66213" y="115282"/>
                </a:lnTo>
                <a:lnTo>
                  <a:pt x="66427" y="115035"/>
                </a:lnTo>
                <a:lnTo>
                  <a:pt x="66631" y="114783"/>
                </a:lnTo>
                <a:lnTo>
                  <a:pt x="66824" y="114524"/>
                </a:lnTo>
                <a:lnTo>
                  <a:pt x="67006" y="114260"/>
                </a:lnTo>
                <a:lnTo>
                  <a:pt x="67179" y="113990"/>
                </a:lnTo>
                <a:lnTo>
                  <a:pt x="67340" y="113714"/>
                </a:lnTo>
                <a:lnTo>
                  <a:pt x="67492" y="113432"/>
                </a:lnTo>
                <a:lnTo>
                  <a:pt x="67633" y="113144"/>
                </a:lnTo>
                <a:lnTo>
                  <a:pt x="67763" y="112851"/>
                </a:lnTo>
                <a:lnTo>
                  <a:pt x="67883" y="112552"/>
                </a:lnTo>
                <a:lnTo>
                  <a:pt x="67993" y="112247"/>
                </a:lnTo>
                <a:lnTo>
                  <a:pt x="68092" y="111936"/>
                </a:lnTo>
                <a:lnTo>
                  <a:pt x="68181" y="111620"/>
                </a:lnTo>
                <a:lnTo>
                  <a:pt x="68259" y="111298"/>
                </a:lnTo>
                <a:lnTo>
                  <a:pt x="68327" y="110969"/>
                </a:lnTo>
                <a:lnTo>
                  <a:pt x="68384" y="110636"/>
                </a:lnTo>
                <a:lnTo>
                  <a:pt x="68431" y="110296"/>
                </a:lnTo>
                <a:lnTo>
                  <a:pt x="68468" y="109950"/>
                </a:lnTo>
                <a:lnTo>
                  <a:pt x="68494" y="109599"/>
                </a:lnTo>
                <a:lnTo>
                  <a:pt x="68509" y="109242"/>
                </a:lnTo>
                <a:lnTo>
                  <a:pt x="68515" y="108879"/>
                </a:lnTo>
                <a:lnTo>
                  <a:pt x="68509" y="108516"/>
                </a:lnTo>
                <a:lnTo>
                  <a:pt x="68494" y="108159"/>
                </a:lnTo>
                <a:lnTo>
                  <a:pt x="68468" y="107808"/>
                </a:lnTo>
                <a:lnTo>
                  <a:pt x="68431" y="107462"/>
                </a:lnTo>
                <a:lnTo>
                  <a:pt x="68384" y="107123"/>
                </a:lnTo>
                <a:lnTo>
                  <a:pt x="68327" y="106789"/>
                </a:lnTo>
                <a:lnTo>
                  <a:pt x="68259" y="106461"/>
                </a:lnTo>
                <a:lnTo>
                  <a:pt x="68181" y="106138"/>
                </a:lnTo>
                <a:lnTo>
                  <a:pt x="68092" y="105822"/>
                </a:lnTo>
                <a:lnTo>
                  <a:pt x="67993" y="105511"/>
                </a:lnTo>
                <a:lnTo>
                  <a:pt x="67883" y="105206"/>
                </a:lnTo>
                <a:lnTo>
                  <a:pt x="67763" y="104907"/>
                </a:lnTo>
                <a:lnTo>
                  <a:pt x="67633" y="104614"/>
                </a:lnTo>
                <a:lnTo>
                  <a:pt x="67492" y="104326"/>
                </a:lnTo>
                <a:lnTo>
                  <a:pt x="67340" y="104044"/>
                </a:lnTo>
                <a:lnTo>
                  <a:pt x="67179" y="103769"/>
                </a:lnTo>
                <a:lnTo>
                  <a:pt x="67006" y="103498"/>
                </a:lnTo>
                <a:lnTo>
                  <a:pt x="66824" y="103234"/>
                </a:lnTo>
                <a:lnTo>
                  <a:pt x="66631" y="102976"/>
                </a:lnTo>
                <a:lnTo>
                  <a:pt x="66427" y="102723"/>
                </a:lnTo>
                <a:lnTo>
                  <a:pt x="66213" y="102476"/>
                </a:lnTo>
                <a:lnTo>
                  <a:pt x="65989" y="102235"/>
                </a:lnTo>
                <a:lnTo>
                  <a:pt x="65754" y="101999"/>
                </a:lnTo>
                <a:lnTo>
                  <a:pt x="65509" y="101770"/>
                </a:lnTo>
                <a:lnTo>
                  <a:pt x="65251" y="101548"/>
                </a:lnTo>
                <a:lnTo>
                  <a:pt x="64980" y="101336"/>
                </a:lnTo>
                <a:lnTo>
                  <a:pt x="64694" y="101133"/>
                </a:lnTo>
                <a:lnTo>
                  <a:pt x="64394" y="100939"/>
                </a:lnTo>
                <a:lnTo>
                  <a:pt x="64080" y="100755"/>
                </a:lnTo>
                <a:lnTo>
                  <a:pt x="63752" y="100580"/>
                </a:lnTo>
                <a:lnTo>
                  <a:pt x="63410" y="100415"/>
                </a:lnTo>
                <a:lnTo>
                  <a:pt x="63054" y="100259"/>
                </a:lnTo>
                <a:lnTo>
                  <a:pt x="62684" y="100113"/>
                </a:lnTo>
                <a:lnTo>
                  <a:pt x="62300" y="99976"/>
                </a:lnTo>
                <a:lnTo>
                  <a:pt x="61901" y="99848"/>
                </a:lnTo>
                <a:lnTo>
                  <a:pt x="61489" y="99730"/>
                </a:lnTo>
                <a:lnTo>
                  <a:pt x="61062" y="99622"/>
                </a:lnTo>
                <a:lnTo>
                  <a:pt x="60622" y="99523"/>
                </a:lnTo>
                <a:lnTo>
                  <a:pt x="60167" y="99433"/>
                </a:lnTo>
                <a:lnTo>
                  <a:pt x="59698" y="99353"/>
                </a:lnTo>
                <a:lnTo>
                  <a:pt x="59216" y="99282"/>
                </a:lnTo>
                <a:lnTo>
                  <a:pt x="58719" y="99220"/>
                </a:lnTo>
                <a:lnTo>
                  <a:pt x="58208" y="99168"/>
                </a:lnTo>
                <a:lnTo>
                  <a:pt x="57683" y="99126"/>
                </a:lnTo>
                <a:lnTo>
                  <a:pt x="57143" y="99093"/>
                </a:lnTo>
                <a:lnTo>
                  <a:pt x="56590" y="99069"/>
                </a:lnTo>
                <a:lnTo>
                  <a:pt x="56023" y="99055"/>
                </a:lnTo>
                <a:lnTo>
                  <a:pt x="55441" y="99050"/>
                </a:lnTo>
                <a:lnTo>
                  <a:pt x="35689" y="99050"/>
                </a:lnTo>
                <a:lnTo>
                  <a:pt x="35689" y="78820"/>
                </a:lnTo>
                <a:lnTo>
                  <a:pt x="54201" y="78820"/>
                </a:lnTo>
                <a:lnTo>
                  <a:pt x="55179" y="78816"/>
                </a:lnTo>
                <a:lnTo>
                  <a:pt x="56141" y="78801"/>
                </a:lnTo>
                <a:close/>
                <a:moveTo>
                  <a:pt x="59138" y="22529"/>
                </a:moveTo>
                <a:lnTo>
                  <a:pt x="60049" y="22556"/>
                </a:lnTo>
                <a:lnTo>
                  <a:pt x="60943" y="22600"/>
                </a:lnTo>
                <a:lnTo>
                  <a:pt x="61818" y="22663"/>
                </a:lnTo>
                <a:lnTo>
                  <a:pt x="62675" y="22743"/>
                </a:lnTo>
                <a:lnTo>
                  <a:pt x="63514" y="22841"/>
                </a:lnTo>
                <a:lnTo>
                  <a:pt x="64335" y="22956"/>
                </a:lnTo>
                <a:lnTo>
                  <a:pt x="65138" y="23090"/>
                </a:lnTo>
                <a:lnTo>
                  <a:pt x="65922" y="23241"/>
                </a:lnTo>
                <a:lnTo>
                  <a:pt x="66689" y="23410"/>
                </a:lnTo>
                <a:lnTo>
                  <a:pt x="67438" y="23597"/>
                </a:lnTo>
                <a:lnTo>
                  <a:pt x="68169" y="23802"/>
                </a:lnTo>
                <a:lnTo>
                  <a:pt x="68881" y="24024"/>
                </a:lnTo>
                <a:lnTo>
                  <a:pt x="69576" y="24264"/>
                </a:lnTo>
                <a:lnTo>
                  <a:pt x="70252" y="24522"/>
                </a:lnTo>
                <a:lnTo>
                  <a:pt x="70911" y="24798"/>
                </a:lnTo>
                <a:lnTo>
                  <a:pt x="71551" y="25092"/>
                </a:lnTo>
                <a:lnTo>
                  <a:pt x="72174" y="25404"/>
                </a:lnTo>
                <a:lnTo>
                  <a:pt x="72778" y="25733"/>
                </a:lnTo>
                <a:lnTo>
                  <a:pt x="73364" y="26080"/>
                </a:lnTo>
                <a:lnTo>
                  <a:pt x="73932" y="26445"/>
                </a:lnTo>
                <a:lnTo>
                  <a:pt x="74482" y="26827"/>
                </a:lnTo>
                <a:lnTo>
                  <a:pt x="75014" y="27228"/>
                </a:lnTo>
                <a:lnTo>
                  <a:pt x="75528" y="27646"/>
                </a:lnTo>
                <a:lnTo>
                  <a:pt x="76023" y="28076"/>
                </a:lnTo>
                <a:lnTo>
                  <a:pt x="76496" y="28512"/>
                </a:lnTo>
                <a:lnTo>
                  <a:pt x="76948" y="28954"/>
                </a:lnTo>
                <a:lnTo>
                  <a:pt x="77380" y="29402"/>
                </a:lnTo>
                <a:lnTo>
                  <a:pt x="77790" y="29856"/>
                </a:lnTo>
                <a:lnTo>
                  <a:pt x="78179" y="30316"/>
                </a:lnTo>
                <a:lnTo>
                  <a:pt x="78547" y="30782"/>
                </a:lnTo>
                <a:lnTo>
                  <a:pt x="78895" y="31253"/>
                </a:lnTo>
                <a:lnTo>
                  <a:pt x="79221" y="31731"/>
                </a:lnTo>
                <a:lnTo>
                  <a:pt x="79526" y="32215"/>
                </a:lnTo>
                <a:lnTo>
                  <a:pt x="79810" y="32704"/>
                </a:lnTo>
                <a:lnTo>
                  <a:pt x="80073" y="33199"/>
                </a:lnTo>
                <a:lnTo>
                  <a:pt x="80315" y="33701"/>
                </a:lnTo>
                <a:lnTo>
                  <a:pt x="80536" y="34208"/>
                </a:lnTo>
                <a:lnTo>
                  <a:pt x="80736" y="34721"/>
                </a:lnTo>
                <a:lnTo>
                  <a:pt x="80914" y="35240"/>
                </a:lnTo>
                <a:lnTo>
                  <a:pt x="81072" y="35765"/>
                </a:lnTo>
                <a:lnTo>
                  <a:pt x="81209" y="36296"/>
                </a:lnTo>
                <a:lnTo>
                  <a:pt x="81325" y="36833"/>
                </a:lnTo>
                <a:lnTo>
                  <a:pt x="81419" y="37376"/>
                </a:lnTo>
                <a:lnTo>
                  <a:pt x="81493" y="37925"/>
                </a:lnTo>
                <a:lnTo>
                  <a:pt x="81546" y="38480"/>
                </a:lnTo>
                <a:lnTo>
                  <a:pt x="81577" y="39040"/>
                </a:lnTo>
                <a:lnTo>
                  <a:pt x="81588" y="39607"/>
                </a:lnTo>
                <a:lnTo>
                  <a:pt x="81575" y="40275"/>
                </a:lnTo>
                <a:lnTo>
                  <a:pt x="81536" y="40936"/>
                </a:lnTo>
                <a:lnTo>
                  <a:pt x="81471" y="41588"/>
                </a:lnTo>
                <a:lnTo>
                  <a:pt x="81380" y="42232"/>
                </a:lnTo>
                <a:lnTo>
                  <a:pt x="81263" y="42868"/>
                </a:lnTo>
                <a:lnTo>
                  <a:pt x="81120" y="43496"/>
                </a:lnTo>
                <a:lnTo>
                  <a:pt x="80950" y="44116"/>
                </a:lnTo>
                <a:lnTo>
                  <a:pt x="80755" y="44728"/>
                </a:lnTo>
                <a:lnTo>
                  <a:pt x="80534" y="45332"/>
                </a:lnTo>
                <a:lnTo>
                  <a:pt x="80287" y="45928"/>
                </a:lnTo>
                <a:lnTo>
                  <a:pt x="80014" y="46515"/>
                </a:lnTo>
                <a:lnTo>
                  <a:pt x="79715" y="47095"/>
                </a:lnTo>
                <a:lnTo>
                  <a:pt x="79390" y="47666"/>
                </a:lnTo>
                <a:lnTo>
                  <a:pt x="79039" y="48230"/>
                </a:lnTo>
                <a:lnTo>
                  <a:pt x="78662" y="48785"/>
                </a:lnTo>
                <a:lnTo>
                  <a:pt x="78258" y="49332"/>
                </a:lnTo>
                <a:lnTo>
                  <a:pt x="77829" y="49872"/>
                </a:lnTo>
                <a:lnTo>
                  <a:pt x="77374" y="50403"/>
                </a:lnTo>
                <a:lnTo>
                  <a:pt x="76893" y="50926"/>
                </a:lnTo>
                <a:lnTo>
                  <a:pt x="76386" y="51441"/>
                </a:lnTo>
                <a:lnTo>
                  <a:pt x="75853" y="51948"/>
                </a:lnTo>
                <a:lnTo>
                  <a:pt x="75293" y="52446"/>
                </a:lnTo>
                <a:lnTo>
                  <a:pt x="74708" y="52937"/>
                </a:lnTo>
                <a:lnTo>
                  <a:pt x="74097" y="53420"/>
                </a:lnTo>
                <a:lnTo>
                  <a:pt x="73463" y="53888"/>
                </a:lnTo>
                <a:lnTo>
                  <a:pt x="72812" y="54337"/>
                </a:lnTo>
                <a:lnTo>
                  <a:pt x="72141" y="54766"/>
                </a:lnTo>
                <a:lnTo>
                  <a:pt x="71453" y="55175"/>
                </a:lnTo>
                <a:lnTo>
                  <a:pt x="70746" y="55563"/>
                </a:lnTo>
                <a:lnTo>
                  <a:pt x="70021" y="55932"/>
                </a:lnTo>
                <a:lnTo>
                  <a:pt x="69277" y="56281"/>
                </a:lnTo>
                <a:lnTo>
                  <a:pt x="68515" y="56610"/>
                </a:lnTo>
                <a:lnTo>
                  <a:pt x="67734" y="56920"/>
                </a:lnTo>
                <a:lnTo>
                  <a:pt x="66935" y="57209"/>
                </a:lnTo>
                <a:lnTo>
                  <a:pt x="66118" y="57478"/>
                </a:lnTo>
                <a:lnTo>
                  <a:pt x="65282" y="57727"/>
                </a:lnTo>
                <a:lnTo>
                  <a:pt x="64428" y="57957"/>
                </a:lnTo>
                <a:lnTo>
                  <a:pt x="63556" y="58166"/>
                </a:lnTo>
                <a:lnTo>
                  <a:pt x="62665" y="58355"/>
                </a:lnTo>
                <a:lnTo>
                  <a:pt x="61755" y="58525"/>
                </a:lnTo>
                <a:lnTo>
                  <a:pt x="60828" y="58674"/>
                </a:lnTo>
                <a:lnTo>
                  <a:pt x="59882" y="58804"/>
                </a:lnTo>
                <a:lnTo>
                  <a:pt x="58917" y="58914"/>
                </a:lnTo>
                <a:lnTo>
                  <a:pt x="57934" y="59003"/>
                </a:lnTo>
                <a:lnTo>
                  <a:pt x="56933" y="59073"/>
                </a:lnTo>
                <a:lnTo>
                  <a:pt x="55914" y="59123"/>
                </a:lnTo>
                <a:lnTo>
                  <a:pt x="54876" y="59153"/>
                </a:lnTo>
                <a:lnTo>
                  <a:pt x="53819" y="59163"/>
                </a:lnTo>
                <a:lnTo>
                  <a:pt x="35689" y="59163"/>
                </a:lnTo>
                <a:lnTo>
                  <a:pt x="35689" y="22520"/>
                </a:lnTo>
                <a:lnTo>
                  <a:pt x="58209" y="22520"/>
                </a:lnTo>
                <a:lnTo>
                  <a:pt x="59138" y="22529"/>
                </a:lnTo>
                <a:close/>
                <a:moveTo>
                  <a:pt x="225735" y="104359"/>
                </a:moveTo>
                <a:lnTo>
                  <a:pt x="225534" y="104031"/>
                </a:lnTo>
                <a:lnTo>
                  <a:pt x="225318" y="103706"/>
                </a:lnTo>
                <a:lnTo>
                  <a:pt x="225087" y="103383"/>
                </a:lnTo>
                <a:lnTo>
                  <a:pt x="224841" y="103063"/>
                </a:lnTo>
                <a:lnTo>
                  <a:pt x="224580" y="102746"/>
                </a:lnTo>
                <a:lnTo>
                  <a:pt x="224304" y="102432"/>
                </a:lnTo>
                <a:lnTo>
                  <a:pt x="224013" y="102120"/>
                </a:lnTo>
                <a:lnTo>
                  <a:pt x="223708" y="101812"/>
                </a:lnTo>
                <a:lnTo>
                  <a:pt x="223387" y="101506"/>
                </a:lnTo>
                <a:lnTo>
                  <a:pt x="223052" y="101203"/>
                </a:lnTo>
                <a:lnTo>
                  <a:pt x="222701" y="100902"/>
                </a:lnTo>
                <a:lnTo>
                  <a:pt x="222494" y="100751"/>
                </a:lnTo>
                <a:lnTo>
                  <a:pt x="222269" y="100606"/>
                </a:lnTo>
                <a:lnTo>
                  <a:pt x="222026" y="100468"/>
                </a:lnTo>
                <a:lnTo>
                  <a:pt x="221766" y="100336"/>
                </a:lnTo>
                <a:lnTo>
                  <a:pt x="221488" y="100211"/>
                </a:lnTo>
                <a:lnTo>
                  <a:pt x="221192" y="100092"/>
                </a:lnTo>
                <a:lnTo>
                  <a:pt x="220879" y="99979"/>
                </a:lnTo>
                <a:lnTo>
                  <a:pt x="220549" y="99873"/>
                </a:lnTo>
                <a:lnTo>
                  <a:pt x="220201" y="99774"/>
                </a:lnTo>
                <a:lnTo>
                  <a:pt x="219835" y="99680"/>
                </a:lnTo>
                <a:lnTo>
                  <a:pt x="219452" y="99594"/>
                </a:lnTo>
                <a:lnTo>
                  <a:pt x="219051" y="99513"/>
                </a:lnTo>
                <a:lnTo>
                  <a:pt x="218633" y="99439"/>
                </a:lnTo>
                <a:lnTo>
                  <a:pt x="218197" y="99372"/>
                </a:lnTo>
                <a:lnTo>
                  <a:pt x="217744" y="99311"/>
                </a:lnTo>
                <a:lnTo>
                  <a:pt x="217273" y="99256"/>
                </a:lnTo>
                <a:lnTo>
                  <a:pt x="216784" y="99208"/>
                </a:lnTo>
                <a:lnTo>
                  <a:pt x="216278" y="99166"/>
                </a:lnTo>
                <a:lnTo>
                  <a:pt x="215754" y="99131"/>
                </a:lnTo>
                <a:lnTo>
                  <a:pt x="215213" y="99102"/>
                </a:lnTo>
                <a:lnTo>
                  <a:pt x="214654" y="99079"/>
                </a:lnTo>
                <a:lnTo>
                  <a:pt x="214078" y="99063"/>
                </a:lnTo>
                <a:lnTo>
                  <a:pt x="213484" y="99054"/>
                </a:lnTo>
                <a:lnTo>
                  <a:pt x="212873" y="99050"/>
                </a:lnTo>
                <a:lnTo>
                  <a:pt x="212258" y="98104"/>
                </a:lnTo>
                <a:lnTo>
                  <a:pt x="211653" y="97178"/>
                </a:lnTo>
                <a:lnTo>
                  <a:pt x="211060" y="96274"/>
                </a:lnTo>
                <a:lnTo>
                  <a:pt x="210476" y="95390"/>
                </a:lnTo>
                <a:lnTo>
                  <a:pt x="209904" y="94528"/>
                </a:lnTo>
                <a:lnTo>
                  <a:pt x="209342" y="93687"/>
                </a:lnTo>
                <a:lnTo>
                  <a:pt x="208791" y="92867"/>
                </a:lnTo>
                <a:lnTo>
                  <a:pt x="208250" y="92068"/>
                </a:lnTo>
                <a:lnTo>
                  <a:pt x="207720" y="91290"/>
                </a:lnTo>
                <a:lnTo>
                  <a:pt x="207200" y="90533"/>
                </a:lnTo>
                <a:lnTo>
                  <a:pt x="206691" y="89798"/>
                </a:lnTo>
                <a:lnTo>
                  <a:pt x="206193" y="89083"/>
                </a:lnTo>
                <a:lnTo>
                  <a:pt x="205705" y="88390"/>
                </a:lnTo>
                <a:lnTo>
                  <a:pt x="205228" y="87717"/>
                </a:lnTo>
                <a:lnTo>
                  <a:pt x="204762" y="87066"/>
                </a:lnTo>
                <a:lnTo>
                  <a:pt x="204306" y="86436"/>
                </a:lnTo>
                <a:lnTo>
                  <a:pt x="203860" y="85827"/>
                </a:lnTo>
                <a:lnTo>
                  <a:pt x="203426" y="85239"/>
                </a:lnTo>
                <a:lnTo>
                  <a:pt x="203001" y="84672"/>
                </a:lnTo>
                <a:lnTo>
                  <a:pt x="202588" y="84126"/>
                </a:lnTo>
                <a:lnTo>
                  <a:pt x="202185" y="83602"/>
                </a:lnTo>
                <a:lnTo>
                  <a:pt x="201793" y="83098"/>
                </a:lnTo>
                <a:lnTo>
                  <a:pt x="201411" y="82616"/>
                </a:lnTo>
                <a:lnTo>
                  <a:pt x="201040" y="82154"/>
                </a:lnTo>
                <a:lnTo>
                  <a:pt x="200453" y="81456"/>
                </a:lnTo>
                <a:lnTo>
                  <a:pt x="199869" y="80767"/>
                </a:lnTo>
                <a:lnTo>
                  <a:pt x="199288" y="80090"/>
                </a:lnTo>
                <a:lnTo>
                  <a:pt x="198710" y="79423"/>
                </a:lnTo>
                <a:lnTo>
                  <a:pt x="198135" y="78766"/>
                </a:lnTo>
                <a:lnTo>
                  <a:pt x="197563" y="78120"/>
                </a:lnTo>
                <a:lnTo>
                  <a:pt x="196994" y="77485"/>
                </a:lnTo>
                <a:lnTo>
                  <a:pt x="196428" y="76860"/>
                </a:lnTo>
                <a:lnTo>
                  <a:pt x="195865" y="76245"/>
                </a:lnTo>
                <a:lnTo>
                  <a:pt x="195305" y="75641"/>
                </a:lnTo>
                <a:lnTo>
                  <a:pt x="194747" y="75048"/>
                </a:lnTo>
                <a:lnTo>
                  <a:pt x="194193" y="74465"/>
                </a:lnTo>
                <a:lnTo>
                  <a:pt x="193642" y="73893"/>
                </a:lnTo>
                <a:lnTo>
                  <a:pt x="193094" y="73331"/>
                </a:lnTo>
                <a:lnTo>
                  <a:pt x="192549" y="72780"/>
                </a:lnTo>
                <a:lnTo>
                  <a:pt x="192006" y="72239"/>
                </a:lnTo>
                <a:lnTo>
                  <a:pt x="191467" y="71709"/>
                </a:lnTo>
                <a:lnTo>
                  <a:pt x="190931" y="71190"/>
                </a:lnTo>
                <a:lnTo>
                  <a:pt x="190398" y="70681"/>
                </a:lnTo>
                <a:lnTo>
                  <a:pt x="189867" y="70182"/>
                </a:lnTo>
                <a:lnTo>
                  <a:pt x="189340" y="69694"/>
                </a:lnTo>
                <a:lnTo>
                  <a:pt x="188816" y="69217"/>
                </a:lnTo>
                <a:lnTo>
                  <a:pt x="188294" y="68750"/>
                </a:lnTo>
                <a:lnTo>
                  <a:pt x="187776" y="68294"/>
                </a:lnTo>
                <a:lnTo>
                  <a:pt x="188665" y="67805"/>
                </a:lnTo>
                <a:lnTo>
                  <a:pt x="189535" y="67311"/>
                </a:lnTo>
                <a:lnTo>
                  <a:pt x="190387" y="66811"/>
                </a:lnTo>
                <a:lnTo>
                  <a:pt x="191219" y="66305"/>
                </a:lnTo>
                <a:lnTo>
                  <a:pt x="192033" y="65794"/>
                </a:lnTo>
                <a:lnTo>
                  <a:pt x="192828" y="65276"/>
                </a:lnTo>
                <a:lnTo>
                  <a:pt x="193603" y="64753"/>
                </a:lnTo>
                <a:lnTo>
                  <a:pt x="194360" y="64224"/>
                </a:lnTo>
                <a:lnTo>
                  <a:pt x="195098" y="63689"/>
                </a:lnTo>
                <a:lnTo>
                  <a:pt x="195817" y="63148"/>
                </a:lnTo>
                <a:lnTo>
                  <a:pt x="196518" y="62602"/>
                </a:lnTo>
                <a:lnTo>
                  <a:pt x="197199" y="62050"/>
                </a:lnTo>
                <a:lnTo>
                  <a:pt x="197862" y="61492"/>
                </a:lnTo>
                <a:lnTo>
                  <a:pt x="198505" y="60928"/>
                </a:lnTo>
                <a:lnTo>
                  <a:pt x="199130" y="60358"/>
                </a:lnTo>
                <a:lnTo>
                  <a:pt x="199736" y="59783"/>
                </a:lnTo>
                <a:lnTo>
                  <a:pt x="200323" y="59201"/>
                </a:lnTo>
                <a:lnTo>
                  <a:pt x="200891" y="58614"/>
                </a:lnTo>
                <a:lnTo>
                  <a:pt x="201440" y="58021"/>
                </a:lnTo>
                <a:lnTo>
                  <a:pt x="201970" y="57423"/>
                </a:lnTo>
                <a:lnTo>
                  <a:pt x="202482" y="56818"/>
                </a:lnTo>
                <a:lnTo>
                  <a:pt x="202974" y="56208"/>
                </a:lnTo>
                <a:lnTo>
                  <a:pt x="203448" y="55592"/>
                </a:lnTo>
                <a:lnTo>
                  <a:pt x="203903" y="54970"/>
                </a:lnTo>
                <a:lnTo>
                  <a:pt x="204339" y="54342"/>
                </a:lnTo>
                <a:lnTo>
                  <a:pt x="204756" y="53709"/>
                </a:lnTo>
                <a:lnTo>
                  <a:pt x="205155" y="53069"/>
                </a:lnTo>
                <a:lnTo>
                  <a:pt x="205536" y="52424"/>
                </a:lnTo>
                <a:lnTo>
                  <a:pt x="205897" y="51773"/>
                </a:lnTo>
                <a:lnTo>
                  <a:pt x="206241" y="51116"/>
                </a:lnTo>
                <a:lnTo>
                  <a:pt x="206565" y="50453"/>
                </a:lnTo>
                <a:lnTo>
                  <a:pt x="206871" y="49785"/>
                </a:lnTo>
                <a:lnTo>
                  <a:pt x="207159" y="49111"/>
                </a:lnTo>
                <a:lnTo>
                  <a:pt x="207428" y="48431"/>
                </a:lnTo>
                <a:lnTo>
                  <a:pt x="207679" y="47745"/>
                </a:lnTo>
                <a:lnTo>
                  <a:pt x="207911" y="47053"/>
                </a:lnTo>
                <a:lnTo>
                  <a:pt x="208124" y="46356"/>
                </a:lnTo>
                <a:lnTo>
                  <a:pt x="208319" y="45652"/>
                </a:lnTo>
                <a:lnTo>
                  <a:pt x="208495" y="44943"/>
                </a:lnTo>
                <a:lnTo>
                  <a:pt x="208653" y="44228"/>
                </a:lnTo>
                <a:lnTo>
                  <a:pt x="208792" y="43508"/>
                </a:lnTo>
                <a:lnTo>
                  <a:pt x="208912" y="42781"/>
                </a:lnTo>
                <a:lnTo>
                  <a:pt x="209015" y="42049"/>
                </a:lnTo>
                <a:lnTo>
                  <a:pt x="209098" y="41311"/>
                </a:lnTo>
                <a:lnTo>
                  <a:pt x="209163" y="40567"/>
                </a:lnTo>
                <a:lnTo>
                  <a:pt x="209209" y="39818"/>
                </a:lnTo>
                <a:lnTo>
                  <a:pt x="209237" y="39062"/>
                </a:lnTo>
                <a:lnTo>
                  <a:pt x="209246" y="38301"/>
                </a:lnTo>
                <a:lnTo>
                  <a:pt x="209227" y="37083"/>
                </a:lnTo>
                <a:lnTo>
                  <a:pt x="209167" y="35880"/>
                </a:lnTo>
                <a:lnTo>
                  <a:pt x="209068" y="34693"/>
                </a:lnTo>
                <a:lnTo>
                  <a:pt x="208930" y="33521"/>
                </a:lnTo>
                <a:lnTo>
                  <a:pt x="208752" y="32364"/>
                </a:lnTo>
                <a:lnTo>
                  <a:pt x="208534" y="31223"/>
                </a:lnTo>
                <a:lnTo>
                  <a:pt x="208276" y="30098"/>
                </a:lnTo>
                <a:lnTo>
                  <a:pt x="207979" y="28988"/>
                </a:lnTo>
                <a:lnTo>
                  <a:pt x="207643" y="27893"/>
                </a:lnTo>
                <a:lnTo>
                  <a:pt x="207267" y="26814"/>
                </a:lnTo>
                <a:lnTo>
                  <a:pt x="206851" y="25750"/>
                </a:lnTo>
                <a:lnTo>
                  <a:pt x="206396" y="24701"/>
                </a:lnTo>
                <a:lnTo>
                  <a:pt x="205901" y="23668"/>
                </a:lnTo>
                <a:lnTo>
                  <a:pt x="205366" y="22651"/>
                </a:lnTo>
                <a:lnTo>
                  <a:pt x="204792" y="21649"/>
                </a:lnTo>
                <a:lnTo>
                  <a:pt x="204178" y="20662"/>
                </a:lnTo>
                <a:lnTo>
                  <a:pt x="203525" y="19691"/>
                </a:lnTo>
                <a:lnTo>
                  <a:pt x="202832" y="18735"/>
                </a:lnTo>
                <a:lnTo>
                  <a:pt x="202100" y="17794"/>
                </a:lnTo>
                <a:lnTo>
                  <a:pt x="201328" y="16869"/>
                </a:lnTo>
                <a:lnTo>
                  <a:pt x="200516" y="15960"/>
                </a:lnTo>
                <a:lnTo>
                  <a:pt x="199665" y="15066"/>
                </a:lnTo>
                <a:lnTo>
                  <a:pt x="198774" y="14187"/>
                </a:lnTo>
                <a:lnTo>
                  <a:pt x="197843" y="13324"/>
                </a:lnTo>
                <a:lnTo>
                  <a:pt x="196877" y="12486"/>
                </a:lnTo>
                <a:lnTo>
                  <a:pt x="195878" y="11683"/>
                </a:lnTo>
                <a:lnTo>
                  <a:pt x="194847" y="10917"/>
                </a:lnTo>
                <a:lnTo>
                  <a:pt x="193784" y="10186"/>
                </a:lnTo>
                <a:lnTo>
                  <a:pt x="192688" y="9490"/>
                </a:lnTo>
                <a:lnTo>
                  <a:pt x="191560" y="8830"/>
                </a:lnTo>
                <a:lnTo>
                  <a:pt x="190400" y="8206"/>
                </a:lnTo>
                <a:lnTo>
                  <a:pt x="189207" y="7618"/>
                </a:lnTo>
                <a:lnTo>
                  <a:pt x="187983" y="7065"/>
                </a:lnTo>
                <a:lnTo>
                  <a:pt x="186725" y="6548"/>
                </a:lnTo>
                <a:lnTo>
                  <a:pt x="185436" y="6067"/>
                </a:lnTo>
                <a:lnTo>
                  <a:pt x="184114" y="5621"/>
                </a:lnTo>
                <a:lnTo>
                  <a:pt x="182760" y="5211"/>
                </a:lnTo>
                <a:lnTo>
                  <a:pt x="181374" y="4837"/>
                </a:lnTo>
                <a:lnTo>
                  <a:pt x="179955" y="4498"/>
                </a:lnTo>
                <a:lnTo>
                  <a:pt x="178504" y="4195"/>
                </a:lnTo>
                <a:lnTo>
                  <a:pt x="177021" y="3927"/>
                </a:lnTo>
                <a:lnTo>
                  <a:pt x="175505" y="3695"/>
                </a:lnTo>
                <a:lnTo>
                  <a:pt x="173957" y="3499"/>
                </a:lnTo>
                <a:lnTo>
                  <a:pt x="172377" y="3339"/>
                </a:lnTo>
                <a:lnTo>
                  <a:pt x="170764" y="3214"/>
                </a:lnTo>
                <a:lnTo>
                  <a:pt x="169120" y="3125"/>
                </a:lnTo>
                <a:lnTo>
                  <a:pt x="167442" y="3071"/>
                </a:lnTo>
                <a:lnTo>
                  <a:pt x="165733" y="3054"/>
                </a:lnTo>
                <a:lnTo>
                  <a:pt x="121456" y="2863"/>
                </a:lnTo>
                <a:lnTo>
                  <a:pt x="120875" y="2867"/>
                </a:lnTo>
                <a:lnTo>
                  <a:pt x="120307" y="2882"/>
                </a:lnTo>
                <a:lnTo>
                  <a:pt x="119754" y="2905"/>
                </a:lnTo>
                <a:lnTo>
                  <a:pt x="119215" y="2938"/>
                </a:lnTo>
                <a:lnTo>
                  <a:pt x="118690" y="2981"/>
                </a:lnTo>
                <a:lnTo>
                  <a:pt x="118179" y="3033"/>
                </a:lnTo>
                <a:lnTo>
                  <a:pt x="117682" y="3094"/>
                </a:lnTo>
                <a:lnTo>
                  <a:pt x="117199" y="3165"/>
                </a:lnTo>
                <a:lnTo>
                  <a:pt x="116730" y="3245"/>
                </a:lnTo>
                <a:lnTo>
                  <a:pt x="116276" y="3335"/>
                </a:lnTo>
                <a:lnTo>
                  <a:pt x="115835" y="3434"/>
                </a:lnTo>
                <a:lnTo>
                  <a:pt x="115409" y="3543"/>
                </a:lnTo>
                <a:lnTo>
                  <a:pt x="114996" y="3661"/>
                </a:lnTo>
                <a:lnTo>
                  <a:pt x="114598" y="3788"/>
                </a:lnTo>
                <a:lnTo>
                  <a:pt x="114214" y="3925"/>
                </a:lnTo>
                <a:lnTo>
                  <a:pt x="113843" y="4071"/>
                </a:lnTo>
                <a:lnTo>
                  <a:pt x="113487" y="4227"/>
                </a:lnTo>
                <a:lnTo>
                  <a:pt x="113145" y="4393"/>
                </a:lnTo>
                <a:lnTo>
                  <a:pt x="112817" y="4567"/>
                </a:lnTo>
                <a:lnTo>
                  <a:pt x="112504" y="4751"/>
                </a:lnTo>
                <a:lnTo>
                  <a:pt x="112204" y="4945"/>
                </a:lnTo>
                <a:lnTo>
                  <a:pt x="111918" y="5148"/>
                </a:lnTo>
                <a:lnTo>
                  <a:pt x="111646" y="5360"/>
                </a:lnTo>
                <a:lnTo>
                  <a:pt x="111389" y="5582"/>
                </a:lnTo>
                <a:lnTo>
                  <a:pt x="111144" y="5812"/>
                </a:lnTo>
                <a:lnTo>
                  <a:pt x="110909" y="6047"/>
                </a:lnTo>
                <a:lnTo>
                  <a:pt x="110684" y="6288"/>
                </a:lnTo>
                <a:lnTo>
                  <a:pt x="110470" y="6535"/>
                </a:lnTo>
                <a:lnTo>
                  <a:pt x="110267" y="6788"/>
                </a:lnTo>
                <a:lnTo>
                  <a:pt x="110074" y="7046"/>
                </a:lnTo>
                <a:lnTo>
                  <a:pt x="109891" y="7311"/>
                </a:lnTo>
                <a:lnTo>
                  <a:pt x="109719" y="7581"/>
                </a:lnTo>
                <a:lnTo>
                  <a:pt x="109557" y="7857"/>
                </a:lnTo>
                <a:lnTo>
                  <a:pt x="109406" y="8139"/>
                </a:lnTo>
                <a:lnTo>
                  <a:pt x="109265" y="8426"/>
                </a:lnTo>
                <a:lnTo>
                  <a:pt x="109135" y="8719"/>
                </a:lnTo>
                <a:lnTo>
                  <a:pt x="109014" y="9019"/>
                </a:lnTo>
                <a:lnTo>
                  <a:pt x="108905" y="9323"/>
                </a:lnTo>
                <a:lnTo>
                  <a:pt x="108806" y="9634"/>
                </a:lnTo>
                <a:lnTo>
                  <a:pt x="108717" y="9951"/>
                </a:lnTo>
                <a:lnTo>
                  <a:pt x="108639" y="10273"/>
                </a:lnTo>
                <a:lnTo>
                  <a:pt x="108571" y="10601"/>
                </a:lnTo>
                <a:lnTo>
                  <a:pt x="108514" y="10935"/>
                </a:lnTo>
                <a:lnTo>
                  <a:pt x="108467" y="11275"/>
                </a:lnTo>
                <a:lnTo>
                  <a:pt x="108430" y="11620"/>
                </a:lnTo>
                <a:lnTo>
                  <a:pt x="108404" y="11971"/>
                </a:lnTo>
                <a:lnTo>
                  <a:pt x="108388" y="12329"/>
                </a:lnTo>
                <a:lnTo>
                  <a:pt x="108383" y="12691"/>
                </a:lnTo>
                <a:lnTo>
                  <a:pt x="108388" y="13054"/>
                </a:lnTo>
                <a:lnTo>
                  <a:pt x="108404" y="13411"/>
                </a:lnTo>
                <a:lnTo>
                  <a:pt x="108430" y="13763"/>
                </a:lnTo>
                <a:lnTo>
                  <a:pt x="108467" y="14108"/>
                </a:lnTo>
                <a:lnTo>
                  <a:pt x="108514" y="14448"/>
                </a:lnTo>
                <a:lnTo>
                  <a:pt x="108571" y="14782"/>
                </a:lnTo>
                <a:lnTo>
                  <a:pt x="108639" y="15110"/>
                </a:lnTo>
                <a:lnTo>
                  <a:pt x="108717" y="15432"/>
                </a:lnTo>
                <a:lnTo>
                  <a:pt x="108806" y="15749"/>
                </a:lnTo>
                <a:lnTo>
                  <a:pt x="108905" y="16059"/>
                </a:lnTo>
                <a:lnTo>
                  <a:pt x="109014" y="16364"/>
                </a:lnTo>
                <a:lnTo>
                  <a:pt x="109135" y="16663"/>
                </a:lnTo>
                <a:lnTo>
                  <a:pt x="109265" y="16957"/>
                </a:lnTo>
                <a:lnTo>
                  <a:pt x="109406" y="17244"/>
                </a:lnTo>
                <a:lnTo>
                  <a:pt x="109557" y="17526"/>
                </a:lnTo>
                <a:lnTo>
                  <a:pt x="109719" y="17802"/>
                </a:lnTo>
                <a:lnTo>
                  <a:pt x="109891" y="18072"/>
                </a:lnTo>
                <a:lnTo>
                  <a:pt x="110074" y="18336"/>
                </a:lnTo>
                <a:lnTo>
                  <a:pt x="110267" y="18595"/>
                </a:lnTo>
                <a:lnTo>
                  <a:pt x="110470" y="18848"/>
                </a:lnTo>
                <a:lnTo>
                  <a:pt x="110684" y="19095"/>
                </a:lnTo>
                <a:lnTo>
                  <a:pt x="110909" y="19336"/>
                </a:lnTo>
                <a:lnTo>
                  <a:pt x="111144" y="19571"/>
                </a:lnTo>
                <a:lnTo>
                  <a:pt x="111389" y="19801"/>
                </a:lnTo>
                <a:lnTo>
                  <a:pt x="111646" y="20022"/>
                </a:lnTo>
                <a:lnTo>
                  <a:pt x="111918" y="20235"/>
                </a:lnTo>
                <a:lnTo>
                  <a:pt x="112204" y="20438"/>
                </a:lnTo>
                <a:lnTo>
                  <a:pt x="112504" y="20632"/>
                </a:lnTo>
                <a:lnTo>
                  <a:pt x="112817" y="20816"/>
                </a:lnTo>
                <a:lnTo>
                  <a:pt x="113145" y="20990"/>
                </a:lnTo>
                <a:lnTo>
                  <a:pt x="113487" y="21156"/>
                </a:lnTo>
                <a:lnTo>
                  <a:pt x="113843" y="21311"/>
                </a:lnTo>
                <a:lnTo>
                  <a:pt x="114214" y="21458"/>
                </a:lnTo>
                <a:lnTo>
                  <a:pt x="114598" y="21595"/>
                </a:lnTo>
                <a:lnTo>
                  <a:pt x="114996" y="21722"/>
                </a:lnTo>
                <a:lnTo>
                  <a:pt x="115409" y="21840"/>
                </a:lnTo>
                <a:lnTo>
                  <a:pt x="115835" y="21949"/>
                </a:lnTo>
                <a:lnTo>
                  <a:pt x="116276" y="22048"/>
                </a:lnTo>
                <a:lnTo>
                  <a:pt x="116730" y="22138"/>
                </a:lnTo>
                <a:lnTo>
                  <a:pt x="117199" y="22218"/>
                </a:lnTo>
                <a:lnTo>
                  <a:pt x="117682" y="22289"/>
                </a:lnTo>
                <a:lnTo>
                  <a:pt x="118179" y="22350"/>
                </a:lnTo>
                <a:lnTo>
                  <a:pt x="118690" y="22402"/>
                </a:lnTo>
                <a:lnTo>
                  <a:pt x="119215" y="22445"/>
                </a:lnTo>
                <a:lnTo>
                  <a:pt x="119754" y="22478"/>
                </a:lnTo>
                <a:lnTo>
                  <a:pt x="120307" y="22501"/>
                </a:lnTo>
                <a:lnTo>
                  <a:pt x="120875" y="22515"/>
                </a:lnTo>
                <a:lnTo>
                  <a:pt x="121456" y="22520"/>
                </a:lnTo>
                <a:lnTo>
                  <a:pt x="124510" y="22520"/>
                </a:lnTo>
                <a:lnTo>
                  <a:pt x="124510" y="99050"/>
                </a:lnTo>
                <a:lnTo>
                  <a:pt x="121456" y="99050"/>
                </a:lnTo>
                <a:lnTo>
                  <a:pt x="120882" y="99055"/>
                </a:lnTo>
                <a:lnTo>
                  <a:pt x="120322" y="99069"/>
                </a:lnTo>
                <a:lnTo>
                  <a:pt x="119776" y="99092"/>
                </a:lnTo>
                <a:lnTo>
                  <a:pt x="119243" y="99125"/>
                </a:lnTo>
                <a:lnTo>
                  <a:pt x="118724" y="99166"/>
                </a:lnTo>
                <a:lnTo>
                  <a:pt x="118218" y="99217"/>
                </a:lnTo>
                <a:lnTo>
                  <a:pt x="117726" y="99278"/>
                </a:lnTo>
                <a:lnTo>
                  <a:pt x="117247" y="99347"/>
                </a:lnTo>
                <a:lnTo>
                  <a:pt x="116782" y="99426"/>
                </a:lnTo>
                <a:lnTo>
                  <a:pt x="116330" y="99514"/>
                </a:lnTo>
                <a:lnTo>
                  <a:pt x="115893" y="99612"/>
                </a:lnTo>
                <a:lnTo>
                  <a:pt x="115468" y="99718"/>
                </a:lnTo>
                <a:lnTo>
                  <a:pt x="115058" y="99834"/>
                </a:lnTo>
                <a:lnTo>
                  <a:pt x="114661" y="99960"/>
                </a:lnTo>
                <a:lnTo>
                  <a:pt x="114277" y="100094"/>
                </a:lnTo>
                <a:lnTo>
                  <a:pt x="113907" y="100238"/>
                </a:lnTo>
                <a:lnTo>
                  <a:pt x="113551" y="100391"/>
                </a:lnTo>
                <a:lnTo>
                  <a:pt x="113208" y="100553"/>
                </a:lnTo>
                <a:lnTo>
                  <a:pt x="112879" y="100725"/>
                </a:lnTo>
                <a:lnTo>
                  <a:pt x="112563" y="100906"/>
                </a:lnTo>
                <a:lnTo>
                  <a:pt x="112261" y="101096"/>
                </a:lnTo>
                <a:lnTo>
                  <a:pt x="111973" y="101295"/>
                </a:lnTo>
                <a:lnTo>
                  <a:pt x="111698" y="101504"/>
                </a:lnTo>
                <a:lnTo>
                  <a:pt x="111437" y="101722"/>
                </a:lnTo>
                <a:lnTo>
                  <a:pt x="111187" y="101948"/>
                </a:lnTo>
                <a:lnTo>
                  <a:pt x="110949" y="102179"/>
                </a:lnTo>
                <a:lnTo>
                  <a:pt x="110721" y="102417"/>
                </a:lnTo>
                <a:lnTo>
                  <a:pt x="110504" y="102661"/>
                </a:lnTo>
                <a:lnTo>
                  <a:pt x="110297" y="102910"/>
                </a:lnTo>
                <a:lnTo>
                  <a:pt x="110101" y="103166"/>
                </a:lnTo>
                <a:lnTo>
                  <a:pt x="109915" y="103427"/>
                </a:lnTo>
                <a:lnTo>
                  <a:pt x="109740" y="103694"/>
                </a:lnTo>
                <a:lnTo>
                  <a:pt x="109576" y="103968"/>
                </a:lnTo>
                <a:lnTo>
                  <a:pt x="109422" y="104247"/>
                </a:lnTo>
                <a:lnTo>
                  <a:pt x="109279" y="104532"/>
                </a:lnTo>
                <a:lnTo>
                  <a:pt x="109146" y="104824"/>
                </a:lnTo>
                <a:lnTo>
                  <a:pt x="109025" y="105121"/>
                </a:lnTo>
                <a:lnTo>
                  <a:pt x="108913" y="105424"/>
                </a:lnTo>
                <a:lnTo>
                  <a:pt x="108812" y="105733"/>
                </a:lnTo>
                <a:lnTo>
                  <a:pt x="108722" y="106048"/>
                </a:lnTo>
                <a:lnTo>
                  <a:pt x="108643" y="106369"/>
                </a:lnTo>
                <a:lnTo>
                  <a:pt x="108574" y="106696"/>
                </a:lnTo>
                <a:lnTo>
                  <a:pt x="108516" y="107029"/>
                </a:lnTo>
                <a:lnTo>
                  <a:pt x="108468" y="107368"/>
                </a:lnTo>
                <a:lnTo>
                  <a:pt x="108431" y="107713"/>
                </a:lnTo>
                <a:lnTo>
                  <a:pt x="108404" y="108064"/>
                </a:lnTo>
                <a:lnTo>
                  <a:pt x="108388" y="108421"/>
                </a:lnTo>
                <a:lnTo>
                  <a:pt x="108383" y="108784"/>
                </a:lnTo>
                <a:lnTo>
                  <a:pt x="108388" y="109147"/>
                </a:lnTo>
                <a:lnTo>
                  <a:pt x="108404" y="109504"/>
                </a:lnTo>
                <a:lnTo>
                  <a:pt x="108430" y="109856"/>
                </a:lnTo>
                <a:lnTo>
                  <a:pt x="108467" y="110202"/>
                </a:lnTo>
                <a:lnTo>
                  <a:pt x="108514" y="110542"/>
                </a:lnTo>
                <a:lnTo>
                  <a:pt x="108571" y="110877"/>
                </a:lnTo>
                <a:lnTo>
                  <a:pt x="108639" y="111206"/>
                </a:lnTo>
                <a:lnTo>
                  <a:pt x="108717" y="111530"/>
                </a:lnTo>
                <a:lnTo>
                  <a:pt x="108806" y="111848"/>
                </a:lnTo>
                <a:lnTo>
                  <a:pt x="108905" y="112160"/>
                </a:lnTo>
                <a:lnTo>
                  <a:pt x="109014" y="112467"/>
                </a:lnTo>
                <a:lnTo>
                  <a:pt x="109135" y="112768"/>
                </a:lnTo>
                <a:lnTo>
                  <a:pt x="109265" y="113063"/>
                </a:lnTo>
                <a:lnTo>
                  <a:pt x="109406" y="113353"/>
                </a:lnTo>
                <a:lnTo>
                  <a:pt x="109557" y="113637"/>
                </a:lnTo>
                <a:lnTo>
                  <a:pt x="109719" y="113915"/>
                </a:lnTo>
                <a:lnTo>
                  <a:pt x="109891" y="114188"/>
                </a:lnTo>
                <a:lnTo>
                  <a:pt x="110074" y="114455"/>
                </a:lnTo>
                <a:lnTo>
                  <a:pt x="110267" y="114717"/>
                </a:lnTo>
                <a:lnTo>
                  <a:pt x="110470" y="114973"/>
                </a:lnTo>
                <a:lnTo>
                  <a:pt x="110684" y="115223"/>
                </a:lnTo>
                <a:lnTo>
                  <a:pt x="110909" y="115468"/>
                </a:lnTo>
                <a:lnTo>
                  <a:pt x="111144" y="115707"/>
                </a:lnTo>
                <a:lnTo>
                  <a:pt x="111389" y="115940"/>
                </a:lnTo>
                <a:lnTo>
                  <a:pt x="111646" y="116166"/>
                </a:lnTo>
                <a:lnTo>
                  <a:pt x="111918" y="116382"/>
                </a:lnTo>
                <a:lnTo>
                  <a:pt x="112204" y="116589"/>
                </a:lnTo>
                <a:lnTo>
                  <a:pt x="112504" y="116786"/>
                </a:lnTo>
                <a:lnTo>
                  <a:pt x="112817" y="116973"/>
                </a:lnTo>
                <a:lnTo>
                  <a:pt x="113145" y="117151"/>
                </a:lnTo>
                <a:lnTo>
                  <a:pt x="113487" y="117319"/>
                </a:lnTo>
                <a:lnTo>
                  <a:pt x="113843" y="117478"/>
                </a:lnTo>
                <a:lnTo>
                  <a:pt x="114214" y="117627"/>
                </a:lnTo>
                <a:lnTo>
                  <a:pt x="114598" y="117766"/>
                </a:lnTo>
                <a:lnTo>
                  <a:pt x="114996" y="117896"/>
                </a:lnTo>
                <a:lnTo>
                  <a:pt x="115409" y="118016"/>
                </a:lnTo>
                <a:lnTo>
                  <a:pt x="115835" y="118126"/>
                </a:lnTo>
                <a:lnTo>
                  <a:pt x="116276" y="118227"/>
                </a:lnTo>
                <a:lnTo>
                  <a:pt x="116730" y="118319"/>
                </a:lnTo>
                <a:lnTo>
                  <a:pt x="117199" y="118400"/>
                </a:lnTo>
                <a:lnTo>
                  <a:pt x="117682" y="118472"/>
                </a:lnTo>
                <a:lnTo>
                  <a:pt x="118179" y="118535"/>
                </a:lnTo>
                <a:lnTo>
                  <a:pt x="118690" y="118588"/>
                </a:lnTo>
                <a:lnTo>
                  <a:pt x="119215" y="118631"/>
                </a:lnTo>
                <a:lnTo>
                  <a:pt x="119754" y="118665"/>
                </a:lnTo>
                <a:lnTo>
                  <a:pt x="120307" y="118689"/>
                </a:lnTo>
                <a:lnTo>
                  <a:pt x="120875" y="118703"/>
                </a:lnTo>
                <a:lnTo>
                  <a:pt x="121456" y="118708"/>
                </a:lnTo>
                <a:lnTo>
                  <a:pt x="151133" y="118708"/>
                </a:lnTo>
                <a:lnTo>
                  <a:pt x="151715" y="118703"/>
                </a:lnTo>
                <a:lnTo>
                  <a:pt x="152282" y="118689"/>
                </a:lnTo>
                <a:lnTo>
                  <a:pt x="152835" y="118665"/>
                </a:lnTo>
                <a:lnTo>
                  <a:pt x="153374" y="118632"/>
                </a:lnTo>
                <a:lnTo>
                  <a:pt x="153899" y="118590"/>
                </a:lnTo>
                <a:lnTo>
                  <a:pt x="154410" y="118538"/>
                </a:lnTo>
                <a:lnTo>
                  <a:pt x="154907" y="118476"/>
                </a:lnTo>
                <a:lnTo>
                  <a:pt x="155390" y="118406"/>
                </a:lnTo>
                <a:lnTo>
                  <a:pt x="155859" y="118325"/>
                </a:lnTo>
                <a:lnTo>
                  <a:pt x="156314" y="118236"/>
                </a:lnTo>
                <a:lnTo>
                  <a:pt x="156754" y="118136"/>
                </a:lnTo>
                <a:lnTo>
                  <a:pt x="157181" y="118028"/>
                </a:lnTo>
                <a:lnTo>
                  <a:pt x="157593" y="117910"/>
                </a:lnTo>
                <a:lnTo>
                  <a:pt x="157991" y="117782"/>
                </a:lnTo>
                <a:lnTo>
                  <a:pt x="158376" y="117645"/>
                </a:lnTo>
                <a:lnTo>
                  <a:pt x="158746" y="117499"/>
                </a:lnTo>
                <a:lnTo>
                  <a:pt x="159102" y="117343"/>
                </a:lnTo>
                <a:lnTo>
                  <a:pt x="159444" y="117178"/>
                </a:lnTo>
                <a:lnTo>
                  <a:pt x="159772" y="117003"/>
                </a:lnTo>
                <a:lnTo>
                  <a:pt x="160086" y="116819"/>
                </a:lnTo>
                <a:lnTo>
                  <a:pt x="160386" y="116626"/>
                </a:lnTo>
                <a:lnTo>
                  <a:pt x="160671" y="116423"/>
                </a:lnTo>
                <a:lnTo>
                  <a:pt x="160943" y="116210"/>
                </a:lnTo>
                <a:lnTo>
                  <a:pt x="161200" y="115988"/>
                </a:lnTo>
                <a:lnTo>
                  <a:pt x="161446" y="115759"/>
                </a:lnTo>
                <a:lnTo>
                  <a:pt x="161680" y="115523"/>
                </a:lnTo>
                <a:lnTo>
                  <a:pt x="161905" y="115282"/>
                </a:lnTo>
                <a:lnTo>
                  <a:pt x="162119" y="115035"/>
                </a:lnTo>
                <a:lnTo>
                  <a:pt x="162322" y="114783"/>
                </a:lnTo>
                <a:lnTo>
                  <a:pt x="162515" y="114524"/>
                </a:lnTo>
                <a:lnTo>
                  <a:pt x="162698" y="114260"/>
                </a:lnTo>
                <a:lnTo>
                  <a:pt x="162870" y="113990"/>
                </a:lnTo>
                <a:lnTo>
                  <a:pt x="163032" y="113714"/>
                </a:lnTo>
                <a:lnTo>
                  <a:pt x="163183" y="113432"/>
                </a:lnTo>
                <a:lnTo>
                  <a:pt x="163324" y="113144"/>
                </a:lnTo>
                <a:lnTo>
                  <a:pt x="163455" y="112851"/>
                </a:lnTo>
                <a:lnTo>
                  <a:pt x="163575" y="112552"/>
                </a:lnTo>
                <a:lnTo>
                  <a:pt x="163684" y="112247"/>
                </a:lnTo>
                <a:lnTo>
                  <a:pt x="163784" y="111936"/>
                </a:lnTo>
                <a:lnTo>
                  <a:pt x="163872" y="111620"/>
                </a:lnTo>
                <a:lnTo>
                  <a:pt x="163951" y="111298"/>
                </a:lnTo>
                <a:lnTo>
                  <a:pt x="164018" y="110969"/>
                </a:lnTo>
                <a:lnTo>
                  <a:pt x="164076" y="110636"/>
                </a:lnTo>
                <a:lnTo>
                  <a:pt x="164123" y="110296"/>
                </a:lnTo>
                <a:lnTo>
                  <a:pt x="164159" y="109950"/>
                </a:lnTo>
                <a:lnTo>
                  <a:pt x="164185" y="109599"/>
                </a:lnTo>
                <a:lnTo>
                  <a:pt x="164201" y="109242"/>
                </a:lnTo>
                <a:lnTo>
                  <a:pt x="164206" y="108879"/>
                </a:lnTo>
                <a:lnTo>
                  <a:pt x="164201" y="108516"/>
                </a:lnTo>
                <a:lnTo>
                  <a:pt x="164185" y="108159"/>
                </a:lnTo>
                <a:lnTo>
                  <a:pt x="164159" y="107808"/>
                </a:lnTo>
                <a:lnTo>
                  <a:pt x="164123" y="107462"/>
                </a:lnTo>
                <a:lnTo>
                  <a:pt x="164076" y="107123"/>
                </a:lnTo>
                <a:lnTo>
                  <a:pt x="164018" y="106789"/>
                </a:lnTo>
                <a:lnTo>
                  <a:pt x="163951" y="106461"/>
                </a:lnTo>
                <a:lnTo>
                  <a:pt x="163872" y="106138"/>
                </a:lnTo>
                <a:lnTo>
                  <a:pt x="163784" y="105822"/>
                </a:lnTo>
                <a:lnTo>
                  <a:pt x="163684" y="105511"/>
                </a:lnTo>
                <a:lnTo>
                  <a:pt x="163575" y="105206"/>
                </a:lnTo>
                <a:lnTo>
                  <a:pt x="163455" y="104907"/>
                </a:lnTo>
                <a:lnTo>
                  <a:pt x="163324" y="104614"/>
                </a:lnTo>
                <a:lnTo>
                  <a:pt x="163183" y="104326"/>
                </a:lnTo>
                <a:lnTo>
                  <a:pt x="163032" y="104044"/>
                </a:lnTo>
                <a:lnTo>
                  <a:pt x="162870" y="103769"/>
                </a:lnTo>
                <a:lnTo>
                  <a:pt x="162698" y="103498"/>
                </a:lnTo>
                <a:lnTo>
                  <a:pt x="162515" y="103234"/>
                </a:lnTo>
                <a:lnTo>
                  <a:pt x="162322" y="102976"/>
                </a:lnTo>
                <a:lnTo>
                  <a:pt x="162119" y="102723"/>
                </a:lnTo>
                <a:lnTo>
                  <a:pt x="161905" y="102476"/>
                </a:lnTo>
                <a:lnTo>
                  <a:pt x="161680" y="102235"/>
                </a:lnTo>
                <a:lnTo>
                  <a:pt x="161446" y="101999"/>
                </a:lnTo>
                <a:lnTo>
                  <a:pt x="161200" y="101770"/>
                </a:lnTo>
                <a:lnTo>
                  <a:pt x="160943" y="101548"/>
                </a:lnTo>
                <a:lnTo>
                  <a:pt x="160671" y="101336"/>
                </a:lnTo>
                <a:lnTo>
                  <a:pt x="160386" y="101133"/>
                </a:lnTo>
                <a:lnTo>
                  <a:pt x="160086" y="100939"/>
                </a:lnTo>
                <a:lnTo>
                  <a:pt x="159772" y="100755"/>
                </a:lnTo>
                <a:lnTo>
                  <a:pt x="159444" y="100580"/>
                </a:lnTo>
                <a:lnTo>
                  <a:pt x="159102" y="100415"/>
                </a:lnTo>
                <a:lnTo>
                  <a:pt x="158746" y="100259"/>
                </a:lnTo>
                <a:lnTo>
                  <a:pt x="158376" y="100113"/>
                </a:lnTo>
                <a:lnTo>
                  <a:pt x="157991" y="99976"/>
                </a:lnTo>
                <a:lnTo>
                  <a:pt x="157593" y="99848"/>
                </a:lnTo>
                <a:lnTo>
                  <a:pt x="157181" y="99730"/>
                </a:lnTo>
                <a:lnTo>
                  <a:pt x="156754" y="99622"/>
                </a:lnTo>
                <a:lnTo>
                  <a:pt x="156314" y="99523"/>
                </a:lnTo>
                <a:lnTo>
                  <a:pt x="155859" y="99433"/>
                </a:lnTo>
                <a:lnTo>
                  <a:pt x="155390" y="99353"/>
                </a:lnTo>
                <a:lnTo>
                  <a:pt x="154907" y="99282"/>
                </a:lnTo>
                <a:lnTo>
                  <a:pt x="154410" y="99220"/>
                </a:lnTo>
                <a:lnTo>
                  <a:pt x="153899" y="99168"/>
                </a:lnTo>
                <a:lnTo>
                  <a:pt x="153374" y="99126"/>
                </a:lnTo>
                <a:lnTo>
                  <a:pt x="152835" y="99093"/>
                </a:lnTo>
                <a:lnTo>
                  <a:pt x="152282" y="99069"/>
                </a:lnTo>
                <a:lnTo>
                  <a:pt x="151715" y="99055"/>
                </a:lnTo>
                <a:lnTo>
                  <a:pt x="151133" y="99050"/>
                </a:lnTo>
                <a:lnTo>
                  <a:pt x="144072" y="99050"/>
                </a:lnTo>
                <a:lnTo>
                  <a:pt x="144072" y="74622"/>
                </a:lnTo>
                <a:lnTo>
                  <a:pt x="163443" y="74622"/>
                </a:lnTo>
                <a:lnTo>
                  <a:pt x="164761" y="75292"/>
                </a:lnTo>
                <a:lnTo>
                  <a:pt x="166107" y="76063"/>
                </a:lnTo>
                <a:lnTo>
                  <a:pt x="167482" y="76936"/>
                </a:lnTo>
                <a:lnTo>
                  <a:pt x="168885" y="77910"/>
                </a:lnTo>
                <a:lnTo>
                  <a:pt x="170316" y="78985"/>
                </a:lnTo>
                <a:lnTo>
                  <a:pt x="171775" y="80163"/>
                </a:lnTo>
                <a:lnTo>
                  <a:pt x="173262" y="81441"/>
                </a:lnTo>
                <a:lnTo>
                  <a:pt x="174777" y="82822"/>
                </a:lnTo>
                <a:lnTo>
                  <a:pt x="176321" y="84303"/>
                </a:lnTo>
                <a:lnTo>
                  <a:pt x="177892" y="85886"/>
                </a:lnTo>
                <a:lnTo>
                  <a:pt x="179492" y="87571"/>
                </a:lnTo>
                <a:lnTo>
                  <a:pt x="181120" y="89357"/>
                </a:lnTo>
                <a:lnTo>
                  <a:pt x="182776" y="91245"/>
                </a:lnTo>
                <a:lnTo>
                  <a:pt x="184461" y="93234"/>
                </a:lnTo>
                <a:lnTo>
                  <a:pt x="186173" y="95325"/>
                </a:lnTo>
                <a:lnTo>
                  <a:pt x="187914" y="97517"/>
                </a:lnTo>
                <a:lnTo>
                  <a:pt x="189683" y="99811"/>
                </a:lnTo>
                <a:lnTo>
                  <a:pt x="191480" y="102206"/>
                </a:lnTo>
                <a:lnTo>
                  <a:pt x="193305" y="104702"/>
                </a:lnTo>
                <a:lnTo>
                  <a:pt x="195158" y="107300"/>
                </a:lnTo>
                <a:lnTo>
                  <a:pt x="197040" y="110000"/>
                </a:lnTo>
                <a:lnTo>
                  <a:pt x="198949" y="112801"/>
                </a:lnTo>
                <a:lnTo>
                  <a:pt x="200887" y="115704"/>
                </a:lnTo>
                <a:lnTo>
                  <a:pt x="202853" y="118708"/>
                </a:lnTo>
                <a:lnTo>
                  <a:pt x="214018" y="118708"/>
                </a:lnTo>
                <a:lnTo>
                  <a:pt x="214599" y="118703"/>
                </a:lnTo>
                <a:lnTo>
                  <a:pt x="215166" y="118689"/>
                </a:lnTo>
                <a:lnTo>
                  <a:pt x="215719" y="118665"/>
                </a:lnTo>
                <a:lnTo>
                  <a:pt x="216258" y="118632"/>
                </a:lnTo>
                <a:lnTo>
                  <a:pt x="216782" y="118590"/>
                </a:lnTo>
                <a:lnTo>
                  <a:pt x="217292" y="118538"/>
                </a:lnTo>
                <a:lnTo>
                  <a:pt x="217788" y="118476"/>
                </a:lnTo>
                <a:lnTo>
                  <a:pt x="218269" y="118406"/>
                </a:lnTo>
                <a:lnTo>
                  <a:pt x="218737" y="118325"/>
                </a:lnTo>
                <a:lnTo>
                  <a:pt x="219190" y="118236"/>
                </a:lnTo>
                <a:lnTo>
                  <a:pt x="219629" y="118136"/>
                </a:lnTo>
                <a:lnTo>
                  <a:pt x="220053" y="118028"/>
                </a:lnTo>
                <a:lnTo>
                  <a:pt x="220464" y="117910"/>
                </a:lnTo>
                <a:lnTo>
                  <a:pt x="220860" y="117782"/>
                </a:lnTo>
                <a:lnTo>
                  <a:pt x="221242" y="117645"/>
                </a:lnTo>
                <a:lnTo>
                  <a:pt x="221609" y="117499"/>
                </a:lnTo>
                <a:lnTo>
                  <a:pt x="221963" y="117343"/>
                </a:lnTo>
                <a:lnTo>
                  <a:pt x="222302" y="117178"/>
                </a:lnTo>
                <a:lnTo>
                  <a:pt x="222627" y="117003"/>
                </a:lnTo>
                <a:lnTo>
                  <a:pt x="222937" y="116819"/>
                </a:lnTo>
                <a:lnTo>
                  <a:pt x="223234" y="116626"/>
                </a:lnTo>
                <a:lnTo>
                  <a:pt x="223516" y="116423"/>
                </a:lnTo>
                <a:lnTo>
                  <a:pt x="223784" y="116210"/>
                </a:lnTo>
                <a:lnTo>
                  <a:pt x="224037" y="115988"/>
                </a:lnTo>
                <a:lnTo>
                  <a:pt x="224279" y="115759"/>
                </a:lnTo>
                <a:lnTo>
                  <a:pt x="224510" y="115523"/>
                </a:lnTo>
                <a:lnTo>
                  <a:pt x="224731" y="115282"/>
                </a:lnTo>
                <a:lnTo>
                  <a:pt x="224941" y="115035"/>
                </a:lnTo>
                <a:lnTo>
                  <a:pt x="225141" y="114783"/>
                </a:lnTo>
                <a:lnTo>
                  <a:pt x="225331" y="114524"/>
                </a:lnTo>
                <a:lnTo>
                  <a:pt x="225511" y="114260"/>
                </a:lnTo>
                <a:lnTo>
                  <a:pt x="225681" y="113990"/>
                </a:lnTo>
                <a:lnTo>
                  <a:pt x="225840" y="113714"/>
                </a:lnTo>
                <a:lnTo>
                  <a:pt x="225989" y="113432"/>
                </a:lnTo>
                <a:lnTo>
                  <a:pt x="226127" y="113144"/>
                </a:lnTo>
                <a:lnTo>
                  <a:pt x="226256" y="112851"/>
                </a:lnTo>
                <a:lnTo>
                  <a:pt x="226374" y="112552"/>
                </a:lnTo>
                <a:lnTo>
                  <a:pt x="226387" y="112515"/>
                </a:lnTo>
                <a:lnTo>
                  <a:pt x="226487" y="112768"/>
                </a:lnTo>
                <a:lnTo>
                  <a:pt x="226618" y="113063"/>
                </a:lnTo>
                <a:lnTo>
                  <a:pt x="226759" y="113353"/>
                </a:lnTo>
                <a:lnTo>
                  <a:pt x="226910" y="113637"/>
                </a:lnTo>
                <a:lnTo>
                  <a:pt x="227072" y="113915"/>
                </a:lnTo>
                <a:lnTo>
                  <a:pt x="227244" y="114188"/>
                </a:lnTo>
                <a:lnTo>
                  <a:pt x="227427" y="114455"/>
                </a:lnTo>
                <a:lnTo>
                  <a:pt x="227620" y="114717"/>
                </a:lnTo>
                <a:lnTo>
                  <a:pt x="227823" y="114973"/>
                </a:lnTo>
                <a:lnTo>
                  <a:pt x="228037" y="115223"/>
                </a:lnTo>
                <a:lnTo>
                  <a:pt x="228262" y="115468"/>
                </a:lnTo>
                <a:lnTo>
                  <a:pt x="228497" y="115707"/>
                </a:lnTo>
                <a:lnTo>
                  <a:pt x="228742" y="115940"/>
                </a:lnTo>
                <a:lnTo>
                  <a:pt x="228999" y="116166"/>
                </a:lnTo>
                <a:lnTo>
                  <a:pt x="229271" y="116382"/>
                </a:lnTo>
                <a:lnTo>
                  <a:pt x="229557" y="116589"/>
                </a:lnTo>
                <a:lnTo>
                  <a:pt x="229856" y="116786"/>
                </a:lnTo>
                <a:lnTo>
                  <a:pt x="230170" y="116973"/>
                </a:lnTo>
                <a:lnTo>
                  <a:pt x="230498" y="117151"/>
                </a:lnTo>
                <a:lnTo>
                  <a:pt x="230840" y="117319"/>
                </a:lnTo>
                <a:lnTo>
                  <a:pt x="231196" y="117478"/>
                </a:lnTo>
                <a:lnTo>
                  <a:pt x="231567" y="117627"/>
                </a:lnTo>
                <a:lnTo>
                  <a:pt x="231951" y="117766"/>
                </a:lnTo>
                <a:lnTo>
                  <a:pt x="232349" y="117896"/>
                </a:lnTo>
                <a:lnTo>
                  <a:pt x="232762" y="118016"/>
                </a:lnTo>
                <a:lnTo>
                  <a:pt x="233188" y="118126"/>
                </a:lnTo>
                <a:lnTo>
                  <a:pt x="233629" y="118227"/>
                </a:lnTo>
                <a:lnTo>
                  <a:pt x="234083" y="118319"/>
                </a:lnTo>
                <a:lnTo>
                  <a:pt x="234552" y="118400"/>
                </a:lnTo>
                <a:lnTo>
                  <a:pt x="235035" y="118472"/>
                </a:lnTo>
                <a:lnTo>
                  <a:pt x="235532" y="118535"/>
                </a:lnTo>
                <a:lnTo>
                  <a:pt x="236043" y="118588"/>
                </a:lnTo>
                <a:lnTo>
                  <a:pt x="236568" y="118631"/>
                </a:lnTo>
                <a:lnTo>
                  <a:pt x="237107" y="118665"/>
                </a:lnTo>
                <a:lnTo>
                  <a:pt x="237660" y="118689"/>
                </a:lnTo>
                <a:lnTo>
                  <a:pt x="238228" y="118703"/>
                </a:lnTo>
                <a:lnTo>
                  <a:pt x="238809" y="118708"/>
                </a:lnTo>
                <a:lnTo>
                  <a:pt x="330894" y="118708"/>
                </a:lnTo>
                <a:lnTo>
                  <a:pt x="330894" y="88363"/>
                </a:lnTo>
                <a:lnTo>
                  <a:pt x="330889" y="87758"/>
                </a:lnTo>
                <a:lnTo>
                  <a:pt x="330875" y="87168"/>
                </a:lnTo>
                <a:lnTo>
                  <a:pt x="330851" y="86594"/>
                </a:lnTo>
                <a:lnTo>
                  <a:pt x="330818" y="86034"/>
                </a:lnTo>
                <a:lnTo>
                  <a:pt x="330775" y="85490"/>
                </a:lnTo>
                <a:lnTo>
                  <a:pt x="330724" y="84960"/>
                </a:lnTo>
                <a:lnTo>
                  <a:pt x="330662" y="84446"/>
                </a:lnTo>
                <a:lnTo>
                  <a:pt x="330591" y="83947"/>
                </a:lnTo>
                <a:lnTo>
                  <a:pt x="330511" y="83463"/>
                </a:lnTo>
                <a:lnTo>
                  <a:pt x="330421" y="82994"/>
                </a:lnTo>
                <a:lnTo>
                  <a:pt x="330322" y="82540"/>
                </a:lnTo>
                <a:lnTo>
                  <a:pt x="330214" y="82101"/>
                </a:lnTo>
                <a:lnTo>
                  <a:pt x="330096" y="81677"/>
                </a:lnTo>
                <a:lnTo>
                  <a:pt x="329968" y="81268"/>
                </a:lnTo>
                <a:lnTo>
                  <a:pt x="329831" y="80874"/>
                </a:lnTo>
                <a:lnTo>
                  <a:pt x="329685" y="80496"/>
                </a:lnTo>
                <a:lnTo>
                  <a:pt x="329529" y="80132"/>
                </a:lnTo>
                <a:lnTo>
                  <a:pt x="329364" y="79784"/>
                </a:lnTo>
                <a:lnTo>
                  <a:pt x="329189" y="79450"/>
                </a:lnTo>
                <a:lnTo>
                  <a:pt x="329005" y="79132"/>
                </a:lnTo>
                <a:lnTo>
                  <a:pt x="328811" y="78829"/>
                </a:lnTo>
                <a:lnTo>
                  <a:pt x="328608" y="78540"/>
                </a:lnTo>
                <a:lnTo>
                  <a:pt x="328396" y="78267"/>
                </a:lnTo>
                <a:lnTo>
                  <a:pt x="328174" y="78009"/>
                </a:lnTo>
                <a:lnTo>
                  <a:pt x="327945" y="77764"/>
                </a:lnTo>
                <a:lnTo>
                  <a:pt x="327710" y="77529"/>
                </a:lnTo>
                <a:lnTo>
                  <a:pt x="327469" y="77305"/>
                </a:lnTo>
                <a:lnTo>
                  <a:pt x="327224" y="77091"/>
                </a:lnTo>
                <a:lnTo>
                  <a:pt x="326972" y="76887"/>
                </a:lnTo>
                <a:lnTo>
                  <a:pt x="326716" y="76694"/>
                </a:lnTo>
                <a:lnTo>
                  <a:pt x="326454" y="76512"/>
                </a:lnTo>
                <a:lnTo>
                  <a:pt x="326186" y="76339"/>
                </a:lnTo>
                <a:lnTo>
                  <a:pt x="325913" y="76178"/>
                </a:lnTo>
                <a:lnTo>
                  <a:pt x="325634" y="76026"/>
                </a:lnTo>
                <a:lnTo>
                  <a:pt x="325350" y="75885"/>
                </a:lnTo>
                <a:lnTo>
                  <a:pt x="325061" y="75755"/>
                </a:lnTo>
                <a:lnTo>
                  <a:pt x="324766" y="75635"/>
                </a:lnTo>
                <a:lnTo>
                  <a:pt x="324465" y="75525"/>
                </a:lnTo>
                <a:lnTo>
                  <a:pt x="324159" y="75426"/>
                </a:lnTo>
                <a:lnTo>
                  <a:pt x="323848" y="75337"/>
                </a:lnTo>
                <a:lnTo>
                  <a:pt x="323531" y="75259"/>
                </a:lnTo>
                <a:lnTo>
                  <a:pt x="323209" y="75191"/>
                </a:lnTo>
                <a:lnTo>
                  <a:pt x="322881" y="75134"/>
                </a:lnTo>
                <a:lnTo>
                  <a:pt x="322548" y="75087"/>
                </a:lnTo>
                <a:lnTo>
                  <a:pt x="322209" y="75050"/>
                </a:lnTo>
                <a:lnTo>
                  <a:pt x="321865" y="75024"/>
                </a:lnTo>
                <a:lnTo>
                  <a:pt x="321515" y="75009"/>
                </a:lnTo>
                <a:lnTo>
                  <a:pt x="321160" y="75003"/>
                </a:lnTo>
                <a:lnTo>
                  <a:pt x="320797" y="75009"/>
                </a:lnTo>
                <a:lnTo>
                  <a:pt x="320440" y="75024"/>
                </a:lnTo>
                <a:lnTo>
                  <a:pt x="320089" y="75050"/>
                </a:lnTo>
                <a:lnTo>
                  <a:pt x="319743" y="75087"/>
                </a:lnTo>
                <a:lnTo>
                  <a:pt x="319404" y="75134"/>
                </a:lnTo>
                <a:lnTo>
                  <a:pt x="319070" y="75191"/>
                </a:lnTo>
                <a:lnTo>
                  <a:pt x="318742" y="75259"/>
                </a:lnTo>
                <a:lnTo>
                  <a:pt x="318419" y="75337"/>
                </a:lnTo>
                <a:lnTo>
                  <a:pt x="318103" y="75426"/>
                </a:lnTo>
                <a:lnTo>
                  <a:pt x="317792" y="75525"/>
                </a:lnTo>
                <a:lnTo>
                  <a:pt x="317487" y="75635"/>
                </a:lnTo>
                <a:lnTo>
                  <a:pt x="317188" y="75755"/>
                </a:lnTo>
                <a:lnTo>
                  <a:pt x="316895" y="75885"/>
                </a:lnTo>
                <a:lnTo>
                  <a:pt x="316607" y="76026"/>
                </a:lnTo>
                <a:lnTo>
                  <a:pt x="316326" y="76178"/>
                </a:lnTo>
                <a:lnTo>
                  <a:pt x="316050" y="76339"/>
                </a:lnTo>
                <a:lnTo>
                  <a:pt x="315780" y="76512"/>
                </a:lnTo>
                <a:lnTo>
                  <a:pt x="315515" y="76694"/>
                </a:lnTo>
                <a:lnTo>
                  <a:pt x="315257" y="76887"/>
                </a:lnTo>
                <a:lnTo>
                  <a:pt x="315004" y="77091"/>
                </a:lnTo>
                <a:lnTo>
                  <a:pt x="314757" y="77305"/>
                </a:lnTo>
                <a:lnTo>
                  <a:pt x="314516" y="77529"/>
                </a:lnTo>
                <a:lnTo>
                  <a:pt x="314281" y="77764"/>
                </a:lnTo>
                <a:lnTo>
                  <a:pt x="314051" y="78009"/>
                </a:lnTo>
                <a:lnTo>
                  <a:pt x="313829" y="78267"/>
                </a:lnTo>
                <a:lnTo>
                  <a:pt x="313617" y="78540"/>
                </a:lnTo>
                <a:lnTo>
                  <a:pt x="313414" y="78829"/>
                </a:lnTo>
                <a:lnTo>
                  <a:pt x="313220" y="79132"/>
                </a:lnTo>
                <a:lnTo>
                  <a:pt x="313036" y="79450"/>
                </a:lnTo>
                <a:lnTo>
                  <a:pt x="312861" y="79784"/>
                </a:lnTo>
                <a:lnTo>
                  <a:pt x="312696" y="80132"/>
                </a:lnTo>
                <a:lnTo>
                  <a:pt x="312540" y="80496"/>
                </a:lnTo>
                <a:lnTo>
                  <a:pt x="312394" y="80874"/>
                </a:lnTo>
                <a:lnTo>
                  <a:pt x="312257" y="81268"/>
                </a:lnTo>
                <a:lnTo>
                  <a:pt x="312129" y="81677"/>
                </a:lnTo>
                <a:lnTo>
                  <a:pt x="312011" y="82101"/>
                </a:lnTo>
                <a:lnTo>
                  <a:pt x="311903" y="82540"/>
                </a:lnTo>
                <a:lnTo>
                  <a:pt x="311804" y="82994"/>
                </a:lnTo>
                <a:lnTo>
                  <a:pt x="311714" y="83463"/>
                </a:lnTo>
                <a:lnTo>
                  <a:pt x="311634" y="83947"/>
                </a:lnTo>
                <a:lnTo>
                  <a:pt x="311563" y="84446"/>
                </a:lnTo>
                <a:lnTo>
                  <a:pt x="311502" y="84960"/>
                </a:lnTo>
                <a:lnTo>
                  <a:pt x="311450" y="85490"/>
                </a:lnTo>
                <a:lnTo>
                  <a:pt x="311407" y="86034"/>
                </a:lnTo>
                <a:lnTo>
                  <a:pt x="311374" y="86594"/>
                </a:lnTo>
                <a:lnTo>
                  <a:pt x="311350" y="87168"/>
                </a:lnTo>
                <a:lnTo>
                  <a:pt x="311336" y="87758"/>
                </a:lnTo>
                <a:lnTo>
                  <a:pt x="311332" y="88363"/>
                </a:lnTo>
                <a:lnTo>
                  <a:pt x="311332" y="99050"/>
                </a:lnTo>
                <a:lnTo>
                  <a:pt x="261425" y="99050"/>
                </a:lnTo>
                <a:lnTo>
                  <a:pt x="261425" y="70423"/>
                </a:lnTo>
                <a:lnTo>
                  <a:pt x="278601" y="70423"/>
                </a:lnTo>
                <a:lnTo>
                  <a:pt x="278604" y="71026"/>
                </a:lnTo>
                <a:lnTo>
                  <a:pt x="278611" y="71610"/>
                </a:lnTo>
                <a:lnTo>
                  <a:pt x="278623" y="72175"/>
                </a:lnTo>
                <a:lnTo>
                  <a:pt x="278641" y="72722"/>
                </a:lnTo>
                <a:lnTo>
                  <a:pt x="278663" y="73249"/>
                </a:lnTo>
                <a:lnTo>
                  <a:pt x="278690" y="73758"/>
                </a:lnTo>
                <a:lnTo>
                  <a:pt x="278723" y="74248"/>
                </a:lnTo>
                <a:lnTo>
                  <a:pt x="278760" y="74719"/>
                </a:lnTo>
                <a:lnTo>
                  <a:pt x="278802" y="75171"/>
                </a:lnTo>
                <a:lnTo>
                  <a:pt x="278850" y="75604"/>
                </a:lnTo>
                <a:lnTo>
                  <a:pt x="278902" y="76018"/>
                </a:lnTo>
                <a:lnTo>
                  <a:pt x="278959" y="76414"/>
                </a:lnTo>
                <a:lnTo>
                  <a:pt x="279021" y="76791"/>
                </a:lnTo>
                <a:lnTo>
                  <a:pt x="279088" y="77149"/>
                </a:lnTo>
                <a:lnTo>
                  <a:pt x="279160" y="77488"/>
                </a:lnTo>
                <a:lnTo>
                  <a:pt x="279237" y="77808"/>
                </a:lnTo>
                <a:lnTo>
                  <a:pt x="279319" y="78109"/>
                </a:lnTo>
                <a:lnTo>
                  <a:pt x="279406" y="78392"/>
                </a:lnTo>
                <a:lnTo>
                  <a:pt x="279498" y="78655"/>
                </a:lnTo>
                <a:lnTo>
                  <a:pt x="279595" y="78900"/>
                </a:lnTo>
                <a:lnTo>
                  <a:pt x="279697" y="79126"/>
                </a:lnTo>
                <a:lnTo>
                  <a:pt x="279804" y="79333"/>
                </a:lnTo>
                <a:lnTo>
                  <a:pt x="279916" y="79522"/>
                </a:lnTo>
                <a:lnTo>
                  <a:pt x="280032" y="79691"/>
                </a:lnTo>
                <a:lnTo>
                  <a:pt x="280283" y="80025"/>
                </a:lnTo>
                <a:lnTo>
                  <a:pt x="280543" y="80345"/>
                </a:lnTo>
                <a:lnTo>
                  <a:pt x="280811" y="80650"/>
                </a:lnTo>
                <a:lnTo>
                  <a:pt x="281087" y="80941"/>
                </a:lnTo>
                <a:lnTo>
                  <a:pt x="281373" y="81218"/>
                </a:lnTo>
                <a:lnTo>
                  <a:pt x="281667" y="81481"/>
                </a:lnTo>
                <a:lnTo>
                  <a:pt x="281969" y="81730"/>
                </a:lnTo>
                <a:lnTo>
                  <a:pt x="282280" y="81964"/>
                </a:lnTo>
                <a:lnTo>
                  <a:pt x="282600" y="82184"/>
                </a:lnTo>
                <a:lnTo>
                  <a:pt x="282928" y="82390"/>
                </a:lnTo>
                <a:lnTo>
                  <a:pt x="283265" y="82582"/>
                </a:lnTo>
                <a:lnTo>
                  <a:pt x="283611" y="82760"/>
                </a:lnTo>
                <a:lnTo>
                  <a:pt x="283965" y="82923"/>
                </a:lnTo>
                <a:lnTo>
                  <a:pt x="284328" y="83072"/>
                </a:lnTo>
                <a:lnTo>
                  <a:pt x="284699" y="83207"/>
                </a:lnTo>
                <a:lnTo>
                  <a:pt x="285079" y="83328"/>
                </a:lnTo>
                <a:lnTo>
                  <a:pt x="285468" y="83434"/>
                </a:lnTo>
                <a:lnTo>
                  <a:pt x="285865" y="83527"/>
                </a:lnTo>
                <a:lnTo>
                  <a:pt x="286271" y="83605"/>
                </a:lnTo>
                <a:lnTo>
                  <a:pt x="286686" y="83669"/>
                </a:lnTo>
                <a:lnTo>
                  <a:pt x="287109" y="83719"/>
                </a:lnTo>
                <a:lnTo>
                  <a:pt x="287540" y="83754"/>
                </a:lnTo>
                <a:lnTo>
                  <a:pt x="287981" y="83775"/>
                </a:lnTo>
                <a:lnTo>
                  <a:pt x="288430" y="83782"/>
                </a:lnTo>
                <a:lnTo>
                  <a:pt x="288855" y="83775"/>
                </a:lnTo>
                <a:lnTo>
                  <a:pt x="289274" y="83754"/>
                </a:lnTo>
                <a:lnTo>
                  <a:pt x="289685" y="83719"/>
                </a:lnTo>
                <a:lnTo>
                  <a:pt x="290089" y="83670"/>
                </a:lnTo>
                <a:lnTo>
                  <a:pt x="290486" y="83607"/>
                </a:lnTo>
                <a:lnTo>
                  <a:pt x="290875" y="83530"/>
                </a:lnTo>
                <a:lnTo>
                  <a:pt x="291257" y="83439"/>
                </a:lnTo>
                <a:lnTo>
                  <a:pt x="291632" y="83334"/>
                </a:lnTo>
                <a:lnTo>
                  <a:pt x="291999" y="83215"/>
                </a:lnTo>
                <a:lnTo>
                  <a:pt x="292359" y="83082"/>
                </a:lnTo>
                <a:lnTo>
                  <a:pt x="292712" y="82934"/>
                </a:lnTo>
                <a:lnTo>
                  <a:pt x="293058" y="82773"/>
                </a:lnTo>
                <a:lnTo>
                  <a:pt x="293396" y="82598"/>
                </a:lnTo>
                <a:lnTo>
                  <a:pt x="293727" y="82409"/>
                </a:lnTo>
                <a:lnTo>
                  <a:pt x="294051" y="82205"/>
                </a:lnTo>
                <a:lnTo>
                  <a:pt x="294367" y="81988"/>
                </a:lnTo>
                <a:lnTo>
                  <a:pt x="294676" y="81757"/>
                </a:lnTo>
                <a:lnTo>
                  <a:pt x="294978" y="81511"/>
                </a:lnTo>
                <a:lnTo>
                  <a:pt x="295273" y="81252"/>
                </a:lnTo>
                <a:lnTo>
                  <a:pt x="295560" y="80979"/>
                </a:lnTo>
                <a:lnTo>
                  <a:pt x="295840" y="80691"/>
                </a:lnTo>
                <a:lnTo>
                  <a:pt x="296113" y="80390"/>
                </a:lnTo>
                <a:lnTo>
                  <a:pt x="296378" y="80074"/>
                </a:lnTo>
                <a:lnTo>
                  <a:pt x="296636" y="79745"/>
                </a:lnTo>
                <a:lnTo>
                  <a:pt x="296761" y="79571"/>
                </a:lnTo>
                <a:lnTo>
                  <a:pt x="296880" y="79379"/>
                </a:lnTo>
                <a:lnTo>
                  <a:pt x="296994" y="79167"/>
                </a:lnTo>
                <a:lnTo>
                  <a:pt x="297103" y="78938"/>
                </a:lnTo>
                <a:lnTo>
                  <a:pt x="297206" y="78689"/>
                </a:lnTo>
                <a:lnTo>
                  <a:pt x="297304" y="78422"/>
                </a:lnTo>
                <a:lnTo>
                  <a:pt x="297397" y="78136"/>
                </a:lnTo>
                <a:lnTo>
                  <a:pt x="297484" y="77832"/>
                </a:lnTo>
                <a:lnTo>
                  <a:pt x="297567" y="77509"/>
                </a:lnTo>
                <a:lnTo>
                  <a:pt x="297643" y="77167"/>
                </a:lnTo>
                <a:lnTo>
                  <a:pt x="297715" y="76806"/>
                </a:lnTo>
                <a:lnTo>
                  <a:pt x="297781" y="76427"/>
                </a:lnTo>
                <a:lnTo>
                  <a:pt x="297842" y="76030"/>
                </a:lnTo>
                <a:lnTo>
                  <a:pt x="297898" y="75613"/>
                </a:lnTo>
                <a:lnTo>
                  <a:pt x="297948" y="75178"/>
                </a:lnTo>
                <a:lnTo>
                  <a:pt x="297993" y="74724"/>
                </a:lnTo>
                <a:lnTo>
                  <a:pt x="298033" y="74252"/>
                </a:lnTo>
                <a:lnTo>
                  <a:pt x="298068" y="73761"/>
                </a:lnTo>
                <a:lnTo>
                  <a:pt x="298097" y="73251"/>
                </a:lnTo>
                <a:lnTo>
                  <a:pt x="298121" y="72723"/>
                </a:lnTo>
                <a:lnTo>
                  <a:pt x="298139" y="72176"/>
                </a:lnTo>
                <a:lnTo>
                  <a:pt x="298152" y="71610"/>
                </a:lnTo>
                <a:lnTo>
                  <a:pt x="298160" y="71026"/>
                </a:lnTo>
                <a:lnTo>
                  <a:pt x="298163" y="70423"/>
                </a:lnTo>
                <a:lnTo>
                  <a:pt x="298163" y="50766"/>
                </a:lnTo>
                <a:lnTo>
                  <a:pt x="298158" y="50161"/>
                </a:lnTo>
                <a:lnTo>
                  <a:pt x="298144" y="49571"/>
                </a:lnTo>
                <a:lnTo>
                  <a:pt x="298120" y="48997"/>
                </a:lnTo>
                <a:lnTo>
                  <a:pt x="298087" y="48437"/>
                </a:lnTo>
                <a:lnTo>
                  <a:pt x="298045" y="47893"/>
                </a:lnTo>
                <a:lnTo>
                  <a:pt x="297993" y="47363"/>
                </a:lnTo>
                <a:lnTo>
                  <a:pt x="297932" y="46849"/>
                </a:lnTo>
                <a:lnTo>
                  <a:pt x="297861" y="46350"/>
                </a:lnTo>
                <a:lnTo>
                  <a:pt x="297781" y="45866"/>
                </a:lnTo>
                <a:lnTo>
                  <a:pt x="297691" y="45396"/>
                </a:lnTo>
                <a:lnTo>
                  <a:pt x="297592" y="44942"/>
                </a:lnTo>
                <a:lnTo>
                  <a:pt x="297483" y="44503"/>
                </a:lnTo>
                <a:lnTo>
                  <a:pt x="297365" y="44080"/>
                </a:lnTo>
                <a:lnTo>
                  <a:pt x="297238" y="43671"/>
                </a:lnTo>
                <a:lnTo>
                  <a:pt x="297101" y="43277"/>
                </a:lnTo>
                <a:lnTo>
                  <a:pt x="296954" y="42898"/>
                </a:lnTo>
                <a:lnTo>
                  <a:pt x="296798" y="42535"/>
                </a:lnTo>
                <a:lnTo>
                  <a:pt x="296633" y="42186"/>
                </a:lnTo>
                <a:lnTo>
                  <a:pt x="296459" y="41853"/>
                </a:lnTo>
                <a:lnTo>
                  <a:pt x="296274" y="41535"/>
                </a:lnTo>
                <a:lnTo>
                  <a:pt x="296081" y="41231"/>
                </a:lnTo>
                <a:lnTo>
                  <a:pt x="295878" y="40943"/>
                </a:lnTo>
                <a:lnTo>
                  <a:pt x="295665" y="40670"/>
                </a:lnTo>
                <a:lnTo>
                  <a:pt x="295443" y="40412"/>
                </a:lnTo>
                <a:lnTo>
                  <a:pt x="295214" y="40167"/>
                </a:lnTo>
                <a:lnTo>
                  <a:pt x="294979" y="39932"/>
                </a:lnTo>
                <a:lnTo>
                  <a:pt x="294739" y="39708"/>
                </a:lnTo>
                <a:lnTo>
                  <a:pt x="294493" y="39494"/>
                </a:lnTo>
                <a:lnTo>
                  <a:pt x="294242" y="39290"/>
                </a:lnTo>
                <a:lnTo>
                  <a:pt x="293985" y="39097"/>
                </a:lnTo>
                <a:lnTo>
                  <a:pt x="293723" y="38914"/>
                </a:lnTo>
                <a:lnTo>
                  <a:pt x="293455" y="38742"/>
                </a:lnTo>
                <a:lnTo>
                  <a:pt x="293182" y="38580"/>
                </a:lnTo>
                <a:lnTo>
                  <a:pt x="292904" y="38429"/>
                </a:lnTo>
                <a:lnTo>
                  <a:pt x="292620" y="38288"/>
                </a:lnTo>
                <a:lnTo>
                  <a:pt x="292330" y="38158"/>
                </a:lnTo>
                <a:lnTo>
                  <a:pt x="292035" y="38038"/>
                </a:lnTo>
                <a:lnTo>
                  <a:pt x="291735" y="37928"/>
                </a:lnTo>
                <a:lnTo>
                  <a:pt x="291429" y="37829"/>
                </a:lnTo>
                <a:lnTo>
                  <a:pt x="291118" y="37740"/>
                </a:lnTo>
                <a:lnTo>
                  <a:pt x="290801" y="37662"/>
                </a:lnTo>
                <a:lnTo>
                  <a:pt x="290478" y="37594"/>
                </a:lnTo>
                <a:lnTo>
                  <a:pt x="290151" y="37537"/>
                </a:lnTo>
                <a:lnTo>
                  <a:pt x="289817" y="37490"/>
                </a:lnTo>
                <a:lnTo>
                  <a:pt x="289479" y="37453"/>
                </a:lnTo>
                <a:lnTo>
                  <a:pt x="289134" y="37427"/>
                </a:lnTo>
                <a:lnTo>
                  <a:pt x="288785" y="37412"/>
                </a:lnTo>
                <a:lnTo>
                  <a:pt x="288430" y="37406"/>
                </a:lnTo>
                <a:lnTo>
                  <a:pt x="287981" y="37413"/>
                </a:lnTo>
                <a:lnTo>
                  <a:pt x="287540" y="37435"/>
                </a:lnTo>
                <a:lnTo>
                  <a:pt x="287109" y="37470"/>
                </a:lnTo>
                <a:lnTo>
                  <a:pt x="286686" y="37520"/>
                </a:lnTo>
                <a:lnTo>
                  <a:pt x="286271" y="37584"/>
                </a:lnTo>
                <a:lnTo>
                  <a:pt x="285865" y="37662"/>
                </a:lnTo>
                <a:lnTo>
                  <a:pt x="285468" y="37754"/>
                </a:lnTo>
                <a:lnTo>
                  <a:pt x="285079" y="37861"/>
                </a:lnTo>
                <a:lnTo>
                  <a:pt x="284699" y="37982"/>
                </a:lnTo>
                <a:lnTo>
                  <a:pt x="284328" y="38117"/>
                </a:lnTo>
                <a:lnTo>
                  <a:pt x="283965" y="38266"/>
                </a:lnTo>
                <a:lnTo>
                  <a:pt x="283611" y="38429"/>
                </a:lnTo>
                <a:lnTo>
                  <a:pt x="283265" y="38607"/>
                </a:lnTo>
                <a:lnTo>
                  <a:pt x="282928" y="38798"/>
                </a:lnTo>
                <a:lnTo>
                  <a:pt x="282600" y="39004"/>
                </a:lnTo>
                <a:lnTo>
                  <a:pt x="282280" y="39225"/>
                </a:lnTo>
                <a:lnTo>
                  <a:pt x="281969" y="39459"/>
                </a:lnTo>
                <a:lnTo>
                  <a:pt x="281667" y="39708"/>
                </a:lnTo>
                <a:lnTo>
                  <a:pt x="281373" y="39970"/>
                </a:lnTo>
                <a:lnTo>
                  <a:pt x="281087" y="40247"/>
                </a:lnTo>
                <a:lnTo>
                  <a:pt x="280811" y="40539"/>
                </a:lnTo>
                <a:lnTo>
                  <a:pt x="280543" y="40844"/>
                </a:lnTo>
                <a:lnTo>
                  <a:pt x="280283" y="41164"/>
                </a:lnTo>
                <a:lnTo>
                  <a:pt x="280032" y="41498"/>
                </a:lnTo>
                <a:lnTo>
                  <a:pt x="279916" y="41667"/>
                </a:lnTo>
                <a:lnTo>
                  <a:pt x="279804" y="41855"/>
                </a:lnTo>
                <a:lnTo>
                  <a:pt x="279697" y="42063"/>
                </a:lnTo>
                <a:lnTo>
                  <a:pt x="279595" y="42289"/>
                </a:lnTo>
                <a:lnTo>
                  <a:pt x="279498" y="42533"/>
                </a:lnTo>
                <a:lnTo>
                  <a:pt x="279406" y="42797"/>
                </a:lnTo>
                <a:lnTo>
                  <a:pt x="279319" y="43080"/>
                </a:lnTo>
                <a:lnTo>
                  <a:pt x="279237" y="43381"/>
                </a:lnTo>
                <a:lnTo>
                  <a:pt x="279160" y="43701"/>
                </a:lnTo>
                <a:lnTo>
                  <a:pt x="279088" y="44040"/>
                </a:lnTo>
                <a:lnTo>
                  <a:pt x="279021" y="44398"/>
                </a:lnTo>
                <a:lnTo>
                  <a:pt x="278959" y="44775"/>
                </a:lnTo>
                <a:lnTo>
                  <a:pt x="278902" y="45170"/>
                </a:lnTo>
                <a:lnTo>
                  <a:pt x="278850" y="45585"/>
                </a:lnTo>
                <a:lnTo>
                  <a:pt x="278802" y="46018"/>
                </a:lnTo>
                <a:lnTo>
                  <a:pt x="278760" y="46470"/>
                </a:lnTo>
                <a:lnTo>
                  <a:pt x="278723" y="46941"/>
                </a:lnTo>
                <a:lnTo>
                  <a:pt x="278690" y="47431"/>
                </a:lnTo>
                <a:lnTo>
                  <a:pt x="278663" y="47940"/>
                </a:lnTo>
                <a:lnTo>
                  <a:pt x="278641" y="48467"/>
                </a:lnTo>
                <a:lnTo>
                  <a:pt x="278623" y="49014"/>
                </a:lnTo>
                <a:lnTo>
                  <a:pt x="278611" y="49579"/>
                </a:lnTo>
                <a:lnTo>
                  <a:pt x="278604" y="50163"/>
                </a:lnTo>
                <a:lnTo>
                  <a:pt x="278601" y="50766"/>
                </a:lnTo>
                <a:lnTo>
                  <a:pt x="261425" y="50766"/>
                </a:lnTo>
                <a:lnTo>
                  <a:pt x="261425" y="22520"/>
                </a:lnTo>
                <a:lnTo>
                  <a:pt x="307037" y="22520"/>
                </a:lnTo>
                <a:lnTo>
                  <a:pt x="307037" y="32826"/>
                </a:lnTo>
                <a:lnTo>
                  <a:pt x="307042" y="33431"/>
                </a:lnTo>
                <a:lnTo>
                  <a:pt x="307056" y="34020"/>
                </a:lnTo>
                <a:lnTo>
                  <a:pt x="307080" y="34595"/>
                </a:lnTo>
                <a:lnTo>
                  <a:pt x="307113" y="35155"/>
                </a:lnTo>
                <a:lnTo>
                  <a:pt x="307155" y="35699"/>
                </a:lnTo>
                <a:lnTo>
                  <a:pt x="307207" y="36228"/>
                </a:lnTo>
                <a:lnTo>
                  <a:pt x="307269" y="36743"/>
                </a:lnTo>
                <a:lnTo>
                  <a:pt x="307340" y="37242"/>
                </a:lnTo>
                <a:lnTo>
                  <a:pt x="307420" y="37726"/>
                </a:lnTo>
                <a:lnTo>
                  <a:pt x="307510" y="38195"/>
                </a:lnTo>
                <a:lnTo>
                  <a:pt x="307609" y="38649"/>
                </a:lnTo>
                <a:lnTo>
                  <a:pt x="307717" y="39088"/>
                </a:lnTo>
                <a:lnTo>
                  <a:pt x="307835" y="39512"/>
                </a:lnTo>
                <a:lnTo>
                  <a:pt x="307963" y="39921"/>
                </a:lnTo>
                <a:lnTo>
                  <a:pt x="308100" y="40315"/>
                </a:lnTo>
                <a:lnTo>
                  <a:pt x="308246" y="40693"/>
                </a:lnTo>
                <a:lnTo>
                  <a:pt x="308402" y="41057"/>
                </a:lnTo>
                <a:lnTo>
                  <a:pt x="308567" y="41405"/>
                </a:lnTo>
                <a:lnTo>
                  <a:pt x="308742" y="41739"/>
                </a:lnTo>
                <a:lnTo>
                  <a:pt x="308926" y="42057"/>
                </a:lnTo>
                <a:lnTo>
                  <a:pt x="309120" y="42360"/>
                </a:lnTo>
                <a:lnTo>
                  <a:pt x="309323" y="42648"/>
                </a:lnTo>
                <a:lnTo>
                  <a:pt x="309535" y="42921"/>
                </a:lnTo>
                <a:lnTo>
                  <a:pt x="309757" y="43179"/>
                </a:lnTo>
                <a:lnTo>
                  <a:pt x="309987" y="43425"/>
                </a:lnTo>
                <a:lnTo>
                  <a:pt x="310222" y="43660"/>
                </a:lnTo>
                <a:lnTo>
                  <a:pt x="310463" y="43884"/>
                </a:lnTo>
                <a:lnTo>
                  <a:pt x="310710" y="44098"/>
                </a:lnTo>
                <a:lnTo>
                  <a:pt x="310963" y="44301"/>
                </a:lnTo>
                <a:lnTo>
                  <a:pt x="311221" y="44495"/>
                </a:lnTo>
                <a:lnTo>
                  <a:pt x="311486" y="44677"/>
                </a:lnTo>
                <a:lnTo>
                  <a:pt x="311756" y="44849"/>
                </a:lnTo>
                <a:lnTo>
                  <a:pt x="312032" y="45011"/>
                </a:lnTo>
                <a:lnTo>
                  <a:pt x="312313" y="45163"/>
                </a:lnTo>
                <a:lnTo>
                  <a:pt x="312601" y="45303"/>
                </a:lnTo>
                <a:lnTo>
                  <a:pt x="312894" y="45434"/>
                </a:lnTo>
                <a:lnTo>
                  <a:pt x="313193" y="45554"/>
                </a:lnTo>
                <a:lnTo>
                  <a:pt x="313498" y="45663"/>
                </a:lnTo>
                <a:lnTo>
                  <a:pt x="313809" y="45763"/>
                </a:lnTo>
                <a:lnTo>
                  <a:pt x="314125" y="45851"/>
                </a:lnTo>
                <a:lnTo>
                  <a:pt x="314448" y="45930"/>
                </a:lnTo>
                <a:lnTo>
                  <a:pt x="314776" y="45997"/>
                </a:lnTo>
                <a:lnTo>
                  <a:pt x="315110" y="46055"/>
                </a:lnTo>
                <a:lnTo>
                  <a:pt x="315449" y="46102"/>
                </a:lnTo>
                <a:lnTo>
                  <a:pt x="315795" y="46138"/>
                </a:lnTo>
                <a:lnTo>
                  <a:pt x="316146" y="46164"/>
                </a:lnTo>
                <a:lnTo>
                  <a:pt x="316503" y="46180"/>
                </a:lnTo>
                <a:lnTo>
                  <a:pt x="316866" y="46185"/>
                </a:lnTo>
                <a:lnTo>
                  <a:pt x="317229" y="46180"/>
                </a:lnTo>
                <a:lnTo>
                  <a:pt x="317586" y="46164"/>
                </a:lnTo>
                <a:lnTo>
                  <a:pt x="317937" y="46138"/>
                </a:lnTo>
                <a:lnTo>
                  <a:pt x="318282" y="46102"/>
                </a:lnTo>
                <a:lnTo>
                  <a:pt x="318621" y="46055"/>
                </a:lnTo>
                <a:lnTo>
                  <a:pt x="318954" y="45997"/>
                </a:lnTo>
                <a:lnTo>
                  <a:pt x="319281" y="45930"/>
                </a:lnTo>
                <a:lnTo>
                  <a:pt x="319602" y="45851"/>
                </a:lnTo>
                <a:lnTo>
                  <a:pt x="319917" y="45763"/>
                </a:lnTo>
                <a:lnTo>
                  <a:pt x="320226" y="45663"/>
                </a:lnTo>
                <a:lnTo>
                  <a:pt x="320529" y="45554"/>
                </a:lnTo>
                <a:lnTo>
                  <a:pt x="320826" y="45434"/>
                </a:lnTo>
                <a:lnTo>
                  <a:pt x="321117" y="45303"/>
                </a:lnTo>
                <a:lnTo>
                  <a:pt x="321403" y="45163"/>
                </a:lnTo>
                <a:lnTo>
                  <a:pt x="321682" y="45011"/>
                </a:lnTo>
                <a:lnTo>
                  <a:pt x="321955" y="44849"/>
                </a:lnTo>
                <a:lnTo>
                  <a:pt x="322223" y="44677"/>
                </a:lnTo>
                <a:lnTo>
                  <a:pt x="322484" y="44495"/>
                </a:lnTo>
                <a:lnTo>
                  <a:pt x="322740" y="44301"/>
                </a:lnTo>
                <a:lnTo>
                  <a:pt x="322989" y="44098"/>
                </a:lnTo>
                <a:lnTo>
                  <a:pt x="323233" y="43884"/>
                </a:lnTo>
                <a:lnTo>
                  <a:pt x="323470" y="43660"/>
                </a:lnTo>
                <a:lnTo>
                  <a:pt x="323702" y="43425"/>
                </a:lnTo>
                <a:lnTo>
                  <a:pt x="323928" y="43179"/>
                </a:lnTo>
                <a:lnTo>
                  <a:pt x="324146" y="42921"/>
                </a:lnTo>
                <a:lnTo>
                  <a:pt x="324354" y="42648"/>
                </a:lnTo>
                <a:lnTo>
                  <a:pt x="324554" y="42360"/>
                </a:lnTo>
                <a:lnTo>
                  <a:pt x="324744" y="42057"/>
                </a:lnTo>
                <a:lnTo>
                  <a:pt x="324925" y="41739"/>
                </a:lnTo>
                <a:lnTo>
                  <a:pt x="325096" y="41405"/>
                </a:lnTo>
                <a:lnTo>
                  <a:pt x="325259" y="41057"/>
                </a:lnTo>
                <a:lnTo>
                  <a:pt x="325412" y="40693"/>
                </a:lnTo>
                <a:lnTo>
                  <a:pt x="325556" y="40315"/>
                </a:lnTo>
                <a:lnTo>
                  <a:pt x="325690" y="39921"/>
                </a:lnTo>
                <a:lnTo>
                  <a:pt x="325815" y="39512"/>
                </a:lnTo>
                <a:lnTo>
                  <a:pt x="325931" y="39088"/>
                </a:lnTo>
                <a:lnTo>
                  <a:pt x="326038" y="38649"/>
                </a:lnTo>
                <a:lnTo>
                  <a:pt x="326136" y="38195"/>
                </a:lnTo>
                <a:lnTo>
                  <a:pt x="326224" y="37726"/>
                </a:lnTo>
                <a:lnTo>
                  <a:pt x="326303" y="37242"/>
                </a:lnTo>
                <a:lnTo>
                  <a:pt x="326372" y="36743"/>
                </a:lnTo>
                <a:lnTo>
                  <a:pt x="326432" y="36228"/>
                </a:lnTo>
                <a:lnTo>
                  <a:pt x="326483" y="35699"/>
                </a:lnTo>
                <a:lnTo>
                  <a:pt x="326525" y="35155"/>
                </a:lnTo>
                <a:lnTo>
                  <a:pt x="326558" y="34595"/>
                </a:lnTo>
                <a:lnTo>
                  <a:pt x="326581" y="34020"/>
                </a:lnTo>
                <a:lnTo>
                  <a:pt x="326595" y="33431"/>
                </a:lnTo>
                <a:lnTo>
                  <a:pt x="326599" y="32826"/>
                </a:lnTo>
                <a:lnTo>
                  <a:pt x="326599" y="2958"/>
                </a:lnTo>
                <a:lnTo>
                  <a:pt x="238809" y="2863"/>
                </a:lnTo>
                <a:lnTo>
                  <a:pt x="238228" y="2867"/>
                </a:lnTo>
                <a:lnTo>
                  <a:pt x="237660" y="2882"/>
                </a:lnTo>
                <a:lnTo>
                  <a:pt x="237107" y="2905"/>
                </a:lnTo>
                <a:lnTo>
                  <a:pt x="236568" y="2938"/>
                </a:lnTo>
                <a:lnTo>
                  <a:pt x="236043" y="2981"/>
                </a:lnTo>
                <a:lnTo>
                  <a:pt x="235532" y="3033"/>
                </a:lnTo>
                <a:lnTo>
                  <a:pt x="235035" y="3094"/>
                </a:lnTo>
                <a:lnTo>
                  <a:pt x="234552" y="3165"/>
                </a:lnTo>
                <a:lnTo>
                  <a:pt x="234083" y="3245"/>
                </a:lnTo>
                <a:lnTo>
                  <a:pt x="233629" y="3335"/>
                </a:lnTo>
                <a:lnTo>
                  <a:pt x="233188" y="3434"/>
                </a:lnTo>
                <a:lnTo>
                  <a:pt x="232762" y="3543"/>
                </a:lnTo>
                <a:lnTo>
                  <a:pt x="232349" y="3661"/>
                </a:lnTo>
                <a:lnTo>
                  <a:pt x="231951" y="3788"/>
                </a:lnTo>
                <a:lnTo>
                  <a:pt x="231567" y="3925"/>
                </a:lnTo>
                <a:lnTo>
                  <a:pt x="231196" y="4071"/>
                </a:lnTo>
                <a:lnTo>
                  <a:pt x="230840" y="4227"/>
                </a:lnTo>
                <a:lnTo>
                  <a:pt x="230498" y="4393"/>
                </a:lnTo>
                <a:lnTo>
                  <a:pt x="230170" y="4567"/>
                </a:lnTo>
                <a:lnTo>
                  <a:pt x="229856" y="4751"/>
                </a:lnTo>
                <a:lnTo>
                  <a:pt x="229557" y="4945"/>
                </a:lnTo>
                <a:lnTo>
                  <a:pt x="229271" y="5148"/>
                </a:lnTo>
                <a:lnTo>
                  <a:pt x="228999" y="5360"/>
                </a:lnTo>
                <a:lnTo>
                  <a:pt x="228742" y="5582"/>
                </a:lnTo>
                <a:lnTo>
                  <a:pt x="228497" y="5812"/>
                </a:lnTo>
                <a:lnTo>
                  <a:pt x="228262" y="6047"/>
                </a:lnTo>
                <a:lnTo>
                  <a:pt x="228037" y="6288"/>
                </a:lnTo>
                <a:lnTo>
                  <a:pt x="227823" y="6535"/>
                </a:lnTo>
                <a:lnTo>
                  <a:pt x="227620" y="6788"/>
                </a:lnTo>
                <a:lnTo>
                  <a:pt x="227427" y="7046"/>
                </a:lnTo>
                <a:lnTo>
                  <a:pt x="227244" y="7311"/>
                </a:lnTo>
                <a:lnTo>
                  <a:pt x="227072" y="7581"/>
                </a:lnTo>
                <a:lnTo>
                  <a:pt x="226910" y="7857"/>
                </a:lnTo>
                <a:lnTo>
                  <a:pt x="226759" y="8139"/>
                </a:lnTo>
                <a:lnTo>
                  <a:pt x="226618" y="8426"/>
                </a:lnTo>
                <a:lnTo>
                  <a:pt x="226487" y="8719"/>
                </a:lnTo>
                <a:lnTo>
                  <a:pt x="226367" y="9019"/>
                </a:lnTo>
                <a:lnTo>
                  <a:pt x="226258" y="9323"/>
                </a:lnTo>
                <a:lnTo>
                  <a:pt x="226159" y="9634"/>
                </a:lnTo>
                <a:lnTo>
                  <a:pt x="226070" y="9951"/>
                </a:lnTo>
                <a:lnTo>
                  <a:pt x="225992" y="10273"/>
                </a:lnTo>
                <a:lnTo>
                  <a:pt x="225924" y="10601"/>
                </a:lnTo>
                <a:lnTo>
                  <a:pt x="225866" y="10935"/>
                </a:lnTo>
                <a:lnTo>
                  <a:pt x="225819" y="11275"/>
                </a:lnTo>
                <a:lnTo>
                  <a:pt x="225783" y="11620"/>
                </a:lnTo>
                <a:lnTo>
                  <a:pt x="225757" y="11971"/>
                </a:lnTo>
                <a:lnTo>
                  <a:pt x="225741" y="12329"/>
                </a:lnTo>
                <a:lnTo>
                  <a:pt x="225736" y="12691"/>
                </a:lnTo>
                <a:lnTo>
                  <a:pt x="225741" y="13054"/>
                </a:lnTo>
                <a:lnTo>
                  <a:pt x="225757" y="13411"/>
                </a:lnTo>
                <a:lnTo>
                  <a:pt x="225783" y="13763"/>
                </a:lnTo>
                <a:lnTo>
                  <a:pt x="225819" y="14108"/>
                </a:lnTo>
                <a:lnTo>
                  <a:pt x="225866" y="14448"/>
                </a:lnTo>
                <a:lnTo>
                  <a:pt x="225924" y="14782"/>
                </a:lnTo>
                <a:lnTo>
                  <a:pt x="225992" y="15110"/>
                </a:lnTo>
                <a:lnTo>
                  <a:pt x="226070" y="15432"/>
                </a:lnTo>
                <a:lnTo>
                  <a:pt x="226159" y="15749"/>
                </a:lnTo>
                <a:lnTo>
                  <a:pt x="226258" y="16059"/>
                </a:lnTo>
                <a:lnTo>
                  <a:pt x="226367" y="16364"/>
                </a:lnTo>
                <a:lnTo>
                  <a:pt x="226487" y="16663"/>
                </a:lnTo>
                <a:lnTo>
                  <a:pt x="226618" y="16957"/>
                </a:lnTo>
                <a:lnTo>
                  <a:pt x="226759" y="17244"/>
                </a:lnTo>
                <a:lnTo>
                  <a:pt x="226910" y="17526"/>
                </a:lnTo>
                <a:lnTo>
                  <a:pt x="227072" y="17802"/>
                </a:lnTo>
                <a:lnTo>
                  <a:pt x="227244" y="18072"/>
                </a:lnTo>
                <a:lnTo>
                  <a:pt x="227427" y="18336"/>
                </a:lnTo>
                <a:lnTo>
                  <a:pt x="227620" y="18595"/>
                </a:lnTo>
                <a:lnTo>
                  <a:pt x="227823" y="18848"/>
                </a:lnTo>
                <a:lnTo>
                  <a:pt x="228037" y="19095"/>
                </a:lnTo>
                <a:lnTo>
                  <a:pt x="228262" y="19336"/>
                </a:lnTo>
                <a:lnTo>
                  <a:pt x="228497" y="19571"/>
                </a:lnTo>
                <a:lnTo>
                  <a:pt x="228742" y="19801"/>
                </a:lnTo>
                <a:lnTo>
                  <a:pt x="228999" y="20022"/>
                </a:lnTo>
                <a:lnTo>
                  <a:pt x="229271" y="20235"/>
                </a:lnTo>
                <a:lnTo>
                  <a:pt x="229557" y="20438"/>
                </a:lnTo>
                <a:lnTo>
                  <a:pt x="229856" y="20632"/>
                </a:lnTo>
                <a:lnTo>
                  <a:pt x="230170" y="20816"/>
                </a:lnTo>
                <a:lnTo>
                  <a:pt x="230498" y="20990"/>
                </a:lnTo>
                <a:lnTo>
                  <a:pt x="230840" y="21156"/>
                </a:lnTo>
                <a:lnTo>
                  <a:pt x="231196" y="21311"/>
                </a:lnTo>
                <a:lnTo>
                  <a:pt x="231567" y="21458"/>
                </a:lnTo>
                <a:lnTo>
                  <a:pt x="231951" y="21595"/>
                </a:lnTo>
                <a:lnTo>
                  <a:pt x="232349" y="21722"/>
                </a:lnTo>
                <a:lnTo>
                  <a:pt x="232762" y="21840"/>
                </a:lnTo>
                <a:lnTo>
                  <a:pt x="233188" y="21949"/>
                </a:lnTo>
                <a:lnTo>
                  <a:pt x="233629" y="22048"/>
                </a:lnTo>
                <a:lnTo>
                  <a:pt x="234083" y="22138"/>
                </a:lnTo>
                <a:lnTo>
                  <a:pt x="234552" y="22218"/>
                </a:lnTo>
                <a:lnTo>
                  <a:pt x="235035" y="22289"/>
                </a:lnTo>
                <a:lnTo>
                  <a:pt x="235532" y="22350"/>
                </a:lnTo>
                <a:lnTo>
                  <a:pt x="236043" y="22402"/>
                </a:lnTo>
                <a:lnTo>
                  <a:pt x="236568" y="22445"/>
                </a:lnTo>
                <a:lnTo>
                  <a:pt x="237107" y="22478"/>
                </a:lnTo>
                <a:lnTo>
                  <a:pt x="237660" y="22501"/>
                </a:lnTo>
                <a:lnTo>
                  <a:pt x="238228" y="22515"/>
                </a:lnTo>
                <a:lnTo>
                  <a:pt x="238809" y="22520"/>
                </a:lnTo>
                <a:lnTo>
                  <a:pt x="241863" y="22520"/>
                </a:lnTo>
                <a:lnTo>
                  <a:pt x="241863" y="99050"/>
                </a:lnTo>
                <a:lnTo>
                  <a:pt x="238809" y="99050"/>
                </a:lnTo>
                <a:lnTo>
                  <a:pt x="238235" y="99055"/>
                </a:lnTo>
                <a:lnTo>
                  <a:pt x="237675" y="99069"/>
                </a:lnTo>
                <a:lnTo>
                  <a:pt x="237129" y="99092"/>
                </a:lnTo>
                <a:lnTo>
                  <a:pt x="236596" y="99125"/>
                </a:lnTo>
                <a:lnTo>
                  <a:pt x="236076" y="99166"/>
                </a:lnTo>
                <a:lnTo>
                  <a:pt x="235571" y="99217"/>
                </a:lnTo>
                <a:lnTo>
                  <a:pt x="235078" y="99278"/>
                </a:lnTo>
                <a:lnTo>
                  <a:pt x="234600" y="99347"/>
                </a:lnTo>
                <a:lnTo>
                  <a:pt x="234135" y="99426"/>
                </a:lnTo>
                <a:lnTo>
                  <a:pt x="233683" y="99514"/>
                </a:lnTo>
                <a:lnTo>
                  <a:pt x="233246" y="99612"/>
                </a:lnTo>
                <a:lnTo>
                  <a:pt x="232821" y="99718"/>
                </a:lnTo>
                <a:lnTo>
                  <a:pt x="232411" y="99834"/>
                </a:lnTo>
                <a:lnTo>
                  <a:pt x="232013" y="99960"/>
                </a:lnTo>
                <a:lnTo>
                  <a:pt x="231630" y="100094"/>
                </a:lnTo>
                <a:lnTo>
                  <a:pt x="231260" y="100238"/>
                </a:lnTo>
                <a:lnTo>
                  <a:pt x="230904" y="100391"/>
                </a:lnTo>
                <a:lnTo>
                  <a:pt x="230561" y="100553"/>
                </a:lnTo>
                <a:lnTo>
                  <a:pt x="230232" y="100725"/>
                </a:lnTo>
                <a:lnTo>
                  <a:pt x="229916" y="100906"/>
                </a:lnTo>
                <a:lnTo>
                  <a:pt x="229614" y="101096"/>
                </a:lnTo>
                <a:lnTo>
                  <a:pt x="229326" y="101295"/>
                </a:lnTo>
                <a:lnTo>
                  <a:pt x="229051" y="101504"/>
                </a:lnTo>
                <a:lnTo>
                  <a:pt x="228790" y="101722"/>
                </a:lnTo>
                <a:lnTo>
                  <a:pt x="228540" y="101948"/>
                </a:lnTo>
                <a:lnTo>
                  <a:pt x="228302" y="102179"/>
                </a:lnTo>
                <a:lnTo>
                  <a:pt x="228074" y="102417"/>
                </a:lnTo>
                <a:lnTo>
                  <a:pt x="227857" y="102661"/>
                </a:lnTo>
                <a:lnTo>
                  <a:pt x="227650" y="102910"/>
                </a:lnTo>
                <a:lnTo>
                  <a:pt x="227454" y="103166"/>
                </a:lnTo>
                <a:lnTo>
                  <a:pt x="227268" y="103427"/>
                </a:lnTo>
                <a:lnTo>
                  <a:pt x="227093" y="103694"/>
                </a:lnTo>
                <a:lnTo>
                  <a:pt x="226929" y="103968"/>
                </a:lnTo>
                <a:lnTo>
                  <a:pt x="226775" y="104247"/>
                </a:lnTo>
                <a:lnTo>
                  <a:pt x="226632" y="104532"/>
                </a:lnTo>
                <a:lnTo>
                  <a:pt x="226499" y="104824"/>
                </a:lnTo>
                <a:lnTo>
                  <a:pt x="226377" y="105121"/>
                </a:lnTo>
                <a:lnTo>
                  <a:pt x="226271" y="105411"/>
                </a:lnTo>
                <a:lnTo>
                  <a:pt x="226250" y="105360"/>
                </a:lnTo>
                <a:lnTo>
                  <a:pt x="226093" y="105024"/>
                </a:lnTo>
                <a:lnTo>
                  <a:pt x="225922" y="104690"/>
                </a:lnTo>
                <a:lnTo>
                  <a:pt x="225735" y="104359"/>
                </a:lnTo>
                <a:close/>
                <a:moveTo>
                  <a:pt x="168351" y="22744"/>
                </a:moveTo>
                <a:lnTo>
                  <a:pt x="169250" y="22785"/>
                </a:lnTo>
                <a:lnTo>
                  <a:pt x="170130" y="22842"/>
                </a:lnTo>
                <a:lnTo>
                  <a:pt x="170992" y="22915"/>
                </a:lnTo>
                <a:lnTo>
                  <a:pt x="171834" y="23005"/>
                </a:lnTo>
                <a:lnTo>
                  <a:pt x="172658" y="23112"/>
                </a:lnTo>
                <a:lnTo>
                  <a:pt x="173462" y="23234"/>
                </a:lnTo>
                <a:lnTo>
                  <a:pt x="174248" y="23374"/>
                </a:lnTo>
                <a:lnTo>
                  <a:pt x="175015" y="23529"/>
                </a:lnTo>
                <a:lnTo>
                  <a:pt x="175763" y="23701"/>
                </a:lnTo>
                <a:lnTo>
                  <a:pt x="176492" y="23889"/>
                </a:lnTo>
                <a:lnTo>
                  <a:pt x="177202" y="24093"/>
                </a:lnTo>
                <a:lnTo>
                  <a:pt x="177894" y="24314"/>
                </a:lnTo>
                <a:lnTo>
                  <a:pt x="178566" y="24551"/>
                </a:lnTo>
                <a:lnTo>
                  <a:pt x="179220" y="24805"/>
                </a:lnTo>
                <a:lnTo>
                  <a:pt x="179854" y="25075"/>
                </a:lnTo>
                <a:lnTo>
                  <a:pt x="180470" y="25361"/>
                </a:lnTo>
                <a:lnTo>
                  <a:pt x="181067" y="25664"/>
                </a:lnTo>
                <a:lnTo>
                  <a:pt x="181645" y="25983"/>
                </a:lnTo>
                <a:lnTo>
                  <a:pt x="182204" y="26318"/>
                </a:lnTo>
                <a:lnTo>
                  <a:pt x="182744" y="26670"/>
                </a:lnTo>
                <a:lnTo>
                  <a:pt x="183266" y="27038"/>
                </a:lnTo>
                <a:lnTo>
                  <a:pt x="183768" y="27423"/>
                </a:lnTo>
                <a:lnTo>
                  <a:pt x="184251" y="27816"/>
                </a:lnTo>
                <a:lnTo>
                  <a:pt x="184713" y="28213"/>
                </a:lnTo>
                <a:lnTo>
                  <a:pt x="185155" y="28612"/>
                </a:lnTo>
                <a:lnTo>
                  <a:pt x="185576" y="29015"/>
                </a:lnTo>
                <a:lnTo>
                  <a:pt x="185977" y="29420"/>
                </a:lnTo>
                <a:lnTo>
                  <a:pt x="186357" y="29827"/>
                </a:lnTo>
                <a:lnTo>
                  <a:pt x="186716" y="30238"/>
                </a:lnTo>
                <a:lnTo>
                  <a:pt x="187055" y="30651"/>
                </a:lnTo>
                <a:lnTo>
                  <a:pt x="187373" y="31068"/>
                </a:lnTo>
                <a:lnTo>
                  <a:pt x="187671" y="31487"/>
                </a:lnTo>
                <a:lnTo>
                  <a:pt x="187949" y="31909"/>
                </a:lnTo>
                <a:lnTo>
                  <a:pt x="188205" y="32333"/>
                </a:lnTo>
                <a:lnTo>
                  <a:pt x="188442" y="32761"/>
                </a:lnTo>
                <a:lnTo>
                  <a:pt x="188657" y="33191"/>
                </a:lnTo>
                <a:lnTo>
                  <a:pt x="188853" y="33624"/>
                </a:lnTo>
                <a:lnTo>
                  <a:pt x="189027" y="34060"/>
                </a:lnTo>
                <a:lnTo>
                  <a:pt x="189181" y="34499"/>
                </a:lnTo>
                <a:lnTo>
                  <a:pt x="189315" y="34940"/>
                </a:lnTo>
                <a:lnTo>
                  <a:pt x="189428" y="35384"/>
                </a:lnTo>
                <a:lnTo>
                  <a:pt x="189520" y="35831"/>
                </a:lnTo>
                <a:lnTo>
                  <a:pt x="189592" y="36281"/>
                </a:lnTo>
                <a:lnTo>
                  <a:pt x="189643" y="36734"/>
                </a:lnTo>
                <a:lnTo>
                  <a:pt x="189674" y="37190"/>
                </a:lnTo>
                <a:lnTo>
                  <a:pt x="189685" y="37648"/>
                </a:lnTo>
                <a:lnTo>
                  <a:pt x="189679" y="37957"/>
                </a:lnTo>
                <a:lnTo>
                  <a:pt x="189663" y="38267"/>
                </a:lnTo>
                <a:lnTo>
                  <a:pt x="189636" y="38577"/>
                </a:lnTo>
                <a:lnTo>
                  <a:pt x="189598" y="38887"/>
                </a:lnTo>
                <a:lnTo>
                  <a:pt x="189550" y="39198"/>
                </a:lnTo>
                <a:lnTo>
                  <a:pt x="189491" y="39509"/>
                </a:lnTo>
                <a:lnTo>
                  <a:pt x="189421" y="39820"/>
                </a:lnTo>
                <a:lnTo>
                  <a:pt x="189340" y="40132"/>
                </a:lnTo>
                <a:lnTo>
                  <a:pt x="189248" y="40444"/>
                </a:lnTo>
                <a:lnTo>
                  <a:pt x="189146" y="40756"/>
                </a:lnTo>
                <a:lnTo>
                  <a:pt x="189033" y="41069"/>
                </a:lnTo>
                <a:lnTo>
                  <a:pt x="188909" y="41382"/>
                </a:lnTo>
                <a:lnTo>
                  <a:pt x="188775" y="41695"/>
                </a:lnTo>
                <a:lnTo>
                  <a:pt x="188629" y="42009"/>
                </a:lnTo>
                <a:lnTo>
                  <a:pt x="188473" y="42323"/>
                </a:lnTo>
                <a:lnTo>
                  <a:pt x="188306" y="42638"/>
                </a:lnTo>
                <a:lnTo>
                  <a:pt x="188128" y="42953"/>
                </a:lnTo>
                <a:lnTo>
                  <a:pt x="187940" y="43268"/>
                </a:lnTo>
                <a:lnTo>
                  <a:pt x="187741" y="43583"/>
                </a:lnTo>
                <a:lnTo>
                  <a:pt x="187531" y="43899"/>
                </a:lnTo>
                <a:lnTo>
                  <a:pt x="187310" y="44215"/>
                </a:lnTo>
                <a:lnTo>
                  <a:pt x="187079" y="44531"/>
                </a:lnTo>
                <a:lnTo>
                  <a:pt x="186836" y="44848"/>
                </a:lnTo>
                <a:lnTo>
                  <a:pt x="186583" y="45165"/>
                </a:lnTo>
                <a:lnTo>
                  <a:pt x="186315" y="45482"/>
                </a:lnTo>
                <a:lnTo>
                  <a:pt x="186026" y="45797"/>
                </a:lnTo>
                <a:lnTo>
                  <a:pt x="185716" y="46111"/>
                </a:lnTo>
                <a:lnTo>
                  <a:pt x="185386" y="46423"/>
                </a:lnTo>
                <a:lnTo>
                  <a:pt x="185036" y="46734"/>
                </a:lnTo>
                <a:lnTo>
                  <a:pt x="184666" y="47044"/>
                </a:lnTo>
                <a:lnTo>
                  <a:pt x="184275" y="47353"/>
                </a:lnTo>
                <a:lnTo>
                  <a:pt x="183864" y="47660"/>
                </a:lnTo>
                <a:lnTo>
                  <a:pt x="183432" y="47966"/>
                </a:lnTo>
                <a:lnTo>
                  <a:pt x="182980" y="48271"/>
                </a:lnTo>
                <a:lnTo>
                  <a:pt x="182508" y="48574"/>
                </a:lnTo>
                <a:lnTo>
                  <a:pt x="182015" y="48876"/>
                </a:lnTo>
                <a:lnTo>
                  <a:pt x="181502" y="49176"/>
                </a:lnTo>
                <a:lnTo>
                  <a:pt x="180968" y="49476"/>
                </a:lnTo>
                <a:lnTo>
                  <a:pt x="180414" y="49774"/>
                </a:lnTo>
                <a:lnTo>
                  <a:pt x="179840" y="50071"/>
                </a:lnTo>
                <a:lnTo>
                  <a:pt x="179245" y="50366"/>
                </a:lnTo>
                <a:lnTo>
                  <a:pt x="178630" y="50660"/>
                </a:lnTo>
                <a:lnTo>
                  <a:pt x="177995" y="50953"/>
                </a:lnTo>
                <a:lnTo>
                  <a:pt x="177339" y="51244"/>
                </a:lnTo>
                <a:lnTo>
                  <a:pt x="176663" y="51534"/>
                </a:lnTo>
                <a:lnTo>
                  <a:pt x="175966" y="51823"/>
                </a:lnTo>
                <a:lnTo>
                  <a:pt x="175249" y="52111"/>
                </a:lnTo>
                <a:lnTo>
                  <a:pt x="174512" y="52397"/>
                </a:lnTo>
                <a:lnTo>
                  <a:pt x="173952" y="52606"/>
                </a:lnTo>
                <a:lnTo>
                  <a:pt x="173386" y="52807"/>
                </a:lnTo>
                <a:lnTo>
                  <a:pt x="172814" y="52999"/>
                </a:lnTo>
                <a:lnTo>
                  <a:pt x="172235" y="53181"/>
                </a:lnTo>
                <a:lnTo>
                  <a:pt x="171650" y="53355"/>
                </a:lnTo>
                <a:lnTo>
                  <a:pt x="171059" y="53520"/>
                </a:lnTo>
                <a:lnTo>
                  <a:pt x="170461" y="53676"/>
                </a:lnTo>
                <a:lnTo>
                  <a:pt x="169857" y="53823"/>
                </a:lnTo>
                <a:lnTo>
                  <a:pt x="169247" y="53961"/>
                </a:lnTo>
                <a:lnTo>
                  <a:pt x="168631" y="54091"/>
                </a:lnTo>
                <a:lnTo>
                  <a:pt x="168008" y="54211"/>
                </a:lnTo>
                <a:lnTo>
                  <a:pt x="167379" y="54322"/>
                </a:lnTo>
                <a:lnTo>
                  <a:pt x="166744" y="54425"/>
                </a:lnTo>
                <a:lnTo>
                  <a:pt x="166102" y="54519"/>
                </a:lnTo>
                <a:lnTo>
                  <a:pt x="165454" y="54603"/>
                </a:lnTo>
                <a:lnTo>
                  <a:pt x="164800" y="54679"/>
                </a:lnTo>
                <a:lnTo>
                  <a:pt x="164139" y="54746"/>
                </a:lnTo>
                <a:lnTo>
                  <a:pt x="163473" y="54804"/>
                </a:lnTo>
                <a:lnTo>
                  <a:pt x="162800" y="54853"/>
                </a:lnTo>
                <a:lnTo>
                  <a:pt x="162120" y="54893"/>
                </a:lnTo>
                <a:lnTo>
                  <a:pt x="161434" y="54924"/>
                </a:lnTo>
                <a:lnTo>
                  <a:pt x="160742" y="54947"/>
                </a:lnTo>
                <a:lnTo>
                  <a:pt x="160044" y="54960"/>
                </a:lnTo>
                <a:lnTo>
                  <a:pt x="159340" y="54964"/>
                </a:lnTo>
                <a:lnTo>
                  <a:pt x="144072" y="54964"/>
                </a:lnTo>
                <a:lnTo>
                  <a:pt x="144072" y="22520"/>
                </a:lnTo>
                <a:lnTo>
                  <a:pt x="166496" y="22711"/>
                </a:lnTo>
                <a:lnTo>
                  <a:pt x="167433" y="22719"/>
                </a:lnTo>
                <a:lnTo>
                  <a:pt x="168351" y="22744"/>
                </a:lnTo>
                <a:close/>
                <a:moveTo>
                  <a:pt x="407913" y="78801"/>
                </a:moveTo>
                <a:lnTo>
                  <a:pt x="408859" y="78777"/>
                </a:lnTo>
                <a:lnTo>
                  <a:pt x="409789" y="78742"/>
                </a:lnTo>
                <a:lnTo>
                  <a:pt x="410703" y="78698"/>
                </a:lnTo>
                <a:lnTo>
                  <a:pt x="411601" y="78645"/>
                </a:lnTo>
                <a:lnTo>
                  <a:pt x="412482" y="78581"/>
                </a:lnTo>
                <a:lnTo>
                  <a:pt x="413348" y="78508"/>
                </a:lnTo>
                <a:lnTo>
                  <a:pt x="414197" y="78425"/>
                </a:lnTo>
                <a:lnTo>
                  <a:pt x="415031" y="78333"/>
                </a:lnTo>
                <a:lnTo>
                  <a:pt x="415848" y="78230"/>
                </a:lnTo>
                <a:lnTo>
                  <a:pt x="416649" y="78118"/>
                </a:lnTo>
                <a:lnTo>
                  <a:pt x="417434" y="77996"/>
                </a:lnTo>
                <a:lnTo>
                  <a:pt x="418203" y="77865"/>
                </a:lnTo>
                <a:lnTo>
                  <a:pt x="418956" y="77723"/>
                </a:lnTo>
                <a:lnTo>
                  <a:pt x="419693" y="77572"/>
                </a:lnTo>
                <a:lnTo>
                  <a:pt x="420414" y="77411"/>
                </a:lnTo>
                <a:lnTo>
                  <a:pt x="421119" y="77240"/>
                </a:lnTo>
                <a:lnTo>
                  <a:pt x="421808" y="77060"/>
                </a:lnTo>
                <a:lnTo>
                  <a:pt x="422481" y="76870"/>
                </a:lnTo>
                <a:lnTo>
                  <a:pt x="423137" y="76670"/>
                </a:lnTo>
                <a:lnTo>
                  <a:pt x="423778" y="76460"/>
                </a:lnTo>
                <a:lnTo>
                  <a:pt x="424402" y="76241"/>
                </a:lnTo>
                <a:lnTo>
                  <a:pt x="425011" y="76011"/>
                </a:lnTo>
                <a:lnTo>
                  <a:pt x="425611" y="75772"/>
                </a:lnTo>
                <a:lnTo>
                  <a:pt x="426209" y="75524"/>
                </a:lnTo>
                <a:lnTo>
                  <a:pt x="426807" y="75265"/>
                </a:lnTo>
                <a:lnTo>
                  <a:pt x="427404" y="74997"/>
                </a:lnTo>
                <a:lnTo>
                  <a:pt x="428000" y="74720"/>
                </a:lnTo>
                <a:lnTo>
                  <a:pt x="428595" y="74433"/>
                </a:lnTo>
                <a:lnTo>
                  <a:pt x="429189" y="74137"/>
                </a:lnTo>
                <a:lnTo>
                  <a:pt x="429782" y="73831"/>
                </a:lnTo>
                <a:lnTo>
                  <a:pt x="430374" y="73515"/>
                </a:lnTo>
                <a:lnTo>
                  <a:pt x="430965" y="73190"/>
                </a:lnTo>
                <a:lnTo>
                  <a:pt x="431555" y="72855"/>
                </a:lnTo>
                <a:lnTo>
                  <a:pt x="432144" y="72510"/>
                </a:lnTo>
                <a:lnTo>
                  <a:pt x="432732" y="72157"/>
                </a:lnTo>
                <a:lnTo>
                  <a:pt x="433319" y="71793"/>
                </a:lnTo>
                <a:lnTo>
                  <a:pt x="433904" y="71420"/>
                </a:lnTo>
                <a:lnTo>
                  <a:pt x="434489" y="71037"/>
                </a:lnTo>
                <a:lnTo>
                  <a:pt x="435073" y="70645"/>
                </a:lnTo>
                <a:lnTo>
                  <a:pt x="435656" y="70243"/>
                </a:lnTo>
                <a:lnTo>
                  <a:pt x="436238" y="69832"/>
                </a:lnTo>
                <a:lnTo>
                  <a:pt x="436819" y="69411"/>
                </a:lnTo>
                <a:lnTo>
                  <a:pt x="437399" y="68981"/>
                </a:lnTo>
                <a:lnTo>
                  <a:pt x="437978" y="68541"/>
                </a:lnTo>
                <a:lnTo>
                  <a:pt x="438556" y="68091"/>
                </a:lnTo>
                <a:lnTo>
                  <a:pt x="439133" y="67632"/>
                </a:lnTo>
                <a:lnTo>
                  <a:pt x="439703" y="67168"/>
                </a:lnTo>
                <a:lnTo>
                  <a:pt x="440259" y="66703"/>
                </a:lnTo>
                <a:lnTo>
                  <a:pt x="440801" y="66238"/>
                </a:lnTo>
                <a:lnTo>
                  <a:pt x="441330" y="65772"/>
                </a:lnTo>
                <a:lnTo>
                  <a:pt x="441844" y="65306"/>
                </a:lnTo>
                <a:lnTo>
                  <a:pt x="442345" y="64839"/>
                </a:lnTo>
                <a:lnTo>
                  <a:pt x="442832" y="64372"/>
                </a:lnTo>
                <a:lnTo>
                  <a:pt x="443306" y="63904"/>
                </a:lnTo>
                <a:lnTo>
                  <a:pt x="443765" y="63436"/>
                </a:lnTo>
                <a:lnTo>
                  <a:pt x="444211" y="62968"/>
                </a:lnTo>
                <a:lnTo>
                  <a:pt x="444643" y="62498"/>
                </a:lnTo>
                <a:lnTo>
                  <a:pt x="445062" y="62029"/>
                </a:lnTo>
                <a:lnTo>
                  <a:pt x="445466" y="61559"/>
                </a:lnTo>
                <a:lnTo>
                  <a:pt x="445857" y="61088"/>
                </a:lnTo>
                <a:lnTo>
                  <a:pt x="446234" y="60617"/>
                </a:lnTo>
                <a:lnTo>
                  <a:pt x="446598" y="60145"/>
                </a:lnTo>
                <a:lnTo>
                  <a:pt x="446947" y="59673"/>
                </a:lnTo>
                <a:lnTo>
                  <a:pt x="447283" y="59200"/>
                </a:lnTo>
                <a:lnTo>
                  <a:pt x="447605" y="58727"/>
                </a:lnTo>
                <a:lnTo>
                  <a:pt x="447914" y="58254"/>
                </a:lnTo>
                <a:lnTo>
                  <a:pt x="448208" y="57779"/>
                </a:lnTo>
                <a:lnTo>
                  <a:pt x="448489" y="57305"/>
                </a:lnTo>
                <a:lnTo>
                  <a:pt x="448756" y="56830"/>
                </a:lnTo>
                <a:lnTo>
                  <a:pt x="449010" y="56354"/>
                </a:lnTo>
                <a:lnTo>
                  <a:pt x="449329" y="55718"/>
                </a:lnTo>
                <a:lnTo>
                  <a:pt x="449635" y="55078"/>
                </a:lnTo>
                <a:lnTo>
                  <a:pt x="449927" y="54435"/>
                </a:lnTo>
                <a:lnTo>
                  <a:pt x="450205" y="53789"/>
                </a:lnTo>
                <a:lnTo>
                  <a:pt x="450470" y="53139"/>
                </a:lnTo>
                <a:lnTo>
                  <a:pt x="450722" y="52487"/>
                </a:lnTo>
                <a:lnTo>
                  <a:pt x="450959" y="51831"/>
                </a:lnTo>
                <a:lnTo>
                  <a:pt x="451183" y="51171"/>
                </a:lnTo>
                <a:lnTo>
                  <a:pt x="451394" y="50509"/>
                </a:lnTo>
                <a:lnTo>
                  <a:pt x="451591" y="49843"/>
                </a:lnTo>
                <a:lnTo>
                  <a:pt x="451774" y="49173"/>
                </a:lnTo>
                <a:lnTo>
                  <a:pt x="451944" y="48501"/>
                </a:lnTo>
                <a:lnTo>
                  <a:pt x="452100" y="47825"/>
                </a:lnTo>
                <a:lnTo>
                  <a:pt x="452243" y="47146"/>
                </a:lnTo>
                <a:lnTo>
                  <a:pt x="452372" y="46463"/>
                </a:lnTo>
                <a:lnTo>
                  <a:pt x="452488" y="45778"/>
                </a:lnTo>
                <a:lnTo>
                  <a:pt x="452589" y="45089"/>
                </a:lnTo>
                <a:lnTo>
                  <a:pt x="452678" y="44396"/>
                </a:lnTo>
                <a:lnTo>
                  <a:pt x="452752" y="43701"/>
                </a:lnTo>
                <a:lnTo>
                  <a:pt x="452814" y="43002"/>
                </a:lnTo>
                <a:lnTo>
                  <a:pt x="452861" y="42300"/>
                </a:lnTo>
                <a:lnTo>
                  <a:pt x="452895" y="41594"/>
                </a:lnTo>
                <a:lnTo>
                  <a:pt x="452915" y="40886"/>
                </a:lnTo>
                <a:lnTo>
                  <a:pt x="452922" y="40174"/>
                </a:lnTo>
                <a:lnTo>
                  <a:pt x="452902" y="38889"/>
                </a:lnTo>
                <a:lnTo>
                  <a:pt x="452842" y="37620"/>
                </a:lnTo>
                <a:lnTo>
                  <a:pt x="452741" y="36368"/>
                </a:lnTo>
                <a:lnTo>
                  <a:pt x="452600" y="35133"/>
                </a:lnTo>
                <a:lnTo>
                  <a:pt x="452419" y="33913"/>
                </a:lnTo>
                <a:lnTo>
                  <a:pt x="452198" y="32711"/>
                </a:lnTo>
                <a:lnTo>
                  <a:pt x="451936" y="31524"/>
                </a:lnTo>
                <a:lnTo>
                  <a:pt x="451634" y="30354"/>
                </a:lnTo>
                <a:lnTo>
                  <a:pt x="451292" y="29200"/>
                </a:lnTo>
                <a:lnTo>
                  <a:pt x="450909" y="28063"/>
                </a:lnTo>
                <a:lnTo>
                  <a:pt x="450487" y="26942"/>
                </a:lnTo>
                <a:lnTo>
                  <a:pt x="450024" y="25837"/>
                </a:lnTo>
                <a:lnTo>
                  <a:pt x="449521" y="24749"/>
                </a:lnTo>
                <a:lnTo>
                  <a:pt x="448977" y="23677"/>
                </a:lnTo>
                <a:lnTo>
                  <a:pt x="448393" y="22621"/>
                </a:lnTo>
                <a:lnTo>
                  <a:pt x="447769" y="21582"/>
                </a:lnTo>
                <a:lnTo>
                  <a:pt x="447105" y="20559"/>
                </a:lnTo>
                <a:lnTo>
                  <a:pt x="446401" y="19552"/>
                </a:lnTo>
                <a:lnTo>
                  <a:pt x="445656" y="18562"/>
                </a:lnTo>
                <a:lnTo>
                  <a:pt x="444871" y="17589"/>
                </a:lnTo>
                <a:lnTo>
                  <a:pt x="444046" y="16631"/>
                </a:lnTo>
                <a:lnTo>
                  <a:pt x="443180" y="15690"/>
                </a:lnTo>
                <a:lnTo>
                  <a:pt x="442274" y="14766"/>
                </a:lnTo>
                <a:lnTo>
                  <a:pt x="441328" y="13857"/>
                </a:lnTo>
                <a:lnTo>
                  <a:pt x="440348" y="12976"/>
                </a:lnTo>
                <a:lnTo>
                  <a:pt x="439339" y="12132"/>
                </a:lnTo>
                <a:lnTo>
                  <a:pt x="438301" y="11325"/>
                </a:lnTo>
                <a:lnTo>
                  <a:pt x="437234" y="10556"/>
                </a:lnTo>
                <a:lnTo>
                  <a:pt x="436139" y="9825"/>
                </a:lnTo>
                <a:lnTo>
                  <a:pt x="435015" y="9131"/>
                </a:lnTo>
                <a:lnTo>
                  <a:pt x="433863" y="8474"/>
                </a:lnTo>
                <a:lnTo>
                  <a:pt x="432682" y="7855"/>
                </a:lnTo>
                <a:lnTo>
                  <a:pt x="431472" y="7274"/>
                </a:lnTo>
                <a:lnTo>
                  <a:pt x="430233" y="6730"/>
                </a:lnTo>
                <a:lnTo>
                  <a:pt x="428966" y="6223"/>
                </a:lnTo>
                <a:lnTo>
                  <a:pt x="427671" y="5755"/>
                </a:lnTo>
                <a:lnTo>
                  <a:pt x="426346" y="5323"/>
                </a:lnTo>
                <a:lnTo>
                  <a:pt x="424993" y="4929"/>
                </a:lnTo>
                <a:lnTo>
                  <a:pt x="423611" y="4573"/>
                </a:lnTo>
                <a:lnTo>
                  <a:pt x="422201" y="4254"/>
                </a:lnTo>
                <a:lnTo>
                  <a:pt x="420762" y="3973"/>
                </a:lnTo>
                <a:lnTo>
                  <a:pt x="419294" y="3729"/>
                </a:lnTo>
                <a:lnTo>
                  <a:pt x="417798" y="3522"/>
                </a:lnTo>
                <a:lnTo>
                  <a:pt x="416273" y="3354"/>
                </a:lnTo>
                <a:lnTo>
                  <a:pt x="414719" y="3222"/>
                </a:lnTo>
                <a:lnTo>
                  <a:pt x="413137" y="3129"/>
                </a:lnTo>
                <a:lnTo>
                  <a:pt x="411526" y="3072"/>
                </a:lnTo>
                <a:lnTo>
                  <a:pt x="409886" y="3054"/>
                </a:lnTo>
                <a:lnTo>
                  <a:pt x="364846" y="2863"/>
                </a:lnTo>
                <a:lnTo>
                  <a:pt x="364264" y="2867"/>
                </a:lnTo>
                <a:lnTo>
                  <a:pt x="363697" y="2882"/>
                </a:lnTo>
                <a:lnTo>
                  <a:pt x="363144" y="2905"/>
                </a:lnTo>
                <a:lnTo>
                  <a:pt x="362605" y="2938"/>
                </a:lnTo>
                <a:lnTo>
                  <a:pt x="362079" y="2981"/>
                </a:lnTo>
                <a:lnTo>
                  <a:pt x="361568" y="3033"/>
                </a:lnTo>
                <a:lnTo>
                  <a:pt x="361072" y="3094"/>
                </a:lnTo>
                <a:lnTo>
                  <a:pt x="360589" y="3165"/>
                </a:lnTo>
                <a:lnTo>
                  <a:pt x="360120" y="3245"/>
                </a:lnTo>
                <a:lnTo>
                  <a:pt x="359665" y="3335"/>
                </a:lnTo>
                <a:lnTo>
                  <a:pt x="359225" y="3434"/>
                </a:lnTo>
                <a:lnTo>
                  <a:pt x="358798" y="3543"/>
                </a:lnTo>
                <a:lnTo>
                  <a:pt x="358386" y="3661"/>
                </a:lnTo>
                <a:lnTo>
                  <a:pt x="357987" y="3788"/>
                </a:lnTo>
                <a:lnTo>
                  <a:pt x="357603" y="3925"/>
                </a:lnTo>
                <a:lnTo>
                  <a:pt x="357233" y="4071"/>
                </a:lnTo>
                <a:lnTo>
                  <a:pt x="356877" y="4227"/>
                </a:lnTo>
                <a:lnTo>
                  <a:pt x="356535" y="4393"/>
                </a:lnTo>
                <a:lnTo>
                  <a:pt x="356207" y="4567"/>
                </a:lnTo>
                <a:lnTo>
                  <a:pt x="355893" y="4751"/>
                </a:lnTo>
                <a:lnTo>
                  <a:pt x="355593" y="4945"/>
                </a:lnTo>
                <a:lnTo>
                  <a:pt x="355308" y="5148"/>
                </a:lnTo>
                <a:lnTo>
                  <a:pt x="355036" y="5360"/>
                </a:lnTo>
                <a:lnTo>
                  <a:pt x="354778" y="5582"/>
                </a:lnTo>
                <a:lnTo>
                  <a:pt x="354533" y="5812"/>
                </a:lnTo>
                <a:lnTo>
                  <a:pt x="354298" y="6047"/>
                </a:lnTo>
                <a:lnTo>
                  <a:pt x="354074" y="6288"/>
                </a:lnTo>
                <a:lnTo>
                  <a:pt x="353860" y="6535"/>
                </a:lnTo>
                <a:lnTo>
                  <a:pt x="353656" y="6788"/>
                </a:lnTo>
                <a:lnTo>
                  <a:pt x="353463" y="7046"/>
                </a:lnTo>
                <a:lnTo>
                  <a:pt x="353281" y="7311"/>
                </a:lnTo>
                <a:lnTo>
                  <a:pt x="353108" y="7581"/>
                </a:lnTo>
                <a:lnTo>
                  <a:pt x="352947" y="7857"/>
                </a:lnTo>
                <a:lnTo>
                  <a:pt x="352795" y="8139"/>
                </a:lnTo>
                <a:lnTo>
                  <a:pt x="352654" y="8426"/>
                </a:lnTo>
                <a:lnTo>
                  <a:pt x="352524" y="8719"/>
                </a:lnTo>
                <a:lnTo>
                  <a:pt x="352404" y="9019"/>
                </a:lnTo>
                <a:lnTo>
                  <a:pt x="352294" y="9323"/>
                </a:lnTo>
                <a:lnTo>
                  <a:pt x="352195" y="9634"/>
                </a:lnTo>
                <a:lnTo>
                  <a:pt x="352107" y="9951"/>
                </a:lnTo>
                <a:lnTo>
                  <a:pt x="352028" y="10273"/>
                </a:lnTo>
                <a:lnTo>
                  <a:pt x="351960" y="10601"/>
                </a:lnTo>
                <a:lnTo>
                  <a:pt x="351903" y="10935"/>
                </a:lnTo>
                <a:lnTo>
                  <a:pt x="351856" y="11275"/>
                </a:lnTo>
                <a:lnTo>
                  <a:pt x="351820" y="11620"/>
                </a:lnTo>
                <a:lnTo>
                  <a:pt x="351793" y="11971"/>
                </a:lnTo>
                <a:lnTo>
                  <a:pt x="351778" y="12329"/>
                </a:lnTo>
                <a:lnTo>
                  <a:pt x="351773" y="12691"/>
                </a:lnTo>
                <a:lnTo>
                  <a:pt x="351778" y="13054"/>
                </a:lnTo>
                <a:lnTo>
                  <a:pt x="351793" y="13411"/>
                </a:lnTo>
                <a:lnTo>
                  <a:pt x="351820" y="13763"/>
                </a:lnTo>
                <a:lnTo>
                  <a:pt x="351856" y="14108"/>
                </a:lnTo>
                <a:lnTo>
                  <a:pt x="351903" y="14448"/>
                </a:lnTo>
                <a:lnTo>
                  <a:pt x="351960" y="14782"/>
                </a:lnTo>
                <a:lnTo>
                  <a:pt x="352028" y="15110"/>
                </a:lnTo>
                <a:lnTo>
                  <a:pt x="352107" y="15432"/>
                </a:lnTo>
                <a:lnTo>
                  <a:pt x="352195" y="15749"/>
                </a:lnTo>
                <a:lnTo>
                  <a:pt x="352294" y="16059"/>
                </a:lnTo>
                <a:lnTo>
                  <a:pt x="352404" y="16364"/>
                </a:lnTo>
                <a:lnTo>
                  <a:pt x="352524" y="16663"/>
                </a:lnTo>
                <a:lnTo>
                  <a:pt x="352654" y="16957"/>
                </a:lnTo>
                <a:lnTo>
                  <a:pt x="352795" y="17244"/>
                </a:lnTo>
                <a:lnTo>
                  <a:pt x="352947" y="17526"/>
                </a:lnTo>
                <a:lnTo>
                  <a:pt x="353108" y="17802"/>
                </a:lnTo>
                <a:lnTo>
                  <a:pt x="353281" y="18072"/>
                </a:lnTo>
                <a:lnTo>
                  <a:pt x="353463" y="18336"/>
                </a:lnTo>
                <a:lnTo>
                  <a:pt x="353656" y="18595"/>
                </a:lnTo>
                <a:lnTo>
                  <a:pt x="353860" y="18848"/>
                </a:lnTo>
                <a:lnTo>
                  <a:pt x="354074" y="19095"/>
                </a:lnTo>
                <a:lnTo>
                  <a:pt x="354298" y="19336"/>
                </a:lnTo>
                <a:lnTo>
                  <a:pt x="354533" y="19571"/>
                </a:lnTo>
                <a:lnTo>
                  <a:pt x="354778" y="19801"/>
                </a:lnTo>
                <a:lnTo>
                  <a:pt x="355036" y="20022"/>
                </a:lnTo>
                <a:lnTo>
                  <a:pt x="355308" y="20235"/>
                </a:lnTo>
                <a:lnTo>
                  <a:pt x="355593" y="20438"/>
                </a:lnTo>
                <a:lnTo>
                  <a:pt x="355893" y="20632"/>
                </a:lnTo>
                <a:lnTo>
                  <a:pt x="356207" y="20816"/>
                </a:lnTo>
                <a:lnTo>
                  <a:pt x="356535" y="20990"/>
                </a:lnTo>
                <a:lnTo>
                  <a:pt x="356877" y="21156"/>
                </a:lnTo>
                <a:lnTo>
                  <a:pt x="357233" y="21311"/>
                </a:lnTo>
                <a:lnTo>
                  <a:pt x="357603" y="21458"/>
                </a:lnTo>
                <a:lnTo>
                  <a:pt x="357987" y="21595"/>
                </a:lnTo>
                <a:lnTo>
                  <a:pt x="358386" y="21722"/>
                </a:lnTo>
                <a:lnTo>
                  <a:pt x="358798" y="21840"/>
                </a:lnTo>
                <a:lnTo>
                  <a:pt x="359225" y="21949"/>
                </a:lnTo>
                <a:lnTo>
                  <a:pt x="359665" y="22048"/>
                </a:lnTo>
                <a:lnTo>
                  <a:pt x="360120" y="22138"/>
                </a:lnTo>
                <a:lnTo>
                  <a:pt x="360589" y="22218"/>
                </a:lnTo>
                <a:lnTo>
                  <a:pt x="361072" y="22289"/>
                </a:lnTo>
                <a:lnTo>
                  <a:pt x="361568" y="22350"/>
                </a:lnTo>
                <a:lnTo>
                  <a:pt x="362079" y="22402"/>
                </a:lnTo>
                <a:lnTo>
                  <a:pt x="362605" y="22445"/>
                </a:lnTo>
                <a:lnTo>
                  <a:pt x="363144" y="22478"/>
                </a:lnTo>
                <a:lnTo>
                  <a:pt x="363697" y="22501"/>
                </a:lnTo>
                <a:lnTo>
                  <a:pt x="364264" y="22515"/>
                </a:lnTo>
                <a:lnTo>
                  <a:pt x="364846" y="22520"/>
                </a:lnTo>
                <a:lnTo>
                  <a:pt x="367899" y="22520"/>
                </a:lnTo>
                <a:lnTo>
                  <a:pt x="367899" y="99050"/>
                </a:lnTo>
                <a:lnTo>
                  <a:pt x="364846" y="99050"/>
                </a:lnTo>
                <a:lnTo>
                  <a:pt x="364272" y="99055"/>
                </a:lnTo>
                <a:lnTo>
                  <a:pt x="363712" y="99069"/>
                </a:lnTo>
                <a:lnTo>
                  <a:pt x="363165" y="99092"/>
                </a:lnTo>
                <a:lnTo>
                  <a:pt x="362632" y="99125"/>
                </a:lnTo>
                <a:lnTo>
                  <a:pt x="362113" y="99166"/>
                </a:lnTo>
                <a:lnTo>
                  <a:pt x="361607" y="99217"/>
                </a:lnTo>
                <a:lnTo>
                  <a:pt x="361115" y="99278"/>
                </a:lnTo>
                <a:lnTo>
                  <a:pt x="360636" y="99347"/>
                </a:lnTo>
                <a:lnTo>
                  <a:pt x="360171" y="99426"/>
                </a:lnTo>
                <a:lnTo>
                  <a:pt x="359720" y="99514"/>
                </a:lnTo>
                <a:lnTo>
                  <a:pt x="359282" y="99612"/>
                </a:lnTo>
                <a:lnTo>
                  <a:pt x="358858" y="99718"/>
                </a:lnTo>
                <a:lnTo>
                  <a:pt x="358447" y="99834"/>
                </a:lnTo>
                <a:lnTo>
                  <a:pt x="358050" y="99960"/>
                </a:lnTo>
                <a:lnTo>
                  <a:pt x="357666" y="100094"/>
                </a:lnTo>
                <a:lnTo>
                  <a:pt x="357297" y="100238"/>
                </a:lnTo>
                <a:lnTo>
                  <a:pt x="356940" y="100391"/>
                </a:lnTo>
                <a:lnTo>
                  <a:pt x="356597" y="100553"/>
                </a:lnTo>
                <a:lnTo>
                  <a:pt x="356268" y="100725"/>
                </a:lnTo>
                <a:lnTo>
                  <a:pt x="355953" y="100906"/>
                </a:lnTo>
                <a:lnTo>
                  <a:pt x="355651" y="101096"/>
                </a:lnTo>
                <a:lnTo>
                  <a:pt x="355362" y="101295"/>
                </a:lnTo>
                <a:lnTo>
                  <a:pt x="355087" y="101504"/>
                </a:lnTo>
                <a:lnTo>
                  <a:pt x="354826" y="101722"/>
                </a:lnTo>
                <a:lnTo>
                  <a:pt x="354577" y="101948"/>
                </a:lnTo>
                <a:lnTo>
                  <a:pt x="354338" y="102179"/>
                </a:lnTo>
                <a:lnTo>
                  <a:pt x="354110" y="102417"/>
                </a:lnTo>
                <a:lnTo>
                  <a:pt x="353893" y="102661"/>
                </a:lnTo>
                <a:lnTo>
                  <a:pt x="353686" y="102910"/>
                </a:lnTo>
                <a:lnTo>
                  <a:pt x="353490" y="103166"/>
                </a:lnTo>
                <a:lnTo>
                  <a:pt x="353305" y="103427"/>
                </a:lnTo>
                <a:lnTo>
                  <a:pt x="353130" y="103694"/>
                </a:lnTo>
                <a:lnTo>
                  <a:pt x="352965" y="103968"/>
                </a:lnTo>
                <a:lnTo>
                  <a:pt x="352812" y="104247"/>
                </a:lnTo>
                <a:lnTo>
                  <a:pt x="352668" y="104532"/>
                </a:lnTo>
                <a:lnTo>
                  <a:pt x="352536" y="104824"/>
                </a:lnTo>
                <a:lnTo>
                  <a:pt x="352414" y="105121"/>
                </a:lnTo>
                <a:lnTo>
                  <a:pt x="352303" y="105424"/>
                </a:lnTo>
                <a:lnTo>
                  <a:pt x="352202" y="105733"/>
                </a:lnTo>
                <a:lnTo>
                  <a:pt x="352112" y="106048"/>
                </a:lnTo>
                <a:lnTo>
                  <a:pt x="352032" y="106369"/>
                </a:lnTo>
                <a:lnTo>
                  <a:pt x="351963" y="106696"/>
                </a:lnTo>
                <a:lnTo>
                  <a:pt x="351905" y="107029"/>
                </a:lnTo>
                <a:lnTo>
                  <a:pt x="351857" y="107368"/>
                </a:lnTo>
                <a:lnTo>
                  <a:pt x="351820" y="107713"/>
                </a:lnTo>
                <a:lnTo>
                  <a:pt x="351794" y="108064"/>
                </a:lnTo>
                <a:lnTo>
                  <a:pt x="351778" y="108421"/>
                </a:lnTo>
                <a:lnTo>
                  <a:pt x="351773" y="108784"/>
                </a:lnTo>
                <a:lnTo>
                  <a:pt x="351778" y="109147"/>
                </a:lnTo>
                <a:lnTo>
                  <a:pt x="351793" y="109504"/>
                </a:lnTo>
                <a:lnTo>
                  <a:pt x="351820" y="109856"/>
                </a:lnTo>
                <a:lnTo>
                  <a:pt x="351856" y="110202"/>
                </a:lnTo>
                <a:lnTo>
                  <a:pt x="351903" y="110542"/>
                </a:lnTo>
                <a:lnTo>
                  <a:pt x="351960" y="110877"/>
                </a:lnTo>
                <a:lnTo>
                  <a:pt x="352028" y="111206"/>
                </a:lnTo>
                <a:lnTo>
                  <a:pt x="352107" y="111530"/>
                </a:lnTo>
                <a:lnTo>
                  <a:pt x="352195" y="111848"/>
                </a:lnTo>
                <a:lnTo>
                  <a:pt x="352294" y="112160"/>
                </a:lnTo>
                <a:lnTo>
                  <a:pt x="352404" y="112467"/>
                </a:lnTo>
                <a:lnTo>
                  <a:pt x="352524" y="112768"/>
                </a:lnTo>
                <a:lnTo>
                  <a:pt x="352654" y="113063"/>
                </a:lnTo>
                <a:lnTo>
                  <a:pt x="352795" y="113353"/>
                </a:lnTo>
                <a:lnTo>
                  <a:pt x="352947" y="113637"/>
                </a:lnTo>
                <a:lnTo>
                  <a:pt x="353108" y="113915"/>
                </a:lnTo>
                <a:lnTo>
                  <a:pt x="353281" y="114188"/>
                </a:lnTo>
                <a:lnTo>
                  <a:pt x="353463" y="114455"/>
                </a:lnTo>
                <a:lnTo>
                  <a:pt x="353656" y="114717"/>
                </a:lnTo>
                <a:lnTo>
                  <a:pt x="353860" y="114973"/>
                </a:lnTo>
                <a:lnTo>
                  <a:pt x="354074" y="115223"/>
                </a:lnTo>
                <a:lnTo>
                  <a:pt x="354298" y="115468"/>
                </a:lnTo>
                <a:lnTo>
                  <a:pt x="354533" y="115707"/>
                </a:lnTo>
                <a:lnTo>
                  <a:pt x="354778" y="115940"/>
                </a:lnTo>
                <a:lnTo>
                  <a:pt x="355036" y="116166"/>
                </a:lnTo>
                <a:lnTo>
                  <a:pt x="355308" y="116382"/>
                </a:lnTo>
                <a:lnTo>
                  <a:pt x="355593" y="116589"/>
                </a:lnTo>
                <a:lnTo>
                  <a:pt x="355893" y="116786"/>
                </a:lnTo>
                <a:lnTo>
                  <a:pt x="356207" y="116973"/>
                </a:lnTo>
                <a:lnTo>
                  <a:pt x="356535" y="117151"/>
                </a:lnTo>
                <a:lnTo>
                  <a:pt x="356877" y="117319"/>
                </a:lnTo>
                <a:lnTo>
                  <a:pt x="357233" y="117478"/>
                </a:lnTo>
                <a:lnTo>
                  <a:pt x="357603" y="117627"/>
                </a:lnTo>
                <a:lnTo>
                  <a:pt x="357987" y="117766"/>
                </a:lnTo>
                <a:lnTo>
                  <a:pt x="358386" y="117896"/>
                </a:lnTo>
                <a:lnTo>
                  <a:pt x="358798" y="118016"/>
                </a:lnTo>
                <a:lnTo>
                  <a:pt x="359225" y="118126"/>
                </a:lnTo>
                <a:lnTo>
                  <a:pt x="359665" y="118227"/>
                </a:lnTo>
                <a:lnTo>
                  <a:pt x="360120" y="118319"/>
                </a:lnTo>
                <a:lnTo>
                  <a:pt x="360589" y="118400"/>
                </a:lnTo>
                <a:lnTo>
                  <a:pt x="361072" y="118472"/>
                </a:lnTo>
                <a:lnTo>
                  <a:pt x="361568" y="118535"/>
                </a:lnTo>
                <a:lnTo>
                  <a:pt x="362079" y="118588"/>
                </a:lnTo>
                <a:lnTo>
                  <a:pt x="362605" y="118631"/>
                </a:lnTo>
                <a:lnTo>
                  <a:pt x="363144" y="118665"/>
                </a:lnTo>
                <a:lnTo>
                  <a:pt x="363697" y="118689"/>
                </a:lnTo>
                <a:lnTo>
                  <a:pt x="364264" y="118703"/>
                </a:lnTo>
                <a:lnTo>
                  <a:pt x="364846" y="118708"/>
                </a:lnTo>
                <a:lnTo>
                  <a:pt x="407214" y="118708"/>
                </a:lnTo>
                <a:lnTo>
                  <a:pt x="407795" y="118703"/>
                </a:lnTo>
                <a:lnTo>
                  <a:pt x="408363" y="118689"/>
                </a:lnTo>
                <a:lnTo>
                  <a:pt x="408916" y="118665"/>
                </a:lnTo>
                <a:lnTo>
                  <a:pt x="409455" y="118632"/>
                </a:lnTo>
                <a:lnTo>
                  <a:pt x="409980" y="118590"/>
                </a:lnTo>
                <a:lnTo>
                  <a:pt x="410491" y="118538"/>
                </a:lnTo>
                <a:lnTo>
                  <a:pt x="410988" y="118476"/>
                </a:lnTo>
                <a:lnTo>
                  <a:pt x="411471" y="118406"/>
                </a:lnTo>
                <a:lnTo>
                  <a:pt x="411940" y="118325"/>
                </a:lnTo>
                <a:lnTo>
                  <a:pt x="412394" y="118236"/>
                </a:lnTo>
                <a:lnTo>
                  <a:pt x="412835" y="118136"/>
                </a:lnTo>
                <a:lnTo>
                  <a:pt x="413262" y="118028"/>
                </a:lnTo>
                <a:lnTo>
                  <a:pt x="413674" y="117910"/>
                </a:lnTo>
                <a:lnTo>
                  <a:pt x="414072" y="117782"/>
                </a:lnTo>
                <a:lnTo>
                  <a:pt x="414457" y="117645"/>
                </a:lnTo>
                <a:lnTo>
                  <a:pt x="414827" y="117499"/>
                </a:lnTo>
                <a:lnTo>
                  <a:pt x="415183" y="117343"/>
                </a:lnTo>
                <a:lnTo>
                  <a:pt x="415525" y="117178"/>
                </a:lnTo>
                <a:lnTo>
                  <a:pt x="415853" y="117003"/>
                </a:lnTo>
                <a:lnTo>
                  <a:pt x="416167" y="116819"/>
                </a:lnTo>
                <a:lnTo>
                  <a:pt x="416466" y="116626"/>
                </a:lnTo>
                <a:lnTo>
                  <a:pt x="416752" y="116423"/>
                </a:lnTo>
                <a:lnTo>
                  <a:pt x="417024" y="116210"/>
                </a:lnTo>
                <a:lnTo>
                  <a:pt x="417281" y="115988"/>
                </a:lnTo>
                <a:lnTo>
                  <a:pt x="417527" y="115759"/>
                </a:lnTo>
                <a:lnTo>
                  <a:pt x="417761" y="115523"/>
                </a:lnTo>
                <a:lnTo>
                  <a:pt x="417986" y="115282"/>
                </a:lnTo>
                <a:lnTo>
                  <a:pt x="418200" y="115035"/>
                </a:lnTo>
                <a:lnTo>
                  <a:pt x="418403" y="114783"/>
                </a:lnTo>
                <a:lnTo>
                  <a:pt x="418596" y="114524"/>
                </a:lnTo>
                <a:lnTo>
                  <a:pt x="418779" y="114260"/>
                </a:lnTo>
                <a:lnTo>
                  <a:pt x="418951" y="113990"/>
                </a:lnTo>
                <a:lnTo>
                  <a:pt x="419113" y="113714"/>
                </a:lnTo>
                <a:lnTo>
                  <a:pt x="419264" y="113432"/>
                </a:lnTo>
                <a:lnTo>
                  <a:pt x="419405" y="113144"/>
                </a:lnTo>
                <a:lnTo>
                  <a:pt x="419536" y="112851"/>
                </a:lnTo>
                <a:lnTo>
                  <a:pt x="419656" y="112552"/>
                </a:lnTo>
                <a:lnTo>
                  <a:pt x="419765" y="112247"/>
                </a:lnTo>
                <a:lnTo>
                  <a:pt x="419864" y="111936"/>
                </a:lnTo>
                <a:lnTo>
                  <a:pt x="419953" y="111620"/>
                </a:lnTo>
                <a:lnTo>
                  <a:pt x="420031" y="111298"/>
                </a:lnTo>
                <a:lnTo>
                  <a:pt x="420099" y="110969"/>
                </a:lnTo>
                <a:lnTo>
                  <a:pt x="420157" y="110636"/>
                </a:lnTo>
                <a:lnTo>
                  <a:pt x="420204" y="110296"/>
                </a:lnTo>
                <a:lnTo>
                  <a:pt x="420240" y="109950"/>
                </a:lnTo>
                <a:lnTo>
                  <a:pt x="420266" y="109599"/>
                </a:lnTo>
                <a:lnTo>
                  <a:pt x="420282" y="109242"/>
                </a:lnTo>
                <a:lnTo>
                  <a:pt x="420287" y="108879"/>
                </a:lnTo>
                <a:lnTo>
                  <a:pt x="420282" y="108516"/>
                </a:lnTo>
                <a:lnTo>
                  <a:pt x="420266" y="108159"/>
                </a:lnTo>
                <a:lnTo>
                  <a:pt x="420240" y="107808"/>
                </a:lnTo>
                <a:lnTo>
                  <a:pt x="420204" y="107462"/>
                </a:lnTo>
                <a:lnTo>
                  <a:pt x="420157" y="107123"/>
                </a:lnTo>
                <a:lnTo>
                  <a:pt x="420099" y="106789"/>
                </a:lnTo>
                <a:lnTo>
                  <a:pt x="420031" y="106461"/>
                </a:lnTo>
                <a:lnTo>
                  <a:pt x="419953" y="106138"/>
                </a:lnTo>
                <a:lnTo>
                  <a:pt x="419864" y="105822"/>
                </a:lnTo>
                <a:lnTo>
                  <a:pt x="419765" y="105511"/>
                </a:lnTo>
                <a:lnTo>
                  <a:pt x="419656" y="105206"/>
                </a:lnTo>
                <a:lnTo>
                  <a:pt x="419536" y="104907"/>
                </a:lnTo>
                <a:lnTo>
                  <a:pt x="419405" y="104614"/>
                </a:lnTo>
                <a:lnTo>
                  <a:pt x="419264" y="104326"/>
                </a:lnTo>
                <a:lnTo>
                  <a:pt x="419113" y="104044"/>
                </a:lnTo>
                <a:lnTo>
                  <a:pt x="418951" y="103769"/>
                </a:lnTo>
                <a:lnTo>
                  <a:pt x="418779" y="103498"/>
                </a:lnTo>
                <a:lnTo>
                  <a:pt x="418596" y="103234"/>
                </a:lnTo>
                <a:lnTo>
                  <a:pt x="418403" y="102976"/>
                </a:lnTo>
                <a:lnTo>
                  <a:pt x="418200" y="102723"/>
                </a:lnTo>
                <a:lnTo>
                  <a:pt x="417986" y="102476"/>
                </a:lnTo>
                <a:lnTo>
                  <a:pt x="417761" y="102235"/>
                </a:lnTo>
                <a:lnTo>
                  <a:pt x="417527" y="101999"/>
                </a:lnTo>
                <a:lnTo>
                  <a:pt x="417281" y="101770"/>
                </a:lnTo>
                <a:lnTo>
                  <a:pt x="417024" y="101548"/>
                </a:lnTo>
                <a:lnTo>
                  <a:pt x="416752" y="101336"/>
                </a:lnTo>
                <a:lnTo>
                  <a:pt x="416466" y="101133"/>
                </a:lnTo>
                <a:lnTo>
                  <a:pt x="416167" y="100939"/>
                </a:lnTo>
                <a:lnTo>
                  <a:pt x="415853" y="100755"/>
                </a:lnTo>
                <a:lnTo>
                  <a:pt x="415525" y="100580"/>
                </a:lnTo>
                <a:lnTo>
                  <a:pt x="415183" y="100415"/>
                </a:lnTo>
                <a:lnTo>
                  <a:pt x="414827" y="100259"/>
                </a:lnTo>
                <a:lnTo>
                  <a:pt x="414457" y="100113"/>
                </a:lnTo>
                <a:lnTo>
                  <a:pt x="414072" y="99976"/>
                </a:lnTo>
                <a:lnTo>
                  <a:pt x="413674" y="99848"/>
                </a:lnTo>
                <a:lnTo>
                  <a:pt x="413262" y="99730"/>
                </a:lnTo>
                <a:lnTo>
                  <a:pt x="412835" y="99622"/>
                </a:lnTo>
                <a:lnTo>
                  <a:pt x="412394" y="99523"/>
                </a:lnTo>
                <a:lnTo>
                  <a:pt x="411940" y="99433"/>
                </a:lnTo>
                <a:lnTo>
                  <a:pt x="411471" y="99353"/>
                </a:lnTo>
                <a:lnTo>
                  <a:pt x="410988" y="99282"/>
                </a:lnTo>
                <a:lnTo>
                  <a:pt x="410491" y="99220"/>
                </a:lnTo>
                <a:lnTo>
                  <a:pt x="409980" y="99168"/>
                </a:lnTo>
                <a:lnTo>
                  <a:pt x="409455" y="99126"/>
                </a:lnTo>
                <a:lnTo>
                  <a:pt x="408916" y="99093"/>
                </a:lnTo>
                <a:lnTo>
                  <a:pt x="408363" y="99069"/>
                </a:lnTo>
                <a:lnTo>
                  <a:pt x="407795" y="99055"/>
                </a:lnTo>
                <a:lnTo>
                  <a:pt x="407214" y="99050"/>
                </a:lnTo>
                <a:lnTo>
                  <a:pt x="387461" y="99050"/>
                </a:lnTo>
                <a:lnTo>
                  <a:pt x="387461" y="78820"/>
                </a:lnTo>
                <a:lnTo>
                  <a:pt x="405974" y="78820"/>
                </a:lnTo>
                <a:lnTo>
                  <a:pt x="406952" y="78816"/>
                </a:lnTo>
                <a:lnTo>
                  <a:pt x="407913" y="78801"/>
                </a:lnTo>
                <a:close/>
                <a:moveTo>
                  <a:pt x="410911" y="22529"/>
                </a:moveTo>
                <a:lnTo>
                  <a:pt x="411822" y="22556"/>
                </a:lnTo>
                <a:lnTo>
                  <a:pt x="412715" y="22600"/>
                </a:lnTo>
                <a:lnTo>
                  <a:pt x="413590" y="22663"/>
                </a:lnTo>
                <a:lnTo>
                  <a:pt x="414447" y="22743"/>
                </a:lnTo>
                <a:lnTo>
                  <a:pt x="415286" y="22841"/>
                </a:lnTo>
                <a:lnTo>
                  <a:pt x="416107" y="22956"/>
                </a:lnTo>
                <a:lnTo>
                  <a:pt x="416910" y="23090"/>
                </a:lnTo>
                <a:lnTo>
                  <a:pt x="417695" y="23241"/>
                </a:lnTo>
                <a:lnTo>
                  <a:pt x="418462" y="23410"/>
                </a:lnTo>
                <a:lnTo>
                  <a:pt x="419211" y="23597"/>
                </a:lnTo>
                <a:lnTo>
                  <a:pt x="419941" y="23802"/>
                </a:lnTo>
                <a:lnTo>
                  <a:pt x="420654" y="24024"/>
                </a:lnTo>
                <a:lnTo>
                  <a:pt x="421348" y="24264"/>
                </a:lnTo>
                <a:lnTo>
                  <a:pt x="422025" y="24522"/>
                </a:lnTo>
                <a:lnTo>
                  <a:pt x="422683" y="24798"/>
                </a:lnTo>
                <a:lnTo>
                  <a:pt x="423324" y="25092"/>
                </a:lnTo>
                <a:lnTo>
                  <a:pt x="423946" y="25404"/>
                </a:lnTo>
                <a:lnTo>
                  <a:pt x="424550" y="25733"/>
                </a:lnTo>
                <a:lnTo>
                  <a:pt x="425137" y="26080"/>
                </a:lnTo>
                <a:lnTo>
                  <a:pt x="425705" y="26445"/>
                </a:lnTo>
                <a:lnTo>
                  <a:pt x="426255" y="26827"/>
                </a:lnTo>
                <a:lnTo>
                  <a:pt x="426787" y="27228"/>
                </a:lnTo>
                <a:lnTo>
                  <a:pt x="427301" y="27646"/>
                </a:lnTo>
                <a:lnTo>
                  <a:pt x="427795" y="28076"/>
                </a:lnTo>
                <a:lnTo>
                  <a:pt x="428269" y="28512"/>
                </a:lnTo>
                <a:lnTo>
                  <a:pt x="428721" y="28954"/>
                </a:lnTo>
                <a:lnTo>
                  <a:pt x="429152" y="29402"/>
                </a:lnTo>
                <a:lnTo>
                  <a:pt x="429563" y="29856"/>
                </a:lnTo>
                <a:lnTo>
                  <a:pt x="429952" y="30316"/>
                </a:lnTo>
                <a:lnTo>
                  <a:pt x="430320" y="30782"/>
                </a:lnTo>
                <a:lnTo>
                  <a:pt x="430667" y="31253"/>
                </a:lnTo>
                <a:lnTo>
                  <a:pt x="430993" y="31731"/>
                </a:lnTo>
                <a:lnTo>
                  <a:pt x="431298" y="32215"/>
                </a:lnTo>
                <a:lnTo>
                  <a:pt x="431582" y="32704"/>
                </a:lnTo>
                <a:lnTo>
                  <a:pt x="431845" y="33199"/>
                </a:lnTo>
                <a:lnTo>
                  <a:pt x="432087" y="33701"/>
                </a:lnTo>
                <a:lnTo>
                  <a:pt x="432308" y="34208"/>
                </a:lnTo>
                <a:lnTo>
                  <a:pt x="432508" y="34721"/>
                </a:lnTo>
                <a:lnTo>
                  <a:pt x="432687" y="35240"/>
                </a:lnTo>
                <a:lnTo>
                  <a:pt x="432845" y="35765"/>
                </a:lnTo>
                <a:lnTo>
                  <a:pt x="432982" y="36296"/>
                </a:lnTo>
                <a:lnTo>
                  <a:pt x="433097" y="36833"/>
                </a:lnTo>
                <a:lnTo>
                  <a:pt x="433192" y="37376"/>
                </a:lnTo>
                <a:lnTo>
                  <a:pt x="433266" y="37925"/>
                </a:lnTo>
                <a:lnTo>
                  <a:pt x="433318" y="38480"/>
                </a:lnTo>
                <a:lnTo>
                  <a:pt x="433350" y="39040"/>
                </a:lnTo>
                <a:lnTo>
                  <a:pt x="433360" y="39607"/>
                </a:lnTo>
                <a:lnTo>
                  <a:pt x="433347" y="40275"/>
                </a:lnTo>
                <a:lnTo>
                  <a:pt x="433308" y="40936"/>
                </a:lnTo>
                <a:lnTo>
                  <a:pt x="433243" y="41588"/>
                </a:lnTo>
                <a:lnTo>
                  <a:pt x="433152" y="42232"/>
                </a:lnTo>
                <a:lnTo>
                  <a:pt x="433035" y="42868"/>
                </a:lnTo>
                <a:lnTo>
                  <a:pt x="432892" y="43496"/>
                </a:lnTo>
                <a:lnTo>
                  <a:pt x="432723" y="44116"/>
                </a:lnTo>
                <a:lnTo>
                  <a:pt x="432528" y="44728"/>
                </a:lnTo>
                <a:lnTo>
                  <a:pt x="432307" y="45332"/>
                </a:lnTo>
                <a:lnTo>
                  <a:pt x="432060" y="45928"/>
                </a:lnTo>
                <a:lnTo>
                  <a:pt x="431787" y="46515"/>
                </a:lnTo>
                <a:lnTo>
                  <a:pt x="431488" y="47095"/>
                </a:lnTo>
                <a:lnTo>
                  <a:pt x="431162" y="47666"/>
                </a:lnTo>
                <a:lnTo>
                  <a:pt x="430811" y="48230"/>
                </a:lnTo>
                <a:lnTo>
                  <a:pt x="430434" y="48785"/>
                </a:lnTo>
                <a:lnTo>
                  <a:pt x="430031" y="49332"/>
                </a:lnTo>
                <a:lnTo>
                  <a:pt x="429602" y="49872"/>
                </a:lnTo>
                <a:lnTo>
                  <a:pt x="429147" y="50403"/>
                </a:lnTo>
                <a:lnTo>
                  <a:pt x="428665" y="50926"/>
                </a:lnTo>
                <a:lnTo>
                  <a:pt x="428158" y="51441"/>
                </a:lnTo>
                <a:lnTo>
                  <a:pt x="427625" y="51948"/>
                </a:lnTo>
                <a:lnTo>
                  <a:pt x="427066" y="52446"/>
                </a:lnTo>
                <a:lnTo>
                  <a:pt x="426481" y="52937"/>
                </a:lnTo>
                <a:lnTo>
                  <a:pt x="425869" y="53420"/>
                </a:lnTo>
                <a:lnTo>
                  <a:pt x="425236" y="53888"/>
                </a:lnTo>
                <a:lnTo>
                  <a:pt x="424584" y="54337"/>
                </a:lnTo>
                <a:lnTo>
                  <a:pt x="423914" y="54766"/>
                </a:lnTo>
                <a:lnTo>
                  <a:pt x="423225" y="55175"/>
                </a:lnTo>
                <a:lnTo>
                  <a:pt x="422518" y="55563"/>
                </a:lnTo>
                <a:lnTo>
                  <a:pt x="421793" y="55932"/>
                </a:lnTo>
                <a:lnTo>
                  <a:pt x="421049" y="56281"/>
                </a:lnTo>
                <a:lnTo>
                  <a:pt x="420287" y="56610"/>
                </a:lnTo>
                <a:lnTo>
                  <a:pt x="419507" y="56920"/>
                </a:lnTo>
                <a:lnTo>
                  <a:pt x="418708" y="57209"/>
                </a:lnTo>
                <a:lnTo>
                  <a:pt x="417890" y="57478"/>
                </a:lnTo>
                <a:lnTo>
                  <a:pt x="417055" y="57727"/>
                </a:lnTo>
                <a:lnTo>
                  <a:pt x="416201" y="57957"/>
                </a:lnTo>
                <a:lnTo>
                  <a:pt x="415328" y="58166"/>
                </a:lnTo>
                <a:lnTo>
                  <a:pt x="414437" y="58355"/>
                </a:lnTo>
                <a:lnTo>
                  <a:pt x="413528" y="58525"/>
                </a:lnTo>
                <a:lnTo>
                  <a:pt x="412600" y="58674"/>
                </a:lnTo>
                <a:lnTo>
                  <a:pt x="411654" y="58804"/>
                </a:lnTo>
                <a:lnTo>
                  <a:pt x="410690" y="58914"/>
                </a:lnTo>
                <a:lnTo>
                  <a:pt x="409707" y="59003"/>
                </a:lnTo>
                <a:lnTo>
                  <a:pt x="408706" y="59073"/>
                </a:lnTo>
                <a:lnTo>
                  <a:pt x="407686" y="59123"/>
                </a:lnTo>
                <a:lnTo>
                  <a:pt x="406648" y="59153"/>
                </a:lnTo>
                <a:lnTo>
                  <a:pt x="405592" y="59163"/>
                </a:lnTo>
                <a:lnTo>
                  <a:pt x="387461" y="59163"/>
                </a:lnTo>
                <a:lnTo>
                  <a:pt x="387461" y="22520"/>
                </a:lnTo>
                <a:lnTo>
                  <a:pt x="409981" y="22520"/>
                </a:lnTo>
                <a:lnTo>
                  <a:pt x="410911" y="22529"/>
                </a:lnTo>
                <a:close/>
                <a:moveTo>
                  <a:pt x="519255" y="76936"/>
                </a:moveTo>
                <a:lnTo>
                  <a:pt x="520657" y="77910"/>
                </a:lnTo>
                <a:lnTo>
                  <a:pt x="522088" y="78985"/>
                </a:lnTo>
                <a:lnTo>
                  <a:pt x="523547" y="80163"/>
                </a:lnTo>
                <a:lnTo>
                  <a:pt x="525034" y="81441"/>
                </a:lnTo>
                <a:lnTo>
                  <a:pt x="526550" y="82822"/>
                </a:lnTo>
                <a:lnTo>
                  <a:pt x="528093" y="84303"/>
                </a:lnTo>
                <a:lnTo>
                  <a:pt x="529665" y="85886"/>
                </a:lnTo>
                <a:lnTo>
                  <a:pt x="531265" y="87571"/>
                </a:lnTo>
                <a:lnTo>
                  <a:pt x="532893" y="89357"/>
                </a:lnTo>
                <a:lnTo>
                  <a:pt x="534549" y="91245"/>
                </a:lnTo>
                <a:lnTo>
                  <a:pt x="536233" y="93234"/>
                </a:lnTo>
                <a:lnTo>
                  <a:pt x="537946" y="95325"/>
                </a:lnTo>
                <a:lnTo>
                  <a:pt x="539686" y="97517"/>
                </a:lnTo>
                <a:lnTo>
                  <a:pt x="541455" y="99811"/>
                </a:lnTo>
                <a:lnTo>
                  <a:pt x="543252" y="102206"/>
                </a:lnTo>
                <a:lnTo>
                  <a:pt x="545077" y="104702"/>
                </a:lnTo>
                <a:lnTo>
                  <a:pt x="546931" y="107300"/>
                </a:lnTo>
                <a:lnTo>
                  <a:pt x="548812" y="110000"/>
                </a:lnTo>
                <a:lnTo>
                  <a:pt x="550722" y="112801"/>
                </a:lnTo>
                <a:lnTo>
                  <a:pt x="552660" y="115704"/>
                </a:lnTo>
                <a:lnTo>
                  <a:pt x="554626" y="118708"/>
                </a:lnTo>
                <a:lnTo>
                  <a:pt x="565790" y="118708"/>
                </a:lnTo>
                <a:lnTo>
                  <a:pt x="566372" y="118703"/>
                </a:lnTo>
                <a:lnTo>
                  <a:pt x="566939" y="118689"/>
                </a:lnTo>
                <a:lnTo>
                  <a:pt x="567491" y="118665"/>
                </a:lnTo>
                <a:lnTo>
                  <a:pt x="568030" y="118632"/>
                </a:lnTo>
                <a:lnTo>
                  <a:pt x="568554" y="118590"/>
                </a:lnTo>
                <a:lnTo>
                  <a:pt x="569064" y="118538"/>
                </a:lnTo>
                <a:lnTo>
                  <a:pt x="569560" y="118476"/>
                </a:lnTo>
                <a:lnTo>
                  <a:pt x="570042" y="118406"/>
                </a:lnTo>
                <a:lnTo>
                  <a:pt x="570509" y="118325"/>
                </a:lnTo>
                <a:lnTo>
                  <a:pt x="570962" y="118236"/>
                </a:lnTo>
                <a:lnTo>
                  <a:pt x="571401" y="118136"/>
                </a:lnTo>
                <a:lnTo>
                  <a:pt x="571826" y="118028"/>
                </a:lnTo>
                <a:lnTo>
                  <a:pt x="572236" y="117910"/>
                </a:lnTo>
                <a:lnTo>
                  <a:pt x="572632" y="117782"/>
                </a:lnTo>
                <a:lnTo>
                  <a:pt x="573014" y="117645"/>
                </a:lnTo>
                <a:lnTo>
                  <a:pt x="573382" y="117499"/>
                </a:lnTo>
                <a:lnTo>
                  <a:pt x="573735" y="117343"/>
                </a:lnTo>
                <a:lnTo>
                  <a:pt x="574074" y="117178"/>
                </a:lnTo>
                <a:lnTo>
                  <a:pt x="574399" y="117003"/>
                </a:lnTo>
                <a:lnTo>
                  <a:pt x="574710" y="116819"/>
                </a:lnTo>
                <a:lnTo>
                  <a:pt x="575006" y="116626"/>
                </a:lnTo>
                <a:lnTo>
                  <a:pt x="575288" y="116423"/>
                </a:lnTo>
                <a:lnTo>
                  <a:pt x="575556" y="116210"/>
                </a:lnTo>
                <a:lnTo>
                  <a:pt x="575810" y="115988"/>
                </a:lnTo>
                <a:lnTo>
                  <a:pt x="576051" y="115759"/>
                </a:lnTo>
                <a:lnTo>
                  <a:pt x="576282" y="115523"/>
                </a:lnTo>
                <a:lnTo>
                  <a:pt x="576503" y="115282"/>
                </a:lnTo>
                <a:lnTo>
                  <a:pt x="576714" y="115035"/>
                </a:lnTo>
                <a:lnTo>
                  <a:pt x="576914" y="114783"/>
                </a:lnTo>
                <a:lnTo>
                  <a:pt x="577104" y="114524"/>
                </a:lnTo>
                <a:lnTo>
                  <a:pt x="577284" y="114260"/>
                </a:lnTo>
                <a:lnTo>
                  <a:pt x="577453" y="113990"/>
                </a:lnTo>
                <a:lnTo>
                  <a:pt x="577612" y="113714"/>
                </a:lnTo>
                <a:lnTo>
                  <a:pt x="577761" y="113432"/>
                </a:lnTo>
                <a:lnTo>
                  <a:pt x="577900" y="113144"/>
                </a:lnTo>
                <a:lnTo>
                  <a:pt x="578028" y="112851"/>
                </a:lnTo>
                <a:lnTo>
                  <a:pt x="578147" y="112552"/>
                </a:lnTo>
                <a:lnTo>
                  <a:pt x="578254" y="112247"/>
                </a:lnTo>
                <a:lnTo>
                  <a:pt x="578352" y="111936"/>
                </a:lnTo>
                <a:lnTo>
                  <a:pt x="578439" y="111620"/>
                </a:lnTo>
                <a:lnTo>
                  <a:pt x="578516" y="111298"/>
                </a:lnTo>
                <a:lnTo>
                  <a:pt x="578583" y="110969"/>
                </a:lnTo>
                <a:lnTo>
                  <a:pt x="578640" y="110636"/>
                </a:lnTo>
                <a:lnTo>
                  <a:pt x="578686" y="110296"/>
                </a:lnTo>
                <a:lnTo>
                  <a:pt x="578722" y="109950"/>
                </a:lnTo>
                <a:lnTo>
                  <a:pt x="578747" y="109599"/>
                </a:lnTo>
                <a:lnTo>
                  <a:pt x="578763" y="109242"/>
                </a:lnTo>
                <a:lnTo>
                  <a:pt x="578768" y="108879"/>
                </a:lnTo>
                <a:lnTo>
                  <a:pt x="578760" y="108515"/>
                </a:lnTo>
                <a:lnTo>
                  <a:pt x="578738" y="108153"/>
                </a:lnTo>
                <a:lnTo>
                  <a:pt x="578701" y="107794"/>
                </a:lnTo>
                <a:lnTo>
                  <a:pt x="578649" y="107438"/>
                </a:lnTo>
                <a:lnTo>
                  <a:pt x="578582" y="107085"/>
                </a:lnTo>
                <a:lnTo>
                  <a:pt x="578500" y="106734"/>
                </a:lnTo>
                <a:lnTo>
                  <a:pt x="578403" y="106387"/>
                </a:lnTo>
                <a:lnTo>
                  <a:pt x="578291" y="106042"/>
                </a:lnTo>
                <a:lnTo>
                  <a:pt x="578164" y="105700"/>
                </a:lnTo>
                <a:lnTo>
                  <a:pt x="578022" y="105360"/>
                </a:lnTo>
                <a:lnTo>
                  <a:pt x="577866" y="105024"/>
                </a:lnTo>
                <a:lnTo>
                  <a:pt x="577694" y="104690"/>
                </a:lnTo>
                <a:lnTo>
                  <a:pt x="577508" y="104359"/>
                </a:lnTo>
                <a:lnTo>
                  <a:pt x="577307" y="104031"/>
                </a:lnTo>
                <a:lnTo>
                  <a:pt x="577091" y="103706"/>
                </a:lnTo>
                <a:lnTo>
                  <a:pt x="576859" y="103383"/>
                </a:lnTo>
                <a:lnTo>
                  <a:pt x="576613" y="103063"/>
                </a:lnTo>
                <a:lnTo>
                  <a:pt x="576352" y="102746"/>
                </a:lnTo>
                <a:lnTo>
                  <a:pt x="576077" y="102432"/>
                </a:lnTo>
                <a:lnTo>
                  <a:pt x="575786" y="102120"/>
                </a:lnTo>
                <a:lnTo>
                  <a:pt x="575480" y="101812"/>
                </a:lnTo>
                <a:lnTo>
                  <a:pt x="575160" y="101506"/>
                </a:lnTo>
                <a:lnTo>
                  <a:pt x="574824" y="101203"/>
                </a:lnTo>
                <a:lnTo>
                  <a:pt x="574474" y="100902"/>
                </a:lnTo>
                <a:lnTo>
                  <a:pt x="574266" y="100751"/>
                </a:lnTo>
                <a:lnTo>
                  <a:pt x="574041" y="100606"/>
                </a:lnTo>
                <a:lnTo>
                  <a:pt x="573798" y="100468"/>
                </a:lnTo>
                <a:lnTo>
                  <a:pt x="573538" y="100336"/>
                </a:lnTo>
                <a:lnTo>
                  <a:pt x="573260" y="100211"/>
                </a:lnTo>
                <a:lnTo>
                  <a:pt x="572965" y="100092"/>
                </a:lnTo>
                <a:lnTo>
                  <a:pt x="572652" y="99979"/>
                </a:lnTo>
                <a:lnTo>
                  <a:pt x="572321" y="99873"/>
                </a:lnTo>
                <a:lnTo>
                  <a:pt x="571973" y="99774"/>
                </a:lnTo>
                <a:lnTo>
                  <a:pt x="571608" y="99680"/>
                </a:lnTo>
                <a:lnTo>
                  <a:pt x="571225" y="99594"/>
                </a:lnTo>
                <a:lnTo>
                  <a:pt x="570824" y="99513"/>
                </a:lnTo>
                <a:lnTo>
                  <a:pt x="570406" y="99439"/>
                </a:lnTo>
                <a:lnTo>
                  <a:pt x="569970" y="99372"/>
                </a:lnTo>
                <a:lnTo>
                  <a:pt x="569516" y="99311"/>
                </a:lnTo>
                <a:lnTo>
                  <a:pt x="569045" y="99256"/>
                </a:lnTo>
                <a:lnTo>
                  <a:pt x="568557" y="99208"/>
                </a:lnTo>
                <a:lnTo>
                  <a:pt x="568051" y="99166"/>
                </a:lnTo>
                <a:lnTo>
                  <a:pt x="567527" y="99131"/>
                </a:lnTo>
                <a:lnTo>
                  <a:pt x="566986" y="99102"/>
                </a:lnTo>
                <a:lnTo>
                  <a:pt x="566427" y="99079"/>
                </a:lnTo>
                <a:lnTo>
                  <a:pt x="565851" y="99063"/>
                </a:lnTo>
                <a:lnTo>
                  <a:pt x="565257" y="99054"/>
                </a:lnTo>
                <a:lnTo>
                  <a:pt x="564645" y="99050"/>
                </a:lnTo>
                <a:lnTo>
                  <a:pt x="564030" y="98104"/>
                </a:lnTo>
                <a:lnTo>
                  <a:pt x="563426" y="97178"/>
                </a:lnTo>
                <a:lnTo>
                  <a:pt x="562832" y="96274"/>
                </a:lnTo>
                <a:lnTo>
                  <a:pt x="562249" y="95390"/>
                </a:lnTo>
                <a:lnTo>
                  <a:pt x="561676" y="94528"/>
                </a:lnTo>
                <a:lnTo>
                  <a:pt x="561114" y="93687"/>
                </a:lnTo>
                <a:lnTo>
                  <a:pt x="560563" y="92867"/>
                </a:lnTo>
                <a:lnTo>
                  <a:pt x="560022" y="92068"/>
                </a:lnTo>
                <a:lnTo>
                  <a:pt x="559492" y="91290"/>
                </a:lnTo>
                <a:lnTo>
                  <a:pt x="558973" y="90533"/>
                </a:lnTo>
                <a:lnTo>
                  <a:pt x="558464" y="89798"/>
                </a:lnTo>
                <a:lnTo>
                  <a:pt x="557965" y="89083"/>
                </a:lnTo>
                <a:lnTo>
                  <a:pt x="557478" y="88390"/>
                </a:lnTo>
                <a:lnTo>
                  <a:pt x="557001" y="87717"/>
                </a:lnTo>
                <a:lnTo>
                  <a:pt x="556534" y="87066"/>
                </a:lnTo>
                <a:lnTo>
                  <a:pt x="556078" y="86436"/>
                </a:lnTo>
                <a:lnTo>
                  <a:pt x="555633" y="85827"/>
                </a:lnTo>
                <a:lnTo>
                  <a:pt x="555198" y="85239"/>
                </a:lnTo>
                <a:lnTo>
                  <a:pt x="554774" y="84672"/>
                </a:lnTo>
                <a:lnTo>
                  <a:pt x="554361" y="84126"/>
                </a:lnTo>
                <a:lnTo>
                  <a:pt x="553958" y="83602"/>
                </a:lnTo>
                <a:lnTo>
                  <a:pt x="553565" y="83098"/>
                </a:lnTo>
                <a:lnTo>
                  <a:pt x="553184" y="82616"/>
                </a:lnTo>
                <a:lnTo>
                  <a:pt x="552813" y="82154"/>
                </a:lnTo>
                <a:lnTo>
                  <a:pt x="552226" y="81456"/>
                </a:lnTo>
                <a:lnTo>
                  <a:pt x="551642" y="80767"/>
                </a:lnTo>
                <a:lnTo>
                  <a:pt x="551061" y="80090"/>
                </a:lnTo>
                <a:lnTo>
                  <a:pt x="550483" y="79423"/>
                </a:lnTo>
                <a:lnTo>
                  <a:pt x="549908" y="78766"/>
                </a:lnTo>
                <a:lnTo>
                  <a:pt x="549336" y="78120"/>
                </a:lnTo>
                <a:lnTo>
                  <a:pt x="548766" y="77485"/>
                </a:lnTo>
                <a:lnTo>
                  <a:pt x="548200" y="76860"/>
                </a:lnTo>
                <a:lnTo>
                  <a:pt x="547637" y="76245"/>
                </a:lnTo>
                <a:lnTo>
                  <a:pt x="547077" y="75641"/>
                </a:lnTo>
                <a:lnTo>
                  <a:pt x="546520" y="75048"/>
                </a:lnTo>
                <a:lnTo>
                  <a:pt x="545966" y="74465"/>
                </a:lnTo>
                <a:lnTo>
                  <a:pt x="545415" y="73893"/>
                </a:lnTo>
                <a:lnTo>
                  <a:pt x="544866" y="73331"/>
                </a:lnTo>
                <a:lnTo>
                  <a:pt x="544321" y="72780"/>
                </a:lnTo>
                <a:lnTo>
                  <a:pt x="543779" y="72239"/>
                </a:lnTo>
                <a:lnTo>
                  <a:pt x="543240" y="71709"/>
                </a:lnTo>
                <a:lnTo>
                  <a:pt x="542704" y="71190"/>
                </a:lnTo>
                <a:lnTo>
                  <a:pt x="542170" y="70681"/>
                </a:lnTo>
                <a:lnTo>
                  <a:pt x="541640" y="70182"/>
                </a:lnTo>
                <a:lnTo>
                  <a:pt x="541113" y="69694"/>
                </a:lnTo>
                <a:lnTo>
                  <a:pt x="540588" y="69217"/>
                </a:lnTo>
                <a:lnTo>
                  <a:pt x="540067" y="68750"/>
                </a:lnTo>
                <a:lnTo>
                  <a:pt x="539549" y="68294"/>
                </a:lnTo>
                <a:lnTo>
                  <a:pt x="540438" y="67805"/>
                </a:lnTo>
                <a:lnTo>
                  <a:pt x="541308" y="67311"/>
                </a:lnTo>
                <a:lnTo>
                  <a:pt x="542159" y="66811"/>
                </a:lnTo>
                <a:lnTo>
                  <a:pt x="542992" y="66305"/>
                </a:lnTo>
                <a:lnTo>
                  <a:pt x="543805" y="65794"/>
                </a:lnTo>
                <a:lnTo>
                  <a:pt x="544600" y="65276"/>
                </a:lnTo>
                <a:lnTo>
                  <a:pt x="545376" y="64753"/>
                </a:lnTo>
                <a:lnTo>
                  <a:pt x="546133" y="64224"/>
                </a:lnTo>
                <a:lnTo>
                  <a:pt x="546871" y="63689"/>
                </a:lnTo>
                <a:lnTo>
                  <a:pt x="547590" y="63148"/>
                </a:lnTo>
                <a:lnTo>
                  <a:pt x="548290" y="62602"/>
                </a:lnTo>
                <a:lnTo>
                  <a:pt x="548972" y="62050"/>
                </a:lnTo>
                <a:lnTo>
                  <a:pt x="549634" y="61492"/>
                </a:lnTo>
                <a:lnTo>
                  <a:pt x="550278" y="60928"/>
                </a:lnTo>
                <a:lnTo>
                  <a:pt x="550903" y="60358"/>
                </a:lnTo>
                <a:lnTo>
                  <a:pt x="551508" y="59783"/>
                </a:lnTo>
                <a:lnTo>
                  <a:pt x="552095" y="59201"/>
                </a:lnTo>
                <a:lnTo>
                  <a:pt x="552663" y="58614"/>
                </a:lnTo>
                <a:lnTo>
                  <a:pt x="553213" y="58021"/>
                </a:lnTo>
                <a:lnTo>
                  <a:pt x="553743" y="57423"/>
                </a:lnTo>
                <a:lnTo>
                  <a:pt x="554254" y="56818"/>
                </a:lnTo>
                <a:lnTo>
                  <a:pt x="554747" y="56208"/>
                </a:lnTo>
                <a:lnTo>
                  <a:pt x="555220" y="55592"/>
                </a:lnTo>
                <a:lnTo>
                  <a:pt x="555675" y="54970"/>
                </a:lnTo>
                <a:lnTo>
                  <a:pt x="556111" y="54342"/>
                </a:lnTo>
                <a:lnTo>
                  <a:pt x="556529" y="53709"/>
                </a:lnTo>
                <a:lnTo>
                  <a:pt x="556928" y="53069"/>
                </a:lnTo>
                <a:lnTo>
                  <a:pt x="557308" y="52424"/>
                </a:lnTo>
                <a:lnTo>
                  <a:pt x="557670" y="51773"/>
                </a:lnTo>
                <a:lnTo>
                  <a:pt x="558013" y="51116"/>
                </a:lnTo>
                <a:lnTo>
                  <a:pt x="558338" y="50453"/>
                </a:lnTo>
                <a:lnTo>
                  <a:pt x="558644" y="49785"/>
                </a:lnTo>
                <a:lnTo>
                  <a:pt x="558932" y="49111"/>
                </a:lnTo>
                <a:lnTo>
                  <a:pt x="559201" y="48431"/>
                </a:lnTo>
                <a:lnTo>
                  <a:pt x="559451" y="47745"/>
                </a:lnTo>
                <a:lnTo>
                  <a:pt x="559683" y="47053"/>
                </a:lnTo>
                <a:lnTo>
                  <a:pt x="559896" y="46356"/>
                </a:lnTo>
                <a:lnTo>
                  <a:pt x="560091" y="45652"/>
                </a:lnTo>
                <a:lnTo>
                  <a:pt x="560268" y="44943"/>
                </a:lnTo>
                <a:lnTo>
                  <a:pt x="560425" y="44228"/>
                </a:lnTo>
                <a:lnTo>
                  <a:pt x="560564" y="43508"/>
                </a:lnTo>
                <a:lnTo>
                  <a:pt x="560685" y="42781"/>
                </a:lnTo>
                <a:lnTo>
                  <a:pt x="560787" y="42049"/>
                </a:lnTo>
                <a:lnTo>
                  <a:pt x="560871" y="41311"/>
                </a:lnTo>
                <a:lnTo>
                  <a:pt x="560936" y="40567"/>
                </a:lnTo>
                <a:lnTo>
                  <a:pt x="560982" y="39818"/>
                </a:lnTo>
                <a:lnTo>
                  <a:pt x="561010" y="39062"/>
                </a:lnTo>
                <a:lnTo>
                  <a:pt x="561019" y="38301"/>
                </a:lnTo>
                <a:lnTo>
                  <a:pt x="560999" y="37083"/>
                </a:lnTo>
                <a:lnTo>
                  <a:pt x="560940" y="35880"/>
                </a:lnTo>
                <a:lnTo>
                  <a:pt x="560841" y="34693"/>
                </a:lnTo>
                <a:lnTo>
                  <a:pt x="560702" y="33521"/>
                </a:lnTo>
                <a:lnTo>
                  <a:pt x="560524" y="32364"/>
                </a:lnTo>
                <a:lnTo>
                  <a:pt x="560306" y="31223"/>
                </a:lnTo>
                <a:lnTo>
                  <a:pt x="560049" y="30098"/>
                </a:lnTo>
                <a:lnTo>
                  <a:pt x="559752" y="28988"/>
                </a:lnTo>
                <a:lnTo>
                  <a:pt x="559415" y="27893"/>
                </a:lnTo>
                <a:lnTo>
                  <a:pt x="559039" y="26814"/>
                </a:lnTo>
                <a:lnTo>
                  <a:pt x="558624" y="25750"/>
                </a:lnTo>
                <a:lnTo>
                  <a:pt x="558168" y="24701"/>
                </a:lnTo>
                <a:lnTo>
                  <a:pt x="557673" y="23668"/>
                </a:lnTo>
                <a:lnTo>
                  <a:pt x="557139" y="22651"/>
                </a:lnTo>
                <a:lnTo>
                  <a:pt x="556565" y="21649"/>
                </a:lnTo>
                <a:lnTo>
                  <a:pt x="555951" y="20662"/>
                </a:lnTo>
                <a:lnTo>
                  <a:pt x="555298" y="19691"/>
                </a:lnTo>
                <a:lnTo>
                  <a:pt x="554605" y="18735"/>
                </a:lnTo>
                <a:lnTo>
                  <a:pt x="553872" y="17794"/>
                </a:lnTo>
                <a:lnTo>
                  <a:pt x="553100" y="16869"/>
                </a:lnTo>
                <a:lnTo>
                  <a:pt x="552288" y="15960"/>
                </a:lnTo>
                <a:lnTo>
                  <a:pt x="551437" y="15066"/>
                </a:lnTo>
                <a:lnTo>
                  <a:pt x="550546" y="14187"/>
                </a:lnTo>
                <a:lnTo>
                  <a:pt x="549616" y="13324"/>
                </a:lnTo>
                <a:lnTo>
                  <a:pt x="548649" y="12486"/>
                </a:lnTo>
                <a:lnTo>
                  <a:pt x="547651" y="11683"/>
                </a:lnTo>
                <a:lnTo>
                  <a:pt x="546620" y="10917"/>
                </a:lnTo>
                <a:lnTo>
                  <a:pt x="545556" y="10186"/>
                </a:lnTo>
                <a:lnTo>
                  <a:pt x="544461" y="9490"/>
                </a:lnTo>
                <a:lnTo>
                  <a:pt x="543333" y="8830"/>
                </a:lnTo>
                <a:lnTo>
                  <a:pt x="542172" y="8206"/>
                </a:lnTo>
                <a:lnTo>
                  <a:pt x="540980" y="7618"/>
                </a:lnTo>
                <a:lnTo>
                  <a:pt x="539755" y="7065"/>
                </a:lnTo>
                <a:lnTo>
                  <a:pt x="538498" y="6548"/>
                </a:lnTo>
                <a:lnTo>
                  <a:pt x="537208" y="6067"/>
                </a:lnTo>
                <a:lnTo>
                  <a:pt x="535887" y="5621"/>
                </a:lnTo>
                <a:lnTo>
                  <a:pt x="534533" y="5211"/>
                </a:lnTo>
                <a:lnTo>
                  <a:pt x="533146" y="4837"/>
                </a:lnTo>
                <a:lnTo>
                  <a:pt x="531727" y="4498"/>
                </a:lnTo>
                <a:lnTo>
                  <a:pt x="530277" y="4195"/>
                </a:lnTo>
                <a:lnTo>
                  <a:pt x="528793" y="3927"/>
                </a:lnTo>
                <a:lnTo>
                  <a:pt x="527278" y="3695"/>
                </a:lnTo>
                <a:lnTo>
                  <a:pt x="525730" y="3499"/>
                </a:lnTo>
                <a:lnTo>
                  <a:pt x="524149" y="3339"/>
                </a:lnTo>
                <a:lnTo>
                  <a:pt x="522537" y="3214"/>
                </a:lnTo>
                <a:lnTo>
                  <a:pt x="520892" y="3125"/>
                </a:lnTo>
                <a:lnTo>
                  <a:pt x="519215" y="3071"/>
                </a:lnTo>
                <a:lnTo>
                  <a:pt x="517506" y="3054"/>
                </a:lnTo>
                <a:lnTo>
                  <a:pt x="473229" y="2863"/>
                </a:lnTo>
                <a:lnTo>
                  <a:pt x="472647" y="2867"/>
                </a:lnTo>
                <a:lnTo>
                  <a:pt x="472080" y="2882"/>
                </a:lnTo>
                <a:lnTo>
                  <a:pt x="471527" y="2905"/>
                </a:lnTo>
                <a:lnTo>
                  <a:pt x="470988" y="2938"/>
                </a:lnTo>
                <a:lnTo>
                  <a:pt x="470462" y="2981"/>
                </a:lnTo>
                <a:lnTo>
                  <a:pt x="469951" y="3033"/>
                </a:lnTo>
                <a:lnTo>
                  <a:pt x="469455" y="3094"/>
                </a:lnTo>
                <a:lnTo>
                  <a:pt x="468972" y="3165"/>
                </a:lnTo>
                <a:lnTo>
                  <a:pt x="468503" y="3245"/>
                </a:lnTo>
                <a:lnTo>
                  <a:pt x="468048" y="3335"/>
                </a:lnTo>
                <a:lnTo>
                  <a:pt x="467608" y="3434"/>
                </a:lnTo>
                <a:lnTo>
                  <a:pt x="467181" y="3543"/>
                </a:lnTo>
                <a:lnTo>
                  <a:pt x="466769" y="3661"/>
                </a:lnTo>
                <a:lnTo>
                  <a:pt x="466370" y="3788"/>
                </a:lnTo>
                <a:lnTo>
                  <a:pt x="465986" y="3925"/>
                </a:lnTo>
                <a:lnTo>
                  <a:pt x="465616" y="4071"/>
                </a:lnTo>
                <a:lnTo>
                  <a:pt x="465260" y="4227"/>
                </a:lnTo>
                <a:lnTo>
                  <a:pt x="464918" y="4393"/>
                </a:lnTo>
                <a:lnTo>
                  <a:pt x="464590" y="4567"/>
                </a:lnTo>
                <a:lnTo>
                  <a:pt x="464276" y="4751"/>
                </a:lnTo>
                <a:lnTo>
                  <a:pt x="463976" y="4945"/>
                </a:lnTo>
                <a:lnTo>
                  <a:pt x="463691" y="5148"/>
                </a:lnTo>
                <a:lnTo>
                  <a:pt x="463419" y="5360"/>
                </a:lnTo>
                <a:lnTo>
                  <a:pt x="463161" y="5582"/>
                </a:lnTo>
                <a:lnTo>
                  <a:pt x="462916" y="5812"/>
                </a:lnTo>
                <a:lnTo>
                  <a:pt x="462681" y="6047"/>
                </a:lnTo>
                <a:lnTo>
                  <a:pt x="462457" y="6288"/>
                </a:lnTo>
                <a:lnTo>
                  <a:pt x="462243" y="6535"/>
                </a:lnTo>
                <a:lnTo>
                  <a:pt x="462039" y="6788"/>
                </a:lnTo>
                <a:lnTo>
                  <a:pt x="461846" y="7046"/>
                </a:lnTo>
                <a:lnTo>
                  <a:pt x="461664" y="7311"/>
                </a:lnTo>
                <a:lnTo>
                  <a:pt x="461492" y="7581"/>
                </a:lnTo>
                <a:lnTo>
                  <a:pt x="461330" y="7857"/>
                </a:lnTo>
                <a:lnTo>
                  <a:pt x="461178" y="8139"/>
                </a:lnTo>
                <a:lnTo>
                  <a:pt x="461038" y="8426"/>
                </a:lnTo>
                <a:lnTo>
                  <a:pt x="460907" y="8719"/>
                </a:lnTo>
                <a:lnTo>
                  <a:pt x="460787" y="9019"/>
                </a:lnTo>
                <a:lnTo>
                  <a:pt x="460677" y="9323"/>
                </a:lnTo>
                <a:lnTo>
                  <a:pt x="460578" y="9634"/>
                </a:lnTo>
                <a:lnTo>
                  <a:pt x="460490" y="9951"/>
                </a:lnTo>
                <a:lnTo>
                  <a:pt x="460411" y="10273"/>
                </a:lnTo>
                <a:lnTo>
                  <a:pt x="460343" y="10601"/>
                </a:lnTo>
                <a:lnTo>
                  <a:pt x="460286" y="10935"/>
                </a:lnTo>
                <a:lnTo>
                  <a:pt x="460239" y="11275"/>
                </a:lnTo>
                <a:lnTo>
                  <a:pt x="460203" y="11620"/>
                </a:lnTo>
                <a:lnTo>
                  <a:pt x="460176" y="11971"/>
                </a:lnTo>
                <a:lnTo>
                  <a:pt x="460161" y="12329"/>
                </a:lnTo>
                <a:lnTo>
                  <a:pt x="460156" y="12691"/>
                </a:lnTo>
                <a:lnTo>
                  <a:pt x="460161" y="13054"/>
                </a:lnTo>
                <a:lnTo>
                  <a:pt x="460176" y="13411"/>
                </a:lnTo>
                <a:lnTo>
                  <a:pt x="460203" y="13763"/>
                </a:lnTo>
                <a:lnTo>
                  <a:pt x="460239" y="14108"/>
                </a:lnTo>
                <a:lnTo>
                  <a:pt x="460286" y="14448"/>
                </a:lnTo>
                <a:lnTo>
                  <a:pt x="460343" y="14782"/>
                </a:lnTo>
                <a:lnTo>
                  <a:pt x="460411" y="15110"/>
                </a:lnTo>
                <a:lnTo>
                  <a:pt x="460490" y="15432"/>
                </a:lnTo>
                <a:lnTo>
                  <a:pt x="460578" y="15749"/>
                </a:lnTo>
                <a:lnTo>
                  <a:pt x="460677" y="16059"/>
                </a:lnTo>
                <a:lnTo>
                  <a:pt x="460787" y="16364"/>
                </a:lnTo>
                <a:lnTo>
                  <a:pt x="460907" y="16663"/>
                </a:lnTo>
                <a:lnTo>
                  <a:pt x="461038" y="16957"/>
                </a:lnTo>
                <a:lnTo>
                  <a:pt x="461178" y="17244"/>
                </a:lnTo>
                <a:lnTo>
                  <a:pt x="461330" y="17526"/>
                </a:lnTo>
                <a:lnTo>
                  <a:pt x="461492" y="17802"/>
                </a:lnTo>
                <a:lnTo>
                  <a:pt x="461664" y="18072"/>
                </a:lnTo>
                <a:lnTo>
                  <a:pt x="461846" y="18336"/>
                </a:lnTo>
                <a:lnTo>
                  <a:pt x="462039" y="18595"/>
                </a:lnTo>
                <a:lnTo>
                  <a:pt x="462243" y="18848"/>
                </a:lnTo>
                <a:lnTo>
                  <a:pt x="462457" y="19095"/>
                </a:lnTo>
                <a:lnTo>
                  <a:pt x="462681" y="19336"/>
                </a:lnTo>
                <a:lnTo>
                  <a:pt x="462916" y="19571"/>
                </a:lnTo>
                <a:lnTo>
                  <a:pt x="463161" y="19801"/>
                </a:lnTo>
                <a:lnTo>
                  <a:pt x="463419" y="20022"/>
                </a:lnTo>
                <a:lnTo>
                  <a:pt x="463691" y="20235"/>
                </a:lnTo>
                <a:lnTo>
                  <a:pt x="463976" y="20438"/>
                </a:lnTo>
                <a:lnTo>
                  <a:pt x="464276" y="20632"/>
                </a:lnTo>
                <a:lnTo>
                  <a:pt x="464590" y="20816"/>
                </a:lnTo>
                <a:lnTo>
                  <a:pt x="464918" y="20990"/>
                </a:lnTo>
                <a:lnTo>
                  <a:pt x="465260" y="21156"/>
                </a:lnTo>
                <a:lnTo>
                  <a:pt x="465616" y="21311"/>
                </a:lnTo>
                <a:lnTo>
                  <a:pt x="465986" y="21458"/>
                </a:lnTo>
                <a:lnTo>
                  <a:pt x="466370" y="21595"/>
                </a:lnTo>
                <a:lnTo>
                  <a:pt x="466769" y="21722"/>
                </a:lnTo>
                <a:lnTo>
                  <a:pt x="467181" y="21840"/>
                </a:lnTo>
                <a:lnTo>
                  <a:pt x="467608" y="21949"/>
                </a:lnTo>
                <a:lnTo>
                  <a:pt x="468048" y="22048"/>
                </a:lnTo>
                <a:lnTo>
                  <a:pt x="468503" y="22138"/>
                </a:lnTo>
                <a:lnTo>
                  <a:pt x="468972" y="22218"/>
                </a:lnTo>
                <a:lnTo>
                  <a:pt x="469455" y="22289"/>
                </a:lnTo>
                <a:lnTo>
                  <a:pt x="469951" y="22350"/>
                </a:lnTo>
                <a:lnTo>
                  <a:pt x="470462" y="22402"/>
                </a:lnTo>
                <a:lnTo>
                  <a:pt x="470988" y="22445"/>
                </a:lnTo>
                <a:lnTo>
                  <a:pt x="471527" y="22478"/>
                </a:lnTo>
                <a:lnTo>
                  <a:pt x="472080" y="22501"/>
                </a:lnTo>
                <a:lnTo>
                  <a:pt x="472647" y="22515"/>
                </a:lnTo>
                <a:lnTo>
                  <a:pt x="473229" y="22520"/>
                </a:lnTo>
                <a:lnTo>
                  <a:pt x="476282" y="22520"/>
                </a:lnTo>
                <a:lnTo>
                  <a:pt x="476282" y="99050"/>
                </a:lnTo>
                <a:lnTo>
                  <a:pt x="473229" y="99050"/>
                </a:lnTo>
                <a:lnTo>
                  <a:pt x="472655" y="99055"/>
                </a:lnTo>
                <a:lnTo>
                  <a:pt x="472095" y="99069"/>
                </a:lnTo>
                <a:lnTo>
                  <a:pt x="471548" y="99092"/>
                </a:lnTo>
                <a:lnTo>
                  <a:pt x="471015" y="99125"/>
                </a:lnTo>
                <a:lnTo>
                  <a:pt x="470496" y="99166"/>
                </a:lnTo>
                <a:lnTo>
                  <a:pt x="469990" y="99217"/>
                </a:lnTo>
                <a:lnTo>
                  <a:pt x="469498" y="99278"/>
                </a:lnTo>
                <a:lnTo>
                  <a:pt x="469019" y="99347"/>
                </a:lnTo>
                <a:lnTo>
                  <a:pt x="468554" y="99426"/>
                </a:lnTo>
                <a:lnTo>
                  <a:pt x="468103" y="99514"/>
                </a:lnTo>
                <a:lnTo>
                  <a:pt x="467665" y="99612"/>
                </a:lnTo>
                <a:lnTo>
                  <a:pt x="467241" y="99718"/>
                </a:lnTo>
                <a:lnTo>
                  <a:pt x="466830" y="99834"/>
                </a:lnTo>
                <a:lnTo>
                  <a:pt x="466433" y="99960"/>
                </a:lnTo>
                <a:lnTo>
                  <a:pt x="466050" y="100094"/>
                </a:lnTo>
                <a:lnTo>
                  <a:pt x="465680" y="100238"/>
                </a:lnTo>
                <a:lnTo>
                  <a:pt x="465323" y="100391"/>
                </a:lnTo>
                <a:lnTo>
                  <a:pt x="464980" y="100553"/>
                </a:lnTo>
                <a:lnTo>
                  <a:pt x="464651" y="100725"/>
                </a:lnTo>
                <a:lnTo>
                  <a:pt x="464336" y="100906"/>
                </a:lnTo>
                <a:lnTo>
                  <a:pt x="464034" y="101096"/>
                </a:lnTo>
                <a:lnTo>
                  <a:pt x="463745" y="101295"/>
                </a:lnTo>
                <a:lnTo>
                  <a:pt x="463470" y="101504"/>
                </a:lnTo>
                <a:lnTo>
                  <a:pt x="463209" y="101722"/>
                </a:lnTo>
                <a:lnTo>
                  <a:pt x="462960" y="101948"/>
                </a:lnTo>
                <a:lnTo>
                  <a:pt x="462721" y="102179"/>
                </a:lnTo>
                <a:lnTo>
                  <a:pt x="462493" y="102417"/>
                </a:lnTo>
                <a:lnTo>
                  <a:pt x="462276" y="102661"/>
                </a:lnTo>
                <a:lnTo>
                  <a:pt x="462069" y="102910"/>
                </a:lnTo>
                <a:lnTo>
                  <a:pt x="461873" y="103166"/>
                </a:lnTo>
                <a:lnTo>
                  <a:pt x="461688" y="103427"/>
                </a:lnTo>
                <a:lnTo>
                  <a:pt x="461513" y="103694"/>
                </a:lnTo>
                <a:lnTo>
                  <a:pt x="461348" y="103968"/>
                </a:lnTo>
                <a:lnTo>
                  <a:pt x="461195" y="104247"/>
                </a:lnTo>
                <a:lnTo>
                  <a:pt x="461052" y="104532"/>
                </a:lnTo>
                <a:lnTo>
                  <a:pt x="460919" y="104824"/>
                </a:lnTo>
                <a:lnTo>
                  <a:pt x="460797" y="105121"/>
                </a:lnTo>
                <a:lnTo>
                  <a:pt x="460686" y="105424"/>
                </a:lnTo>
                <a:lnTo>
                  <a:pt x="460585" y="105733"/>
                </a:lnTo>
                <a:lnTo>
                  <a:pt x="460495" y="106048"/>
                </a:lnTo>
                <a:lnTo>
                  <a:pt x="460415" y="106369"/>
                </a:lnTo>
                <a:lnTo>
                  <a:pt x="460346" y="106696"/>
                </a:lnTo>
                <a:lnTo>
                  <a:pt x="460288" y="107029"/>
                </a:lnTo>
                <a:lnTo>
                  <a:pt x="460240" y="107368"/>
                </a:lnTo>
                <a:lnTo>
                  <a:pt x="460203" y="107713"/>
                </a:lnTo>
                <a:lnTo>
                  <a:pt x="460177" y="108064"/>
                </a:lnTo>
                <a:lnTo>
                  <a:pt x="460161" y="108421"/>
                </a:lnTo>
                <a:lnTo>
                  <a:pt x="460156" y="108784"/>
                </a:lnTo>
                <a:lnTo>
                  <a:pt x="460161" y="109147"/>
                </a:lnTo>
                <a:lnTo>
                  <a:pt x="460176" y="109504"/>
                </a:lnTo>
                <a:lnTo>
                  <a:pt x="460203" y="109856"/>
                </a:lnTo>
                <a:lnTo>
                  <a:pt x="460239" y="110202"/>
                </a:lnTo>
                <a:lnTo>
                  <a:pt x="460286" y="110542"/>
                </a:lnTo>
                <a:lnTo>
                  <a:pt x="460343" y="110877"/>
                </a:lnTo>
                <a:lnTo>
                  <a:pt x="460411" y="111206"/>
                </a:lnTo>
                <a:lnTo>
                  <a:pt x="460490" y="111530"/>
                </a:lnTo>
                <a:lnTo>
                  <a:pt x="460578" y="111848"/>
                </a:lnTo>
                <a:lnTo>
                  <a:pt x="460677" y="112160"/>
                </a:lnTo>
                <a:lnTo>
                  <a:pt x="460787" y="112467"/>
                </a:lnTo>
                <a:lnTo>
                  <a:pt x="460907" y="112768"/>
                </a:lnTo>
                <a:lnTo>
                  <a:pt x="461038" y="113063"/>
                </a:lnTo>
                <a:lnTo>
                  <a:pt x="461178" y="113353"/>
                </a:lnTo>
                <a:lnTo>
                  <a:pt x="461330" y="113637"/>
                </a:lnTo>
                <a:lnTo>
                  <a:pt x="461492" y="113915"/>
                </a:lnTo>
                <a:lnTo>
                  <a:pt x="461664" y="114188"/>
                </a:lnTo>
                <a:lnTo>
                  <a:pt x="461846" y="114455"/>
                </a:lnTo>
                <a:lnTo>
                  <a:pt x="462039" y="114717"/>
                </a:lnTo>
                <a:lnTo>
                  <a:pt x="462243" y="114973"/>
                </a:lnTo>
                <a:lnTo>
                  <a:pt x="462457" y="115223"/>
                </a:lnTo>
                <a:lnTo>
                  <a:pt x="462681" y="115468"/>
                </a:lnTo>
                <a:lnTo>
                  <a:pt x="462916" y="115707"/>
                </a:lnTo>
                <a:lnTo>
                  <a:pt x="463161" y="115940"/>
                </a:lnTo>
                <a:lnTo>
                  <a:pt x="463419" y="116166"/>
                </a:lnTo>
                <a:lnTo>
                  <a:pt x="463691" y="116382"/>
                </a:lnTo>
                <a:lnTo>
                  <a:pt x="463976" y="116589"/>
                </a:lnTo>
                <a:lnTo>
                  <a:pt x="464276" y="116786"/>
                </a:lnTo>
                <a:lnTo>
                  <a:pt x="464590" y="116973"/>
                </a:lnTo>
                <a:lnTo>
                  <a:pt x="464918" y="117151"/>
                </a:lnTo>
                <a:lnTo>
                  <a:pt x="465260" y="117319"/>
                </a:lnTo>
                <a:lnTo>
                  <a:pt x="465616" y="117478"/>
                </a:lnTo>
                <a:lnTo>
                  <a:pt x="465986" y="117627"/>
                </a:lnTo>
                <a:lnTo>
                  <a:pt x="466370" y="117766"/>
                </a:lnTo>
                <a:lnTo>
                  <a:pt x="466769" y="117896"/>
                </a:lnTo>
                <a:lnTo>
                  <a:pt x="467181" y="118016"/>
                </a:lnTo>
                <a:lnTo>
                  <a:pt x="467608" y="118126"/>
                </a:lnTo>
                <a:lnTo>
                  <a:pt x="468048" y="118227"/>
                </a:lnTo>
                <a:lnTo>
                  <a:pt x="468503" y="118319"/>
                </a:lnTo>
                <a:lnTo>
                  <a:pt x="468972" y="118400"/>
                </a:lnTo>
                <a:lnTo>
                  <a:pt x="469455" y="118472"/>
                </a:lnTo>
                <a:lnTo>
                  <a:pt x="469951" y="118535"/>
                </a:lnTo>
                <a:lnTo>
                  <a:pt x="470462" y="118588"/>
                </a:lnTo>
                <a:lnTo>
                  <a:pt x="470988" y="118631"/>
                </a:lnTo>
                <a:lnTo>
                  <a:pt x="471527" y="118665"/>
                </a:lnTo>
                <a:lnTo>
                  <a:pt x="472080" y="118689"/>
                </a:lnTo>
                <a:lnTo>
                  <a:pt x="472647" y="118703"/>
                </a:lnTo>
                <a:lnTo>
                  <a:pt x="473229" y="118708"/>
                </a:lnTo>
                <a:lnTo>
                  <a:pt x="502906" y="118708"/>
                </a:lnTo>
                <a:lnTo>
                  <a:pt x="503487" y="118703"/>
                </a:lnTo>
                <a:lnTo>
                  <a:pt x="504054" y="118689"/>
                </a:lnTo>
                <a:lnTo>
                  <a:pt x="504608" y="118665"/>
                </a:lnTo>
                <a:lnTo>
                  <a:pt x="505147" y="118632"/>
                </a:lnTo>
                <a:lnTo>
                  <a:pt x="505672" y="118590"/>
                </a:lnTo>
                <a:lnTo>
                  <a:pt x="506183" y="118538"/>
                </a:lnTo>
                <a:lnTo>
                  <a:pt x="506680" y="118476"/>
                </a:lnTo>
                <a:lnTo>
                  <a:pt x="507163" y="118406"/>
                </a:lnTo>
                <a:lnTo>
                  <a:pt x="507631" y="118325"/>
                </a:lnTo>
                <a:lnTo>
                  <a:pt x="508086" y="118236"/>
                </a:lnTo>
                <a:lnTo>
                  <a:pt x="508527" y="118136"/>
                </a:lnTo>
                <a:lnTo>
                  <a:pt x="508953" y="118028"/>
                </a:lnTo>
                <a:lnTo>
                  <a:pt x="509366" y="117910"/>
                </a:lnTo>
                <a:lnTo>
                  <a:pt x="509764" y="117782"/>
                </a:lnTo>
                <a:lnTo>
                  <a:pt x="510148" y="117645"/>
                </a:lnTo>
                <a:lnTo>
                  <a:pt x="510518" y="117499"/>
                </a:lnTo>
                <a:lnTo>
                  <a:pt x="510874" y="117343"/>
                </a:lnTo>
                <a:lnTo>
                  <a:pt x="511217" y="117178"/>
                </a:lnTo>
                <a:lnTo>
                  <a:pt x="511544" y="117003"/>
                </a:lnTo>
                <a:lnTo>
                  <a:pt x="511858" y="116819"/>
                </a:lnTo>
                <a:lnTo>
                  <a:pt x="512158" y="116626"/>
                </a:lnTo>
                <a:lnTo>
                  <a:pt x="512444" y="116423"/>
                </a:lnTo>
                <a:lnTo>
                  <a:pt x="512715" y="116210"/>
                </a:lnTo>
                <a:lnTo>
                  <a:pt x="512973" y="115988"/>
                </a:lnTo>
                <a:lnTo>
                  <a:pt x="513218" y="115759"/>
                </a:lnTo>
                <a:lnTo>
                  <a:pt x="513453" y="115523"/>
                </a:lnTo>
                <a:lnTo>
                  <a:pt x="513677" y="115282"/>
                </a:lnTo>
                <a:lnTo>
                  <a:pt x="513891" y="115035"/>
                </a:lnTo>
                <a:lnTo>
                  <a:pt x="514095" y="114783"/>
                </a:lnTo>
                <a:lnTo>
                  <a:pt x="514288" y="114524"/>
                </a:lnTo>
                <a:lnTo>
                  <a:pt x="514471" y="114260"/>
                </a:lnTo>
                <a:lnTo>
                  <a:pt x="514643" y="113990"/>
                </a:lnTo>
                <a:lnTo>
                  <a:pt x="514805" y="113714"/>
                </a:lnTo>
                <a:lnTo>
                  <a:pt x="514956" y="113432"/>
                </a:lnTo>
                <a:lnTo>
                  <a:pt x="515097" y="113144"/>
                </a:lnTo>
                <a:lnTo>
                  <a:pt x="515227" y="112851"/>
                </a:lnTo>
                <a:lnTo>
                  <a:pt x="515347" y="112552"/>
                </a:lnTo>
                <a:lnTo>
                  <a:pt x="515457" y="112247"/>
                </a:lnTo>
                <a:lnTo>
                  <a:pt x="515556" y="111936"/>
                </a:lnTo>
                <a:lnTo>
                  <a:pt x="515645" y="111620"/>
                </a:lnTo>
                <a:lnTo>
                  <a:pt x="515723" y="111298"/>
                </a:lnTo>
                <a:lnTo>
                  <a:pt x="515791" y="110969"/>
                </a:lnTo>
                <a:lnTo>
                  <a:pt x="515848" y="110636"/>
                </a:lnTo>
                <a:lnTo>
                  <a:pt x="515895" y="110296"/>
                </a:lnTo>
                <a:lnTo>
                  <a:pt x="515932" y="109950"/>
                </a:lnTo>
                <a:lnTo>
                  <a:pt x="515958" y="109599"/>
                </a:lnTo>
                <a:lnTo>
                  <a:pt x="515974" y="109242"/>
                </a:lnTo>
                <a:lnTo>
                  <a:pt x="515979" y="108879"/>
                </a:lnTo>
                <a:lnTo>
                  <a:pt x="515974" y="108516"/>
                </a:lnTo>
                <a:lnTo>
                  <a:pt x="515958" y="108159"/>
                </a:lnTo>
                <a:lnTo>
                  <a:pt x="515932" y="107808"/>
                </a:lnTo>
                <a:lnTo>
                  <a:pt x="515895" y="107462"/>
                </a:lnTo>
                <a:lnTo>
                  <a:pt x="515848" y="107123"/>
                </a:lnTo>
                <a:lnTo>
                  <a:pt x="515791" y="106789"/>
                </a:lnTo>
                <a:lnTo>
                  <a:pt x="515723" y="106461"/>
                </a:lnTo>
                <a:lnTo>
                  <a:pt x="515645" y="106138"/>
                </a:lnTo>
                <a:lnTo>
                  <a:pt x="515556" y="105822"/>
                </a:lnTo>
                <a:lnTo>
                  <a:pt x="515457" y="105511"/>
                </a:lnTo>
                <a:lnTo>
                  <a:pt x="515347" y="105206"/>
                </a:lnTo>
                <a:lnTo>
                  <a:pt x="515227" y="104907"/>
                </a:lnTo>
                <a:lnTo>
                  <a:pt x="515097" y="104614"/>
                </a:lnTo>
                <a:lnTo>
                  <a:pt x="514956" y="104326"/>
                </a:lnTo>
                <a:lnTo>
                  <a:pt x="514805" y="104044"/>
                </a:lnTo>
                <a:lnTo>
                  <a:pt x="514643" y="103769"/>
                </a:lnTo>
                <a:lnTo>
                  <a:pt x="514471" y="103498"/>
                </a:lnTo>
                <a:lnTo>
                  <a:pt x="514288" y="103234"/>
                </a:lnTo>
                <a:lnTo>
                  <a:pt x="514095" y="102976"/>
                </a:lnTo>
                <a:lnTo>
                  <a:pt x="513891" y="102723"/>
                </a:lnTo>
                <a:lnTo>
                  <a:pt x="513677" y="102476"/>
                </a:lnTo>
                <a:lnTo>
                  <a:pt x="513453" y="102235"/>
                </a:lnTo>
                <a:lnTo>
                  <a:pt x="513218" y="101999"/>
                </a:lnTo>
                <a:lnTo>
                  <a:pt x="512973" y="101770"/>
                </a:lnTo>
                <a:lnTo>
                  <a:pt x="512715" y="101548"/>
                </a:lnTo>
                <a:lnTo>
                  <a:pt x="512444" y="101336"/>
                </a:lnTo>
                <a:lnTo>
                  <a:pt x="512158" y="101133"/>
                </a:lnTo>
                <a:lnTo>
                  <a:pt x="511858" y="100939"/>
                </a:lnTo>
                <a:lnTo>
                  <a:pt x="511544" y="100755"/>
                </a:lnTo>
                <a:lnTo>
                  <a:pt x="511217" y="100580"/>
                </a:lnTo>
                <a:lnTo>
                  <a:pt x="510874" y="100415"/>
                </a:lnTo>
                <a:lnTo>
                  <a:pt x="510518" y="100259"/>
                </a:lnTo>
                <a:lnTo>
                  <a:pt x="510148" y="100113"/>
                </a:lnTo>
                <a:lnTo>
                  <a:pt x="509764" y="99976"/>
                </a:lnTo>
                <a:lnTo>
                  <a:pt x="509366" y="99848"/>
                </a:lnTo>
                <a:lnTo>
                  <a:pt x="508953" y="99730"/>
                </a:lnTo>
                <a:lnTo>
                  <a:pt x="508527" y="99622"/>
                </a:lnTo>
                <a:lnTo>
                  <a:pt x="508086" y="99523"/>
                </a:lnTo>
                <a:lnTo>
                  <a:pt x="507631" y="99433"/>
                </a:lnTo>
                <a:lnTo>
                  <a:pt x="507163" y="99353"/>
                </a:lnTo>
                <a:lnTo>
                  <a:pt x="506680" y="99282"/>
                </a:lnTo>
                <a:lnTo>
                  <a:pt x="506183" y="99220"/>
                </a:lnTo>
                <a:lnTo>
                  <a:pt x="505672" y="99168"/>
                </a:lnTo>
                <a:lnTo>
                  <a:pt x="505147" y="99126"/>
                </a:lnTo>
                <a:lnTo>
                  <a:pt x="504608" y="99093"/>
                </a:lnTo>
                <a:lnTo>
                  <a:pt x="504054" y="99069"/>
                </a:lnTo>
                <a:lnTo>
                  <a:pt x="503487" y="99055"/>
                </a:lnTo>
                <a:lnTo>
                  <a:pt x="502906" y="99050"/>
                </a:lnTo>
                <a:lnTo>
                  <a:pt x="495844" y="99050"/>
                </a:lnTo>
                <a:lnTo>
                  <a:pt x="495844" y="74622"/>
                </a:lnTo>
                <a:lnTo>
                  <a:pt x="515215" y="74622"/>
                </a:lnTo>
                <a:lnTo>
                  <a:pt x="516534" y="75292"/>
                </a:lnTo>
                <a:lnTo>
                  <a:pt x="517880" y="76063"/>
                </a:lnTo>
                <a:lnTo>
                  <a:pt x="519255" y="76936"/>
                </a:lnTo>
                <a:close/>
                <a:moveTo>
                  <a:pt x="520124" y="22744"/>
                </a:moveTo>
                <a:lnTo>
                  <a:pt x="521023" y="22785"/>
                </a:lnTo>
                <a:lnTo>
                  <a:pt x="521903" y="22842"/>
                </a:lnTo>
                <a:lnTo>
                  <a:pt x="522764" y="22915"/>
                </a:lnTo>
                <a:lnTo>
                  <a:pt x="523607" y="23005"/>
                </a:lnTo>
                <a:lnTo>
                  <a:pt x="524430" y="23112"/>
                </a:lnTo>
                <a:lnTo>
                  <a:pt x="525235" y="23234"/>
                </a:lnTo>
                <a:lnTo>
                  <a:pt x="526021" y="23374"/>
                </a:lnTo>
                <a:lnTo>
                  <a:pt x="526788" y="23529"/>
                </a:lnTo>
                <a:lnTo>
                  <a:pt x="527536" y="23701"/>
                </a:lnTo>
                <a:lnTo>
                  <a:pt x="528265" y="23889"/>
                </a:lnTo>
                <a:lnTo>
                  <a:pt x="528975" y="24093"/>
                </a:lnTo>
                <a:lnTo>
                  <a:pt x="529666" y="24314"/>
                </a:lnTo>
                <a:lnTo>
                  <a:pt x="530339" y="24551"/>
                </a:lnTo>
                <a:lnTo>
                  <a:pt x="530992" y="24805"/>
                </a:lnTo>
                <a:lnTo>
                  <a:pt x="531627" y="25075"/>
                </a:lnTo>
                <a:lnTo>
                  <a:pt x="532243" y="25361"/>
                </a:lnTo>
                <a:lnTo>
                  <a:pt x="532840" y="25664"/>
                </a:lnTo>
                <a:lnTo>
                  <a:pt x="533418" y="25983"/>
                </a:lnTo>
                <a:lnTo>
                  <a:pt x="533977" y="26318"/>
                </a:lnTo>
                <a:lnTo>
                  <a:pt x="534517" y="26670"/>
                </a:lnTo>
                <a:lnTo>
                  <a:pt x="535038" y="27038"/>
                </a:lnTo>
                <a:lnTo>
                  <a:pt x="535541" y="27423"/>
                </a:lnTo>
                <a:lnTo>
                  <a:pt x="536023" y="27816"/>
                </a:lnTo>
                <a:lnTo>
                  <a:pt x="536486" y="28213"/>
                </a:lnTo>
                <a:lnTo>
                  <a:pt x="536927" y="28612"/>
                </a:lnTo>
                <a:lnTo>
                  <a:pt x="537348" y="29015"/>
                </a:lnTo>
                <a:lnTo>
                  <a:pt x="537749" y="29420"/>
                </a:lnTo>
                <a:lnTo>
                  <a:pt x="538129" y="29827"/>
                </a:lnTo>
                <a:lnTo>
                  <a:pt x="538489" y="30238"/>
                </a:lnTo>
                <a:lnTo>
                  <a:pt x="538828" y="30651"/>
                </a:lnTo>
                <a:lnTo>
                  <a:pt x="539146" y="31068"/>
                </a:lnTo>
                <a:lnTo>
                  <a:pt x="539444" y="31487"/>
                </a:lnTo>
                <a:lnTo>
                  <a:pt x="539721" y="31909"/>
                </a:lnTo>
                <a:lnTo>
                  <a:pt x="539978" y="32333"/>
                </a:lnTo>
                <a:lnTo>
                  <a:pt x="540214" y="32761"/>
                </a:lnTo>
                <a:lnTo>
                  <a:pt x="540430" y="33191"/>
                </a:lnTo>
                <a:lnTo>
                  <a:pt x="540625" y="33624"/>
                </a:lnTo>
                <a:lnTo>
                  <a:pt x="540800" y="34060"/>
                </a:lnTo>
                <a:lnTo>
                  <a:pt x="540954" y="34499"/>
                </a:lnTo>
                <a:lnTo>
                  <a:pt x="541087" y="34940"/>
                </a:lnTo>
                <a:lnTo>
                  <a:pt x="541200" y="35384"/>
                </a:lnTo>
                <a:lnTo>
                  <a:pt x="541293" y="35831"/>
                </a:lnTo>
                <a:lnTo>
                  <a:pt x="541365" y="36281"/>
                </a:lnTo>
                <a:lnTo>
                  <a:pt x="541416" y="36734"/>
                </a:lnTo>
                <a:lnTo>
                  <a:pt x="541447" y="37190"/>
                </a:lnTo>
                <a:lnTo>
                  <a:pt x="541457" y="37648"/>
                </a:lnTo>
                <a:lnTo>
                  <a:pt x="541452" y="37957"/>
                </a:lnTo>
                <a:lnTo>
                  <a:pt x="541436" y="38267"/>
                </a:lnTo>
                <a:lnTo>
                  <a:pt x="541409" y="38577"/>
                </a:lnTo>
                <a:lnTo>
                  <a:pt x="541371" y="38887"/>
                </a:lnTo>
                <a:lnTo>
                  <a:pt x="541322" y="39198"/>
                </a:lnTo>
                <a:lnTo>
                  <a:pt x="541263" y="39509"/>
                </a:lnTo>
                <a:lnTo>
                  <a:pt x="541193" y="39820"/>
                </a:lnTo>
                <a:lnTo>
                  <a:pt x="541112" y="40132"/>
                </a:lnTo>
                <a:lnTo>
                  <a:pt x="541021" y="40444"/>
                </a:lnTo>
                <a:lnTo>
                  <a:pt x="540919" y="40756"/>
                </a:lnTo>
                <a:lnTo>
                  <a:pt x="540806" y="41069"/>
                </a:lnTo>
                <a:lnTo>
                  <a:pt x="540682" y="41382"/>
                </a:lnTo>
                <a:lnTo>
                  <a:pt x="540547" y="41695"/>
                </a:lnTo>
                <a:lnTo>
                  <a:pt x="540402" y="42009"/>
                </a:lnTo>
                <a:lnTo>
                  <a:pt x="540246" y="42323"/>
                </a:lnTo>
                <a:lnTo>
                  <a:pt x="540079" y="42638"/>
                </a:lnTo>
                <a:lnTo>
                  <a:pt x="539901" y="42953"/>
                </a:lnTo>
                <a:lnTo>
                  <a:pt x="539713" y="43268"/>
                </a:lnTo>
                <a:lnTo>
                  <a:pt x="539513" y="43583"/>
                </a:lnTo>
                <a:lnTo>
                  <a:pt x="539303" y="43899"/>
                </a:lnTo>
                <a:lnTo>
                  <a:pt x="539083" y="44215"/>
                </a:lnTo>
                <a:lnTo>
                  <a:pt x="538851" y="44531"/>
                </a:lnTo>
                <a:lnTo>
                  <a:pt x="538609" y="44848"/>
                </a:lnTo>
                <a:lnTo>
                  <a:pt x="538356" y="45165"/>
                </a:lnTo>
                <a:lnTo>
                  <a:pt x="538087" y="45482"/>
                </a:lnTo>
                <a:lnTo>
                  <a:pt x="537798" y="45797"/>
                </a:lnTo>
                <a:lnTo>
                  <a:pt x="537489" y="46111"/>
                </a:lnTo>
                <a:lnTo>
                  <a:pt x="537159" y="46423"/>
                </a:lnTo>
                <a:lnTo>
                  <a:pt x="536809" y="46734"/>
                </a:lnTo>
                <a:lnTo>
                  <a:pt x="536438" y="47044"/>
                </a:lnTo>
                <a:lnTo>
                  <a:pt x="536047" y="47353"/>
                </a:lnTo>
                <a:lnTo>
                  <a:pt x="535636" y="47660"/>
                </a:lnTo>
                <a:lnTo>
                  <a:pt x="535205" y="47966"/>
                </a:lnTo>
                <a:lnTo>
                  <a:pt x="534752" y="48271"/>
                </a:lnTo>
                <a:lnTo>
                  <a:pt x="534280" y="48574"/>
                </a:lnTo>
                <a:lnTo>
                  <a:pt x="533787" y="48876"/>
                </a:lnTo>
                <a:lnTo>
                  <a:pt x="533274" y="49176"/>
                </a:lnTo>
                <a:lnTo>
                  <a:pt x="532741" y="49476"/>
                </a:lnTo>
                <a:lnTo>
                  <a:pt x="532187" y="49774"/>
                </a:lnTo>
                <a:lnTo>
                  <a:pt x="531612" y="50071"/>
                </a:lnTo>
                <a:lnTo>
                  <a:pt x="531018" y="50366"/>
                </a:lnTo>
                <a:lnTo>
                  <a:pt x="530403" y="50660"/>
                </a:lnTo>
                <a:lnTo>
                  <a:pt x="529767" y="50953"/>
                </a:lnTo>
                <a:lnTo>
                  <a:pt x="529112" y="51244"/>
                </a:lnTo>
                <a:lnTo>
                  <a:pt x="528435" y="51534"/>
                </a:lnTo>
                <a:lnTo>
                  <a:pt x="527739" y="51823"/>
                </a:lnTo>
                <a:lnTo>
                  <a:pt x="527022" y="52111"/>
                </a:lnTo>
                <a:lnTo>
                  <a:pt x="526285" y="52397"/>
                </a:lnTo>
                <a:lnTo>
                  <a:pt x="525725" y="52606"/>
                </a:lnTo>
                <a:lnTo>
                  <a:pt x="525159" y="52807"/>
                </a:lnTo>
                <a:lnTo>
                  <a:pt x="524586" y="52999"/>
                </a:lnTo>
                <a:lnTo>
                  <a:pt x="524008" y="53181"/>
                </a:lnTo>
                <a:lnTo>
                  <a:pt x="523423" y="53355"/>
                </a:lnTo>
                <a:lnTo>
                  <a:pt x="522831" y="53520"/>
                </a:lnTo>
                <a:lnTo>
                  <a:pt x="522234" y="53676"/>
                </a:lnTo>
                <a:lnTo>
                  <a:pt x="521630" y="53823"/>
                </a:lnTo>
                <a:lnTo>
                  <a:pt x="521020" y="53961"/>
                </a:lnTo>
                <a:lnTo>
                  <a:pt x="520403" y="54091"/>
                </a:lnTo>
                <a:lnTo>
                  <a:pt x="519781" y="54211"/>
                </a:lnTo>
                <a:lnTo>
                  <a:pt x="519152" y="54322"/>
                </a:lnTo>
                <a:lnTo>
                  <a:pt x="518516" y="54425"/>
                </a:lnTo>
                <a:lnTo>
                  <a:pt x="517875" y="54519"/>
                </a:lnTo>
                <a:lnTo>
                  <a:pt x="517227" y="54603"/>
                </a:lnTo>
                <a:lnTo>
                  <a:pt x="516573" y="54679"/>
                </a:lnTo>
                <a:lnTo>
                  <a:pt x="515912" y="54746"/>
                </a:lnTo>
                <a:lnTo>
                  <a:pt x="515245" y="54804"/>
                </a:lnTo>
                <a:lnTo>
                  <a:pt x="514572" y="54853"/>
                </a:lnTo>
                <a:lnTo>
                  <a:pt x="513893" y="54893"/>
                </a:lnTo>
                <a:lnTo>
                  <a:pt x="513207" y="54924"/>
                </a:lnTo>
                <a:lnTo>
                  <a:pt x="512515" y="54947"/>
                </a:lnTo>
                <a:lnTo>
                  <a:pt x="511817" y="54960"/>
                </a:lnTo>
                <a:lnTo>
                  <a:pt x="511112" y="54964"/>
                </a:lnTo>
                <a:lnTo>
                  <a:pt x="495844" y="54964"/>
                </a:lnTo>
                <a:lnTo>
                  <a:pt x="495844" y="22520"/>
                </a:lnTo>
                <a:lnTo>
                  <a:pt x="518269" y="22711"/>
                </a:lnTo>
                <a:lnTo>
                  <a:pt x="519206" y="22719"/>
                </a:lnTo>
                <a:lnTo>
                  <a:pt x="520124" y="22744"/>
                </a:lnTo>
                <a:close/>
                <a:moveTo>
                  <a:pt x="687741" y="52438"/>
                </a:moveTo>
                <a:lnTo>
                  <a:pt x="687482" y="50392"/>
                </a:lnTo>
                <a:lnTo>
                  <a:pt x="687166" y="48377"/>
                </a:lnTo>
                <a:lnTo>
                  <a:pt x="686792" y="46393"/>
                </a:lnTo>
                <a:lnTo>
                  <a:pt x="686361" y="44439"/>
                </a:lnTo>
                <a:lnTo>
                  <a:pt x="685872" y="42516"/>
                </a:lnTo>
                <a:lnTo>
                  <a:pt x="685326" y="40624"/>
                </a:lnTo>
                <a:lnTo>
                  <a:pt x="684723" y="38763"/>
                </a:lnTo>
                <a:lnTo>
                  <a:pt x="684062" y="36932"/>
                </a:lnTo>
                <a:lnTo>
                  <a:pt x="683343" y="35132"/>
                </a:lnTo>
                <a:lnTo>
                  <a:pt x="682567" y="33363"/>
                </a:lnTo>
                <a:lnTo>
                  <a:pt x="681733" y="31625"/>
                </a:lnTo>
                <a:lnTo>
                  <a:pt x="680842" y="29917"/>
                </a:lnTo>
                <a:lnTo>
                  <a:pt x="679894" y="28240"/>
                </a:lnTo>
                <a:lnTo>
                  <a:pt x="678888" y="26594"/>
                </a:lnTo>
                <a:lnTo>
                  <a:pt x="677824" y="24978"/>
                </a:lnTo>
                <a:lnTo>
                  <a:pt x="676703" y="23393"/>
                </a:lnTo>
                <a:lnTo>
                  <a:pt x="675525" y="21839"/>
                </a:lnTo>
                <a:lnTo>
                  <a:pt x="674289" y="20316"/>
                </a:lnTo>
                <a:lnTo>
                  <a:pt x="672995" y="18823"/>
                </a:lnTo>
                <a:lnTo>
                  <a:pt x="671645" y="17361"/>
                </a:lnTo>
                <a:lnTo>
                  <a:pt x="670256" y="15945"/>
                </a:lnTo>
                <a:lnTo>
                  <a:pt x="668849" y="14588"/>
                </a:lnTo>
                <a:lnTo>
                  <a:pt x="667424" y="13292"/>
                </a:lnTo>
                <a:lnTo>
                  <a:pt x="665981" y="12056"/>
                </a:lnTo>
                <a:lnTo>
                  <a:pt x="664520" y="10881"/>
                </a:lnTo>
                <a:lnTo>
                  <a:pt x="663041" y="9766"/>
                </a:lnTo>
                <a:lnTo>
                  <a:pt x="661544" y="8711"/>
                </a:lnTo>
                <a:lnTo>
                  <a:pt x="660029" y="7716"/>
                </a:lnTo>
                <a:lnTo>
                  <a:pt x="658496" y="6782"/>
                </a:lnTo>
                <a:lnTo>
                  <a:pt x="656945" y="5908"/>
                </a:lnTo>
                <a:lnTo>
                  <a:pt x="655376" y="5094"/>
                </a:lnTo>
                <a:lnTo>
                  <a:pt x="653788" y="4340"/>
                </a:lnTo>
                <a:lnTo>
                  <a:pt x="652183" y="3647"/>
                </a:lnTo>
                <a:lnTo>
                  <a:pt x="650559" y="3014"/>
                </a:lnTo>
                <a:lnTo>
                  <a:pt x="648918" y="2441"/>
                </a:lnTo>
                <a:lnTo>
                  <a:pt x="647258" y="1929"/>
                </a:lnTo>
                <a:lnTo>
                  <a:pt x="645581" y="1477"/>
                </a:lnTo>
                <a:lnTo>
                  <a:pt x="643885" y="1085"/>
                </a:lnTo>
                <a:lnTo>
                  <a:pt x="642171" y="754"/>
                </a:lnTo>
                <a:lnTo>
                  <a:pt x="640439" y="482"/>
                </a:lnTo>
                <a:lnTo>
                  <a:pt x="638690" y="271"/>
                </a:lnTo>
                <a:lnTo>
                  <a:pt x="636922" y="121"/>
                </a:lnTo>
                <a:lnTo>
                  <a:pt x="635136" y="30"/>
                </a:lnTo>
                <a:lnTo>
                  <a:pt x="633332" y="0"/>
                </a:lnTo>
                <a:lnTo>
                  <a:pt x="631708" y="25"/>
                </a:lnTo>
                <a:lnTo>
                  <a:pt x="630098" y="100"/>
                </a:lnTo>
                <a:lnTo>
                  <a:pt x="628501" y="226"/>
                </a:lnTo>
                <a:lnTo>
                  <a:pt x="626917" y="401"/>
                </a:lnTo>
                <a:lnTo>
                  <a:pt x="625347" y="627"/>
                </a:lnTo>
                <a:lnTo>
                  <a:pt x="623789" y="903"/>
                </a:lnTo>
                <a:lnTo>
                  <a:pt x="622245" y="1229"/>
                </a:lnTo>
                <a:lnTo>
                  <a:pt x="620715" y="1605"/>
                </a:lnTo>
                <a:lnTo>
                  <a:pt x="619197" y="2031"/>
                </a:lnTo>
                <a:lnTo>
                  <a:pt x="617693" y="2507"/>
                </a:lnTo>
                <a:lnTo>
                  <a:pt x="616202" y="3034"/>
                </a:lnTo>
                <a:lnTo>
                  <a:pt x="614724" y="3610"/>
                </a:lnTo>
                <a:lnTo>
                  <a:pt x="613259" y="4237"/>
                </a:lnTo>
                <a:lnTo>
                  <a:pt x="611808" y="4914"/>
                </a:lnTo>
                <a:lnTo>
                  <a:pt x="610370" y="5641"/>
                </a:lnTo>
                <a:lnTo>
                  <a:pt x="608946" y="6419"/>
                </a:lnTo>
                <a:lnTo>
                  <a:pt x="607534" y="7246"/>
                </a:lnTo>
                <a:lnTo>
                  <a:pt x="606136" y="8124"/>
                </a:lnTo>
                <a:lnTo>
                  <a:pt x="604751" y="9051"/>
                </a:lnTo>
                <a:lnTo>
                  <a:pt x="603379" y="10029"/>
                </a:lnTo>
                <a:lnTo>
                  <a:pt x="602021" y="11057"/>
                </a:lnTo>
                <a:lnTo>
                  <a:pt x="600675" y="12135"/>
                </a:lnTo>
                <a:lnTo>
                  <a:pt x="599343" y="13263"/>
                </a:lnTo>
                <a:lnTo>
                  <a:pt x="598025" y="14442"/>
                </a:lnTo>
                <a:lnTo>
                  <a:pt x="596436" y="15959"/>
                </a:lnTo>
                <a:lnTo>
                  <a:pt x="594916" y="17512"/>
                </a:lnTo>
                <a:lnTo>
                  <a:pt x="593462" y="19102"/>
                </a:lnTo>
                <a:lnTo>
                  <a:pt x="592077" y="20729"/>
                </a:lnTo>
                <a:lnTo>
                  <a:pt x="590759" y="22392"/>
                </a:lnTo>
                <a:lnTo>
                  <a:pt x="589508" y="24091"/>
                </a:lnTo>
                <a:lnTo>
                  <a:pt x="588325" y="25828"/>
                </a:lnTo>
                <a:lnTo>
                  <a:pt x="587210" y="27600"/>
                </a:lnTo>
                <a:lnTo>
                  <a:pt x="586162" y="29409"/>
                </a:lnTo>
                <a:lnTo>
                  <a:pt x="585182" y="31255"/>
                </a:lnTo>
                <a:lnTo>
                  <a:pt x="584270" y="33137"/>
                </a:lnTo>
                <a:lnTo>
                  <a:pt x="583425" y="35056"/>
                </a:lnTo>
                <a:lnTo>
                  <a:pt x="582648" y="37011"/>
                </a:lnTo>
                <a:lnTo>
                  <a:pt x="581938" y="39003"/>
                </a:lnTo>
                <a:lnTo>
                  <a:pt x="581296" y="41031"/>
                </a:lnTo>
                <a:lnTo>
                  <a:pt x="580721" y="43096"/>
                </a:lnTo>
                <a:lnTo>
                  <a:pt x="580214" y="45197"/>
                </a:lnTo>
                <a:lnTo>
                  <a:pt x="579775" y="47335"/>
                </a:lnTo>
                <a:lnTo>
                  <a:pt x="579403" y="49509"/>
                </a:lnTo>
                <a:lnTo>
                  <a:pt x="579099" y="51720"/>
                </a:lnTo>
                <a:lnTo>
                  <a:pt x="578862" y="53967"/>
                </a:lnTo>
                <a:lnTo>
                  <a:pt x="578693" y="56251"/>
                </a:lnTo>
                <a:lnTo>
                  <a:pt x="578592" y="58571"/>
                </a:lnTo>
                <a:lnTo>
                  <a:pt x="578558" y="60928"/>
                </a:lnTo>
                <a:lnTo>
                  <a:pt x="578592" y="63285"/>
                </a:lnTo>
                <a:lnTo>
                  <a:pt x="578693" y="65605"/>
                </a:lnTo>
                <a:lnTo>
                  <a:pt x="578862" y="67889"/>
                </a:lnTo>
                <a:lnTo>
                  <a:pt x="579099" y="70135"/>
                </a:lnTo>
                <a:lnTo>
                  <a:pt x="579403" y="72345"/>
                </a:lnTo>
                <a:lnTo>
                  <a:pt x="579775" y="74517"/>
                </a:lnTo>
                <a:lnTo>
                  <a:pt x="580214" y="76653"/>
                </a:lnTo>
                <a:lnTo>
                  <a:pt x="580721" y="78752"/>
                </a:lnTo>
                <a:lnTo>
                  <a:pt x="581296" y="80814"/>
                </a:lnTo>
                <a:lnTo>
                  <a:pt x="581938" y="82839"/>
                </a:lnTo>
                <a:lnTo>
                  <a:pt x="582648" y="84827"/>
                </a:lnTo>
                <a:lnTo>
                  <a:pt x="583425" y="86779"/>
                </a:lnTo>
                <a:lnTo>
                  <a:pt x="584270" y="88693"/>
                </a:lnTo>
                <a:lnTo>
                  <a:pt x="585182" y="90571"/>
                </a:lnTo>
                <a:lnTo>
                  <a:pt x="586162" y="92412"/>
                </a:lnTo>
                <a:lnTo>
                  <a:pt x="587210" y="94216"/>
                </a:lnTo>
                <a:lnTo>
                  <a:pt x="588325" y="95983"/>
                </a:lnTo>
                <a:lnTo>
                  <a:pt x="589508" y="97713"/>
                </a:lnTo>
                <a:lnTo>
                  <a:pt x="590759" y="99406"/>
                </a:lnTo>
                <a:lnTo>
                  <a:pt x="592077" y="101062"/>
                </a:lnTo>
                <a:lnTo>
                  <a:pt x="593462" y="102682"/>
                </a:lnTo>
                <a:lnTo>
                  <a:pt x="594916" y="104265"/>
                </a:lnTo>
                <a:lnTo>
                  <a:pt x="596436" y="105811"/>
                </a:lnTo>
                <a:lnTo>
                  <a:pt x="598025" y="107319"/>
                </a:lnTo>
                <a:lnTo>
                  <a:pt x="599343" y="108498"/>
                </a:lnTo>
                <a:lnTo>
                  <a:pt x="600675" y="109626"/>
                </a:lnTo>
                <a:lnTo>
                  <a:pt x="602021" y="110704"/>
                </a:lnTo>
                <a:lnTo>
                  <a:pt x="603379" y="111732"/>
                </a:lnTo>
                <a:lnTo>
                  <a:pt x="604751" y="112710"/>
                </a:lnTo>
                <a:lnTo>
                  <a:pt x="606136" y="113638"/>
                </a:lnTo>
                <a:lnTo>
                  <a:pt x="607534" y="114515"/>
                </a:lnTo>
                <a:lnTo>
                  <a:pt x="608946" y="115343"/>
                </a:lnTo>
                <a:lnTo>
                  <a:pt x="610370" y="116120"/>
                </a:lnTo>
                <a:lnTo>
                  <a:pt x="611808" y="116847"/>
                </a:lnTo>
                <a:lnTo>
                  <a:pt x="613259" y="117524"/>
                </a:lnTo>
                <a:lnTo>
                  <a:pt x="614724" y="118151"/>
                </a:lnTo>
                <a:lnTo>
                  <a:pt x="616202" y="118728"/>
                </a:lnTo>
                <a:lnTo>
                  <a:pt x="617693" y="119254"/>
                </a:lnTo>
                <a:lnTo>
                  <a:pt x="619197" y="119730"/>
                </a:lnTo>
                <a:lnTo>
                  <a:pt x="620715" y="120157"/>
                </a:lnTo>
                <a:lnTo>
                  <a:pt x="622245" y="120533"/>
                </a:lnTo>
                <a:lnTo>
                  <a:pt x="623789" y="120859"/>
                </a:lnTo>
                <a:lnTo>
                  <a:pt x="625347" y="121135"/>
                </a:lnTo>
                <a:lnTo>
                  <a:pt x="626917" y="121360"/>
                </a:lnTo>
                <a:lnTo>
                  <a:pt x="628501" y="121536"/>
                </a:lnTo>
                <a:lnTo>
                  <a:pt x="630098" y="121661"/>
                </a:lnTo>
                <a:lnTo>
                  <a:pt x="631708" y="121736"/>
                </a:lnTo>
                <a:lnTo>
                  <a:pt x="633332" y="121761"/>
                </a:lnTo>
                <a:lnTo>
                  <a:pt x="635136" y="121731"/>
                </a:lnTo>
                <a:lnTo>
                  <a:pt x="636922" y="121641"/>
                </a:lnTo>
                <a:lnTo>
                  <a:pt x="638690" y="121490"/>
                </a:lnTo>
                <a:lnTo>
                  <a:pt x="640439" y="121279"/>
                </a:lnTo>
                <a:lnTo>
                  <a:pt x="642171" y="121008"/>
                </a:lnTo>
                <a:lnTo>
                  <a:pt x="643885" y="120676"/>
                </a:lnTo>
                <a:lnTo>
                  <a:pt x="645581" y="120285"/>
                </a:lnTo>
                <a:lnTo>
                  <a:pt x="647258" y="119833"/>
                </a:lnTo>
                <a:lnTo>
                  <a:pt x="648918" y="119320"/>
                </a:lnTo>
                <a:lnTo>
                  <a:pt x="650559" y="118748"/>
                </a:lnTo>
                <a:lnTo>
                  <a:pt x="652183" y="118115"/>
                </a:lnTo>
                <a:lnTo>
                  <a:pt x="653788" y="117422"/>
                </a:lnTo>
                <a:lnTo>
                  <a:pt x="655376" y="116668"/>
                </a:lnTo>
                <a:lnTo>
                  <a:pt x="656945" y="115855"/>
                </a:lnTo>
                <a:lnTo>
                  <a:pt x="658496" y="114981"/>
                </a:lnTo>
                <a:lnTo>
                  <a:pt x="660029" y="114047"/>
                </a:lnTo>
                <a:lnTo>
                  <a:pt x="661544" y="113052"/>
                </a:lnTo>
                <a:lnTo>
                  <a:pt x="663041" y="111997"/>
                </a:lnTo>
                <a:lnTo>
                  <a:pt x="664520" y="110882"/>
                </a:lnTo>
                <a:lnTo>
                  <a:pt x="665981" y="109707"/>
                </a:lnTo>
                <a:lnTo>
                  <a:pt x="667424" y="108471"/>
                </a:lnTo>
                <a:lnTo>
                  <a:pt x="668849" y="107176"/>
                </a:lnTo>
                <a:lnTo>
                  <a:pt x="670256" y="105819"/>
                </a:lnTo>
                <a:lnTo>
                  <a:pt x="671645" y="104403"/>
                </a:lnTo>
                <a:lnTo>
                  <a:pt x="672995" y="102941"/>
                </a:lnTo>
                <a:lnTo>
                  <a:pt x="674289" y="101449"/>
                </a:lnTo>
                <a:lnTo>
                  <a:pt x="675525" y="99926"/>
                </a:lnTo>
                <a:lnTo>
                  <a:pt x="676703" y="98373"/>
                </a:lnTo>
                <a:lnTo>
                  <a:pt x="677824" y="96789"/>
                </a:lnTo>
                <a:lnTo>
                  <a:pt x="678888" y="95175"/>
                </a:lnTo>
                <a:lnTo>
                  <a:pt x="679894" y="93531"/>
                </a:lnTo>
                <a:lnTo>
                  <a:pt x="680842" y="91856"/>
                </a:lnTo>
                <a:lnTo>
                  <a:pt x="681733" y="90151"/>
                </a:lnTo>
                <a:lnTo>
                  <a:pt x="682567" y="88416"/>
                </a:lnTo>
                <a:lnTo>
                  <a:pt x="683343" y="86650"/>
                </a:lnTo>
                <a:lnTo>
                  <a:pt x="684062" y="84854"/>
                </a:lnTo>
                <a:lnTo>
                  <a:pt x="684723" y="83027"/>
                </a:lnTo>
                <a:lnTo>
                  <a:pt x="685326" y="81170"/>
                </a:lnTo>
                <a:lnTo>
                  <a:pt x="685872" y="79283"/>
                </a:lnTo>
                <a:lnTo>
                  <a:pt x="686361" y="77365"/>
                </a:lnTo>
                <a:lnTo>
                  <a:pt x="686792" y="75417"/>
                </a:lnTo>
                <a:lnTo>
                  <a:pt x="687166" y="73438"/>
                </a:lnTo>
                <a:lnTo>
                  <a:pt x="687482" y="71429"/>
                </a:lnTo>
                <a:lnTo>
                  <a:pt x="687741" y="69390"/>
                </a:lnTo>
                <a:lnTo>
                  <a:pt x="687942" y="67320"/>
                </a:lnTo>
                <a:lnTo>
                  <a:pt x="688086" y="65220"/>
                </a:lnTo>
                <a:lnTo>
                  <a:pt x="688172" y="63089"/>
                </a:lnTo>
                <a:lnTo>
                  <a:pt x="688201" y="60928"/>
                </a:lnTo>
                <a:lnTo>
                  <a:pt x="688172" y="58760"/>
                </a:lnTo>
                <a:lnTo>
                  <a:pt x="688086" y="56622"/>
                </a:lnTo>
                <a:lnTo>
                  <a:pt x="687942" y="54514"/>
                </a:lnTo>
                <a:lnTo>
                  <a:pt x="687741" y="52438"/>
                </a:lnTo>
                <a:close/>
                <a:moveTo>
                  <a:pt x="668339" y="66711"/>
                </a:moveTo>
                <a:lnTo>
                  <a:pt x="668171" y="68103"/>
                </a:lnTo>
                <a:lnTo>
                  <a:pt x="667965" y="69473"/>
                </a:lnTo>
                <a:lnTo>
                  <a:pt x="667721" y="70822"/>
                </a:lnTo>
                <a:lnTo>
                  <a:pt x="667441" y="72149"/>
                </a:lnTo>
                <a:lnTo>
                  <a:pt x="667122" y="73454"/>
                </a:lnTo>
                <a:lnTo>
                  <a:pt x="666767" y="74738"/>
                </a:lnTo>
                <a:lnTo>
                  <a:pt x="666374" y="76001"/>
                </a:lnTo>
                <a:lnTo>
                  <a:pt x="665943" y="77241"/>
                </a:lnTo>
                <a:lnTo>
                  <a:pt x="665475" y="78461"/>
                </a:lnTo>
                <a:lnTo>
                  <a:pt x="664969" y="79658"/>
                </a:lnTo>
                <a:lnTo>
                  <a:pt x="664427" y="80835"/>
                </a:lnTo>
                <a:lnTo>
                  <a:pt x="663846" y="81989"/>
                </a:lnTo>
                <a:lnTo>
                  <a:pt x="663228" y="83122"/>
                </a:lnTo>
                <a:lnTo>
                  <a:pt x="662573" y="84234"/>
                </a:lnTo>
                <a:lnTo>
                  <a:pt x="661881" y="85324"/>
                </a:lnTo>
                <a:lnTo>
                  <a:pt x="661151" y="86392"/>
                </a:lnTo>
                <a:lnTo>
                  <a:pt x="660383" y="87439"/>
                </a:lnTo>
                <a:lnTo>
                  <a:pt x="659578" y="88464"/>
                </a:lnTo>
                <a:lnTo>
                  <a:pt x="658736" y="89468"/>
                </a:lnTo>
                <a:lnTo>
                  <a:pt x="657856" y="90450"/>
                </a:lnTo>
                <a:lnTo>
                  <a:pt x="656952" y="91401"/>
                </a:lnTo>
                <a:lnTo>
                  <a:pt x="656038" y="92312"/>
                </a:lnTo>
                <a:lnTo>
                  <a:pt x="655114" y="93182"/>
                </a:lnTo>
                <a:lnTo>
                  <a:pt x="654179" y="94011"/>
                </a:lnTo>
                <a:lnTo>
                  <a:pt x="653234" y="94800"/>
                </a:lnTo>
                <a:lnTo>
                  <a:pt x="652279" y="95549"/>
                </a:lnTo>
                <a:lnTo>
                  <a:pt x="651314" y="96257"/>
                </a:lnTo>
                <a:lnTo>
                  <a:pt x="650338" y="96925"/>
                </a:lnTo>
                <a:lnTo>
                  <a:pt x="649353" y="97552"/>
                </a:lnTo>
                <a:lnTo>
                  <a:pt x="648356" y="98138"/>
                </a:lnTo>
                <a:lnTo>
                  <a:pt x="647350" y="98685"/>
                </a:lnTo>
                <a:lnTo>
                  <a:pt x="646333" y="99191"/>
                </a:lnTo>
                <a:lnTo>
                  <a:pt x="645306" y="99656"/>
                </a:lnTo>
                <a:lnTo>
                  <a:pt x="644269" y="100081"/>
                </a:lnTo>
                <a:lnTo>
                  <a:pt x="643222" y="100465"/>
                </a:lnTo>
                <a:lnTo>
                  <a:pt x="642164" y="100809"/>
                </a:lnTo>
                <a:lnTo>
                  <a:pt x="641096" y="101113"/>
                </a:lnTo>
                <a:lnTo>
                  <a:pt x="640017" y="101376"/>
                </a:lnTo>
                <a:lnTo>
                  <a:pt x="638929" y="101598"/>
                </a:lnTo>
                <a:lnTo>
                  <a:pt x="637830" y="101780"/>
                </a:lnTo>
                <a:lnTo>
                  <a:pt x="636721" y="101922"/>
                </a:lnTo>
                <a:lnTo>
                  <a:pt x="635601" y="102023"/>
                </a:lnTo>
                <a:lnTo>
                  <a:pt x="634472" y="102084"/>
                </a:lnTo>
                <a:lnTo>
                  <a:pt x="633332" y="102104"/>
                </a:lnTo>
                <a:lnTo>
                  <a:pt x="632200" y="102084"/>
                </a:lnTo>
                <a:lnTo>
                  <a:pt x="631077" y="102023"/>
                </a:lnTo>
                <a:lnTo>
                  <a:pt x="629965" y="101921"/>
                </a:lnTo>
                <a:lnTo>
                  <a:pt x="628863" y="101779"/>
                </a:lnTo>
                <a:lnTo>
                  <a:pt x="627770" y="101596"/>
                </a:lnTo>
                <a:lnTo>
                  <a:pt x="626688" y="101373"/>
                </a:lnTo>
                <a:lnTo>
                  <a:pt x="625615" y="101109"/>
                </a:lnTo>
                <a:lnTo>
                  <a:pt x="624553" y="100804"/>
                </a:lnTo>
                <a:lnTo>
                  <a:pt x="623500" y="100458"/>
                </a:lnTo>
                <a:lnTo>
                  <a:pt x="622457" y="100072"/>
                </a:lnTo>
                <a:lnTo>
                  <a:pt x="621425" y="99646"/>
                </a:lnTo>
                <a:lnTo>
                  <a:pt x="620402" y="99179"/>
                </a:lnTo>
                <a:lnTo>
                  <a:pt x="619389" y="98671"/>
                </a:lnTo>
                <a:lnTo>
                  <a:pt x="618386" y="98122"/>
                </a:lnTo>
                <a:lnTo>
                  <a:pt x="617393" y="97533"/>
                </a:lnTo>
                <a:lnTo>
                  <a:pt x="616410" y="96903"/>
                </a:lnTo>
                <a:lnTo>
                  <a:pt x="615437" y="96233"/>
                </a:lnTo>
                <a:lnTo>
                  <a:pt x="614473" y="95522"/>
                </a:lnTo>
                <a:lnTo>
                  <a:pt x="613520" y="94770"/>
                </a:lnTo>
                <a:lnTo>
                  <a:pt x="612577" y="93978"/>
                </a:lnTo>
                <a:lnTo>
                  <a:pt x="611644" y="93145"/>
                </a:lnTo>
                <a:lnTo>
                  <a:pt x="610720" y="92272"/>
                </a:lnTo>
                <a:lnTo>
                  <a:pt x="609807" y="91357"/>
                </a:lnTo>
                <a:lnTo>
                  <a:pt x="608903" y="90403"/>
                </a:lnTo>
                <a:lnTo>
                  <a:pt x="608023" y="89417"/>
                </a:lnTo>
                <a:lnTo>
                  <a:pt x="607181" y="88410"/>
                </a:lnTo>
                <a:lnTo>
                  <a:pt x="606376" y="87382"/>
                </a:lnTo>
                <a:lnTo>
                  <a:pt x="605608" y="86333"/>
                </a:lnTo>
                <a:lnTo>
                  <a:pt x="604878" y="85262"/>
                </a:lnTo>
                <a:lnTo>
                  <a:pt x="604186" y="84171"/>
                </a:lnTo>
                <a:lnTo>
                  <a:pt x="603530" y="83059"/>
                </a:lnTo>
                <a:lnTo>
                  <a:pt x="602913" y="81926"/>
                </a:lnTo>
                <a:lnTo>
                  <a:pt x="602332" y="80771"/>
                </a:lnTo>
                <a:lnTo>
                  <a:pt x="601789" y="79596"/>
                </a:lnTo>
                <a:lnTo>
                  <a:pt x="601284" y="78399"/>
                </a:lnTo>
                <a:lnTo>
                  <a:pt x="600816" y="77182"/>
                </a:lnTo>
                <a:lnTo>
                  <a:pt x="600385" y="75943"/>
                </a:lnTo>
                <a:lnTo>
                  <a:pt x="599992" y="74684"/>
                </a:lnTo>
                <a:lnTo>
                  <a:pt x="599637" y="73403"/>
                </a:lnTo>
                <a:lnTo>
                  <a:pt x="599318" y="72101"/>
                </a:lnTo>
                <a:lnTo>
                  <a:pt x="599037" y="70778"/>
                </a:lnTo>
                <a:lnTo>
                  <a:pt x="598794" y="69434"/>
                </a:lnTo>
                <a:lnTo>
                  <a:pt x="598588" y="68069"/>
                </a:lnTo>
                <a:lnTo>
                  <a:pt x="598420" y="66683"/>
                </a:lnTo>
                <a:lnTo>
                  <a:pt x="598289" y="65276"/>
                </a:lnTo>
                <a:lnTo>
                  <a:pt x="598195" y="63848"/>
                </a:lnTo>
                <a:lnTo>
                  <a:pt x="598139" y="62399"/>
                </a:lnTo>
                <a:lnTo>
                  <a:pt x="598120" y="60928"/>
                </a:lnTo>
                <a:lnTo>
                  <a:pt x="598139" y="59458"/>
                </a:lnTo>
                <a:lnTo>
                  <a:pt x="598195" y="58009"/>
                </a:lnTo>
                <a:lnTo>
                  <a:pt x="598289" y="56580"/>
                </a:lnTo>
                <a:lnTo>
                  <a:pt x="598420" y="55172"/>
                </a:lnTo>
                <a:lnTo>
                  <a:pt x="598588" y="53786"/>
                </a:lnTo>
                <a:lnTo>
                  <a:pt x="598794" y="52420"/>
                </a:lnTo>
                <a:lnTo>
                  <a:pt x="599037" y="51075"/>
                </a:lnTo>
                <a:lnTo>
                  <a:pt x="599318" y="49751"/>
                </a:lnTo>
                <a:lnTo>
                  <a:pt x="599637" y="48448"/>
                </a:lnTo>
                <a:lnTo>
                  <a:pt x="599992" y="47165"/>
                </a:lnTo>
                <a:lnTo>
                  <a:pt x="600385" y="45904"/>
                </a:lnTo>
                <a:lnTo>
                  <a:pt x="600816" y="44664"/>
                </a:lnTo>
                <a:lnTo>
                  <a:pt x="601284" y="43444"/>
                </a:lnTo>
                <a:lnTo>
                  <a:pt x="601789" y="42246"/>
                </a:lnTo>
                <a:lnTo>
                  <a:pt x="602332" y="41068"/>
                </a:lnTo>
                <a:lnTo>
                  <a:pt x="602913" y="39911"/>
                </a:lnTo>
                <a:lnTo>
                  <a:pt x="603530" y="38775"/>
                </a:lnTo>
                <a:lnTo>
                  <a:pt x="604186" y="37660"/>
                </a:lnTo>
                <a:lnTo>
                  <a:pt x="604878" y="36566"/>
                </a:lnTo>
                <a:lnTo>
                  <a:pt x="605608" y="35493"/>
                </a:lnTo>
                <a:lnTo>
                  <a:pt x="606376" y="34441"/>
                </a:lnTo>
                <a:lnTo>
                  <a:pt x="607181" y="33409"/>
                </a:lnTo>
                <a:lnTo>
                  <a:pt x="608023" y="32399"/>
                </a:lnTo>
                <a:lnTo>
                  <a:pt x="608903" y="31409"/>
                </a:lnTo>
                <a:lnTo>
                  <a:pt x="609807" y="30451"/>
                </a:lnTo>
                <a:lnTo>
                  <a:pt x="610720" y="29532"/>
                </a:lnTo>
                <a:lnTo>
                  <a:pt x="611644" y="28655"/>
                </a:lnTo>
                <a:lnTo>
                  <a:pt x="612577" y="27819"/>
                </a:lnTo>
                <a:lnTo>
                  <a:pt x="613520" y="27023"/>
                </a:lnTo>
                <a:lnTo>
                  <a:pt x="614473" y="26268"/>
                </a:lnTo>
                <a:lnTo>
                  <a:pt x="615437" y="25554"/>
                </a:lnTo>
                <a:lnTo>
                  <a:pt x="616410" y="24881"/>
                </a:lnTo>
                <a:lnTo>
                  <a:pt x="617393" y="24248"/>
                </a:lnTo>
                <a:lnTo>
                  <a:pt x="618386" y="23656"/>
                </a:lnTo>
                <a:lnTo>
                  <a:pt x="619389" y="23105"/>
                </a:lnTo>
                <a:lnTo>
                  <a:pt x="620402" y="22595"/>
                </a:lnTo>
                <a:lnTo>
                  <a:pt x="621425" y="22126"/>
                </a:lnTo>
                <a:lnTo>
                  <a:pt x="622457" y="21698"/>
                </a:lnTo>
                <a:lnTo>
                  <a:pt x="623500" y="21310"/>
                </a:lnTo>
                <a:lnTo>
                  <a:pt x="624553" y="20963"/>
                </a:lnTo>
                <a:lnTo>
                  <a:pt x="625615" y="20657"/>
                </a:lnTo>
                <a:lnTo>
                  <a:pt x="626688" y="20392"/>
                </a:lnTo>
                <a:lnTo>
                  <a:pt x="627770" y="20167"/>
                </a:lnTo>
                <a:lnTo>
                  <a:pt x="628863" y="19984"/>
                </a:lnTo>
                <a:lnTo>
                  <a:pt x="629965" y="19841"/>
                </a:lnTo>
                <a:lnTo>
                  <a:pt x="631077" y="19739"/>
                </a:lnTo>
                <a:lnTo>
                  <a:pt x="632200" y="19678"/>
                </a:lnTo>
                <a:lnTo>
                  <a:pt x="633332" y="19657"/>
                </a:lnTo>
                <a:lnTo>
                  <a:pt x="634472" y="19678"/>
                </a:lnTo>
                <a:lnTo>
                  <a:pt x="635601" y="19739"/>
                </a:lnTo>
                <a:lnTo>
                  <a:pt x="636721" y="19840"/>
                </a:lnTo>
                <a:lnTo>
                  <a:pt x="637830" y="19983"/>
                </a:lnTo>
                <a:lnTo>
                  <a:pt x="638929" y="20165"/>
                </a:lnTo>
                <a:lnTo>
                  <a:pt x="640017" y="20389"/>
                </a:lnTo>
                <a:lnTo>
                  <a:pt x="641096" y="20653"/>
                </a:lnTo>
                <a:lnTo>
                  <a:pt x="642164" y="20958"/>
                </a:lnTo>
                <a:lnTo>
                  <a:pt x="643222" y="21303"/>
                </a:lnTo>
                <a:lnTo>
                  <a:pt x="644269" y="21689"/>
                </a:lnTo>
                <a:lnTo>
                  <a:pt x="645306" y="22116"/>
                </a:lnTo>
                <a:lnTo>
                  <a:pt x="646333" y="22583"/>
                </a:lnTo>
                <a:lnTo>
                  <a:pt x="647350" y="23091"/>
                </a:lnTo>
                <a:lnTo>
                  <a:pt x="648356" y="23640"/>
                </a:lnTo>
                <a:lnTo>
                  <a:pt x="649353" y="24229"/>
                </a:lnTo>
                <a:lnTo>
                  <a:pt x="650338" y="24859"/>
                </a:lnTo>
                <a:lnTo>
                  <a:pt x="651314" y="25530"/>
                </a:lnTo>
                <a:lnTo>
                  <a:pt x="652279" y="26241"/>
                </a:lnTo>
                <a:lnTo>
                  <a:pt x="653234" y="26993"/>
                </a:lnTo>
                <a:lnTo>
                  <a:pt x="654179" y="27785"/>
                </a:lnTo>
                <a:lnTo>
                  <a:pt x="655114" y="28619"/>
                </a:lnTo>
                <a:lnTo>
                  <a:pt x="656038" y="29492"/>
                </a:lnTo>
                <a:lnTo>
                  <a:pt x="656952" y="30407"/>
                </a:lnTo>
                <a:lnTo>
                  <a:pt x="657856" y="31362"/>
                </a:lnTo>
                <a:lnTo>
                  <a:pt x="658736" y="32348"/>
                </a:lnTo>
                <a:lnTo>
                  <a:pt x="659578" y="33355"/>
                </a:lnTo>
                <a:lnTo>
                  <a:pt x="660383" y="34383"/>
                </a:lnTo>
                <a:lnTo>
                  <a:pt x="661151" y="35433"/>
                </a:lnTo>
                <a:lnTo>
                  <a:pt x="661881" y="36505"/>
                </a:lnTo>
                <a:lnTo>
                  <a:pt x="662573" y="37598"/>
                </a:lnTo>
                <a:lnTo>
                  <a:pt x="663228" y="38712"/>
                </a:lnTo>
                <a:lnTo>
                  <a:pt x="663846" y="39848"/>
                </a:lnTo>
                <a:lnTo>
                  <a:pt x="664427" y="41005"/>
                </a:lnTo>
                <a:lnTo>
                  <a:pt x="664969" y="42183"/>
                </a:lnTo>
                <a:lnTo>
                  <a:pt x="665475" y="43383"/>
                </a:lnTo>
                <a:lnTo>
                  <a:pt x="665943" y="44604"/>
                </a:lnTo>
                <a:lnTo>
                  <a:pt x="666374" y="45847"/>
                </a:lnTo>
                <a:lnTo>
                  <a:pt x="666767" y="47111"/>
                </a:lnTo>
                <a:lnTo>
                  <a:pt x="667122" y="48396"/>
                </a:lnTo>
                <a:lnTo>
                  <a:pt x="667441" y="49703"/>
                </a:lnTo>
                <a:lnTo>
                  <a:pt x="667721" y="51031"/>
                </a:lnTo>
                <a:lnTo>
                  <a:pt x="667965" y="52381"/>
                </a:lnTo>
                <a:lnTo>
                  <a:pt x="668171" y="53752"/>
                </a:lnTo>
                <a:lnTo>
                  <a:pt x="668339" y="55145"/>
                </a:lnTo>
                <a:lnTo>
                  <a:pt x="668470" y="56558"/>
                </a:lnTo>
                <a:lnTo>
                  <a:pt x="668564" y="57994"/>
                </a:lnTo>
                <a:lnTo>
                  <a:pt x="668620" y="59450"/>
                </a:lnTo>
                <a:lnTo>
                  <a:pt x="668639" y="60928"/>
                </a:lnTo>
                <a:lnTo>
                  <a:pt x="668620" y="62406"/>
                </a:lnTo>
                <a:lnTo>
                  <a:pt x="668564" y="63863"/>
                </a:lnTo>
                <a:lnTo>
                  <a:pt x="668470" y="65298"/>
                </a:lnTo>
                <a:lnTo>
                  <a:pt x="668339" y="66711"/>
                </a:lnTo>
                <a:close/>
                <a:moveTo>
                  <a:pt x="864911" y="72175"/>
                </a:moveTo>
                <a:lnTo>
                  <a:pt x="864928" y="72722"/>
                </a:lnTo>
                <a:lnTo>
                  <a:pt x="864951" y="73249"/>
                </a:lnTo>
                <a:lnTo>
                  <a:pt x="864978" y="73758"/>
                </a:lnTo>
                <a:lnTo>
                  <a:pt x="865010" y="74248"/>
                </a:lnTo>
                <a:lnTo>
                  <a:pt x="865048" y="74719"/>
                </a:lnTo>
                <a:lnTo>
                  <a:pt x="865090" y="75171"/>
                </a:lnTo>
                <a:lnTo>
                  <a:pt x="865137" y="75604"/>
                </a:lnTo>
                <a:lnTo>
                  <a:pt x="865189" y="76018"/>
                </a:lnTo>
                <a:lnTo>
                  <a:pt x="865246" y="76414"/>
                </a:lnTo>
                <a:lnTo>
                  <a:pt x="865309" y="76791"/>
                </a:lnTo>
                <a:lnTo>
                  <a:pt x="865376" y="77149"/>
                </a:lnTo>
                <a:lnTo>
                  <a:pt x="865448" y="77488"/>
                </a:lnTo>
                <a:lnTo>
                  <a:pt x="865525" y="77808"/>
                </a:lnTo>
                <a:lnTo>
                  <a:pt x="865607" y="78109"/>
                </a:lnTo>
                <a:lnTo>
                  <a:pt x="865694" y="78392"/>
                </a:lnTo>
                <a:lnTo>
                  <a:pt x="865786" y="78655"/>
                </a:lnTo>
                <a:lnTo>
                  <a:pt x="865883" y="78900"/>
                </a:lnTo>
                <a:lnTo>
                  <a:pt x="865984" y="79126"/>
                </a:lnTo>
                <a:lnTo>
                  <a:pt x="866091" y="79333"/>
                </a:lnTo>
                <a:lnTo>
                  <a:pt x="866203" y="79522"/>
                </a:lnTo>
                <a:lnTo>
                  <a:pt x="866320" y="79691"/>
                </a:lnTo>
                <a:lnTo>
                  <a:pt x="866571" y="80025"/>
                </a:lnTo>
                <a:lnTo>
                  <a:pt x="866830" y="80345"/>
                </a:lnTo>
                <a:lnTo>
                  <a:pt x="867098" y="80650"/>
                </a:lnTo>
                <a:lnTo>
                  <a:pt x="867375" y="80941"/>
                </a:lnTo>
                <a:lnTo>
                  <a:pt x="867660" y="81218"/>
                </a:lnTo>
                <a:lnTo>
                  <a:pt x="867954" y="81481"/>
                </a:lnTo>
                <a:lnTo>
                  <a:pt x="868257" y="81730"/>
                </a:lnTo>
                <a:lnTo>
                  <a:pt x="868568" y="81964"/>
                </a:lnTo>
                <a:lnTo>
                  <a:pt x="868887" y="82184"/>
                </a:lnTo>
                <a:lnTo>
                  <a:pt x="869216" y="82390"/>
                </a:lnTo>
                <a:lnTo>
                  <a:pt x="869553" y="82582"/>
                </a:lnTo>
                <a:lnTo>
                  <a:pt x="869898" y="82760"/>
                </a:lnTo>
                <a:lnTo>
                  <a:pt x="870253" y="82923"/>
                </a:lnTo>
                <a:lnTo>
                  <a:pt x="870615" y="83072"/>
                </a:lnTo>
                <a:lnTo>
                  <a:pt x="870987" y="83207"/>
                </a:lnTo>
                <a:lnTo>
                  <a:pt x="871367" y="83328"/>
                </a:lnTo>
                <a:lnTo>
                  <a:pt x="871755" y="83434"/>
                </a:lnTo>
                <a:lnTo>
                  <a:pt x="872153" y="83527"/>
                </a:lnTo>
                <a:lnTo>
                  <a:pt x="872559" y="83605"/>
                </a:lnTo>
                <a:lnTo>
                  <a:pt x="872973" y="83669"/>
                </a:lnTo>
                <a:lnTo>
                  <a:pt x="873396" y="83719"/>
                </a:lnTo>
                <a:lnTo>
                  <a:pt x="873828" y="83754"/>
                </a:lnTo>
                <a:lnTo>
                  <a:pt x="874268" y="83775"/>
                </a:lnTo>
                <a:lnTo>
                  <a:pt x="874717" y="83782"/>
                </a:lnTo>
                <a:lnTo>
                  <a:pt x="875143" y="83775"/>
                </a:lnTo>
                <a:lnTo>
                  <a:pt x="875562" y="83754"/>
                </a:lnTo>
                <a:lnTo>
                  <a:pt x="875973" y="83719"/>
                </a:lnTo>
                <a:lnTo>
                  <a:pt x="876377" y="83670"/>
                </a:lnTo>
                <a:lnTo>
                  <a:pt x="876773" y="83607"/>
                </a:lnTo>
                <a:lnTo>
                  <a:pt x="877163" y="83530"/>
                </a:lnTo>
                <a:lnTo>
                  <a:pt x="877545" y="83439"/>
                </a:lnTo>
                <a:lnTo>
                  <a:pt x="877919" y="83334"/>
                </a:lnTo>
                <a:lnTo>
                  <a:pt x="878287" y="83215"/>
                </a:lnTo>
                <a:lnTo>
                  <a:pt x="878647" y="83082"/>
                </a:lnTo>
                <a:lnTo>
                  <a:pt x="879000" y="82934"/>
                </a:lnTo>
                <a:lnTo>
                  <a:pt x="879345" y="82773"/>
                </a:lnTo>
                <a:lnTo>
                  <a:pt x="879684" y="82598"/>
                </a:lnTo>
                <a:lnTo>
                  <a:pt x="880015" y="82409"/>
                </a:lnTo>
                <a:lnTo>
                  <a:pt x="880338" y="82205"/>
                </a:lnTo>
                <a:lnTo>
                  <a:pt x="880655" y="81988"/>
                </a:lnTo>
                <a:lnTo>
                  <a:pt x="880964" y="81757"/>
                </a:lnTo>
                <a:lnTo>
                  <a:pt x="881266" y="81511"/>
                </a:lnTo>
                <a:lnTo>
                  <a:pt x="881560" y="81252"/>
                </a:lnTo>
                <a:lnTo>
                  <a:pt x="881848" y="80979"/>
                </a:lnTo>
                <a:lnTo>
                  <a:pt x="882128" y="80691"/>
                </a:lnTo>
                <a:lnTo>
                  <a:pt x="882400" y="80390"/>
                </a:lnTo>
                <a:lnTo>
                  <a:pt x="882666" y="80074"/>
                </a:lnTo>
                <a:lnTo>
                  <a:pt x="882924" y="79745"/>
                </a:lnTo>
                <a:lnTo>
                  <a:pt x="883048" y="79571"/>
                </a:lnTo>
                <a:lnTo>
                  <a:pt x="883168" y="79379"/>
                </a:lnTo>
                <a:lnTo>
                  <a:pt x="883282" y="79167"/>
                </a:lnTo>
                <a:lnTo>
                  <a:pt x="883390" y="78938"/>
                </a:lnTo>
                <a:lnTo>
                  <a:pt x="883494" y="78689"/>
                </a:lnTo>
                <a:lnTo>
                  <a:pt x="883592" y="78422"/>
                </a:lnTo>
                <a:lnTo>
                  <a:pt x="883685" y="78136"/>
                </a:lnTo>
                <a:lnTo>
                  <a:pt x="883772" y="77832"/>
                </a:lnTo>
                <a:lnTo>
                  <a:pt x="883854" y="77509"/>
                </a:lnTo>
                <a:lnTo>
                  <a:pt x="883931" y="77167"/>
                </a:lnTo>
                <a:lnTo>
                  <a:pt x="884003" y="76806"/>
                </a:lnTo>
                <a:lnTo>
                  <a:pt x="884069" y="76427"/>
                </a:lnTo>
                <a:lnTo>
                  <a:pt x="884130" y="76030"/>
                </a:lnTo>
                <a:lnTo>
                  <a:pt x="884185" y="75613"/>
                </a:lnTo>
                <a:lnTo>
                  <a:pt x="884236" y="75178"/>
                </a:lnTo>
                <a:lnTo>
                  <a:pt x="884281" y="74724"/>
                </a:lnTo>
                <a:lnTo>
                  <a:pt x="884321" y="74252"/>
                </a:lnTo>
                <a:lnTo>
                  <a:pt x="884355" y="73761"/>
                </a:lnTo>
                <a:lnTo>
                  <a:pt x="884384" y="73251"/>
                </a:lnTo>
                <a:lnTo>
                  <a:pt x="884408" y="72723"/>
                </a:lnTo>
                <a:lnTo>
                  <a:pt x="884427" y="72176"/>
                </a:lnTo>
                <a:lnTo>
                  <a:pt x="884440" y="71610"/>
                </a:lnTo>
                <a:lnTo>
                  <a:pt x="884448" y="71026"/>
                </a:lnTo>
                <a:lnTo>
                  <a:pt x="884451" y="70423"/>
                </a:lnTo>
                <a:lnTo>
                  <a:pt x="884451" y="50766"/>
                </a:lnTo>
                <a:lnTo>
                  <a:pt x="884446" y="50161"/>
                </a:lnTo>
                <a:lnTo>
                  <a:pt x="884432" y="49571"/>
                </a:lnTo>
                <a:lnTo>
                  <a:pt x="884408" y="48997"/>
                </a:lnTo>
                <a:lnTo>
                  <a:pt x="884375" y="48437"/>
                </a:lnTo>
                <a:lnTo>
                  <a:pt x="884333" y="47893"/>
                </a:lnTo>
                <a:lnTo>
                  <a:pt x="884281" y="47363"/>
                </a:lnTo>
                <a:lnTo>
                  <a:pt x="884219" y="46849"/>
                </a:lnTo>
                <a:lnTo>
                  <a:pt x="884148" y="46350"/>
                </a:lnTo>
                <a:lnTo>
                  <a:pt x="884068" y="45866"/>
                </a:lnTo>
                <a:lnTo>
                  <a:pt x="883978" y="45396"/>
                </a:lnTo>
                <a:lnTo>
                  <a:pt x="883879" y="44942"/>
                </a:lnTo>
                <a:lnTo>
                  <a:pt x="883771" y="44503"/>
                </a:lnTo>
                <a:lnTo>
                  <a:pt x="883653" y="44080"/>
                </a:lnTo>
                <a:lnTo>
                  <a:pt x="883525" y="43671"/>
                </a:lnTo>
                <a:lnTo>
                  <a:pt x="883388" y="43277"/>
                </a:lnTo>
                <a:lnTo>
                  <a:pt x="883242" y="42898"/>
                </a:lnTo>
                <a:lnTo>
                  <a:pt x="883086" y="42535"/>
                </a:lnTo>
                <a:lnTo>
                  <a:pt x="882921" y="42186"/>
                </a:lnTo>
                <a:lnTo>
                  <a:pt x="882746" y="41853"/>
                </a:lnTo>
                <a:lnTo>
                  <a:pt x="882562" y="41535"/>
                </a:lnTo>
                <a:lnTo>
                  <a:pt x="882368" y="41231"/>
                </a:lnTo>
                <a:lnTo>
                  <a:pt x="882165" y="40943"/>
                </a:lnTo>
                <a:lnTo>
                  <a:pt x="881953" y="40670"/>
                </a:lnTo>
                <a:lnTo>
                  <a:pt x="881731" y="40412"/>
                </a:lnTo>
                <a:lnTo>
                  <a:pt x="881502" y="40167"/>
                </a:lnTo>
                <a:lnTo>
                  <a:pt x="881267" y="39932"/>
                </a:lnTo>
                <a:lnTo>
                  <a:pt x="881026" y="39708"/>
                </a:lnTo>
                <a:lnTo>
                  <a:pt x="880781" y="39494"/>
                </a:lnTo>
                <a:lnTo>
                  <a:pt x="880529" y="39290"/>
                </a:lnTo>
                <a:lnTo>
                  <a:pt x="880273" y="39097"/>
                </a:lnTo>
                <a:lnTo>
                  <a:pt x="880011" y="38914"/>
                </a:lnTo>
                <a:lnTo>
                  <a:pt x="879743" y="38742"/>
                </a:lnTo>
                <a:lnTo>
                  <a:pt x="879470" y="38580"/>
                </a:lnTo>
                <a:lnTo>
                  <a:pt x="879191" y="38429"/>
                </a:lnTo>
                <a:lnTo>
                  <a:pt x="878907" y="38288"/>
                </a:lnTo>
                <a:lnTo>
                  <a:pt x="878618" y="38158"/>
                </a:lnTo>
                <a:lnTo>
                  <a:pt x="878323" y="38038"/>
                </a:lnTo>
                <a:lnTo>
                  <a:pt x="878022" y="37928"/>
                </a:lnTo>
                <a:lnTo>
                  <a:pt x="877716" y="37829"/>
                </a:lnTo>
                <a:lnTo>
                  <a:pt x="877405" y="37740"/>
                </a:lnTo>
                <a:lnTo>
                  <a:pt x="877088" y="37662"/>
                </a:lnTo>
                <a:lnTo>
                  <a:pt x="876766" y="37594"/>
                </a:lnTo>
                <a:lnTo>
                  <a:pt x="876438" y="37537"/>
                </a:lnTo>
                <a:lnTo>
                  <a:pt x="876105" y="37490"/>
                </a:lnTo>
                <a:lnTo>
                  <a:pt x="875766" y="37453"/>
                </a:lnTo>
                <a:lnTo>
                  <a:pt x="875422" y="37427"/>
                </a:lnTo>
                <a:lnTo>
                  <a:pt x="875072" y="37412"/>
                </a:lnTo>
                <a:lnTo>
                  <a:pt x="874717" y="37406"/>
                </a:lnTo>
                <a:lnTo>
                  <a:pt x="874268" y="37413"/>
                </a:lnTo>
                <a:lnTo>
                  <a:pt x="873828" y="37435"/>
                </a:lnTo>
                <a:lnTo>
                  <a:pt x="873396" y="37470"/>
                </a:lnTo>
                <a:lnTo>
                  <a:pt x="872973" y="37520"/>
                </a:lnTo>
                <a:lnTo>
                  <a:pt x="872559" y="37584"/>
                </a:lnTo>
                <a:lnTo>
                  <a:pt x="872153" y="37662"/>
                </a:lnTo>
                <a:lnTo>
                  <a:pt x="871755" y="37754"/>
                </a:lnTo>
                <a:lnTo>
                  <a:pt x="871367" y="37861"/>
                </a:lnTo>
                <a:lnTo>
                  <a:pt x="870987" y="37982"/>
                </a:lnTo>
                <a:lnTo>
                  <a:pt x="870615" y="38117"/>
                </a:lnTo>
                <a:lnTo>
                  <a:pt x="870253" y="38266"/>
                </a:lnTo>
                <a:lnTo>
                  <a:pt x="869898" y="38429"/>
                </a:lnTo>
                <a:lnTo>
                  <a:pt x="869553" y="38607"/>
                </a:lnTo>
                <a:lnTo>
                  <a:pt x="869216" y="38798"/>
                </a:lnTo>
                <a:lnTo>
                  <a:pt x="868887" y="39004"/>
                </a:lnTo>
                <a:lnTo>
                  <a:pt x="868568" y="39225"/>
                </a:lnTo>
                <a:lnTo>
                  <a:pt x="868257" y="39459"/>
                </a:lnTo>
                <a:lnTo>
                  <a:pt x="867954" y="39708"/>
                </a:lnTo>
                <a:lnTo>
                  <a:pt x="867660" y="39970"/>
                </a:lnTo>
                <a:lnTo>
                  <a:pt x="867375" y="40247"/>
                </a:lnTo>
                <a:lnTo>
                  <a:pt x="867098" y="40539"/>
                </a:lnTo>
                <a:lnTo>
                  <a:pt x="866830" y="40844"/>
                </a:lnTo>
                <a:lnTo>
                  <a:pt x="866571" y="41164"/>
                </a:lnTo>
                <a:lnTo>
                  <a:pt x="866320" y="41498"/>
                </a:lnTo>
                <a:lnTo>
                  <a:pt x="866203" y="41667"/>
                </a:lnTo>
                <a:lnTo>
                  <a:pt x="866091" y="41855"/>
                </a:lnTo>
                <a:lnTo>
                  <a:pt x="865984" y="42063"/>
                </a:lnTo>
                <a:lnTo>
                  <a:pt x="865883" y="42289"/>
                </a:lnTo>
                <a:lnTo>
                  <a:pt x="865786" y="42533"/>
                </a:lnTo>
                <a:lnTo>
                  <a:pt x="865694" y="42797"/>
                </a:lnTo>
                <a:lnTo>
                  <a:pt x="865607" y="43080"/>
                </a:lnTo>
                <a:lnTo>
                  <a:pt x="865525" y="43381"/>
                </a:lnTo>
                <a:lnTo>
                  <a:pt x="865448" y="43701"/>
                </a:lnTo>
                <a:lnTo>
                  <a:pt x="865376" y="44040"/>
                </a:lnTo>
                <a:lnTo>
                  <a:pt x="865309" y="44398"/>
                </a:lnTo>
                <a:lnTo>
                  <a:pt x="865246" y="44775"/>
                </a:lnTo>
                <a:lnTo>
                  <a:pt x="865189" y="45170"/>
                </a:lnTo>
                <a:lnTo>
                  <a:pt x="865137" y="45585"/>
                </a:lnTo>
                <a:lnTo>
                  <a:pt x="865090" y="46018"/>
                </a:lnTo>
                <a:lnTo>
                  <a:pt x="865048" y="46470"/>
                </a:lnTo>
                <a:lnTo>
                  <a:pt x="865010" y="46941"/>
                </a:lnTo>
                <a:lnTo>
                  <a:pt x="864978" y="47431"/>
                </a:lnTo>
                <a:lnTo>
                  <a:pt x="864951" y="47940"/>
                </a:lnTo>
                <a:lnTo>
                  <a:pt x="864928" y="48467"/>
                </a:lnTo>
                <a:lnTo>
                  <a:pt x="864911" y="49014"/>
                </a:lnTo>
                <a:lnTo>
                  <a:pt x="864899" y="49579"/>
                </a:lnTo>
                <a:lnTo>
                  <a:pt x="864891" y="50163"/>
                </a:lnTo>
                <a:lnTo>
                  <a:pt x="864889" y="50766"/>
                </a:lnTo>
                <a:lnTo>
                  <a:pt x="847712" y="50766"/>
                </a:lnTo>
                <a:lnTo>
                  <a:pt x="847712" y="22520"/>
                </a:lnTo>
                <a:lnTo>
                  <a:pt x="893325" y="22520"/>
                </a:lnTo>
                <a:lnTo>
                  <a:pt x="893325" y="32826"/>
                </a:lnTo>
                <a:lnTo>
                  <a:pt x="893330" y="33431"/>
                </a:lnTo>
                <a:lnTo>
                  <a:pt x="893344" y="34020"/>
                </a:lnTo>
                <a:lnTo>
                  <a:pt x="893367" y="34595"/>
                </a:lnTo>
                <a:lnTo>
                  <a:pt x="893401" y="35155"/>
                </a:lnTo>
                <a:lnTo>
                  <a:pt x="893443" y="35699"/>
                </a:lnTo>
                <a:lnTo>
                  <a:pt x="893495" y="36228"/>
                </a:lnTo>
                <a:lnTo>
                  <a:pt x="893556" y="36743"/>
                </a:lnTo>
                <a:lnTo>
                  <a:pt x="893627" y="37242"/>
                </a:lnTo>
                <a:lnTo>
                  <a:pt x="893707" y="37726"/>
                </a:lnTo>
                <a:lnTo>
                  <a:pt x="893797" y="38195"/>
                </a:lnTo>
                <a:lnTo>
                  <a:pt x="893896" y="38649"/>
                </a:lnTo>
                <a:lnTo>
                  <a:pt x="894005" y="39088"/>
                </a:lnTo>
                <a:lnTo>
                  <a:pt x="894123" y="39512"/>
                </a:lnTo>
                <a:lnTo>
                  <a:pt x="894250" y="39921"/>
                </a:lnTo>
                <a:lnTo>
                  <a:pt x="894387" y="40315"/>
                </a:lnTo>
                <a:lnTo>
                  <a:pt x="894534" y="40693"/>
                </a:lnTo>
                <a:lnTo>
                  <a:pt x="894690" y="41057"/>
                </a:lnTo>
                <a:lnTo>
                  <a:pt x="894855" y="41405"/>
                </a:lnTo>
                <a:lnTo>
                  <a:pt x="895029" y="41739"/>
                </a:lnTo>
                <a:lnTo>
                  <a:pt x="895214" y="42057"/>
                </a:lnTo>
                <a:lnTo>
                  <a:pt x="895407" y="42360"/>
                </a:lnTo>
                <a:lnTo>
                  <a:pt x="895610" y="42648"/>
                </a:lnTo>
                <a:lnTo>
                  <a:pt x="895823" y="42921"/>
                </a:lnTo>
                <a:lnTo>
                  <a:pt x="896045" y="43179"/>
                </a:lnTo>
                <a:lnTo>
                  <a:pt x="896274" y="43425"/>
                </a:lnTo>
                <a:lnTo>
                  <a:pt x="896509" y="43660"/>
                </a:lnTo>
                <a:lnTo>
                  <a:pt x="896751" y="43884"/>
                </a:lnTo>
                <a:lnTo>
                  <a:pt x="896998" y="44098"/>
                </a:lnTo>
                <a:lnTo>
                  <a:pt x="897250" y="44301"/>
                </a:lnTo>
                <a:lnTo>
                  <a:pt x="897509" y="44495"/>
                </a:lnTo>
                <a:lnTo>
                  <a:pt x="897773" y="44677"/>
                </a:lnTo>
                <a:lnTo>
                  <a:pt x="898043" y="44849"/>
                </a:lnTo>
                <a:lnTo>
                  <a:pt x="898319" y="45011"/>
                </a:lnTo>
                <a:lnTo>
                  <a:pt x="898601" y="45163"/>
                </a:lnTo>
                <a:lnTo>
                  <a:pt x="898888" y="45303"/>
                </a:lnTo>
                <a:lnTo>
                  <a:pt x="899182" y="45434"/>
                </a:lnTo>
                <a:lnTo>
                  <a:pt x="899481" y="45554"/>
                </a:lnTo>
                <a:lnTo>
                  <a:pt x="899786" y="45663"/>
                </a:lnTo>
                <a:lnTo>
                  <a:pt x="900096" y="45763"/>
                </a:lnTo>
                <a:lnTo>
                  <a:pt x="900413" y="45851"/>
                </a:lnTo>
                <a:lnTo>
                  <a:pt x="900735" y="45930"/>
                </a:lnTo>
                <a:lnTo>
                  <a:pt x="901063" y="45997"/>
                </a:lnTo>
                <a:lnTo>
                  <a:pt x="901397" y="46055"/>
                </a:lnTo>
                <a:lnTo>
                  <a:pt x="901737" y="46102"/>
                </a:lnTo>
                <a:lnTo>
                  <a:pt x="902082" y="46138"/>
                </a:lnTo>
                <a:lnTo>
                  <a:pt x="902434" y="46164"/>
                </a:lnTo>
                <a:lnTo>
                  <a:pt x="902791" y="46180"/>
                </a:lnTo>
                <a:lnTo>
                  <a:pt x="903154" y="46185"/>
                </a:lnTo>
                <a:lnTo>
                  <a:pt x="903517" y="46180"/>
                </a:lnTo>
                <a:lnTo>
                  <a:pt x="903873" y="46164"/>
                </a:lnTo>
                <a:lnTo>
                  <a:pt x="904224" y="46138"/>
                </a:lnTo>
                <a:lnTo>
                  <a:pt x="904569" y="46102"/>
                </a:lnTo>
                <a:lnTo>
                  <a:pt x="904908" y="46055"/>
                </a:lnTo>
                <a:lnTo>
                  <a:pt x="905241" y="45997"/>
                </a:lnTo>
                <a:lnTo>
                  <a:pt x="905568" y="45930"/>
                </a:lnTo>
                <a:lnTo>
                  <a:pt x="905889" y="45851"/>
                </a:lnTo>
                <a:lnTo>
                  <a:pt x="906204" y="45763"/>
                </a:lnTo>
                <a:lnTo>
                  <a:pt x="906513" y="45663"/>
                </a:lnTo>
                <a:lnTo>
                  <a:pt x="906817" y="45554"/>
                </a:lnTo>
                <a:lnTo>
                  <a:pt x="907114" y="45434"/>
                </a:lnTo>
                <a:lnTo>
                  <a:pt x="907405" y="45303"/>
                </a:lnTo>
                <a:lnTo>
                  <a:pt x="907690" y="45163"/>
                </a:lnTo>
                <a:lnTo>
                  <a:pt x="907970" y="45011"/>
                </a:lnTo>
                <a:lnTo>
                  <a:pt x="908243" y="44849"/>
                </a:lnTo>
                <a:lnTo>
                  <a:pt x="908510" y="44677"/>
                </a:lnTo>
                <a:lnTo>
                  <a:pt x="908772" y="44495"/>
                </a:lnTo>
                <a:lnTo>
                  <a:pt x="909027" y="44301"/>
                </a:lnTo>
                <a:lnTo>
                  <a:pt x="909277" y="44098"/>
                </a:lnTo>
                <a:lnTo>
                  <a:pt x="909520" y="43884"/>
                </a:lnTo>
                <a:lnTo>
                  <a:pt x="909758" y="43660"/>
                </a:lnTo>
                <a:lnTo>
                  <a:pt x="909989" y="43425"/>
                </a:lnTo>
                <a:lnTo>
                  <a:pt x="910215" y="43179"/>
                </a:lnTo>
                <a:lnTo>
                  <a:pt x="910433" y="42921"/>
                </a:lnTo>
                <a:lnTo>
                  <a:pt x="910642" y="42648"/>
                </a:lnTo>
                <a:lnTo>
                  <a:pt x="910841" y="42360"/>
                </a:lnTo>
                <a:lnTo>
                  <a:pt x="911032" y="42057"/>
                </a:lnTo>
                <a:lnTo>
                  <a:pt x="911212" y="41739"/>
                </a:lnTo>
                <a:lnTo>
                  <a:pt x="911384" y="41405"/>
                </a:lnTo>
                <a:lnTo>
                  <a:pt x="911546" y="41057"/>
                </a:lnTo>
                <a:lnTo>
                  <a:pt x="911699" y="40693"/>
                </a:lnTo>
                <a:lnTo>
                  <a:pt x="911843" y="40315"/>
                </a:lnTo>
                <a:lnTo>
                  <a:pt x="911978" y="39921"/>
                </a:lnTo>
                <a:lnTo>
                  <a:pt x="912103" y="39512"/>
                </a:lnTo>
                <a:lnTo>
                  <a:pt x="912219" y="39088"/>
                </a:lnTo>
                <a:lnTo>
                  <a:pt x="912326" y="38649"/>
                </a:lnTo>
                <a:lnTo>
                  <a:pt x="912423" y="38195"/>
                </a:lnTo>
                <a:lnTo>
                  <a:pt x="912511" y="37726"/>
                </a:lnTo>
                <a:lnTo>
                  <a:pt x="912590" y="37242"/>
                </a:lnTo>
                <a:lnTo>
                  <a:pt x="912660" y="36743"/>
                </a:lnTo>
                <a:lnTo>
                  <a:pt x="912720" y="36228"/>
                </a:lnTo>
                <a:lnTo>
                  <a:pt x="912771" y="35699"/>
                </a:lnTo>
                <a:lnTo>
                  <a:pt x="912813" y="35155"/>
                </a:lnTo>
                <a:lnTo>
                  <a:pt x="912845" y="34595"/>
                </a:lnTo>
                <a:lnTo>
                  <a:pt x="912868" y="34020"/>
                </a:lnTo>
                <a:lnTo>
                  <a:pt x="912882" y="33431"/>
                </a:lnTo>
                <a:lnTo>
                  <a:pt x="912887" y="32826"/>
                </a:lnTo>
                <a:lnTo>
                  <a:pt x="912887" y="2958"/>
                </a:lnTo>
                <a:lnTo>
                  <a:pt x="825097" y="2863"/>
                </a:lnTo>
                <a:lnTo>
                  <a:pt x="824515" y="2867"/>
                </a:lnTo>
                <a:lnTo>
                  <a:pt x="823948" y="2882"/>
                </a:lnTo>
                <a:lnTo>
                  <a:pt x="823395" y="2905"/>
                </a:lnTo>
                <a:lnTo>
                  <a:pt x="822856" y="2938"/>
                </a:lnTo>
                <a:lnTo>
                  <a:pt x="822330" y="2981"/>
                </a:lnTo>
                <a:lnTo>
                  <a:pt x="821819" y="3033"/>
                </a:lnTo>
                <a:lnTo>
                  <a:pt x="821323" y="3094"/>
                </a:lnTo>
                <a:lnTo>
                  <a:pt x="820840" y="3165"/>
                </a:lnTo>
                <a:lnTo>
                  <a:pt x="820371" y="3245"/>
                </a:lnTo>
                <a:lnTo>
                  <a:pt x="819916" y="3335"/>
                </a:lnTo>
                <a:lnTo>
                  <a:pt x="819476" y="3434"/>
                </a:lnTo>
                <a:lnTo>
                  <a:pt x="819049" y="3543"/>
                </a:lnTo>
                <a:lnTo>
                  <a:pt x="818637" y="3661"/>
                </a:lnTo>
                <a:lnTo>
                  <a:pt x="818238" y="3788"/>
                </a:lnTo>
                <a:lnTo>
                  <a:pt x="817854" y="3925"/>
                </a:lnTo>
                <a:lnTo>
                  <a:pt x="817484" y="4071"/>
                </a:lnTo>
                <a:lnTo>
                  <a:pt x="817128" y="4227"/>
                </a:lnTo>
                <a:lnTo>
                  <a:pt x="816786" y="4393"/>
                </a:lnTo>
                <a:lnTo>
                  <a:pt x="816458" y="4567"/>
                </a:lnTo>
                <a:lnTo>
                  <a:pt x="816144" y="4751"/>
                </a:lnTo>
                <a:lnTo>
                  <a:pt x="815844" y="4945"/>
                </a:lnTo>
                <a:lnTo>
                  <a:pt x="815559" y="5148"/>
                </a:lnTo>
                <a:lnTo>
                  <a:pt x="815287" y="5360"/>
                </a:lnTo>
                <a:lnTo>
                  <a:pt x="815029" y="5582"/>
                </a:lnTo>
                <a:lnTo>
                  <a:pt x="814784" y="5812"/>
                </a:lnTo>
                <a:lnTo>
                  <a:pt x="814549" y="6047"/>
                </a:lnTo>
                <a:lnTo>
                  <a:pt x="814325" y="6288"/>
                </a:lnTo>
                <a:lnTo>
                  <a:pt x="814111" y="6535"/>
                </a:lnTo>
                <a:lnTo>
                  <a:pt x="813907" y="6788"/>
                </a:lnTo>
                <a:lnTo>
                  <a:pt x="813714" y="7046"/>
                </a:lnTo>
                <a:lnTo>
                  <a:pt x="813532" y="7311"/>
                </a:lnTo>
                <a:lnTo>
                  <a:pt x="813359" y="7581"/>
                </a:lnTo>
                <a:lnTo>
                  <a:pt x="813198" y="7857"/>
                </a:lnTo>
                <a:lnTo>
                  <a:pt x="813046" y="8139"/>
                </a:lnTo>
                <a:lnTo>
                  <a:pt x="812905" y="8426"/>
                </a:lnTo>
                <a:lnTo>
                  <a:pt x="812775" y="8719"/>
                </a:lnTo>
                <a:lnTo>
                  <a:pt x="812655" y="9019"/>
                </a:lnTo>
                <a:lnTo>
                  <a:pt x="812545" y="9323"/>
                </a:lnTo>
                <a:lnTo>
                  <a:pt x="812446" y="9634"/>
                </a:lnTo>
                <a:lnTo>
                  <a:pt x="812358" y="9951"/>
                </a:lnTo>
                <a:lnTo>
                  <a:pt x="812279" y="10273"/>
                </a:lnTo>
                <a:lnTo>
                  <a:pt x="812211" y="10601"/>
                </a:lnTo>
                <a:lnTo>
                  <a:pt x="812154" y="10935"/>
                </a:lnTo>
                <a:lnTo>
                  <a:pt x="812107" y="11275"/>
                </a:lnTo>
                <a:lnTo>
                  <a:pt x="812071" y="11620"/>
                </a:lnTo>
                <a:lnTo>
                  <a:pt x="812044" y="11971"/>
                </a:lnTo>
                <a:lnTo>
                  <a:pt x="812029" y="12329"/>
                </a:lnTo>
                <a:lnTo>
                  <a:pt x="812024" y="12691"/>
                </a:lnTo>
                <a:lnTo>
                  <a:pt x="812029" y="13054"/>
                </a:lnTo>
                <a:lnTo>
                  <a:pt x="812044" y="13411"/>
                </a:lnTo>
                <a:lnTo>
                  <a:pt x="812071" y="13763"/>
                </a:lnTo>
                <a:lnTo>
                  <a:pt x="812107" y="14108"/>
                </a:lnTo>
                <a:lnTo>
                  <a:pt x="812154" y="14448"/>
                </a:lnTo>
                <a:lnTo>
                  <a:pt x="812211" y="14782"/>
                </a:lnTo>
                <a:lnTo>
                  <a:pt x="812279" y="15110"/>
                </a:lnTo>
                <a:lnTo>
                  <a:pt x="812358" y="15432"/>
                </a:lnTo>
                <a:lnTo>
                  <a:pt x="812446" y="15749"/>
                </a:lnTo>
                <a:lnTo>
                  <a:pt x="812545" y="16059"/>
                </a:lnTo>
                <a:lnTo>
                  <a:pt x="812655" y="16364"/>
                </a:lnTo>
                <a:lnTo>
                  <a:pt x="812775" y="16663"/>
                </a:lnTo>
                <a:lnTo>
                  <a:pt x="812905" y="16957"/>
                </a:lnTo>
                <a:lnTo>
                  <a:pt x="813046" y="17244"/>
                </a:lnTo>
                <a:lnTo>
                  <a:pt x="813198" y="17526"/>
                </a:lnTo>
                <a:lnTo>
                  <a:pt x="813359" y="17802"/>
                </a:lnTo>
                <a:lnTo>
                  <a:pt x="813532" y="18072"/>
                </a:lnTo>
                <a:lnTo>
                  <a:pt x="813714" y="18336"/>
                </a:lnTo>
                <a:lnTo>
                  <a:pt x="813907" y="18595"/>
                </a:lnTo>
                <a:lnTo>
                  <a:pt x="814111" y="18848"/>
                </a:lnTo>
                <a:lnTo>
                  <a:pt x="814325" y="19095"/>
                </a:lnTo>
                <a:lnTo>
                  <a:pt x="814549" y="19336"/>
                </a:lnTo>
                <a:lnTo>
                  <a:pt x="814784" y="19571"/>
                </a:lnTo>
                <a:lnTo>
                  <a:pt x="815029" y="19801"/>
                </a:lnTo>
                <a:lnTo>
                  <a:pt x="815287" y="20022"/>
                </a:lnTo>
                <a:lnTo>
                  <a:pt x="815559" y="20235"/>
                </a:lnTo>
                <a:lnTo>
                  <a:pt x="815844" y="20438"/>
                </a:lnTo>
                <a:lnTo>
                  <a:pt x="816144" y="20632"/>
                </a:lnTo>
                <a:lnTo>
                  <a:pt x="816458" y="20816"/>
                </a:lnTo>
                <a:lnTo>
                  <a:pt x="816786" y="20990"/>
                </a:lnTo>
                <a:lnTo>
                  <a:pt x="817128" y="21156"/>
                </a:lnTo>
                <a:lnTo>
                  <a:pt x="817484" y="21311"/>
                </a:lnTo>
                <a:lnTo>
                  <a:pt x="817854" y="21458"/>
                </a:lnTo>
                <a:lnTo>
                  <a:pt x="818238" y="21595"/>
                </a:lnTo>
                <a:lnTo>
                  <a:pt x="818637" y="21722"/>
                </a:lnTo>
                <a:lnTo>
                  <a:pt x="819049" y="21840"/>
                </a:lnTo>
                <a:lnTo>
                  <a:pt x="819476" y="21949"/>
                </a:lnTo>
                <a:lnTo>
                  <a:pt x="819916" y="22048"/>
                </a:lnTo>
                <a:lnTo>
                  <a:pt x="820371" y="22138"/>
                </a:lnTo>
                <a:lnTo>
                  <a:pt x="820840" y="22218"/>
                </a:lnTo>
                <a:lnTo>
                  <a:pt x="821323" y="22289"/>
                </a:lnTo>
                <a:lnTo>
                  <a:pt x="821819" y="22350"/>
                </a:lnTo>
                <a:lnTo>
                  <a:pt x="822330" y="22402"/>
                </a:lnTo>
                <a:lnTo>
                  <a:pt x="822856" y="22445"/>
                </a:lnTo>
                <a:lnTo>
                  <a:pt x="823395" y="22478"/>
                </a:lnTo>
                <a:lnTo>
                  <a:pt x="823948" y="22501"/>
                </a:lnTo>
                <a:lnTo>
                  <a:pt x="824515" y="22515"/>
                </a:lnTo>
                <a:lnTo>
                  <a:pt x="825097" y="22520"/>
                </a:lnTo>
                <a:lnTo>
                  <a:pt x="828150" y="22520"/>
                </a:lnTo>
                <a:lnTo>
                  <a:pt x="828150" y="99050"/>
                </a:lnTo>
                <a:lnTo>
                  <a:pt x="825097" y="99050"/>
                </a:lnTo>
                <a:lnTo>
                  <a:pt x="824523" y="99055"/>
                </a:lnTo>
                <a:lnTo>
                  <a:pt x="823963" y="99069"/>
                </a:lnTo>
                <a:lnTo>
                  <a:pt x="823416" y="99092"/>
                </a:lnTo>
                <a:lnTo>
                  <a:pt x="822883" y="99125"/>
                </a:lnTo>
                <a:lnTo>
                  <a:pt x="822364" y="99166"/>
                </a:lnTo>
                <a:lnTo>
                  <a:pt x="821858" y="99217"/>
                </a:lnTo>
                <a:lnTo>
                  <a:pt x="821366" y="99278"/>
                </a:lnTo>
                <a:lnTo>
                  <a:pt x="820887" y="99347"/>
                </a:lnTo>
                <a:lnTo>
                  <a:pt x="820422" y="99426"/>
                </a:lnTo>
                <a:lnTo>
                  <a:pt x="819971" y="99514"/>
                </a:lnTo>
                <a:lnTo>
                  <a:pt x="819533" y="99612"/>
                </a:lnTo>
                <a:lnTo>
                  <a:pt x="819109" y="99718"/>
                </a:lnTo>
                <a:lnTo>
                  <a:pt x="818698" y="99834"/>
                </a:lnTo>
                <a:lnTo>
                  <a:pt x="818301" y="99960"/>
                </a:lnTo>
                <a:lnTo>
                  <a:pt x="817917" y="100094"/>
                </a:lnTo>
                <a:lnTo>
                  <a:pt x="817548" y="100238"/>
                </a:lnTo>
                <a:lnTo>
                  <a:pt x="817191" y="100391"/>
                </a:lnTo>
                <a:lnTo>
                  <a:pt x="816848" y="100553"/>
                </a:lnTo>
                <a:lnTo>
                  <a:pt x="816519" y="100725"/>
                </a:lnTo>
                <a:lnTo>
                  <a:pt x="816204" y="100906"/>
                </a:lnTo>
                <a:lnTo>
                  <a:pt x="815902" y="101096"/>
                </a:lnTo>
                <a:lnTo>
                  <a:pt x="815613" y="101295"/>
                </a:lnTo>
                <a:lnTo>
                  <a:pt x="815338" y="101504"/>
                </a:lnTo>
                <a:lnTo>
                  <a:pt x="815077" y="101722"/>
                </a:lnTo>
                <a:lnTo>
                  <a:pt x="814828" y="101948"/>
                </a:lnTo>
                <a:lnTo>
                  <a:pt x="814589" y="102179"/>
                </a:lnTo>
                <a:lnTo>
                  <a:pt x="814361" y="102417"/>
                </a:lnTo>
                <a:lnTo>
                  <a:pt x="814144" y="102661"/>
                </a:lnTo>
                <a:lnTo>
                  <a:pt x="813937" y="102910"/>
                </a:lnTo>
                <a:lnTo>
                  <a:pt x="813741" y="103166"/>
                </a:lnTo>
                <a:lnTo>
                  <a:pt x="813556" y="103427"/>
                </a:lnTo>
                <a:lnTo>
                  <a:pt x="813381" y="103694"/>
                </a:lnTo>
                <a:lnTo>
                  <a:pt x="813216" y="103968"/>
                </a:lnTo>
                <a:lnTo>
                  <a:pt x="813063" y="104247"/>
                </a:lnTo>
                <a:lnTo>
                  <a:pt x="812919" y="104532"/>
                </a:lnTo>
                <a:lnTo>
                  <a:pt x="812787" y="104824"/>
                </a:lnTo>
                <a:lnTo>
                  <a:pt x="812665" y="105121"/>
                </a:lnTo>
                <a:lnTo>
                  <a:pt x="812554" y="105424"/>
                </a:lnTo>
                <a:lnTo>
                  <a:pt x="812453" y="105733"/>
                </a:lnTo>
                <a:lnTo>
                  <a:pt x="812363" y="106048"/>
                </a:lnTo>
                <a:lnTo>
                  <a:pt x="812283" y="106369"/>
                </a:lnTo>
                <a:lnTo>
                  <a:pt x="812214" y="106696"/>
                </a:lnTo>
                <a:lnTo>
                  <a:pt x="812156" y="107029"/>
                </a:lnTo>
                <a:lnTo>
                  <a:pt x="812108" y="107368"/>
                </a:lnTo>
                <a:lnTo>
                  <a:pt x="812071" y="107713"/>
                </a:lnTo>
                <a:lnTo>
                  <a:pt x="812045" y="108064"/>
                </a:lnTo>
                <a:lnTo>
                  <a:pt x="812029" y="108421"/>
                </a:lnTo>
                <a:lnTo>
                  <a:pt x="812024" y="108784"/>
                </a:lnTo>
                <a:lnTo>
                  <a:pt x="812029" y="109147"/>
                </a:lnTo>
                <a:lnTo>
                  <a:pt x="812044" y="109504"/>
                </a:lnTo>
                <a:lnTo>
                  <a:pt x="812071" y="109856"/>
                </a:lnTo>
                <a:lnTo>
                  <a:pt x="812107" y="110202"/>
                </a:lnTo>
                <a:lnTo>
                  <a:pt x="812154" y="110542"/>
                </a:lnTo>
                <a:lnTo>
                  <a:pt x="812211" y="110877"/>
                </a:lnTo>
                <a:lnTo>
                  <a:pt x="812279" y="111206"/>
                </a:lnTo>
                <a:lnTo>
                  <a:pt x="812358" y="111530"/>
                </a:lnTo>
                <a:lnTo>
                  <a:pt x="812446" y="111848"/>
                </a:lnTo>
                <a:lnTo>
                  <a:pt x="812545" y="112160"/>
                </a:lnTo>
                <a:lnTo>
                  <a:pt x="812655" y="112467"/>
                </a:lnTo>
                <a:lnTo>
                  <a:pt x="812775" y="112768"/>
                </a:lnTo>
                <a:lnTo>
                  <a:pt x="812905" y="113063"/>
                </a:lnTo>
                <a:lnTo>
                  <a:pt x="813046" y="113353"/>
                </a:lnTo>
                <a:lnTo>
                  <a:pt x="813198" y="113637"/>
                </a:lnTo>
                <a:lnTo>
                  <a:pt x="813359" y="113915"/>
                </a:lnTo>
                <a:lnTo>
                  <a:pt x="813532" y="114188"/>
                </a:lnTo>
                <a:lnTo>
                  <a:pt x="813714" y="114455"/>
                </a:lnTo>
                <a:lnTo>
                  <a:pt x="813907" y="114717"/>
                </a:lnTo>
                <a:lnTo>
                  <a:pt x="814111" y="114973"/>
                </a:lnTo>
                <a:lnTo>
                  <a:pt x="814325" y="115223"/>
                </a:lnTo>
                <a:lnTo>
                  <a:pt x="814549" y="115468"/>
                </a:lnTo>
                <a:lnTo>
                  <a:pt x="814784" y="115707"/>
                </a:lnTo>
                <a:lnTo>
                  <a:pt x="815029" y="115940"/>
                </a:lnTo>
                <a:lnTo>
                  <a:pt x="815287" y="116166"/>
                </a:lnTo>
                <a:lnTo>
                  <a:pt x="815559" y="116382"/>
                </a:lnTo>
                <a:lnTo>
                  <a:pt x="815844" y="116589"/>
                </a:lnTo>
                <a:lnTo>
                  <a:pt x="816144" y="116786"/>
                </a:lnTo>
                <a:lnTo>
                  <a:pt x="816458" y="116973"/>
                </a:lnTo>
                <a:lnTo>
                  <a:pt x="816786" y="117151"/>
                </a:lnTo>
                <a:lnTo>
                  <a:pt x="817128" y="117319"/>
                </a:lnTo>
                <a:lnTo>
                  <a:pt x="817484" y="117478"/>
                </a:lnTo>
                <a:lnTo>
                  <a:pt x="817854" y="117627"/>
                </a:lnTo>
                <a:lnTo>
                  <a:pt x="818238" y="117766"/>
                </a:lnTo>
                <a:lnTo>
                  <a:pt x="818637" y="117896"/>
                </a:lnTo>
                <a:lnTo>
                  <a:pt x="819049" y="118016"/>
                </a:lnTo>
                <a:lnTo>
                  <a:pt x="819476" y="118126"/>
                </a:lnTo>
                <a:lnTo>
                  <a:pt x="819916" y="118227"/>
                </a:lnTo>
                <a:lnTo>
                  <a:pt x="820371" y="118319"/>
                </a:lnTo>
                <a:lnTo>
                  <a:pt x="820840" y="118400"/>
                </a:lnTo>
                <a:lnTo>
                  <a:pt x="821323" y="118472"/>
                </a:lnTo>
                <a:lnTo>
                  <a:pt x="821819" y="118535"/>
                </a:lnTo>
                <a:lnTo>
                  <a:pt x="822330" y="118588"/>
                </a:lnTo>
                <a:lnTo>
                  <a:pt x="822856" y="118631"/>
                </a:lnTo>
                <a:lnTo>
                  <a:pt x="823395" y="118665"/>
                </a:lnTo>
                <a:lnTo>
                  <a:pt x="823948" y="118689"/>
                </a:lnTo>
                <a:lnTo>
                  <a:pt x="824515" y="118703"/>
                </a:lnTo>
                <a:lnTo>
                  <a:pt x="825097" y="118708"/>
                </a:lnTo>
                <a:lnTo>
                  <a:pt x="917181" y="118708"/>
                </a:lnTo>
                <a:lnTo>
                  <a:pt x="917181" y="88363"/>
                </a:lnTo>
                <a:lnTo>
                  <a:pt x="917176" y="87758"/>
                </a:lnTo>
                <a:lnTo>
                  <a:pt x="917162" y="87168"/>
                </a:lnTo>
                <a:lnTo>
                  <a:pt x="917139" y="86594"/>
                </a:lnTo>
                <a:lnTo>
                  <a:pt x="917106" y="86034"/>
                </a:lnTo>
                <a:lnTo>
                  <a:pt x="917063" y="85490"/>
                </a:lnTo>
                <a:lnTo>
                  <a:pt x="917011" y="84960"/>
                </a:lnTo>
                <a:lnTo>
                  <a:pt x="916950" y="84446"/>
                </a:lnTo>
                <a:lnTo>
                  <a:pt x="916879" y="83947"/>
                </a:lnTo>
                <a:lnTo>
                  <a:pt x="916799" y="83463"/>
                </a:lnTo>
                <a:lnTo>
                  <a:pt x="916709" y="82994"/>
                </a:lnTo>
                <a:lnTo>
                  <a:pt x="916610" y="82540"/>
                </a:lnTo>
                <a:lnTo>
                  <a:pt x="916501" y="82101"/>
                </a:lnTo>
                <a:lnTo>
                  <a:pt x="916383" y="81677"/>
                </a:lnTo>
                <a:lnTo>
                  <a:pt x="916256" y="81268"/>
                </a:lnTo>
                <a:lnTo>
                  <a:pt x="916119" y="80874"/>
                </a:lnTo>
                <a:lnTo>
                  <a:pt x="915972" y="80496"/>
                </a:lnTo>
                <a:lnTo>
                  <a:pt x="915817" y="80132"/>
                </a:lnTo>
                <a:lnTo>
                  <a:pt x="915651" y="79784"/>
                </a:lnTo>
                <a:lnTo>
                  <a:pt x="915477" y="79450"/>
                </a:lnTo>
                <a:lnTo>
                  <a:pt x="915292" y="79132"/>
                </a:lnTo>
                <a:lnTo>
                  <a:pt x="915099" y="78829"/>
                </a:lnTo>
                <a:lnTo>
                  <a:pt x="914896" y="78540"/>
                </a:lnTo>
                <a:lnTo>
                  <a:pt x="914683" y="78267"/>
                </a:lnTo>
                <a:lnTo>
                  <a:pt x="914461" y="78009"/>
                </a:lnTo>
                <a:lnTo>
                  <a:pt x="914232" y="77764"/>
                </a:lnTo>
                <a:lnTo>
                  <a:pt x="913997" y="77529"/>
                </a:lnTo>
                <a:lnTo>
                  <a:pt x="913757" y="77305"/>
                </a:lnTo>
                <a:lnTo>
                  <a:pt x="913511" y="77091"/>
                </a:lnTo>
                <a:lnTo>
                  <a:pt x="913260" y="76887"/>
                </a:lnTo>
                <a:lnTo>
                  <a:pt x="913003" y="76694"/>
                </a:lnTo>
                <a:lnTo>
                  <a:pt x="912741" y="76512"/>
                </a:lnTo>
                <a:lnTo>
                  <a:pt x="912473" y="76339"/>
                </a:lnTo>
                <a:lnTo>
                  <a:pt x="912200" y="76178"/>
                </a:lnTo>
                <a:lnTo>
                  <a:pt x="911922" y="76026"/>
                </a:lnTo>
                <a:lnTo>
                  <a:pt x="911638" y="75885"/>
                </a:lnTo>
                <a:lnTo>
                  <a:pt x="911348" y="75755"/>
                </a:lnTo>
                <a:lnTo>
                  <a:pt x="911053" y="75635"/>
                </a:lnTo>
                <a:lnTo>
                  <a:pt x="910753" y="75525"/>
                </a:lnTo>
                <a:lnTo>
                  <a:pt x="910447" y="75426"/>
                </a:lnTo>
                <a:lnTo>
                  <a:pt x="910136" y="75337"/>
                </a:lnTo>
                <a:lnTo>
                  <a:pt x="909819" y="75259"/>
                </a:lnTo>
                <a:lnTo>
                  <a:pt x="909496" y="75191"/>
                </a:lnTo>
                <a:lnTo>
                  <a:pt x="909169" y="75134"/>
                </a:lnTo>
                <a:lnTo>
                  <a:pt x="908835" y="75087"/>
                </a:lnTo>
                <a:lnTo>
                  <a:pt x="908497" y="75050"/>
                </a:lnTo>
                <a:lnTo>
                  <a:pt x="908153" y="75024"/>
                </a:lnTo>
                <a:lnTo>
                  <a:pt x="907803" y="75009"/>
                </a:lnTo>
                <a:lnTo>
                  <a:pt x="907448" y="75003"/>
                </a:lnTo>
                <a:lnTo>
                  <a:pt x="907085" y="75009"/>
                </a:lnTo>
                <a:lnTo>
                  <a:pt x="906728" y="75024"/>
                </a:lnTo>
                <a:lnTo>
                  <a:pt x="906377" y="75050"/>
                </a:lnTo>
                <a:lnTo>
                  <a:pt x="906031" y="75087"/>
                </a:lnTo>
                <a:lnTo>
                  <a:pt x="905691" y="75134"/>
                </a:lnTo>
                <a:lnTo>
                  <a:pt x="905357" y="75191"/>
                </a:lnTo>
                <a:lnTo>
                  <a:pt x="905029" y="75259"/>
                </a:lnTo>
                <a:lnTo>
                  <a:pt x="904707" y="75337"/>
                </a:lnTo>
                <a:lnTo>
                  <a:pt x="904390" y="75426"/>
                </a:lnTo>
                <a:lnTo>
                  <a:pt x="904080" y="75525"/>
                </a:lnTo>
                <a:lnTo>
                  <a:pt x="903775" y="75635"/>
                </a:lnTo>
                <a:lnTo>
                  <a:pt x="903476" y="75755"/>
                </a:lnTo>
                <a:lnTo>
                  <a:pt x="903182" y="75885"/>
                </a:lnTo>
                <a:lnTo>
                  <a:pt x="902895" y="76026"/>
                </a:lnTo>
                <a:lnTo>
                  <a:pt x="902613" y="76178"/>
                </a:lnTo>
                <a:lnTo>
                  <a:pt x="902337" y="76339"/>
                </a:lnTo>
                <a:lnTo>
                  <a:pt x="902067" y="76512"/>
                </a:lnTo>
                <a:lnTo>
                  <a:pt x="901803" y="76694"/>
                </a:lnTo>
                <a:lnTo>
                  <a:pt x="901544" y="76887"/>
                </a:lnTo>
                <a:lnTo>
                  <a:pt x="901292" y="77091"/>
                </a:lnTo>
                <a:lnTo>
                  <a:pt x="901045" y="77305"/>
                </a:lnTo>
                <a:lnTo>
                  <a:pt x="900804" y="77529"/>
                </a:lnTo>
                <a:lnTo>
                  <a:pt x="900568" y="77764"/>
                </a:lnTo>
                <a:lnTo>
                  <a:pt x="900339" y="78009"/>
                </a:lnTo>
                <a:lnTo>
                  <a:pt x="900117" y="78267"/>
                </a:lnTo>
                <a:lnTo>
                  <a:pt x="899904" y="78540"/>
                </a:lnTo>
                <a:lnTo>
                  <a:pt x="899701" y="78829"/>
                </a:lnTo>
                <a:lnTo>
                  <a:pt x="899508" y="79132"/>
                </a:lnTo>
                <a:lnTo>
                  <a:pt x="899324" y="79450"/>
                </a:lnTo>
                <a:lnTo>
                  <a:pt x="899149" y="79784"/>
                </a:lnTo>
                <a:lnTo>
                  <a:pt x="898984" y="80132"/>
                </a:lnTo>
                <a:lnTo>
                  <a:pt x="898828" y="80496"/>
                </a:lnTo>
                <a:lnTo>
                  <a:pt x="898681" y="80874"/>
                </a:lnTo>
                <a:lnTo>
                  <a:pt x="898545" y="81268"/>
                </a:lnTo>
                <a:lnTo>
                  <a:pt x="898417" y="81677"/>
                </a:lnTo>
                <a:lnTo>
                  <a:pt x="898299" y="82101"/>
                </a:lnTo>
                <a:lnTo>
                  <a:pt x="898190" y="82540"/>
                </a:lnTo>
                <a:lnTo>
                  <a:pt x="898091" y="82994"/>
                </a:lnTo>
                <a:lnTo>
                  <a:pt x="898002" y="83463"/>
                </a:lnTo>
                <a:lnTo>
                  <a:pt x="897921" y="83947"/>
                </a:lnTo>
                <a:lnTo>
                  <a:pt x="897850" y="84446"/>
                </a:lnTo>
                <a:lnTo>
                  <a:pt x="897789" y="84960"/>
                </a:lnTo>
                <a:lnTo>
                  <a:pt x="897737" y="85490"/>
                </a:lnTo>
                <a:lnTo>
                  <a:pt x="897695" y="86034"/>
                </a:lnTo>
                <a:lnTo>
                  <a:pt x="897662" y="86594"/>
                </a:lnTo>
                <a:lnTo>
                  <a:pt x="897638" y="87168"/>
                </a:lnTo>
                <a:lnTo>
                  <a:pt x="897624" y="87758"/>
                </a:lnTo>
                <a:lnTo>
                  <a:pt x="897619" y="88363"/>
                </a:lnTo>
                <a:lnTo>
                  <a:pt x="897619" y="99050"/>
                </a:lnTo>
                <a:lnTo>
                  <a:pt x="847712" y="99050"/>
                </a:lnTo>
                <a:lnTo>
                  <a:pt x="847712" y="70423"/>
                </a:lnTo>
                <a:lnTo>
                  <a:pt x="864889" y="70423"/>
                </a:lnTo>
                <a:lnTo>
                  <a:pt x="864891" y="71026"/>
                </a:lnTo>
                <a:lnTo>
                  <a:pt x="864899" y="71610"/>
                </a:lnTo>
                <a:lnTo>
                  <a:pt x="864911" y="72175"/>
                </a:lnTo>
                <a:close/>
                <a:moveTo>
                  <a:pt x="1340057" y="76936"/>
                </a:moveTo>
                <a:lnTo>
                  <a:pt x="1341460" y="77910"/>
                </a:lnTo>
                <a:lnTo>
                  <a:pt x="1342891" y="78985"/>
                </a:lnTo>
                <a:lnTo>
                  <a:pt x="1344350" y="80163"/>
                </a:lnTo>
                <a:lnTo>
                  <a:pt x="1345837" y="81441"/>
                </a:lnTo>
                <a:lnTo>
                  <a:pt x="1347352" y="82822"/>
                </a:lnTo>
                <a:lnTo>
                  <a:pt x="1348896" y="84303"/>
                </a:lnTo>
                <a:lnTo>
                  <a:pt x="1350467" y="85886"/>
                </a:lnTo>
                <a:lnTo>
                  <a:pt x="1352067" y="87571"/>
                </a:lnTo>
                <a:lnTo>
                  <a:pt x="1353695" y="89357"/>
                </a:lnTo>
                <a:lnTo>
                  <a:pt x="1355351" y="91245"/>
                </a:lnTo>
                <a:lnTo>
                  <a:pt x="1357036" y="93234"/>
                </a:lnTo>
                <a:lnTo>
                  <a:pt x="1358748" y="95325"/>
                </a:lnTo>
                <a:lnTo>
                  <a:pt x="1360489" y="97517"/>
                </a:lnTo>
                <a:lnTo>
                  <a:pt x="1362258" y="99811"/>
                </a:lnTo>
                <a:lnTo>
                  <a:pt x="1364055" y="102206"/>
                </a:lnTo>
                <a:lnTo>
                  <a:pt x="1365880" y="104702"/>
                </a:lnTo>
                <a:lnTo>
                  <a:pt x="1367733" y="107300"/>
                </a:lnTo>
                <a:lnTo>
                  <a:pt x="1369615" y="110000"/>
                </a:lnTo>
                <a:lnTo>
                  <a:pt x="1371524" y="112801"/>
                </a:lnTo>
                <a:lnTo>
                  <a:pt x="1373462" y="115704"/>
                </a:lnTo>
                <a:lnTo>
                  <a:pt x="1375428" y="118708"/>
                </a:lnTo>
                <a:lnTo>
                  <a:pt x="1386593" y="118708"/>
                </a:lnTo>
                <a:lnTo>
                  <a:pt x="1387174" y="118703"/>
                </a:lnTo>
                <a:lnTo>
                  <a:pt x="1387741" y="118689"/>
                </a:lnTo>
                <a:lnTo>
                  <a:pt x="1388294" y="118665"/>
                </a:lnTo>
                <a:lnTo>
                  <a:pt x="1388833" y="118632"/>
                </a:lnTo>
                <a:lnTo>
                  <a:pt x="1389357" y="118590"/>
                </a:lnTo>
                <a:lnTo>
                  <a:pt x="1389867" y="118538"/>
                </a:lnTo>
                <a:lnTo>
                  <a:pt x="1390363" y="118476"/>
                </a:lnTo>
                <a:lnTo>
                  <a:pt x="1390844" y="118406"/>
                </a:lnTo>
                <a:lnTo>
                  <a:pt x="1391312" y="118325"/>
                </a:lnTo>
                <a:lnTo>
                  <a:pt x="1391765" y="118236"/>
                </a:lnTo>
                <a:lnTo>
                  <a:pt x="1392204" y="118136"/>
                </a:lnTo>
                <a:lnTo>
                  <a:pt x="1392628" y="118028"/>
                </a:lnTo>
                <a:lnTo>
                  <a:pt x="1393039" y="117910"/>
                </a:lnTo>
                <a:lnTo>
                  <a:pt x="1393435" y="117782"/>
                </a:lnTo>
                <a:lnTo>
                  <a:pt x="1393817" y="117645"/>
                </a:lnTo>
                <a:lnTo>
                  <a:pt x="1394184" y="117499"/>
                </a:lnTo>
                <a:lnTo>
                  <a:pt x="1394538" y="117343"/>
                </a:lnTo>
                <a:lnTo>
                  <a:pt x="1394877" y="117178"/>
                </a:lnTo>
                <a:lnTo>
                  <a:pt x="1395202" y="117003"/>
                </a:lnTo>
                <a:lnTo>
                  <a:pt x="1395512" y="116819"/>
                </a:lnTo>
                <a:lnTo>
                  <a:pt x="1395809" y="116626"/>
                </a:lnTo>
                <a:lnTo>
                  <a:pt x="1396091" y="116423"/>
                </a:lnTo>
                <a:lnTo>
                  <a:pt x="1396359" y="116210"/>
                </a:lnTo>
                <a:lnTo>
                  <a:pt x="1396612" y="115988"/>
                </a:lnTo>
                <a:lnTo>
                  <a:pt x="1396854" y="115759"/>
                </a:lnTo>
                <a:lnTo>
                  <a:pt x="1397085" y="115523"/>
                </a:lnTo>
                <a:lnTo>
                  <a:pt x="1397306" y="115282"/>
                </a:lnTo>
                <a:lnTo>
                  <a:pt x="1397516" y="115035"/>
                </a:lnTo>
                <a:lnTo>
                  <a:pt x="1397717" y="114783"/>
                </a:lnTo>
                <a:lnTo>
                  <a:pt x="1397907" y="114524"/>
                </a:lnTo>
                <a:lnTo>
                  <a:pt x="1398086" y="114260"/>
                </a:lnTo>
                <a:lnTo>
                  <a:pt x="1398256" y="113990"/>
                </a:lnTo>
                <a:lnTo>
                  <a:pt x="1398415" y="113714"/>
                </a:lnTo>
                <a:lnTo>
                  <a:pt x="1398564" y="113432"/>
                </a:lnTo>
                <a:lnTo>
                  <a:pt x="1398703" y="113144"/>
                </a:lnTo>
                <a:lnTo>
                  <a:pt x="1398831" y="112851"/>
                </a:lnTo>
                <a:lnTo>
                  <a:pt x="1398949" y="112552"/>
                </a:lnTo>
                <a:lnTo>
                  <a:pt x="1399057" y="112247"/>
                </a:lnTo>
                <a:lnTo>
                  <a:pt x="1399155" y="111936"/>
                </a:lnTo>
                <a:lnTo>
                  <a:pt x="1399242" y="111620"/>
                </a:lnTo>
                <a:lnTo>
                  <a:pt x="1399319" y="111298"/>
                </a:lnTo>
                <a:lnTo>
                  <a:pt x="1399386" y="110969"/>
                </a:lnTo>
                <a:lnTo>
                  <a:pt x="1399442" y="110636"/>
                </a:lnTo>
                <a:lnTo>
                  <a:pt x="1399488" y="110296"/>
                </a:lnTo>
                <a:lnTo>
                  <a:pt x="1399524" y="109950"/>
                </a:lnTo>
                <a:lnTo>
                  <a:pt x="1399550" y="109599"/>
                </a:lnTo>
                <a:lnTo>
                  <a:pt x="1399565" y="109242"/>
                </a:lnTo>
                <a:lnTo>
                  <a:pt x="1399571" y="108879"/>
                </a:lnTo>
                <a:lnTo>
                  <a:pt x="1399563" y="108515"/>
                </a:lnTo>
                <a:lnTo>
                  <a:pt x="1399541" y="108153"/>
                </a:lnTo>
                <a:lnTo>
                  <a:pt x="1399503" y="107794"/>
                </a:lnTo>
                <a:lnTo>
                  <a:pt x="1399451" y="107438"/>
                </a:lnTo>
                <a:lnTo>
                  <a:pt x="1399384" y="107085"/>
                </a:lnTo>
                <a:lnTo>
                  <a:pt x="1399302" y="106734"/>
                </a:lnTo>
                <a:lnTo>
                  <a:pt x="1399205" y="106387"/>
                </a:lnTo>
                <a:lnTo>
                  <a:pt x="1399093" y="106042"/>
                </a:lnTo>
                <a:lnTo>
                  <a:pt x="1398967" y="105700"/>
                </a:lnTo>
                <a:lnTo>
                  <a:pt x="1398825" y="105360"/>
                </a:lnTo>
                <a:lnTo>
                  <a:pt x="1398668" y="105024"/>
                </a:lnTo>
                <a:lnTo>
                  <a:pt x="1398497" y="104690"/>
                </a:lnTo>
                <a:lnTo>
                  <a:pt x="1398311" y="104359"/>
                </a:lnTo>
                <a:lnTo>
                  <a:pt x="1398109" y="104031"/>
                </a:lnTo>
                <a:lnTo>
                  <a:pt x="1397893" y="103706"/>
                </a:lnTo>
                <a:lnTo>
                  <a:pt x="1397662" y="103383"/>
                </a:lnTo>
                <a:lnTo>
                  <a:pt x="1397416" y="103063"/>
                </a:lnTo>
                <a:lnTo>
                  <a:pt x="1397155" y="102746"/>
                </a:lnTo>
                <a:lnTo>
                  <a:pt x="1396879" y="102432"/>
                </a:lnTo>
                <a:lnTo>
                  <a:pt x="1396588" y="102120"/>
                </a:lnTo>
                <a:lnTo>
                  <a:pt x="1396283" y="101812"/>
                </a:lnTo>
                <a:lnTo>
                  <a:pt x="1395962" y="101506"/>
                </a:lnTo>
                <a:lnTo>
                  <a:pt x="1395627" y="101203"/>
                </a:lnTo>
                <a:lnTo>
                  <a:pt x="1395276" y="100902"/>
                </a:lnTo>
                <a:lnTo>
                  <a:pt x="1395069" y="100751"/>
                </a:lnTo>
                <a:lnTo>
                  <a:pt x="1394844" y="100606"/>
                </a:lnTo>
                <a:lnTo>
                  <a:pt x="1394601" y="100468"/>
                </a:lnTo>
                <a:lnTo>
                  <a:pt x="1394341" y="100336"/>
                </a:lnTo>
                <a:lnTo>
                  <a:pt x="1394063" y="100211"/>
                </a:lnTo>
                <a:lnTo>
                  <a:pt x="1393768" y="100092"/>
                </a:lnTo>
                <a:lnTo>
                  <a:pt x="1393455" y="99979"/>
                </a:lnTo>
                <a:lnTo>
                  <a:pt x="1393124" y="99873"/>
                </a:lnTo>
                <a:lnTo>
                  <a:pt x="1392776" y="99774"/>
                </a:lnTo>
                <a:lnTo>
                  <a:pt x="1392410" y="99680"/>
                </a:lnTo>
                <a:lnTo>
                  <a:pt x="1392027" y="99594"/>
                </a:lnTo>
                <a:lnTo>
                  <a:pt x="1391626" y="99513"/>
                </a:lnTo>
                <a:lnTo>
                  <a:pt x="1391208" y="99439"/>
                </a:lnTo>
                <a:lnTo>
                  <a:pt x="1390772" y="99372"/>
                </a:lnTo>
                <a:lnTo>
                  <a:pt x="1390319" y="99311"/>
                </a:lnTo>
                <a:lnTo>
                  <a:pt x="1389848" y="99256"/>
                </a:lnTo>
                <a:lnTo>
                  <a:pt x="1389359" y="99208"/>
                </a:lnTo>
                <a:lnTo>
                  <a:pt x="1388853" y="99166"/>
                </a:lnTo>
                <a:lnTo>
                  <a:pt x="1388329" y="99131"/>
                </a:lnTo>
                <a:lnTo>
                  <a:pt x="1387788" y="99102"/>
                </a:lnTo>
                <a:lnTo>
                  <a:pt x="1387229" y="99079"/>
                </a:lnTo>
                <a:lnTo>
                  <a:pt x="1386653" y="99063"/>
                </a:lnTo>
                <a:lnTo>
                  <a:pt x="1386059" y="99054"/>
                </a:lnTo>
                <a:lnTo>
                  <a:pt x="1385448" y="99050"/>
                </a:lnTo>
                <a:lnTo>
                  <a:pt x="1384833" y="98104"/>
                </a:lnTo>
                <a:lnTo>
                  <a:pt x="1384228" y="97178"/>
                </a:lnTo>
                <a:lnTo>
                  <a:pt x="1383635" y="96274"/>
                </a:lnTo>
                <a:lnTo>
                  <a:pt x="1383052" y="95390"/>
                </a:lnTo>
                <a:lnTo>
                  <a:pt x="1382479" y="94528"/>
                </a:lnTo>
                <a:lnTo>
                  <a:pt x="1381917" y="93687"/>
                </a:lnTo>
                <a:lnTo>
                  <a:pt x="1381366" y="92867"/>
                </a:lnTo>
                <a:lnTo>
                  <a:pt x="1380825" y="92068"/>
                </a:lnTo>
                <a:lnTo>
                  <a:pt x="1380295" y="91290"/>
                </a:lnTo>
                <a:lnTo>
                  <a:pt x="1379775" y="90533"/>
                </a:lnTo>
                <a:lnTo>
                  <a:pt x="1379266" y="89798"/>
                </a:lnTo>
                <a:lnTo>
                  <a:pt x="1378768" y="89083"/>
                </a:lnTo>
                <a:lnTo>
                  <a:pt x="1378280" y="88390"/>
                </a:lnTo>
                <a:lnTo>
                  <a:pt x="1377803" y="87717"/>
                </a:lnTo>
                <a:lnTo>
                  <a:pt x="1377337" y="87066"/>
                </a:lnTo>
                <a:lnTo>
                  <a:pt x="1376881" y="86436"/>
                </a:lnTo>
                <a:lnTo>
                  <a:pt x="1376435" y="85827"/>
                </a:lnTo>
                <a:lnTo>
                  <a:pt x="1376001" y="85239"/>
                </a:lnTo>
                <a:lnTo>
                  <a:pt x="1375577" y="84672"/>
                </a:lnTo>
                <a:lnTo>
                  <a:pt x="1375163" y="84126"/>
                </a:lnTo>
                <a:lnTo>
                  <a:pt x="1374760" y="83602"/>
                </a:lnTo>
                <a:lnTo>
                  <a:pt x="1374368" y="83098"/>
                </a:lnTo>
                <a:lnTo>
                  <a:pt x="1373986" y="82616"/>
                </a:lnTo>
                <a:lnTo>
                  <a:pt x="1373615" y="82154"/>
                </a:lnTo>
                <a:lnTo>
                  <a:pt x="1373028" y="81456"/>
                </a:lnTo>
                <a:lnTo>
                  <a:pt x="1372444" y="80767"/>
                </a:lnTo>
                <a:lnTo>
                  <a:pt x="1371863" y="80090"/>
                </a:lnTo>
                <a:lnTo>
                  <a:pt x="1371285" y="79423"/>
                </a:lnTo>
                <a:lnTo>
                  <a:pt x="1370710" y="78766"/>
                </a:lnTo>
                <a:lnTo>
                  <a:pt x="1370138" y="78120"/>
                </a:lnTo>
                <a:lnTo>
                  <a:pt x="1369569" y="77485"/>
                </a:lnTo>
                <a:lnTo>
                  <a:pt x="1369003" y="76860"/>
                </a:lnTo>
                <a:lnTo>
                  <a:pt x="1368440" y="76245"/>
                </a:lnTo>
                <a:lnTo>
                  <a:pt x="1367880" y="75641"/>
                </a:lnTo>
                <a:lnTo>
                  <a:pt x="1367323" y="75048"/>
                </a:lnTo>
                <a:lnTo>
                  <a:pt x="1366768" y="74465"/>
                </a:lnTo>
                <a:lnTo>
                  <a:pt x="1366217" y="73893"/>
                </a:lnTo>
                <a:lnTo>
                  <a:pt x="1365669" y="73331"/>
                </a:lnTo>
                <a:lnTo>
                  <a:pt x="1365124" y="72780"/>
                </a:lnTo>
                <a:lnTo>
                  <a:pt x="1364582" y="72239"/>
                </a:lnTo>
                <a:lnTo>
                  <a:pt x="1364042" y="71709"/>
                </a:lnTo>
                <a:lnTo>
                  <a:pt x="1363506" y="71190"/>
                </a:lnTo>
                <a:lnTo>
                  <a:pt x="1362973" y="70681"/>
                </a:lnTo>
                <a:lnTo>
                  <a:pt x="1362443" y="70182"/>
                </a:lnTo>
                <a:lnTo>
                  <a:pt x="1361915" y="69694"/>
                </a:lnTo>
                <a:lnTo>
                  <a:pt x="1361391" y="69217"/>
                </a:lnTo>
                <a:lnTo>
                  <a:pt x="1360870" y="68750"/>
                </a:lnTo>
                <a:lnTo>
                  <a:pt x="1360351" y="68294"/>
                </a:lnTo>
                <a:lnTo>
                  <a:pt x="1361240" y="67805"/>
                </a:lnTo>
                <a:lnTo>
                  <a:pt x="1362111" y="67311"/>
                </a:lnTo>
                <a:lnTo>
                  <a:pt x="1362962" y="66811"/>
                </a:lnTo>
                <a:lnTo>
                  <a:pt x="1363794" y="66305"/>
                </a:lnTo>
                <a:lnTo>
                  <a:pt x="1364608" y="65794"/>
                </a:lnTo>
                <a:lnTo>
                  <a:pt x="1365403" y="65276"/>
                </a:lnTo>
                <a:lnTo>
                  <a:pt x="1366178" y="64753"/>
                </a:lnTo>
                <a:lnTo>
                  <a:pt x="1366935" y="64224"/>
                </a:lnTo>
                <a:lnTo>
                  <a:pt x="1367673" y="63689"/>
                </a:lnTo>
                <a:lnTo>
                  <a:pt x="1368393" y="63148"/>
                </a:lnTo>
                <a:lnTo>
                  <a:pt x="1369093" y="62602"/>
                </a:lnTo>
                <a:lnTo>
                  <a:pt x="1369774" y="62050"/>
                </a:lnTo>
                <a:lnTo>
                  <a:pt x="1370437" y="61492"/>
                </a:lnTo>
                <a:lnTo>
                  <a:pt x="1371080" y="60928"/>
                </a:lnTo>
                <a:lnTo>
                  <a:pt x="1371705" y="60358"/>
                </a:lnTo>
                <a:lnTo>
                  <a:pt x="1372311" y="59783"/>
                </a:lnTo>
                <a:lnTo>
                  <a:pt x="1372898" y="59201"/>
                </a:lnTo>
                <a:lnTo>
                  <a:pt x="1373466" y="58614"/>
                </a:lnTo>
                <a:lnTo>
                  <a:pt x="1374015" y="58021"/>
                </a:lnTo>
                <a:lnTo>
                  <a:pt x="1374546" y="57423"/>
                </a:lnTo>
                <a:lnTo>
                  <a:pt x="1375057" y="56818"/>
                </a:lnTo>
                <a:lnTo>
                  <a:pt x="1375549" y="56208"/>
                </a:lnTo>
                <a:lnTo>
                  <a:pt x="1376023" y="55592"/>
                </a:lnTo>
                <a:lnTo>
                  <a:pt x="1376478" y="54970"/>
                </a:lnTo>
                <a:lnTo>
                  <a:pt x="1376914" y="54342"/>
                </a:lnTo>
                <a:lnTo>
                  <a:pt x="1377331" y="53709"/>
                </a:lnTo>
                <a:lnTo>
                  <a:pt x="1377730" y="53069"/>
                </a:lnTo>
                <a:lnTo>
                  <a:pt x="1378111" y="52424"/>
                </a:lnTo>
                <a:lnTo>
                  <a:pt x="1378472" y="51773"/>
                </a:lnTo>
                <a:lnTo>
                  <a:pt x="1378816" y="51116"/>
                </a:lnTo>
                <a:lnTo>
                  <a:pt x="1379140" y="50453"/>
                </a:lnTo>
                <a:lnTo>
                  <a:pt x="1379447" y="49785"/>
                </a:lnTo>
                <a:lnTo>
                  <a:pt x="1379734" y="49111"/>
                </a:lnTo>
                <a:lnTo>
                  <a:pt x="1380003" y="48431"/>
                </a:lnTo>
                <a:lnTo>
                  <a:pt x="1380254" y="47745"/>
                </a:lnTo>
                <a:lnTo>
                  <a:pt x="1380486" y="47053"/>
                </a:lnTo>
                <a:lnTo>
                  <a:pt x="1380699" y="46356"/>
                </a:lnTo>
                <a:lnTo>
                  <a:pt x="1380894" y="45652"/>
                </a:lnTo>
                <a:lnTo>
                  <a:pt x="1381070" y="44943"/>
                </a:lnTo>
                <a:lnTo>
                  <a:pt x="1381228" y="44228"/>
                </a:lnTo>
                <a:lnTo>
                  <a:pt x="1381367" y="43508"/>
                </a:lnTo>
                <a:lnTo>
                  <a:pt x="1381488" y="42781"/>
                </a:lnTo>
                <a:lnTo>
                  <a:pt x="1381590" y="42049"/>
                </a:lnTo>
                <a:lnTo>
                  <a:pt x="1381673" y="41311"/>
                </a:lnTo>
                <a:lnTo>
                  <a:pt x="1381738" y="40567"/>
                </a:lnTo>
                <a:lnTo>
                  <a:pt x="1381784" y="39818"/>
                </a:lnTo>
                <a:lnTo>
                  <a:pt x="1381812" y="39062"/>
                </a:lnTo>
                <a:lnTo>
                  <a:pt x="1381822" y="38301"/>
                </a:lnTo>
                <a:lnTo>
                  <a:pt x="1381802" y="37083"/>
                </a:lnTo>
                <a:lnTo>
                  <a:pt x="1381742" y="35880"/>
                </a:lnTo>
                <a:lnTo>
                  <a:pt x="1381643" y="34693"/>
                </a:lnTo>
                <a:lnTo>
                  <a:pt x="1381505" y="33521"/>
                </a:lnTo>
                <a:lnTo>
                  <a:pt x="1381327" y="32364"/>
                </a:lnTo>
                <a:lnTo>
                  <a:pt x="1381109" y="31223"/>
                </a:lnTo>
                <a:lnTo>
                  <a:pt x="1380852" y="30098"/>
                </a:lnTo>
                <a:lnTo>
                  <a:pt x="1380555" y="28988"/>
                </a:lnTo>
                <a:lnTo>
                  <a:pt x="1380218" y="27893"/>
                </a:lnTo>
                <a:lnTo>
                  <a:pt x="1379842" y="26814"/>
                </a:lnTo>
                <a:lnTo>
                  <a:pt x="1379426" y="25750"/>
                </a:lnTo>
                <a:lnTo>
                  <a:pt x="1378971" y="24701"/>
                </a:lnTo>
                <a:lnTo>
                  <a:pt x="1378476" y="23668"/>
                </a:lnTo>
                <a:lnTo>
                  <a:pt x="1377941" y="22651"/>
                </a:lnTo>
                <a:lnTo>
                  <a:pt x="1377367" y="21649"/>
                </a:lnTo>
                <a:lnTo>
                  <a:pt x="1376754" y="20662"/>
                </a:lnTo>
                <a:lnTo>
                  <a:pt x="1376100" y="19691"/>
                </a:lnTo>
                <a:lnTo>
                  <a:pt x="1375407" y="18735"/>
                </a:lnTo>
                <a:lnTo>
                  <a:pt x="1374675" y="17794"/>
                </a:lnTo>
                <a:lnTo>
                  <a:pt x="1373903" y="16869"/>
                </a:lnTo>
                <a:lnTo>
                  <a:pt x="1373091" y="15960"/>
                </a:lnTo>
                <a:lnTo>
                  <a:pt x="1372240" y="15066"/>
                </a:lnTo>
                <a:lnTo>
                  <a:pt x="1371349" y="14187"/>
                </a:lnTo>
                <a:lnTo>
                  <a:pt x="1370418" y="13324"/>
                </a:lnTo>
                <a:lnTo>
                  <a:pt x="1369452" y="12486"/>
                </a:lnTo>
                <a:lnTo>
                  <a:pt x="1368453" y="11683"/>
                </a:lnTo>
                <a:lnTo>
                  <a:pt x="1367422" y="10917"/>
                </a:lnTo>
                <a:lnTo>
                  <a:pt x="1366359" y="10186"/>
                </a:lnTo>
                <a:lnTo>
                  <a:pt x="1365263" y="9490"/>
                </a:lnTo>
                <a:lnTo>
                  <a:pt x="1364135" y="8830"/>
                </a:lnTo>
                <a:lnTo>
                  <a:pt x="1362975" y="8206"/>
                </a:lnTo>
                <a:lnTo>
                  <a:pt x="1361783" y="7618"/>
                </a:lnTo>
                <a:lnTo>
                  <a:pt x="1360558" y="7065"/>
                </a:lnTo>
                <a:lnTo>
                  <a:pt x="1359300" y="6548"/>
                </a:lnTo>
                <a:lnTo>
                  <a:pt x="1358011" y="6067"/>
                </a:lnTo>
                <a:lnTo>
                  <a:pt x="1356689" y="5621"/>
                </a:lnTo>
                <a:lnTo>
                  <a:pt x="1355335" y="5211"/>
                </a:lnTo>
                <a:lnTo>
                  <a:pt x="1353949" y="4837"/>
                </a:lnTo>
                <a:lnTo>
                  <a:pt x="1352530" y="4498"/>
                </a:lnTo>
                <a:lnTo>
                  <a:pt x="1351079" y="4195"/>
                </a:lnTo>
                <a:lnTo>
                  <a:pt x="1349596" y="3927"/>
                </a:lnTo>
                <a:lnTo>
                  <a:pt x="1348080" y="3695"/>
                </a:lnTo>
                <a:lnTo>
                  <a:pt x="1346532" y="3499"/>
                </a:lnTo>
                <a:lnTo>
                  <a:pt x="1344952" y="3339"/>
                </a:lnTo>
                <a:lnTo>
                  <a:pt x="1343340" y="3214"/>
                </a:lnTo>
                <a:lnTo>
                  <a:pt x="1341695" y="3125"/>
                </a:lnTo>
                <a:lnTo>
                  <a:pt x="1340018" y="3071"/>
                </a:lnTo>
                <a:lnTo>
                  <a:pt x="1338308" y="3054"/>
                </a:lnTo>
                <a:lnTo>
                  <a:pt x="1294031" y="2863"/>
                </a:lnTo>
                <a:lnTo>
                  <a:pt x="1293450" y="2867"/>
                </a:lnTo>
                <a:lnTo>
                  <a:pt x="1292883" y="2882"/>
                </a:lnTo>
                <a:lnTo>
                  <a:pt x="1292329" y="2905"/>
                </a:lnTo>
                <a:lnTo>
                  <a:pt x="1291790" y="2938"/>
                </a:lnTo>
                <a:lnTo>
                  <a:pt x="1291265" y="2981"/>
                </a:lnTo>
                <a:lnTo>
                  <a:pt x="1290754" y="3033"/>
                </a:lnTo>
                <a:lnTo>
                  <a:pt x="1290257" y="3094"/>
                </a:lnTo>
                <a:lnTo>
                  <a:pt x="1289774" y="3165"/>
                </a:lnTo>
                <a:lnTo>
                  <a:pt x="1289306" y="3245"/>
                </a:lnTo>
                <a:lnTo>
                  <a:pt x="1288851" y="3335"/>
                </a:lnTo>
                <a:lnTo>
                  <a:pt x="1288410" y="3434"/>
                </a:lnTo>
                <a:lnTo>
                  <a:pt x="1287984" y="3543"/>
                </a:lnTo>
                <a:lnTo>
                  <a:pt x="1287571" y="3661"/>
                </a:lnTo>
                <a:lnTo>
                  <a:pt x="1287173" y="3788"/>
                </a:lnTo>
                <a:lnTo>
                  <a:pt x="1286789" y="3925"/>
                </a:lnTo>
                <a:lnTo>
                  <a:pt x="1286419" y="4071"/>
                </a:lnTo>
                <a:lnTo>
                  <a:pt x="1286062" y="4227"/>
                </a:lnTo>
                <a:lnTo>
                  <a:pt x="1285720" y="4393"/>
                </a:lnTo>
                <a:lnTo>
                  <a:pt x="1285393" y="4567"/>
                </a:lnTo>
                <a:lnTo>
                  <a:pt x="1285079" y="4751"/>
                </a:lnTo>
                <a:lnTo>
                  <a:pt x="1284779" y="4945"/>
                </a:lnTo>
                <a:lnTo>
                  <a:pt x="1284493" y="5148"/>
                </a:lnTo>
                <a:lnTo>
                  <a:pt x="1284222" y="5360"/>
                </a:lnTo>
                <a:lnTo>
                  <a:pt x="1283964" y="5582"/>
                </a:lnTo>
                <a:lnTo>
                  <a:pt x="1283719" y="5812"/>
                </a:lnTo>
                <a:lnTo>
                  <a:pt x="1283484" y="6047"/>
                </a:lnTo>
                <a:lnTo>
                  <a:pt x="1283260" y="6288"/>
                </a:lnTo>
                <a:lnTo>
                  <a:pt x="1283046" y="6535"/>
                </a:lnTo>
                <a:lnTo>
                  <a:pt x="1282842" y="6788"/>
                </a:lnTo>
                <a:lnTo>
                  <a:pt x="1282649" y="7046"/>
                </a:lnTo>
                <a:lnTo>
                  <a:pt x="1282466" y="7311"/>
                </a:lnTo>
                <a:lnTo>
                  <a:pt x="1282294" y="7581"/>
                </a:lnTo>
                <a:lnTo>
                  <a:pt x="1282132" y="7857"/>
                </a:lnTo>
                <a:lnTo>
                  <a:pt x="1281981" y="8139"/>
                </a:lnTo>
                <a:lnTo>
                  <a:pt x="1281840" y="8426"/>
                </a:lnTo>
                <a:lnTo>
                  <a:pt x="1281710" y="8719"/>
                </a:lnTo>
                <a:lnTo>
                  <a:pt x="1281590" y="9019"/>
                </a:lnTo>
                <a:lnTo>
                  <a:pt x="1281480" y="9323"/>
                </a:lnTo>
                <a:lnTo>
                  <a:pt x="1281381" y="9634"/>
                </a:lnTo>
                <a:lnTo>
                  <a:pt x="1281292" y="9951"/>
                </a:lnTo>
                <a:lnTo>
                  <a:pt x="1281214" y="10273"/>
                </a:lnTo>
                <a:lnTo>
                  <a:pt x="1281146" y="10601"/>
                </a:lnTo>
                <a:lnTo>
                  <a:pt x="1281089" y="10935"/>
                </a:lnTo>
                <a:lnTo>
                  <a:pt x="1281042" y="11275"/>
                </a:lnTo>
                <a:lnTo>
                  <a:pt x="1281005" y="11620"/>
                </a:lnTo>
                <a:lnTo>
                  <a:pt x="1280979" y="11971"/>
                </a:lnTo>
                <a:lnTo>
                  <a:pt x="1280963" y="12329"/>
                </a:lnTo>
                <a:lnTo>
                  <a:pt x="1280958" y="12691"/>
                </a:lnTo>
                <a:lnTo>
                  <a:pt x="1280963" y="13054"/>
                </a:lnTo>
                <a:lnTo>
                  <a:pt x="1280979" y="13411"/>
                </a:lnTo>
                <a:lnTo>
                  <a:pt x="1281005" y="13763"/>
                </a:lnTo>
                <a:lnTo>
                  <a:pt x="1281042" y="14108"/>
                </a:lnTo>
                <a:lnTo>
                  <a:pt x="1281089" y="14448"/>
                </a:lnTo>
                <a:lnTo>
                  <a:pt x="1281146" y="14782"/>
                </a:lnTo>
                <a:lnTo>
                  <a:pt x="1281214" y="15110"/>
                </a:lnTo>
                <a:lnTo>
                  <a:pt x="1281292" y="15432"/>
                </a:lnTo>
                <a:lnTo>
                  <a:pt x="1281381" y="15749"/>
                </a:lnTo>
                <a:lnTo>
                  <a:pt x="1281480" y="16059"/>
                </a:lnTo>
                <a:lnTo>
                  <a:pt x="1281590" y="16364"/>
                </a:lnTo>
                <a:lnTo>
                  <a:pt x="1281710" y="16663"/>
                </a:lnTo>
                <a:lnTo>
                  <a:pt x="1281840" y="16957"/>
                </a:lnTo>
                <a:lnTo>
                  <a:pt x="1281981" y="17244"/>
                </a:lnTo>
                <a:lnTo>
                  <a:pt x="1282132" y="17526"/>
                </a:lnTo>
                <a:lnTo>
                  <a:pt x="1282294" y="17802"/>
                </a:lnTo>
                <a:lnTo>
                  <a:pt x="1282466" y="18072"/>
                </a:lnTo>
                <a:lnTo>
                  <a:pt x="1282649" y="18336"/>
                </a:lnTo>
                <a:lnTo>
                  <a:pt x="1282842" y="18595"/>
                </a:lnTo>
                <a:lnTo>
                  <a:pt x="1283046" y="18848"/>
                </a:lnTo>
                <a:lnTo>
                  <a:pt x="1283260" y="19095"/>
                </a:lnTo>
                <a:lnTo>
                  <a:pt x="1283484" y="19336"/>
                </a:lnTo>
                <a:lnTo>
                  <a:pt x="1283719" y="19571"/>
                </a:lnTo>
                <a:lnTo>
                  <a:pt x="1283964" y="19801"/>
                </a:lnTo>
                <a:lnTo>
                  <a:pt x="1284222" y="20022"/>
                </a:lnTo>
                <a:lnTo>
                  <a:pt x="1284493" y="20235"/>
                </a:lnTo>
                <a:lnTo>
                  <a:pt x="1284779" y="20438"/>
                </a:lnTo>
                <a:lnTo>
                  <a:pt x="1285079" y="20632"/>
                </a:lnTo>
                <a:lnTo>
                  <a:pt x="1285393" y="20816"/>
                </a:lnTo>
                <a:lnTo>
                  <a:pt x="1285720" y="20990"/>
                </a:lnTo>
                <a:lnTo>
                  <a:pt x="1286062" y="21156"/>
                </a:lnTo>
                <a:lnTo>
                  <a:pt x="1286419" y="21311"/>
                </a:lnTo>
                <a:lnTo>
                  <a:pt x="1286789" y="21458"/>
                </a:lnTo>
                <a:lnTo>
                  <a:pt x="1287173" y="21595"/>
                </a:lnTo>
                <a:lnTo>
                  <a:pt x="1287571" y="21722"/>
                </a:lnTo>
                <a:lnTo>
                  <a:pt x="1287984" y="21840"/>
                </a:lnTo>
                <a:lnTo>
                  <a:pt x="1288410" y="21949"/>
                </a:lnTo>
                <a:lnTo>
                  <a:pt x="1288851" y="22048"/>
                </a:lnTo>
                <a:lnTo>
                  <a:pt x="1289306" y="22138"/>
                </a:lnTo>
                <a:lnTo>
                  <a:pt x="1289774" y="22218"/>
                </a:lnTo>
                <a:lnTo>
                  <a:pt x="1290257" y="22289"/>
                </a:lnTo>
                <a:lnTo>
                  <a:pt x="1290754" y="22350"/>
                </a:lnTo>
                <a:lnTo>
                  <a:pt x="1291265" y="22402"/>
                </a:lnTo>
                <a:lnTo>
                  <a:pt x="1291790" y="22445"/>
                </a:lnTo>
                <a:lnTo>
                  <a:pt x="1292329" y="22478"/>
                </a:lnTo>
                <a:lnTo>
                  <a:pt x="1292883" y="22501"/>
                </a:lnTo>
                <a:lnTo>
                  <a:pt x="1293450" y="22515"/>
                </a:lnTo>
                <a:lnTo>
                  <a:pt x="1294031" y="22520"/>
                </a:lnTo>
                <a:lnTo>
                  <a:pt x="1297085" y="22520"/>
                </a:lnTo>
                <a:lnTo>
                  <a:pt x="1297085" y="99050"/>
                </a:lnTo>
                <a:lnTo>
                  <a:pt x="1294031" y="99050"/>
                </a:lnTo>
                <a:lnTo>
                  <a:pt x="1293458" y="99055"/>
                </a:lnTo>
                <a:lnTo>
                  <a:pt x="1292897" y="99069"/>
                </a:lnTo>
                <a:lnTo>
                  <a:pt x="1292351" y="99092"/>
                </a:lnTo>
                <a:lnTo>
                  <a:pt x="1291818" y="99125"/>
                </a:lnTo>
                <a:lnTo>
                  <a:pt x="1291299" y="99166"/>
                </a:lnTo>
                <a:lnTo>
                  <a:pt x="1290793" y="99217"/>
                </a:lnTo>
                <a:lnTo>
                  <a:pt x="1290301" y="99278"/>
                </a:lnTo>
                <a:lnTo>
                  <a:pt x="1289822" y="99347"/>
                </a:lnTo>
                <a:lnTo>
                  <a:pt x="1289357" y="99426"/>
                </a:lnTo>
                <a:lnTo>
                  <a:pt x="1288906" y="99514"/>
                </a:lnTo>
                <a:lnTo>
                  <a:pt x="1288468" y="99612"/>
                </a:lnTo>
                <a:lnTo>
                  <a:pt x="1288043" y="99718"/>
                </a:lnTo>
                <a:lnTo>
                  <a:pt x="1287633" y="99834"/>
                </a:lnTo>
                <a:lnTo>
                  <a:pt x="1287236" y="99960"/>
                </a:lnTo>
                <a:lnTo>
                  <a:pt x="1286852" y="100094"/>
                </a:lnTo>
                <a:lnTo>
                  <a:pt x="1286482" y="100238"/>
                </a:lnTo>
                <a:lnTo>
                  <a:pt x="1286126" y="100391"/>
                </a:lnTo>
                <a:lnTo>
                  <a:pt x="1285783" y="100553"/>
                </a:lnTo>
                <a:lnTo>
                  <a:pt x="1285454" y="100725"/>
                </a:lnTo>
                <a:lnTo>
                  <a:pt x="1285138" y="100906"/>
                </a:lnTo>
                <a:lnTo>
                  <a:pt x="1284836" y="101096"/>
                </a:lnTo>
                <a:lnTo>
                  <a:pt x="1284548" y="101295"/>
                </a:lnTo>
                <a:lnTo>
                  <a:pt x="1284273" y="101504"/>
                </a:lnTo>
                <a:lnTo>
                  <a:pt x="1284012" y="101722"/>
                </a:lnTo>
                <a:lnTo>
                  <a:pt x="1283763" y="101948"/>
                </a:lnTo>
                <a:lnTo>
                  <a:pt x="1283524" y="102179"/>
                </a:lnTo>
                <a:lnTo>
                  <a:pt x="1283296" y="102417"/>
                </a:lnTo>
                <a:lnTo>
                  <a:pt x="1283079" y="102661"/>
                </a:lnTo>
                <a:lnTo>
                  <a:pt x="1282872" y="102910"/>
                </a:lnTo>
                <a:lnTo>
                  <a:pt x="1282676" y="103166"/>
                </a:lnTo>
                <a:lnTo>
                  <a:pt x="1282490" y="103427"/>
                </a:lnTo>
                <a:lnTo>
                  <a:pt x="1282315" y="103694"/>
                </a:lnTo>
                <a:lnTo>
                  <a:pt x="1282151" y="103968"/>
                </a:lnTo>
                <a:lnTo>
                  <a:pt x="1281997" y="104247"/>
                </a:lnTo>
                <a:lnTo>
                  <a:pt x="1281854" y="104532"/>
                </a:lnTo>
                <a:lnTo>
                  <a:pt x="1281722" y="104824"/>
                </a:lnTo>
                <a:lnTo>
                  <a:pt x="1281600" y="105121"/>
                </a:lnTo>
                <a:lnTo>
                  <a:pt x="1281488" y="105424"/>
                </a:lnTo>
                <a:lnTo>
                  <a:pt x="1281388" y="105733"/>
                </a:lnTo>
                <a:lnTo>
                  <a:pt x="1281297" y="106048"/>
                </a:lnTo>
                <a:lnTo>
                  <a:pt x="1281218" y="106369"/>
                </a:lnTo>
                <a:lnTo>
                  <a:pt x="1281149" y="106696"/>
                </a:lnTo>
                <a:lnTo>
                  <a:pt x="1281091" y="107029"/>
                </a:lnTo>
                <a:lnTo>
                  <a:pt x="1281043" y="107368"/>
                </a:lnTo>
                <a:lnTo>
                  <a:pt x="1281006" y="107713"/>
                </a:lnTo>
                <a:lnTo>
                  <a:pt x="1280979" y="108064"/>
                </a:lnTo>
                <a:lnTo>
                  <a:pt x="1280963" y="108421"/>
                </a:lnTo>
                <a:lnTo>
                  <a:pt x="1280958" y="108784"/>
                </a:lnTo>
                <a:lnTo>
                  <a:pt x="1280963" y="109147"/>
                </a:lnTo>
                <a:lnTo>
                  <a:pt x="1280979" y="109504"/>
                </a:lnTo>
                <a:lnTo>
                  <a:pt x="1281005" y="109856"/>
                </a:lnTo>
                <a:lnTo>
                  <a:pt x="1281042" y="110202"/>
                </a:lnTo>
                <a:lnTo>
                  <a:pt x="1281089" y="110542"/>
                </a:lnTo>
                <a:lnTo>
                  <a:pt x="1281146" y="110877"/>
                </a:lnTo>
                <a:lnTo>
                  <a:pt x="1281214" y="111206"/>
                </a:lnTo>
                <a:lnTo>
                  <a:pt x="1281292" y="111530"/>
                </a:lnTo>
                <a:lnTo>
                  <a:pt x="1281381" y="111848"/>
                </a:lnTo>
                <a:lnTo>
                  <a:pt x="1281480" y="112160"/>
                </a:lnTo>
                <a:lnTo>
                  <a:pt x="1281590" y="112467"/>
                </a:lnTo>
                <a:lnTo>
                  <a:pt x="1281710" y="112768"/>
                </a:lnTo>
                <a:lnTo>
                  <a:pt x="1281840" y="113063"/>
                </a:lnTo>
                <a:lnTo>
                  <a:pt x="1281981" y="113353"/>
                </a:lnTo>
                <a:lnTo>
                  <a:pt x="1282132" y="113637"/>
                </a:lnTo>
                <a:lnTo>
                  <a:pt x="1282294" y="113915"/>
                </a:lnTo>
                <a:lnTo>
                  <a:pt x="1282466" y="114188"/>
                </a:lnTo>
                <a:lnTo>
                  <a:pt x="1282649" y="114455"/>
                </a:lnTo>
                <a:lnTo>
                  <a:pt x="1282842" y="114717"/>
                </a:lnTo>
                <a:lnTo>
                  <a:pt x="1283046" y="114973"/>
                </a:lnTo>
                <a:lnTo>
                  <a:pt x="1283260" y="115223"/>
                </a:lnTo>
                <a:lnTo>
                  <a:pt x="1283484" y="115468"/>
                </a:lnTo>
                <a:lnTo>
                  <a:pt x="1283719" y="115707"/>
                </a:lnTo>
                <a:lnTo>
                  <a:pt x="1283964" y="115940"/>
                </a:lnTo>
                <a:lnTo>
                  <a:pt x="1284222" y="116166"/>
                </a:lnTo>
                <a:lnTo>
                  <a:pt x="1284493" y="116382"/>
                </a:lnTo>
                <a:lnTo>
                  <a:pt x="1284779" y="116589"/>
                </a:lnTo>
                <a:lnTo>
                  <a:pt x="1285079" y="116786"/>
                </a:lnTo>
                <a:lnTo>
                  <a:pt x="1285393" y="116973"/>
                </a:lnTo>
                <a:lnTo>
                  <a:pt x="1285720" y="117151"/>
                </a:lnTo>
                <a:lnTo>
                  <a:pt x="1286062" y="117319"/>
                </a:lnTo>
                <a:lnTo>
                  <a:pt x="1286419" y="117478"/>
                </a:lnTo>
                <a:lnTo>
                  <a:pt x="1286789" y="117627"/>
                </a:lnTo>
                <a:lnTo>
                  <a:pt x="1287173" y="117766"/>
                </a:lnTo>
                <a:lnTo>
                  <a:pt x="1287571" y="117896"/>
                </a:lnTo>
                <a:lnTo>
                  <a:pt x="1287984" y="118016"/>
                </a:lnTo>
                <a:lnTo>
                  <a:pt x="1288410" y="118126"/>
                </a:lnTo>
                <a:lnTo>
                  <a:pt x="1288851" y="118227"/>
                </a:lnTo>
                <a:lnTo>
                  <a:pt x="1289306" y="118319"/>
                </a:lnTo>
                <a:lnTo>
                  <a:pt x="1289774" y="118400"/>
                </a:lnTo>
                <a:lnTo>
                  <a:pt x="1290257" y="118472"/>
                </a:lnTo>
                <a:lnTo>
                  <a:pt x="1290754" y="118535"/>
                </a:lnTo>
                <a:lnTo>
                  <a:pt x="1291265" y="118588"/>
                </a:lnTo>
                <a:lnTo>
                  <a:pt x="1291790" y="118631"/>
                </a:lnTo>
                <a:lnTo>
                  <a:pt x="1292329" y="118665"/>
                </a:lnTo>
                <a:lnTo>
                  <a:pt x="1292883" y="118689"/>
                </a:lnTo>
                <a:lnTo>
                  <a:pt x="1293450" y="118703"/>
                </a:lnTo>
                <a:lnTo>
                  <a:pt x="1294031" y="118708"/>
                </a:lnTo>
                <a:lnTo>
                  <a:pt x="1323708" y="118708"/>
                </a:lnTo>
                <a:lnTo>
                  <a:pt x="1324290" y="118703"/>
                </a:lnTo>
                <a:lnTo>
                  <a:pt x="1324857" y="118689"/>
                </a:lnTo>
                <a:lnTo>
                  <a:pt x="1325410" y="118665"/>
                </a:lnTo>
                <a:lnTo>
                  <a:pt x="1325949" y="118632"/>
                </a:lnTo>
                <a:lnTo>
                  <a:pt x="1326474" y="118590"/>
                </a:lnTo>
                <a:lnTo>
                  <a:pt x="1326985" y="118538"/>
                </a:lnTo>
                <a:lnTo>
                  <a:pt x="1327482" y="118476"/>
                </a:lnTo>
                <a:lnTo>
                  <a:pt x="1327965" y="118406"/>
                </a:lnTo>
                <a:lnTo>
                  <a:pt x="1328434" y="118325"/>
                </a:lnTo>
                <a:lnTo>
                  <a:pt x="1328889" y="118236"/>
                </a:lnTo>
                <a:lnTo>
                  <a:pt x="1329329" y="118136"/>
                </a:lnTo>
                <a:lnTo>
                  <a:pt x="1329756" y="118028"/>
                </a:lnTo>
                <a:lnTo>
                  <a:pt x="1330168" y="117910"/>
                </a:lnTo>
                <a:lnTo>
                  <a:pt x="1330567" y="117782"/>
                </a:lnTo>
                <a:lnTo>
                  <a:pt x="1330951" y="117645"/>
                </a:lnTo>
                <a:lnTo>
                  <a:pt x="1331321" y="117499"/>
                </a:lnTo>
                <a:lnTo>
                  <a:pt x="1331677" y="117343"/>
                </a:lnTo>
                <a:lnTo>
                  <a:pt x="1332019" y="117178"/>
                </a:lnTo>
                <a:lnTo>
                  <a:pt x="1332347" y="117003"/>
                </a:lnTo>
                <a:lnTo>
                  <a:pt x="1332661" y="116819"/>
                </a:lnTo>
                <a:lnTo>
                  <a:pt x="1332961" y="116626"/>
                </a:lnTo>
                <a:lnTo>
                  <a:pt x="1333246" y="116423"/>
                </a:lnTo>
                <a:lnTo>
                  <a:pt x="1333518" y="116210"/>
                </a:lnTo>
                <a:lnTo>
                  <a:pt x="1333775" y="115988"/>
                </a:lnTo>
                <a:lnTo>
                  <a:pt x="1334021" y="115759"/>
                </a:lnTo>
                <a:lnTo>
                  <a:pt x="1334256" y="115523"/>
                </a:lnTo>
                <a:lnTo>
                  <a:pt x="1334480" y="115282"/>
                </a:lnTo>
                <a:lnTo>
                  <a:pt x="1334694" y="115035"/>
                </a:lnTo>
                <a:lnTo>
                  <a:pt x="1334897" y="114783"/>
                </a:lnTo>
                <a:lnTo>
                  <a:pt x="1335091" y="114524"/>
                </a:lnTo>
                <a:lnTo>
                  <a:pt x="1335273" y="114260"/>
                </a:lnTo>
                <a:lnTo>
                  <a:pt x="1335445" y="113990"/>
                </a:lnTo>
                <a:lnTo>
                  <a:pt x="1335607" y="113714"/>
                </a:lnTo>
                <a:lnTo>
                  <a:pt x="1335759" y="113432"/>
                </a:lnTo>
                <a:lnTo>
                  <a:pt x="1335899" y="113144"/>
                </a:lnTo>
                <a:lnTo>
                  <a:pt x="1336030" y="112851"/>
                </a:lnTo>
                <a:lnTo>
                  <a:pt x="1336150" y="112552"/>
                </a:lnTo>
                <a:lnTo>
                  <a:pt x="1336260" y="112247"/>
                </a:lnTo>
                <a:lnTo>
                  <a:pt x="1336359" y="111936"/>
                </a:lnTo>
                <a:lnTo>
                  <a:pt x="1336447" y="111620"/>
                </a:lnTo>
                <a:lnTo>
                  <a:pt x="1336526" y="111298"/>
                </a:lnTo>
                <a:lnTo>
                  <a:pt x="1336593" y="110969"/>
                </a:lnTo>
                <a:lnTo>
                  <a:pt x="1336651" y="110636"/>
                </a:lnTo>
                <a:lnTo>
                  <a:pt x="1336698" y="110296"/>
                </a:lnTo>
                <a:lnTo>
                  <a:pt x="1336734" y="109950"/>
                </a:lnTo>
                <a:lnTo>
                  <a:pt x="1336760" y="109599"/>
                </a:lnTo>
                <a:lnTo>
                  <a:pt x="1336776" y="109242"/>
                </a:lnTo>
                <a:lnTo>
                  <a:pt x="1336781" y="108879"/>
                </a:lnTo>
                <a:lnTo>
                  <a:pt x="1336776" y="108516"/>
                </a:lnTo>
                <a:lnTo>
                  <a:pt x="1336760" y="108159"/>
                </a:lnTo>
                <a:lnTo>
                  <a:pt x="1336734" y="107808"/>
                </a:lnTo>
                <a:lnTo>
                  <a:pt x="1336698" y="107462"/>
                </a:lnTo>
                <a:lnTo>
                  <a:pt x="1336651" y="107123"/>
                </a:lnTo>
                <a:lnTo>
                  <a:pt x="1336593" y="106789"/>
                </a:lnTo>
                <a:lnTo>
                  <a:pt x="1336526" y="106461"/>
                </a:lnTo>
                <a:lnTo>
                  <a:pt x="1336447" y="106138"/>
                </a:lnTo>
                <a:lnTo>
                  <a:pt x="1336359" y="105822"/>
                </a:lnTo>
                <a:lnTo>
                  <a:pt x="1336260" y="105511"/>
                </a:lnTo>
                <a:lnTo>
                  <a:pt x="1336150" y="105206"/>
                </a:lnTo>
                <a:lnTo>
                  <a:pt x="1336030" y="104907"/>
                </a:lnTo>
                <a:lnTo>
                  <a:pt x="1335899" y="104614"/>
                </a:lnTo>
                <a:lnTo>
                  <a:pt x="1335759" y="104326"/>
                </a:lnTo>
                <a:lnTo>
                  <a:pt x="1335607" y="104044"/>
                </a:lnTo>
                <a:lnTo>
                  <a:pt x="1335445" y="103769"/>
                </a:lnTo>
                <a:lnTo>
                  <a:pt x="1335273" y="103498"/>
                </a:lnTo>
                <a:lnTo>
                  <a:pt x="1335091" y="103234"/>
                </a:lnTo>
                <a:lnTo>
                  <a:pt x="1334897" y="102976"/>
                </a:lnTo>
                <a:lnTo>
                  <a:pt x="1334694" y="102723"/>
                </a:lnTo>
                <a:lnTo>
                  <a:pt x="1334480" y="102476"/>
                </a:lnTo>
                <a:lnTo>
                  <a:pt x="1334256" y="102235"/>
                </a:lnTo>
                <a:lnTo>
                  <a:pt x="1334021" y="101999"/>
                </a:lnTo>
                <a:lnTo>
                  <a:pt x="1333775" y="101770"/>
                </a:lnTo>
                <a:lnTo>
                  <a:pt x="1333518" y="101548"/>
                </a:lnTo>
                <a:lnTo>
                  <a:pt x="1333246" y="101336"/>
                </a:lnTo>
                <a:lnTo>
                  <a:pt x="1332961" y="101133"/>
                </a:lnTo>
                <a:lnTo>
                  <a:pt x="1332661" y="100939"/>
                </a:lnTo>
                <a:lnTo>
                  <a:pt x="1332347" y="100755"/>
                </a:lnTo>
                <a:lnTo>
                  <a:pt x="1332019" y="100580"/>
                </a:lnTo>
                <a:lnTo>
                  <a:pt x="1331677" y="100415"/>
                </a:lnTo>
                <a:lnTo>
                  <a:pt x="1331321" y="100259"/>
                </a:lnTo>
                <a:lnTo>
                  <a:pt x="1330951" y="100113"/>
                </a:lnTo>
                <a:lnTo>
                  <a:pt x="1330567" y="99976"/>
                </a:lnTo>
                <a:lnTo>
                  <a:pt x="1330168" y="99848"/>
                </a:lnTo>
                <a:lnTo>
                  <a:pt x="1329756" y="99730"/>
                </a:lnTo>
                <a:lnTo>
                  <a:pt x="1329329" y="99622"/>
                </a:lnTo>
                <a:lnTo>
                  <a:pt x="1328889" y="99523"/>
                </a:lnTo>
                <a:lnTo>
                  <a:pt x="1328434" y="99433"/>
                </a:lnTo>
                <a:lnTo>
                  <a:pt x="1327965" y="99353"/>
                </a:lnTo>
                <a:lnTo>
                  <a:pt x="1327482" y="99282"/>
                </a:lnTo>
                <a:lnTo>
                  <a:pt x="1326985" y="99220"/>
                </a:lnTo>
                <a:lnTo>
                  <a:pt x="1326474" y="99168"/>
                </a:lnTo>
                <a:lnTo>
                  <a:pt x="1325949" y="99126"/>
                </a:lnTo>
                <a:lnTo>
                  <a:pt x="1325410" y="99093"/>
                </a:lnTo>
                <a:lnTo>
                  <a:pt x="1324857" y="99069"/>
                </a:lnTo>
                <a:lnTo>
                  <a:pt x="1324290" y="99055"/>
                </a:lnTo>
                <a:lnTo>
                  <a:pt x="1323708" y="99050"/>
                </a:lnTo>
                <a:lnTo>
                  <a:pt x="1316647" y="99050"/>
                </a:lnTo>
                <a:lnTo>
                  <a:pt x="1316647" y="74622"/>
                </a:lnTo>
                <a:lnTo>
                  <a:pt x="1336018" y="74622"/>
                </a:lnTo>
                <a:lnTo>
                  <a:pt x="1337336" y="75292"/>
                </a:lnTo>
                <a:lnTo>
                  <a:pt x="1338683" y="76063"/>
                </a:lnTo>
                <a:lnTo>
                  <a:pt x="1340057" y="76936"/>
                </a:lnTo>
                <a:close/>
                <a:moveTo>
                  <a:pt x="1340926" y="22744"/>
                </a:moveTo>
                <a:lnTo>
                  <a:pt x="1341825" y="22785"/>
                </a:lnTo>
                <a:lnTo>
                  <a:pt x="1342706" y="22842"/>
                </a:lnTo>
                <a:lnTo>
                  <a:pt x="1343567" y="22915"/>
                </a:lnTo>
                <a:lnTo>
                  <a:pt x="1344409" y="23005"/>
                </a:lnTo>
                <a:lnTo>
                  <a:pt x="1345233" y="23112"/>
                </a:lnTo>
                <a:lnTo>
                  <a:pt x="1346038" y="23234"/>
                </a:lnTo>
                <a:lnTo>
                  <a:pt x="1346823" y="23374"/>
                </a:lnTo>
                <a:lnTo>
                  <a:pt x="1347590" y="23529"/>
                </a:lnTo>
                <a:lnTo>
                  <a:pt x="1348338" y="23701"/>
                </a:lnTo>
                <a:lnTo>
                  <a:pt x="1349067" y="23889"/>
                </a:lnTo>
                <a:lnTo>
                  <a:pt x="1349777" y="24093"/>
                </a:lnTo>
                <a:lnTo>
                  <a:pt x="1350469" y="24314"/>
                </a:lnTo>
                <a:lnTo>
                  <a:pt x="1351141" y="24551"/>
                </a:lnTo>
                <a:lnTo>
                  <a:pt x="1351795" y="24805"/>
                </a:lnTo>
                <a:lnTo>
                  <a:pt x="1352429" y="25075"/>
                </a:lnTo>
                <a:lnTo>
                  <a:pt x="1353045" y="25361"/>
                </a:lnTo>
                <a:lnTo>
                  <a:pt x="1353642" y="25664"/>
                </a:lnTo>
                <a:lnTo>
                  <a:pt x="1354220" y="25983"/>
                </a:lnTo>
                <a:lnTo>
                  <a:pt x="1354779" y="26318"/>
                </a:lnTo>
                <a:lnTo>
                  <a:pt x="1355320" y="26670"/>
                </a:lnTo>
                <a:lnTo>
                  <a:pt x="1355841" y="27038"/>
                </a:lnTo>
                <a:lnTo>
                  <a:pt x="1356343" y="27423"/>
                </a:lnTo>
                <a:lnTo>
                  <a:pt x="1356826" y="27816"/>
                </a:lnTo>
                <a:lnTo>
                  <a:pt x="1357288" y="28213"/>
                </a:lnTo>
                <a:lnTo>
                  <a:pt x="1357730" y="28612"/>
                </a:lnTo>
                <a:lnTo>
                  <a:pt x="1358151" y="29015"/>
                </a:lnTo>
                <a:lnTo>
                  <a:pt x="1358552" y="29420"/>
                </a:lnTo>
                <a:lnTo>
                  <a:pt x="1358932" y="29827"/>
                </a:lnTo>
                <a:lnTo>
                  <a:pt x="1359291" y="30238"/>
                </a:lnTo>
                <a:lnTo>
                  <a:pt x="1359630" y="30651"/>
                </a:lnTo>
                <a:lnTo>
                  <a:pt x="1359949" y="31068"/>
                </a:lnTo>
                <a:lnTo>
                  <a:pt x="1360246" y="31487"/>
                </a:lnTo>
                <a:lnTo>
                  <a:pt x="1360524" y="31909"/>
                </a:lnTo>
                <a:lnTo>
                  <a:pt x="1360781" y="32333"/>
                </a:lnTo>
                <a:lnTo>
                  <a:pt x="1361017" y="32761"/>
                </a:lnTo>
                <a:lnTo>
                  <a:pt x="1361232" y="33191"/>
                </a:lnTo>
                <a:lnTo>
                  <a:pt x="1361428" y="33624"/>
                </a:lnTo>
                <a:lnTo>
                  <a:pt x="1361602" y="34060"/>
                </a:lnTo>
                <a:lnTo>
                  <a:pt x="1361756" y="34499"/>
                </a:lnTo>
                <a:lnTo>
                  <a:pt x="1361890" y="34940"/>
                </a:lnTo>
                <a:lnTo>
                  <a:pt x="1362003" y="35384"/>
                </a:lnTo>
                <a:lnTo>
                  <a:pt x="1362095" y="35831"/>
                </a:lnTo>
                <a:lnTo>
                  <a:pt x="1362167" y="36281"/>
                </a:lnTo>
                <a:lnTo>
                  <a:pt x="1362219" y="36734"/>
                </a:lnTo>
                <a:lnTo>
                  <a:pt x="1362249" y="37190"/>
                </a:lnTo>
                <a:lnTo>
                  <a:pt x="1362260" y="37648"/>
                </a:lnTo>
                <a:lnTo>
                  <a:pt x="1362254" y="37957"/>
                </a:lnTo>
                <a:lnTo>
                  <a:pt x="1362238" y="38267"/>
                </a:lnTo>
                <a:lnTo>
                  <a:pt x="1362211" y="38577"/>
                </a:lnTo>
                <a:lnTo>
                  <a:pt x="1362173" y="38887"/>
                </a:lnTo>
                <a:lnTo>
                  <a:pt x="1362125" y="39198"/>
                </a:lnTo>
                <a:lnTo>
                  <a:pt x="1362066" y="39509"/>
                </a:lnTo>
                <a:lnTo>
                  <a:pt x="1361996" y="39820"/>
                </a:lnTo>
                <a:lnTo>
                  <a:pt x="1361915" y="40132"/>
                </a:lnTo>
                <a:lnTo>
                  <a:pt x="1361824" y="40444"/>
                </a:lnTo>
                <a:lnTo>
                  <a:pt x="1361721" y="40756"/>
                </a:lnTo>
                <a:lnTo>
                  <a:pt x="1361608" y="41069"/>
                </a:lnTo>
                <a:lnTo>
                  <a:pt x="1361484" y="41382"/>
                </a:lnTo>
                <a:lnTo>
                  <a:pt x="1361350" y="41695"/>
                </a:lnTo>
                <a:lnTo>
                  <a:pt x="1361204" y="42009"/>
                </a:lnTo>
                <a:lnTo>
                  <a:pt x="1361048" y="42323"/>
                </a:lnTo>
                <a:lnTo>
                  <a:pt x="1360881" y="42638"/>
                </a:lnTo>
                <a:lnTo>
                  <a:pt x="1360704" y="42953"/>
                </a:lnTo>
                <a:lnTo>
                  <a:pt x="1360515" y="43268"/>
                </a:lnTo>
                <a:lnTo>
                  <a:pt x="1360316" y="43583"/>
                </a:lnTo>
                <a:lnTo>
                  <a:pt x="1360106" y="43899"/>
                </a:lnTo>
                <a:lnTo>
                  <a:pt x="1359885" y="44215"/>
                </a:lnTo>
                <a:lnTo>
                  <a:pt x="1359654" y="44531"/>
                </a:lnTo>
                <a:lnTo>
                  <a:pt x="1359411" y="44848"/>
                </a:lnTo>
                <a:lnTo>
                  <a:pt x="1359158" y="45165"/>
                </a:lnTo>
                <a:lnTo>
                  <a:pt x="1358890" y="45482"/>
                </a:lnTo>
                <a:lnTo>
                  <a:pt x="1358601" y="45797"/>
                </a:lnTo>
                <a:lnTo>
                  <a:pt x="1358291" y="46111"/>
                </a:lnTo>
                <a:lnTo>
                  <a:pt x="1357962" y="46423"/>
                </a:lnTo>
                <a:lnTo>
                  <a:pt x="1357611" y="46734"/>
                </a:lnTo>
                <a:lnTo>
                  <a:pt x="1357241" y="47044"/>
                </a:lnTo>
                <a:lnTo>
                  <a:pt x="1356850" y="47353"/>
                </a:lnTo>
                <a:lnTo>
                  <a:pt x="1356439" y="47660"/>
                </a:lnTo>
                <a:lnTo>
                  <a:pt x="1356007" y="47966"/>
                </a:lnTo>
                <a:lnTo>
                  <a:pt x="1355555" y="48271"/>
                </a:lnTo>
                <a:lnTo>
                  <a:pt x="1355083" y="48574"/>
                </a:lnTo>
                <a:lnTo>
                  <a:pt x="1354590" y="48876"/>
                </a:lnTo>
                <a:lnTo>
                  <a:pt x="1354077" y="49176"/>
                </a:lnTo>
                <a:lnTo>
                  <a:pt x="1353543" y="49476"/>
                </a:lnTo>
                <a:lnTo>
                  <a:pt x="1352989" y="49774"/>
                </a:lnTo>
                <a:lnTo>
                  <a:pt x="1352415" y="50071"/>
                </a:lnTo>
                <a:lnTo>
                  <a:pt x="1351820" y="50366"/>
                </a:lnTo>
                <a:lnTo>
                  <a:pt x="1351205" y="50660"/>
                </a:lnTo>
                <a:lnTo>
                  <a:pt x="1350570" y="50953"/>
                </a:lnTo>
                <a:lnTo>
                  <a:pt x="1349914" y="51244"/>
                </a:lnTo>
                <a:lnTo>
                  <a:pt x="1349238" y="51534"/>
                </a:lnTo>
                <a:lnTo>
                  <a:pt x="1348541" y="51823"/>
                </a:lnTo>
                <a:lnTo>
                  <a:pt x="1347824" y="52111"/>
                </a:lnTo>
                <a:lnTo>
                  <a:pt x="1347087" y="52397"/>
                </a:lnTo>
                <a:lnTo>
                  <a:pt x="1346527" y="52606"/>
                </a:lnTo>
                <a:lnTo>
                  <a:pt x="1345961" y="52807"/>
                </a:lnTo>
                <a:lnTo>
                  <a:pt x="1345389" y="52999"/>
                </a:lnTo>
                <a:lnTo>
                  <a:pt x="1344810" y="53181"/>
                </a:lnTo>
                <a:lnTo>
                  <a:pt x="1344225" y="53355"/>
                </a:lnTo>
                <a:lnTo>
                  <a:pt x="1343634" y="53520"/>
                </a:lnTo>
                <a:lnTo>
                  <a:pt x="1343036" y="53676"/>
                </a:lnTo>
                <a:lnTo>
                  <a:pt x="1342433" y="53823"/>
                </a:lnTo>
                <a:lnTo>
                  <a:pt x="1341822" y="53961"/>
                </a:lnTo>
                <a:lnTo>
                  <a:pt x="1341206" y="54091"/>
                </a:lnTo>
                <a:lnTo>
                  <a:pt x="1340583" y="54211"/>
                </a:lnTo>
                <a:lnTo>
                  <a:pt x="1339954" y="54322"/>
                </a:lnTo>
                <a:lnTo>
                  <a:pt x="1339319" y="54425"/>
                </a:lnTo>
                <a:lnTo>
                  <a:pt x="1338677" y="54519"/>
                </a:lnTo>
                <a:lnTo>
                  <a:pt x="1338029" y="54603"/>
                </a:lnTo>
                <a:lnTo>
                  <a:pt x="1337375" y="54679"/>
                </a:lnTo>
                <a:lnTo>
                  <a:pt x="1336715" y="54746"/>
                </a:lnTo>
                <a:lnTo>
                  <a:pt x="1336048" y="54804"/>
                </a:lnTo>
                <a:lnTo>
                  <a:pt x="1335375" y="54853"/>
                </a:lnTo>
                <a:lnTo>
                  <a:pt x="1334695" y="54893"/>
                </a:lnTo>
                <a:lnTo>
                  <a:pt x="1334010" y="54924"/>
                </a:lnTo>
                <a:lnTo>
                  <a:pt x="1333318" y="54947"/>
                </a:lnTo>
                <a:lnTo>
                  <a:pt x="1332619" y="54960"/>
                </a:lnTo>
                <a:lnTo>
                  <a:pt x="1331915" y="54964"/>
                </a:lnTo>
                <a:lnTo>
                  <a:pt x="1316647" y="54964"/>
                </a:lnTo>
                <a:lnTo>
                  <a:pt x="1316647" y="22520"/>
                </a:lnTo>
                <a:lnTo>
                  <a:pt x="1339072" y="22711"/>
                </a:lnTo>
                <a:lnTo>
                  <a:pt x="1340008" y="22719"/>
                </a:lnTo>
                <a:lnTo>
                  <a:pt x="1340926" y="22744"/>
                </a:lnTo>
                <a:close/>
                <a:moveTo>
                  <a:pt x="779061" y="6721"/>
                </a:moveTo>
                <a:lnTo>
                  <a:pt x="778513" y="6416"/>
                </a:lnTo>
                <a:lnTo>
                  <a:pt x="777961" y="6118"/>
                </a:lnTo>
                <a:lnTo>
                  <a:pt x="777405" y="5826"/>
                </a:lnTo>
                <a:lnTo>
                  <a:pt x="776847" y="5543"/>
                </a:lnTo>
                <a:lnTo>
                  <a:pt x="776284" y="5266"/>
                </a:lnTo>
                <a:lnTo>
                  <a:pt x="775718" y="4996"/>
                </a:lnTo>
                <a:lnTo>
                  <a:pt x="775149" y="4734"/>
                </a:lnTo>
                <a:lnTo>
                  <a:pt x="774576" y="4479"/>
                </a:lnTo>
                <a:lnTo>
                  <a:pt x="774000" y="4231"/>
                </a:lnTo>
                <a:lnTo>
                  <a:pt x="773420" y="3990"/>
                </a:lnTo>
                <a:lnTo>
                  <a:pt x="772837" y="3757"/>
                </a:lnTo>
                <a:lnTo>
                  <a:pt x="772250" y="3531"/>
                </a:lnTo>
                <a:lnTo>
                  <a:pt x="771660" y="3312"/>
                </a:lnTo>
                <a:lnTo>
                  <a:pt x="771066" y="3100"/>
                </a:lnTo>
                <a:lnTo>
                  <a:pt x="770469" y="2895"/>
                </a:lnTo>
                <a:lnTo>
                  <a:pt x="769869" y="2698"/>
                </a:lnTo>
                <a:lnTo>
                  <a:pt x="769265" y="2507"/>
                </a:lnTo>
                <a:lnTo>
                  <a:pt x="768657" y="2324"/>
                </a:lnTo>
                <a:lnTo>
                  <a:pt x="768046" y="2149"/>
                </a:lnTo>
                <a:lnTo>
                  <a:pt x="767431" y="1980"/>
                </a:lnTo>
                <a:lnTo>
                  <a:pt x="766813" y="1818"/>
                </a:lnTo>
                <a:lnTo>
                  <a:pt x="766191" y="1664"/>
                </a:lnTo>
                <a:lnTo>
                  <a:pt x="765565" y="1516"/>
                </a:lnTo>
                <a:lnTo>
                  <a:pt x="764936" y="1375"/>
                </a:lnTo>
                <a:lnTo>
                  <a:pt x="764302" y="1241"/>
                </a:lnTo>
                <a:lnTo>
                  <a:pt x="763665" y="1114"/>
                </a:lnTo>
                <a:lnTo>
                  <a:pt x="763024" y="993"/>
                </a:lnTo>
                <a:lnTo>
                  <a:pt x="762379" y="880"/>
                </a:lnTo>
                <a:lnTo>
                  <a:pt x="761730" y="773"/>
                </a:lnTo>
                <a:lnTo>
                  <a:pt x="761078" y="674"/>
                </a:lnTo>
                <a:lnTo>
                  <a:pt x="760422" y="581"/>
                </a:lnTo>
                <a:lnTo>
                  <a:pt x="759762" y="495"/>
                </a:lnTo>
                <a:lnTo>
                  <a:pt x="759098" y="416"/>
                </a:lnTo>
                <a:lnTo>
                  <a:pt x="758430" y="344"/>
                </a:lnTo>
                <a:lnTo>
                  <a:pt x="757758" y="278"/>
                </a:lnTo>
                <a:lnTo>
                  <a:pt x="757083" y="220"/>
                </a:lnTo>
                <a:lnTo>
                  <a:pt x="756404" y="168"/>
                </a:lnTo>
                <a:lnTo>
                  <a:pt x="755721" y="124"/>
                </a:lnTo>
                <a:lnTo>
                  <a:pt x="755034" y="86"/>
                </a:lnTo>
                <a:lnTo>
                  <a:pt x="754344" y="55"/>
                </a:lnTo>
                <a:lnTo>
                  <a:pt x="753649" y="31"/>
                </a:lnTo>
                <a:lnTo>
                  <a:pt x="752951" y="14"/>
                </a:lnTo>
                <a:lnTo>
                  <a:pt x="752249" y="3"/>
                </a:lnTo>
                <a:lnTo>
                  <a:pt x="751543" y="0"/>
                </a:lnTo>
                <a:lnTo>
                  <a:pt x="750369" y="12"/>
                </a:lnTo>
                <a:lnTo>
                  <a:pt x="749200" y="50"/>
                </a:lnTo>
                <a:lnTo>
                  <a:pt x="748036" y="112"/>
                </a:lnTo>
                <a:lnTo>
                  <a:pt x="746878" y="199"/>
                </a:lnTo>
                <a:lnTo>
                  <a:pt x="745725" y="311"/>
                </a:lnTo>
                <a:lnTo>
                  <a:pt x="744577" y="448"/>
                </a:lnTo>
                <a:lnTo>
                  <a:pt x="743435" y="610"/>
                </a:lnTo>
                <a:lnTo>
                  <a:pt x="742298" y="797"/>
                </a:lnTo>
                <a:lnTo>
                  <a:pt x="741166" y="1009"/>
                </a:lnTo>
                <a:lnTo>
                  <a:pt x="740039" y="1246"/>
                </a:lnTo>
                <a:lnTo>
                  <a:pt x="738918" y="1507"/>
                </a:lnTo>
                <a:lnTo>
                  <a:pt x="737802" y="1794"/>
                </a:lnTo>
                <a:lnTo>
                  <a:pt x="736691" y="2105"/>
                </a:lnTo>
                <a:lnTo>
                  <a:pt x="735586" y="2441"/>
                </a:lnTo>
                <a:lnTo>
                  <a:pt x="734486" y="2803"/>
                </a:lnTo>
                <a:lnTo>
                  <a:pt x="733391" y="3189"/>
                </a:lnTo>
                <a:lnTo>
                  <a:pt x="732302" y="3600"/>
                </a:lnTo>
                <a:lnTo>
                  <a:pt x="731218" y="4036"/>
                </a:lnTo>
                <a:lnTo>
                  <a:pt x="730139" y="4497"/>
                </a:lnTo>
                <a:lnTo>
                  <a:pt x="729065" y="4982"/>
                </a:lnTo>
                <a:lnTo>
                  <a:pt x="727997" y="5493"/>
                </a:lnTo>
                <a:lnTo>
                  <a:pt x="726934" y="6029"/>
                </a:lnTo>
                <a:lnTo>
                  <a:pt x="725877" y="6589"/>
                </a:lnTo>
                <a:lnTo>
                  <a:pt x="724824" y="7175"/>
                </a:lnTo>
                <a:lnTo>
                  <a:pt x="723784" y="7783"/>
                </a:lnTo>
                <a:lnTo>
                  <a:pt x="722763" y="8412"/>
                </a:lnTo>
                <a:lnTo>
                  <a:pt x="721761" y="9063"/>
                </a:lnTo>
                <a:lnTo>
                  <a:pt x="720778" y="9734"/>
                </a:lnTo>
                <a:lnTo>
                  <a:pt x="719814" y="10427"/>
                </a:lnTo>
                <a:lnTo>
                  <a:pt x="718869" y="11140"/>
                </a:lnTo>
                <a:lnTo>
                  <a:pt x="717943" y="11875"/>
                </a:lnTo>
                <a:lnTo>
                  <a:pt x="717037" y="12631"/>
                </a:lnTo>
                <a:lnTo>
                  <a:pt x="716149" y="13408"/>
                </a:lnTo>
                <a:lnTo>
                  <a:pt x="715280" y="14206"/>
                </a:lnTo>
                <a:lnTo>
                  <a:pt x="714431" y="15025"/>
                </a:lnTo>
                <a:lnTo>
                  <a:pt x="713600" y="15866"/>
                </a:lnTo>
                <a:lnTo>
                  <a:pt x="712789" y="16727"/>
                </a:lnTo>
                <a:lnTo>
                  <a:pt x="711996" y="17610"/>
                </a:lnTo>
                <a:lnTo>
                  <a:pt x="711223" y="18513"/>
                </a:lnTo>
                <a:lnTo>
                  <a:pt x="710468" y="19438"/>
                </a:lnTo>
                <a:lnTo>
                  <a:pt x="709733" y="20384"/>
                </a:lnTo>
                <a:lnTo>
                  <a:pt x="709017" y="21351"/>
                </a:lnTo>
                <a:lnTo>
                  <a:pt x="708320" y="22339"/>
                </a:lnTo>
                <a:lnTo>
                  <a:pt x="707641" y="23348"/>
                </a:lnTo>
                <a:lnTo>
                  <a:pt x="706982" y="24378"/>
                </a:lnTo>
                <a:lnTo>
                  <a:pt x="706342" y="25430"/>
                </a:lnTo>
                <a:lnTo>
                  <a:pt x="705721" y="26502"/>
                </a:lnTo>
                <a:lnTo>
                  <a:pt x="705119" y="27595"/>
                </a:lnTo>
                <a:lnTo>
                  <a:pt x="704539" y="28703"/>
                </a:lnTo>
                <a:lnTo>
                  <a:pt x="703984" y="29817"/>
                </a:lnTo>
                <a:lnTo>
                  <a:pt x="703453" y="30939"/>
                </a:lnTo>
                <a:lnTo>
                  <a:pt x="702947" y="32068"/>
                </a:lnTo>
                <a:lnTo>
                  <a:pt x="702466" y="33204"/>
                </a:lnTo>
                <a:lnTo>
                  <a:pt x="702009" y="34347"/>
                </a:lnTo>
                <a:lnTo>
                  <a:pt x="701577" y="35497"/>
                </a:lnTo>
                <a:lnTo>
                  <a:pt x="701170" y="36655"/>
                </a:lnTo>
                <a:lnTo>
                  <a:pt x="700787" y="37819"/>
                </a:lnTo>
                <a:lnTo>
                  <a:pt x="700429" y="38991"/>
                </a:lnTo>
                <a:lnTo>
                  <a:pt x="700096" y="40170"/>
                </a:lnTo>
                <a:lnTo>
                  <a:pt x="699787" y="41356"/>
                </a:lnTo>
                <a:lnTo>
                  <a:pt x="699504" y="42549"/>
                </a:lnTo>
                <a:lnTo>
                  <a:pt x="699244" y="43749"/>
                </a:lnTo>
                <a:lnTo>
                  <a:pt x="699010" y="44957"/>
                </a:lnTo>
                <a:lnTo>
                  <a:pt x="698800" y="46171"/>
                </a:lnTo>
                <a:lnTo>
                  <a:pt x="698615" y="47393"/>
                </a:lnTo>
                <a:lnTo>
                  <a:pt x="698455" y="48622"/>
                </a:lnTo>
                <a:lnTo>
                  <a:pt x="698319" y="49858"/>
                </a:lnTo>
                <a:lnTo>
                  <a:pt x="698208" y="51101"/>
                </a:lnTo>
                <a:lnTo>
                  <a:pt x="698121" y="52351"/>
                </a:lnTo>
                <a:lnTo>
                  <a:pt x="698060" y="53609"/>
                </a:lnTo>
                <a:lnTo>
                  <a:pt x="698023" y="54874"/>
                </a:lnTo>
                <a:lnTo>
                  <a:pt x="698010" y="56145"/>
                </a:lnTo>
                <a:lnTo>
                  <a:pt x="698010" y="69442"/>
                </a:lnTo>
                <a:lnTo>
                  <a:pt x="698024" y="70657"/>
                </a:lnTo>
                <a:lnTo>
                  <a:pt x="698065" y="71865"/>
                </a:lnTo>
                <a:lnTo>
                  <a:pt x="698134" y="73065"/>
                </a:lnTo>
                <a:lnTo>
                  <a:pt x="698230" y="74257"/>
                </a:lnTo>
                <a:lnTo>
                  <a:pt x="698354" y="75442"/>
                </a:lnTo>
                <a:lnTo>
                  <a:pt x="698505" y="76618"/>
                </a:lnTo>
                <a:lnTo>
                  <a:pt x="698684" y="77787"/>
                </a:lnTo>
                <a:lnTo>
                  <a:pt x="698890" y="78948"/>
                </a:lnTo>
                <a:lnTo>
                  <a:pt x="699124" y="80101"/>
                </a:lnTo>
                <a:lnTo>
                  <a:pt x="699385" y="81246"/>
                </a:lnTo>
                <a:lnTo>
                  <a:pt x="699674" y="82384"/>
                </a:lnTo>
                <a:lnTo>
                  <a:pt x="699990" y="83513"/>
                </a:lnTo>
                <a:lnTo>
                  <a:pt x="700334" y="84635"/>
                </a:lnTo>
                <a:lnTo>
                  <a:pt x="700705" y="85749"/>
                </a:lnTo>
                <a:lnTo>
                  <a:pt x="701104" y="86856"/>
                </a:lnTo>
                <a:lnTo>
                  <a:pt x="701530" y="87954"/>
                </a:lnTo>
                <a:lnTo>
                  <a:pt x="701984" y="89045"/>
                </a:lnTo>
                <a:lnTo>
                  <a:pt x="702465" y="90128"/>
                </a:lnTo>
                <a:lnTo>
                  <a:pt x="702974" y="91203"/>
                </a:lnTo>
                <a:lnTo>
                  <a:pt x="703510" y="92271"/>
                </a:lnTo>
                <a:lnTo>
                  <a:pt x="704074" y="93330"/>
                </a:lnTo>
                <a:lnTo>
                  <a:pt x="704665" y="94382"/>
                </a:lnTo>
                <a:lnTo>
                  <a:pt x="705284" y="95426"/>
                </a:lnTo>
                <a:lnTo>
                  <a:pt x="705930" y="96462"/>
                </a:lnTo>
                <a:lnTo>
                  <a:pt x="706596" y="97483"/>
                </a:lnTo>
                <a:lnTo>
                  <a:pt x="707274" y="98480"/>
                </a:lnTo>
                <a:lnTo>
                  <a:pt x="707963" y="99455"/>
                </a:lnTo>
                <a:lnTo>
                  <a:pt x="708663" y="100406"/>
                </a:lnTo>
                <a:lnTo>
                  <a:pt x="709375" y="101335"/>
                </a:lnTo>
                <a:lnTo>
                  <a:pt x="710099" y="102240"/>
                </a:lnTo>
                <a:lnTo>
                  <a:pt x="710835" y="103122"/>
                </a:lnTo>
                <a:lnTo>
                  <a:pt x="711582" y="103981"/>
                </a:lnTo>
                <a:lnTo>
                  <a:pt x="712340" y="104817"/>
                </a:lnTo>
                <a:lnTo>
                  <a:pt x="713110" y="105630"/>
                </a:lnTo>
                <a:lnTo>
                  <a:pt x="713892" y="106420"/>
                </a:lnTo>
                <a:lnTo>
                  <a:pt x="714686" y="107187"/>
                </a:lnTo>
                <a:lnTo>
                  <a:pt x="715491" y="107930"/>
                </a:lnTo>
                <a:lnTo>
                  <a:pt x="716307" y="108651"/>
                </a:lnTo>
                <a:lnTo>
                  <a:pt x="717135" y="109348"/>
                </a:lnTo>
                <a:lnTo>
                  <a:pt x="717975" y="110023"/>
                </a:lnTo>
                <a:lnTo>
                  <a:pt x="718826" y="110674"/>
                </a:lnTo>
                <a:lnTo>
                  <a:pt x="719689" y="111302"/>
                </a:lnTo>
                <a:lnTo>
                  <a:pt x="720564" y="111907"/>
                </a:lnTo>
                <a:lnTo>
                  <a:pt x="721450" y="112489"/>
                </a:lnTo>
                <a:lnTo>
                  <a:pt x="722348" y="113048"/>
                </a:lnTo>
                <a:lnTo>
                  <a:pt x="723257" y="113584"/>
                </a:lnTo>
                <a:lnTo>
                  <a:pt x="724178" y="114097"/>
                </a:lnTo>
                <a:lnTo>
                  <a:pt x="725111" y="114587"/>
                </a:lnTo>
                <a:lnTo>
                  <a:pt x="726278" y="115172"/>
                </a:lnTo>
                <a:lnTo>
                  <a:pt x="727457" y="115733"/>
                </a:lnTo>
                <a:lnTo>
                  <a:pt x="728647" y="116268"/>
                </a:lnTo>
                <a:lnTo>
                  <a:pt x="729850" y="116779"/>
                </a:lnTo>
                <a:lnTo>
                  <a:pt x="731065" y="117265"/>
                </a:lnTo>
                <a:lnTo>
                  <a:pt x="732291" y="117726"/>
                </a:lnTo>
                <a:lnTo>
                  <a:pt x="733530" y="118162"/>
                </a:lnTo>
                <a:lnTo>
                  <a:pt x="734780" y="118573"/>
                </a:lnTo>
                <a:lnTo>
                  <a:pt x="736043" y="118959"/>
                </a:lnTo>
                <a:lnTo>
                  <a:pt x="737317" y="119320"/>
                </a:lnTo>
                <a:lnTo>
                  <a:pt x="738603" y="119656"/>
                </a:lnTo>
                <a:lnTo>
                  <a:pt x="739901" y="119968"/>
                </a:lnTo>
                <a:lnTo>
                  <a:pt x="741212" y="120254"/>
                </a:lnTo>
                <a:lnTo>
                  <a:pt x="742534" y="120516"/>
                </a:lnTo>
                <a:lnTo>
                  <a:pt x="743867" y="120752"/>
                </a:lnTo>
                <a:lnTo>
                  <a:pt x="745213" y="120964"/>
                </a:lnTo>
                <a:lnTo>
                  <a:pt x="746571" y="121151"/>
                </a:lnTo>
                <a:lnTo>
                  <a:pt x="747941" y="121313"/>
                </a:lnTo>
                <a:lnTo>
                  <a:pt x="749323" y="121450"/>
                </a:lnTo>
                <a:lnTo>
                  <a:pt x="750716" y="121562"/>
                </a:lnTo>
                <a:lnTo>
                  <a:pt x="752122" y="121649"/>
                </a:lnTo>
                <a:lnTo>
                  <a:pt x="753539" y="121711"/>
                </a:lnTo>
                <a:lnTo>
                  <a:pt x="754969" y="121749"/>
                </a:lnTo>
                <a:lnTo>
                  <a:pt x="756410" y="121761"/>
                </a:lnTo>
                <a:lnTo>
                  <a:pt x="757646" y="121752"/>
                </a:lnTo>
                <a:lnTo>
                  <a:pt x="758873" y="121726"/>
                </a:lnTo>
                <a:lnTo>
                  <a:pt x="760091" y="121681"/>
                </a:lnTo>
                <a:lnTo>
                  <a:pt x="761300" y="121618"/>
                </a:lnTo>
                <a:lnTo>
                  <a:pt x="762501" y="121538"/>
                </a:lnTo>
                <a:lnTo>
                  <a:pt x="763692" y="121439"/>
                </a:lnTo>
                <a:lnTo>
                  <a:pt x="764874" y="121323"/>
                </a:lnTo>
                <a:lnTo>
                  <a:pt x="766048" y="121189"/>
                </a:lnTo>
                <a:lnTo>
                  <a:pt x="767212" y="121037"/>
                </a:lnTo>
                <a:lnTo>
                  <a:pt x="768368" y="120867"/>
                </a:lnTo>
                <a:lnTo>
                  <a:pt x="769514" y="120679"/>
                </a:lnTo>
                <a:lnTo>
                  <a:pt x="770652" y="120473"/>
                </a:lnTo>
                <a:lnTo>
                  <a:pt x="771781" y="120249"/>
                </a:lnTo>
                <a:lnTo>
                  <a:pt x="772900" y="120008"/>
                </a:lnTo>
                <a:lnTo>
                  <a:pt x="774011" y="119748"/>
                </a:lnTo>
                <a:lnTo>
                  <a:pt x="775113" y="119471"/>
                </a:lnTo>
                <a:lnTo>
                  <a:pt x="776206" y="119176"/>
                </a:lnTo>
                <a:lnTo>
                  <a:pt x="777290" y="118863"/>
                </a:lnTo>
                <a:lnTo>
                  <a:pt x="778365" y="118532"/>
                </a:lnTo>
                <a:lnTo>
                  <a:pt x="779431" y="118183"/>
                </a:lnTo>
                <a:lnTo>
                  <a:pt x="780488" y="117816"/>
                </a:lnTo>
                <a:lnTo>
                  <a:pt x="781536" y="117431"/>
                </a:lnTo>
                <a:lnTo>
                  <a:pt x="782575" y="117029"/>
                </a:lnTo>
                <a:lnTo>
                  <a:pt x="783606" y="116608"/>
                </a:lnTo>
                <a:lnTo>
                  <a:pt x="784363" y="116285"/>
                </a:lnTo>
                <a:lnTo>
                  <a:pt x="785109" y="115952"/>
                </a:lnTo>
                <a:lnTo>
                  <a:pt x="785844" y="115609"/>
                </a:lnTo>
                <a:lnTo>
                  <a:pt x="786567" y="115257"/>
                </a:lnTo>
                <a:lnTo>
                  <a:pt x="787278" y="114894"/>
                </a:lnTo>
                <a:lnTo>
                  <a:pt x="787977" y="114521"/>
                </a:lnTo>
                <a:lnTo>
                  <a:pt x="788665" y="114138"/>
                </a:lnTo>
                <a:lnTo>
                  <a:pt x="789342" y="113746"/>
                </a:lnTo>
                <a:lnTo>
                  <a:pt x="790007" y="113343"/>
                </a:lnTo>
                <a:lnTo>
                  <a:pt x="790660" y="112931"/>
                </a:lnTo>
                <a:lnTo>
                  <a:pt x="791301" y="112508"/>
                </a:lnTo>
                <a:lnTo>
                  <a:pt x="791931" y="112076"/>
                </a:lnTo>
                <a:lnTo>
                  <a:pt x="792550" y="111633"/>
                </a:lnTo>
                <a:lnTo>
                  <a:pt x="793157" y="111181"/>
                </a:lnTo>
                <a:lnTo>
                  <a:pt x="793752" y="110719"/>
                </a:lnTo>
                <a:lnTo>
                  <a:pt x="794336" y="110247"/>
                </a:lnTo>
                <a:lnTo>
                  <a:pt x="794908" y="109765"/>
                </a:lnTo>
                <a:lnTo>
                  <a:pt x="795468" y="109273"/>
                </a:lnTo>
                <a:lnTo>
                  <a:pt x="796017" y="108771"/>
                </a:lnTo>
                <a:lnTo>
                  <a:pt x="796554" y="108259"/>
                </a:lnTo>
                <a:lnTo>
                  <a:pt x="797080" y="107737"/>
                </a:lnTo>
                <a:lnTo>
                  <a:pt x="797594" y="107205"/>
                </a:lnTo>
                <a:lnTo>
                  <a:pt x="798096" y="106663"/>
                </a:lnTo>
                <a:lnTo>
                  <a:pt x="798587" y="106112"/>
                </a:lnTo>
                <a:lnTo>
                  <a:pt x="798914" y="105731"/>
                </a:lnTo>
                <a:lnTo>
                  <a:pt x="799227" y="105352"/>
                </a:lnTo>
                <a:lnTo>
                  <a:pt x="799527" y="104976"/>
                </a:lnTo>
                <a:lnTo>
                  <a:pt x="799812" y="104601"/>
                </a:lnTo>
                <a:lnTo>
                  <a:pt x="800083" y="104228"/>
                </a:lnTo>
                <a:lnTo>
                  <a:pt x="800341" y="103857"/>
                </a:lnTo>
                <a:lnTo>
                  <a:pt x="800584" y="103489"/>
                </a:lnTo>
                <a:lnTo>
                  <a:pt x="800814" y="103122"/>
                </a:lnTo>
                <a:lnTo>
                  <a:pt x="801030" y="102757"/>
                </a:lnTo>
                <a:lnTo>
                  <a:pt x="801231" y="102394"/>
                </a:lnTo>
                <a:lnTo>
                  <a:pt x="801419" y="102033"/>
                </a:lnTo>
                <a:lnTo>
                  <a:pt x="801593" y="101675"/>
                </a:lnTo>
                <a:lnTo>
                  <a:pt x="801753" y="101318"/>
                </a:lnTo>
                <a:lnTo>
                  <a:pt x="801899" y="100963"/>
                </a:lnTo>
                <a:lnTo>
                  <a:pt x="802032" y="100610"/>
                </a:lnTo>
                <a:lnTo>
                  <a:pt x="802150" y="100259"/>
                </a:lnTo>
                <a:lnTo>
                  <a:pt x="802254" y="99910"/>
                </a:lnTo>
                <a:lnTo>
                  <a:pt x="802345" y="99563"/>
                </a:lnTo>
                <a:lnTo>
                  <a:pt x="802421" y="99218"/>
                </a:lnTo>
                <a:lnTo>
                  <a:pt x="802484" y="98875"/>
                </a:lnTo>
                <a:lnTo>
                  <a:pt x="802533" y="98534"/>
                </a:lnTo>
                <a:lnTo>
                  <a:pt x="802567" y="98196"/>
                </a:lnTo>
                <a:lnTo>
                  <a:pt x="802588" y="97859"/>
                </a:lnTo>
                <a:lnTo>
                  <a:pt x="802595" y="97524"/>
                </a:lnTo>
                <a:lnTo>
                  <a:pt x="802590" y="97191"/>
                </a:lnTo>
                <a:lnTo>
                  <a:pt x="802575" y="96863"/>
                </a:lnTo>
                <a:lnTo>
                  <a:pt x="802549" y="96538"/>
                </a:lnTo>
                <a:lnTo>
                  <a:pt x="802513" y="96217"/>
                </a:lnTo>
                <a:lnTo>
                  <a:pt x="802467" y="95899"/>
                </a:lnTo>
                <a:lnTo>
                  <a:pt x="802410" y="95585"/>
                </a:lnTo>
                <a:lnTo>
                  <a:pt x="802343" y="95275"/>
                </a:lnTo>
                <a:lnTo>
                  <a:pt x="802266" y="94968"/>
                </a:lnTo>
                <a:lnTo>
                  <a:pt x="802179" y="94665"/>
                </a:lnTo>
                <a:lnTo>
                  <a:pt x="802082" y="94366"/>
                </a:lnTo>
                <a:lnTo>
                  <a:pt x="801974" y="94070"/>
                </a:lnTo>
                <a:lnTo>
                  <a:pt x="801856" y="93778"/>
                </a:lnTo>
                <a:lnTo>
                  <a:pt x="801727" y="93490"/>
                </a:lnTo>
                <a:lnTo>
                  <a:pt x="801589" y="93205"/>
                </a:lnTo>
                <a:lnTo>
                  <a:pt x="801440" y="92924"/>
                </a:lnTo>
                <a:lnTo>
                  <a:pt x="801280" y="92646"/>
                </a:lnTo>
                <a:lnTo>
                  <a:pt x="801111" y="92372"/>
                </a:lnTo>
                <a:lnTo>
                  <a:pt x="800931" y="92102"/>
                </a:lnTo>
                <a:lnTo>
                  <a:pt x="800741" y="91836"/>
                </a:lnTo>
                <a:lnTo>
                  <a:pt x="800541" y="91573"/>
                </a:lnTo>
                <a:lnTo>
                  <a:pt x="800330" y="91314"/>
                </a:lnTo>
                <a:lnTo>
                  <a:pt x="800109" y="91058"/>
                </a:lnTo>
                <a:lnTo>
                  <a:pt x="799878" y="90806"/>
                </a:lnTo>
                <a:lnTo>
                  <a:pt x="799637" y="90558"/>
                </a:lnTo>
                <a:lnTo>
                  <a:pt x="799389" y="90316"/>
                </a:lnTo>
                <a:lnTo>
                  <a:pt x="799137" y="90085"/>
                </a:lnTo>
                <a:lnTo>
                  <a:pt x="798883" y="89864"/>
                </a:lnTo>
                <a:lnTo>
                  <a:pt x="798624" y="89654"/>
                </a:lnTo>
                <a:lnTo>
                  <a:pt x="798363" y="89453"/>
                </a:lnTo>
                <a:lnTo>
                  <a:pt x="798098" y="89263"/>
                </a:lnTo>
                <a:lnTo>
                  <a:pt x="797830" y="89084"/>
                </a:lnTo>
                <a:lnTo>
                  <a:pt x="797559" y="88914"/>
                </a:lnTo>
                <a:lnTo>
                  <a:pt x="797284" y="88755"/>
                </a:lnTo>
                <a:lnTo>
                  <a:pt x="797006" y="88606"/>
                </a:lnTo>
                <a:lnTo>
                  <a:pt x="796725" y="88467"/>
                </a:lnTo>
                <a:lnTo>
                  <a:pt x="796440" y="88339"/>
                </a:lnTo>
                <a:lnTo>
                  <a:pt x="796152" y="88221"/>
                </a:lnTo>
                <a:lnTo>
                  <a:pt x="795861" y="88113"/>
                </a:lnTo>
                <a:lnTo>
                  <a:pt x="795567" y="88015"/>
                </a:lnTo>
                <a:lnTo>
                  <a:pt x="795269" y="87928"/>
                </a:lnTo>
                <a:lnTo>
                  <a:pt x="794968" y="87851"/>
                </a:lnTo>
                <a:lnTo>
                  <a:pt x="794663" y="87784"/>
                </a:lnTo>
                <a:lnTo>
                  <a:pt x="794355" y="87728"/>
                </a:lnTo>
                <a:lnTo>
                  <a:pt x="794044" y="87682"/>
                </a:lnTo>
                <a:lnTo>
                  <a:pt x="793730" y="87646"/>
                </a:lnTo>
                <a:lnTo>
                  <a:pt x="793412" y="87620"/>
                </a:lnTo>
                <a:lnTo>
                  <a:pt x="793091" y="87605"/>
                </a:lnTo>
                <a:lnTo>
                  <a:pt x="792766" y="87599"/>
                </a:lnTo>
                <a:lnTo>
                  <a:pt x="792584" y="87601"/>
                </a:lnTo>
                <a:lnTo>
                  <a:pt x="792404" y="87606"/>
                </a:lnTo>
                <a:lnTo>
                  <a:pt x="792225" y="87614"/>
                </a:lnTo>
                <a:lnTo>
                  <a:pt x="792048" y="87624"/>
                </a:lnTo>
                <a:lnTo>
                  <a:pt x="791873" y="87639"/>
                </a:lnTo>
                <a:lnTo>
                  <a:pt x="791699" y="87656"/>
                </a:lnTo>
                <a:lnTo>
                  <a:pt x="791527" y="87676"/>
                </a:lnTo>
                <a:lnTo>
                  <a:pt x="791356" y="87700"/>
                </a:lnTo>
                <a:lnTo>
                  <a:pt x="791187" y="87726"/>
                </a:lnTo>
                <a:lnTo>
                  <a:pt x="791020" y="87756"/>
                </a:lnTo>
                <a:lnTo>
                  <a:pt x="790855" y="87789"/>
                </a:lnTo>
                <a:lnTo>
                  <a:pt x="790691" y="87825"/>
                </a:lnTo>
                <a:lnTo>
                  <a:pt x="790529" y="87864"/>
                </a:lnTo>
                <a:lnTo>
                  <a:pt x="790368" y="87906"/>
                </a:lnTo>
                <a:lnTo>
                  <a:pt x="790209" y="87951"/>
                </a:lnTo>
                <a:lnTo>
                  <a:pt x="790052" y="88000"/>
                </a:lnTo>
                <a:lnTo>
                  <a:pt x="789897" y="88051"/>
                </a:lnTo>
                <a:lnTo>
                  <a:pt x="789743" y="88106"/>
                </a:lnTo>
                <a:lnTo>
                  <a:pt x="789590" y="88164"/>
                </a:lnTo>
                <a:lnTo>
                  <a:pt x="789440" y="88225"/>
                </a:lnTo>
                <a:lnTo>
                  <a:pt x="789291" y="88289"/>
                </a:lnTo>
                <a:lnTo>
                  <a:pt x="789144" y="88356"/>
                </a:lnTo>
                <a:lnTo>
                  <a:pt x="788998" y="88427"/>
                </a:lnTo>
                <a:lnTo>
                  <a:pt x="788854" y="88500"/>
                </a:lnTo>
                <a:lnTo>
                  <a:pt x="788709" y="88579"/>
                </a:lnTo>
                <a:lnTo>
                  <a:pt x="788559" y="88665"/>
                </a:lnTo>
                <a:lnTo>
                  <a:pt x="788404" y="88758"/>
                </a:lnTo>
                <a:lnTo>
                  <a:pt x="788244" y="88859"/>
                </a:lnTo>
                <a:lnTo>
                  <a:pt x="788080" y="88968"/>
                </a:lnTo>
                <a:lnTo>
                  <a:pt x="787912" y="89084"/>
                </a:lnTo>
                <a:lnTo>
                  <a:pt x="787738" y="89207"/>
                </a:lnTo>
                <a:lnTo>
                  <a:pt x="787561" y="89337"/>
                </a:lnTo>
                <a:lnTo>
                  <a:pt x="787378" y="89475"/>
                </a:lnTo>
                <a:lnTo>
                  <a:pt x="787191" y="89621"/>
                </a:lnTo>
                <a:lnTo>
                  <a:pt x="786999" y="89773"/>
                </a:lnTo>
                <a:lnTo>
                  <a:pt x="786802" y="89934"/>
                </a:lnTo>
                <a:lnTo>
                  <a:pt x="786601" y="90101"/>
                </a:lnTo>
                <a:lnTo>
                  <a:pt x="786396" y="90276"/>
                </a:lnTo>
                <a:lnTo>
                  <a:pt x="786185" y="90459"/>
                </a:lnTo>
                <a:lnTo>
                  <a:pt x="785970" y="90648"/>
                </a:lnTo>
                <a:lnTo>
                  <a:pt x="785750" y="90846"/>
                </a:lnTo>
                <a:lnTo>
                  <a:pt x="785526" y="91050"/>
                </a:lnTo>
                <a:lnTo>
                  <a:pt x="785297" y="91262"/>
                </a:lnTo>
                <a:lnTo>
                  <a:pt x="785064" y="91482"/>
                </a:lnTo>
                <a:lnTo>
                  <a:pt x="784825" y="91708"/>
                </a:lnTo>
                <a:lnTo>
                  <a:pt x="784582" y="91943"/>
                </a:lnTo>
                <a:lnTo>
                  <a:pt x="784335" y="92184"/>
                </a:lnTo>
                <a:lnTo>
                  <a:pt x="784083" y="92433"/>
                </a:lnTo>
                <a:lnTo>
                  <a:pt x="783670" y="92846"/>
                </a:lnTo>
                <a:lnTo>
                  <a:pt x="783260" y="93248"/>
                </a:lnTo>
                <a:lnTo>
                  <a:pt x="782851" y="93638"/>
                </a:lnTo>
                <a:lnTo>
                  <a:pt x="782445" y="94016"/>
                </a:lnTo>
                <a:lnTo>
                  <a:pt x="782040" y="94383"/>
                </a:lnTo>
                <a:lnTo>
                  <a:pt x="781638" y="94738"/>
                </a:lnTo>
                <a:lnTo>
                  <a:pt x="781237" y="95082"/>
                </a:lnTo>
                <a:lnTo>
                  <a:pt x="780838" y="95414"/>
                </a:lnTo>
                <a:lnTo>
                  <a:pt x="780442" y="95735"/>
                </a:lnTo>
                <a:lnTo>
                  <a:pt x="780047" y="96044"/>
                </a:lnTo>
                <a:lnTo>
                  <a:pt x="779655" y="96342"/>
                </a:lnTo>
                <a:lnTo>
                  <a:pt x="779264" y="96628"/>
                </a:lnTo>
                <a:lnTo>
                  <a:pt x="778875" y="96903"/>
                </a:lnTo>
                <a:lnTo>
                  <a:pt x="778489" y="97166"/>
                </a:lnTo>
                <a:lnTo>
                  <a:pt x="778104" y="97418"/>
                </a:lnTo>
                <a:lnTo>
                  <a:pt x="777721" y="97658"/>
                </a:lnTo>
                <a:lnTo>
                  <a:pt x="777341" y="97886"/>
                </a:lnTo>
                <a:lnTo>
                  <a:pt x="776962" y="98103"/>
                </a:lnTo>
                <a:lnTo>
                  <a:pt x="776585" y="98309"/>
                </a:lnTo>
                <a:lnTo>
                  <a:pt x="776210" y="98503"/>
                </a:lnTo>
                <a:lnTo>
                  <a:pt x="775838" y="98685"/>
                </a:lnTo>
                <a:lnTo>
                  <a:pt x="775467" y="98856"/>
                </a:lnTo>
                <a:lnTo>
                  <a:pt x="775098" y="99016"/>
                </a:lnTo>
                <a:lnTo>
                  <a:pt x="774731" y="99164"/>
                </a:lnTo>
                <a:lnTo>
                  <a:pt x="774097" y="99404"/>
                </a:lnTo>
                <a:lnTo>
                  <a:pt x="773452" y="99633"/>
                </a:lnTo>
                <a:lnTo>
                  <a:pt x="772794" y="99853"/>
                </a:lnTo>
                <a:lnTo>
                  <a:pt x="772126" y="100062"/>
                </a:lnTo>
                <a:lnTo>
                  <a:pt x="771445" y="100261"/>
                </a:lnTo>
                <a:lnTo>
                  <a:pt x="770753" y="100450"/>
                </a:lnTo>
                <a:lnTo>
                  <a:pt x="770050" y="100629"/>
                </a:lnTo>
                <a:lnTo>
                  <a:pt x="769334" y="100797"/>
                </a:lnTo>
                <a:lnTo>
                  <a:pt x="768608" y="100955"/>
                </a:lnTo>
                <a:lnTo>
                  <a:pt x="767869" y="101103"/>
                </a:lnTo>
                <a:lnTo>
                  <a:pt x="767119" y="101241"/>
                </a:lnTo>
                <a:lnTo>
                  <a:pt x="766358" y="101369"/>
                </a:lnTo>
                <a:lnTo>
                  <a:pt x="765585" y="101486"/>
                </a:lnTo>
                <a:lnTo>
                  <a:pt x="764800" y="101593"/>
                </a:lnTo>
                <a:lnTo>
                  <a:pt x="764003" y="101690"/>
                </a:lnTo>
                <a:lnTo>
                  <a:pt x="763196" y="101777"/>
                </a:lnTo>
                <a:lnTo>
                  <a:pt x="762376" y="101854"/>
                </a:lnTo>
                <a:lnTo>
                  <a:pt x="761545" y="101920"/>
                </a:lnTo>
                <a:lnTo>
                  <a:pt x="760702" y="101976"/>
                </a:lnTo>
                <a:lnTo>
                  <a:pt x="759848" y="102022"/>
                </a:lnTo>
                <a:lnTo>
                  <a:pt x="758982" y="102058"/>
                </a:lnTo>
                <a:lnTo>
                  <a:pt x="758104" y="102084"/>
                </a:lnTo>
                <a:lnTo>
                  <a:pt x="757215" y="102099"/>
                </a:lnTo>
                <a:lnTo>
                  <a:pt x="756314" y="102104"/>
                </a:lnTo>
                <a:lnTo>
                  <a:pt x="754809" y="102088"/>
                </a:lnTo>
                <a:lnTo>
                  <a:pt x="753332" y="102038"/>
                </a:lnTo>
                <a:lnTo>
                  <a:pt x="751882" y="101956"/>
                </a:lnTo>
                <a:lnTo>
                  <a:pt x="750460" y="101841"/>
                </a:lnTo>
                <a:lnTo>
                  <a:pt x="749066" y="101694"/>
                </a:lnTo>
                <a:lnTo>
                  <a:pt x="747699" y="101513"/>
                </a:lnTo>
                <a:lnTo>
                  <a:pt x="746360" y="101300"/>
                </a:lnTo>
                <a:lnTo>
                  <a:pt x="745049" y="101053"/>
                </a:lnTo>
                <a:lnTo>
                  <a:pt x="743765" y="100774"/>
                </a:lnTo>
                <a:lnTo>
                  <a:pt x="742509" y="100462"/>
                </a:lnTo>
                <a:lnTo>
                  <a:pt x="741281" y="100118"/>
                </a:lnTo>
                <a:lnTo>
                  <a:pt x="740080" y="99740"/>
                </a:lnTo>
                <a:lnTo>
                  <a:pt x="738907" y="99330"/>
                </a:lnTo>
                <a:lnTo>
                  <a:pt x="737762" y="98886"/>
                </a:lnTo>
                <a:lnTo>
                  <a:pt x="736644" y="98410"/>
                </a:lnTo>
                <a:lnTo>
                  <a:pt x="735554" y="97901"/>
                </a:lnTo>
                <a:lnTo>
                  <a:pt x="734492" y="97360"/>
                </a:lnTo>
                <a:lnTo>
                  <a:pt x="733457" y="96785"/>
                </a:lnTo>
                <a:lnTo>
                  <a:pt x="732450" y="96178"/>
                </a:lnTo>
                <a:lnTo>
                  <a:pt x="731471" y="95537"/>
                </a:lnTo>
                <a:lnTo>
                  <a:pt x="730519" y="94864"/>
                </a:lnTo>
                <a:lnTo>
                  <a:pt x="729595" y="94158"/>
                </a:lnTo>
                <a:lnTo>
                  <a:pt x="728699" y="93420"/>
                </a:lnTo>
                <a:lnTo>
                  <a:pt x="727830" y="92648"/>
                </a:lnTo>
                <a:lnTo>
                  <a:pt x="726993" y="91852"/>
                </a:lnTo>
                <a:lnTo>
                  <a:pt x="726192" y="91039"/>
                </a:lnTo>
                <a:lnTo>
                  <a:pt x="725426" y="90210"/>
                </a:lnTo>
                <a:lnTo>
                  <a:pt x="724696" y="89365"/>
                </a:lnTo>
                <a:lnTo>
                  <a:pt x="724001" y="88504"/>
                </a:lnTo>
                <a:lnTo>
                  <a:pt x="723342" y="87626"/>
                </a:lnTo>
                <a:lnTo>
                  <a:pt x="722719" y="86732"/>
                </a:lnTo>
                <a:lnTo>
                  <a:pt x="722131" y="85822"/>
                </a:lnTo>
                <a:lnTo>
                  <a:pt x="721579" y="84895"/>
                </a:lnTo>
                <a:lnTo>
                  <a:pt x="721063" y="83953"/>
                </a:lnTo>
                <a:lnTo>
                  <a:pt x="720582" y="82994"/>
                </a:lnTo>
                <a:lnTo>
                  <a:pt x="720137" y="82019"/>
                </a:lnTo>
                <a:lnTo>
                  <a:pt x="719727" y="81027"/>
                </a:lnTo>
                <a:lnTo>
                  <a:pt x="719353" y="80019"/>
                </a:lnTo>
                <a:lnTo>
                  <a:pt x="719015" y="78996"/>
                </a:lnTo>
                <a:lnTo>
                  <a:pt x="718712" y="77955"/>
                </a:lnTo>
                <a:lnTo>
                  <a:pt x="718445" y="76899"/>
                </a:lnTo>
                <a:lnTo>
                  <a:pt x="718213" y="75826"/>
                </a:lnTo>
                <a:lnTo>
                  <a:pt x="718017" y="74737"/>
                </a:lnTo>
                <a:lnTo>
                  <a:pt x="717857" y="73632"/>
                </a:lnTo>
                <a:lnTo>
                  <a:pt x="717732" y="72510"/>
                </a:lnTo>
                <a:lnTo>
                  <a:pt x="717643" y="71373"/>
                </a:lnTo>
                <a:lnTo>
                  <a:pt x="717590" y="70219"/>
                </a:lnTo>
                <a:lnTo>
                  <a:pt x="717572" y="69048"/>
                </a:lnTo>
                <a:lnTo>
                  <a:pt x="717572" y="56342"/>
                </a:lnTo>
                <a:lnTo>
                  <a:pt x="717582" y="55361"/>
                </a:lnTo>
                <a:lnTo>
                  <a:pt x="717611" y="54391"/>
                </a:lnTo>
                <a:lnTo>
                  <a:pt x="717660" y="53432"/>
                </a:lnTo>
                <a:lnTo>
                  <a:pt x="717729" y="52484"/>
                </a:lnTo>
                <a:lnTo>
                  <a:pt x="717817" y="51548"/>
                </a:lnTo>
                <a:lnTo>
                  <a:pt x="717924" y="50623"/>
                </a:lnTo>
                <a:lnTo>
                  <a:pt x="718051" y="49709"/>
                </a:lnTo>
                <a:lnTo>
                  <a:pt x="718198" y="48807"/>
                </a:lnTo>
                <a:lnTo>
                  <a:pt x="718364" y="47915"/>
                </a:lnTo>
                <a:lnTo>
                  <a:pt x="718550" y="47035"/>
                </a:lnTo>
                <a:lnTo>
                  <a:pt x="718755" y="46167"/>
                </a:lnTo>
                <a:lnTo>
                  <a:pt x="718980" y="45309"/>
                </a:lnTo>
                <a:lnTo>
                  <a:pt x="719224" y="44463"/>
                </a:lnTo>
                <a:lnTo>
                  <a:pt x="719488" y="43628"/>
                </a:lnTo>
                <a:lnTo>
                  <a:pt x="719771" y="42805"/>
                </a:lnTo>
                <a:lnTo>
                  <a:pt x="720074" y="41993"/>
                </a:lnTo>
                <a:lnTo>
                  <a:pt x="720397" y="41192"/>
                </a:lnTo>
                <a:lnTo>
                  <a:pt x="720739" y="40402"/>
                </a:lnTo>
                <a:lnTo>
                  <a:pt x="721101" y="39623"/>
                </a:lnTo>
                <a:lnTo>
                  <a:pt x="721482" y="38856"/>
                </a:lnTo>
                <a:lnTo>
                  <a:pt x="721883" y="38100"/>
                </a:lnTo>
                <a:lnTo>
                  <a:pt x="722303" y="37356"/>
                </a:lnTo>
                <a:lnTo>
                  <a:pt x="722743" y="36622"/>
                </a:lnTo>
                <a:lnTo>
                  <a:pt x="723202" y="35900"/>
                </a:lnTo>
                <a:lnTo>
                  <a:pt x="723674" y="35192"/>
                </a:lnTo>
                <a:lnTo>
                  <a:pt x="724152" y="34500"/>
                </a:lnTo>
                <a:lnTo>
                  <a:pt x="724637" y="33825"/>
                </a:lnTo>
                <a:lnTo>
                  <a:pt x="725127" y="33166"/>
                </a:lnTo>
                <a:lnTo>
                  <a:pt x="725623" y="32524"/>
                </a:lnTo>
                <a:lnTo>
                  <a:pt x="726125" y="31899"/>
                </a:lnTo>
                <a:lnTo>
                  <a:pt x="726632" y="31290"/>
                </a:lnTo>
                <a:lnTo>
                  <a:pt x="727146" y="30698"/>
                </a:lnTo>
                <a:lnTo>
                  <a:pt x="727666" y="30123"/>
                </a:lnTo>
                <a:lnTo>
                  <a:pt x="728192" y="29564"/>
                </a:lnTo>
                <a:lnTo>
                  <a:pt x="728724" y="29021"/>
                </a:lnTo>
                <a:lnTo>
                  <a:pt x="729262" y="28495"/>
                </a:lnTo>
                <a:lnTo>
                  <a:pt x="729805" y="27986"/>
                </a:lnTo>
                <a:lnTo>
                  <a:pt x="730355" y="27494"/>
                </a:lnTo>
                <a:lnTo>
                  <a:pt x="730911" y="27018"/>
                </a:lnTo>
                <a:lnTo>
                  <a:pt x="731472" y="26558"/>
                </a:lnTo>
                <a:lnTo>
                  <a:pt x="732040" y="26115"/>
                </a:lnTo>
                <a:lnTo>
                  <a:pt x="732613" y="25689"/>
                </a:lnTo>
                <a:lnTo>
                  <a:pt x="733193" y="25279"/>
                </a:lnTo>
                <a:lnTo>
                  <a:pt x="733778" y="24886"/>
                </a:lnTo>
                <a:lnTo>
                  <a:pt x="734370" y="24510"/>
                </a:lnTo>
                <a:lnTo>
                  <a:pt x="734967" y="24150"/>
                </a:lnTo>
                <a:lnTo>
                  <a:pt x="735571" y="23807"/>
                </a:lnTo>
                <a:lnTo>
                  <a:pt x="736180" y="23480"/>
                </a:lnTo>
                <a:lnTo>
                  <a:pt x="736795" y="23168"/>
                </a:lnTo>
                <a:lnTo>
                  <a:pt x="737414" y="22870"/>
                </a:lnTo>
                <a:lnTo>
                  <a:pt x="738039" y="22584"/>
                </a:lnTo>
                <a:lnTo>
                  <a:pt x="738669" y="22312"/>
                </a:lnTo>
                <a:lnTo>
                  <a:pt x="739304" y="22053"/>
                </a:lnTo>
                <a:lnTo>
                  <a:pt x="739943" y="21808"/>
                </a:lnTo>
                <a:lnTo>
                  <a:pt x="740588" y="21575"/>
                </a:lnTo>
                <a:lnTo>
                  <a:pt x="741237" y="21356"/>
                </a:lnTo>
                <a:lnTo>
                  <a:pt x="741892" y="21151"/>
                </a:lnTo>
                <a:lnTo>
                  <a:pt x="742551" y="20958"/>
                </a:lnTo>
                <a:lnTo>
                  <a:pt x="743216" y="20779"/>
                </a:lnTo>
                <a:lnTo>
                  <a:pt x="743885" y="20613"/>
                </a:lnTo>
                <a:lnTo>
                  <a:pt x="744560" y="20460"/>
                </a:lnTo>
                <a:lnTo>
                  <a:pt x="745239" y="20321"/>
                </a:lnTo>
                <a:lnTo>
                  <a:pt x="745924" y="20195"/>
                </a:lnTo>
                <a:lnTo>
                  <a:pt x="746613" y="20082"/>
                </a:lnTo>
                <a:lnTo>
                  <a:pt x="747307" y="19983"/>
                </a:lnTo>
                <a:lnTo>
                  <a:pt x="748007" y="19896"/>
                </a:lnTo>
                <a:lnTo>
                  <a:pt x="748711" y="19823"/>
                </a:lnTo>
                <a:lnTo>
                  <a:pt x="749420" y="19764"/>
                </a:lnTo>
                <a:lnTo>
                  <a:pt x="750134" y="19717"/>
                </a:lnTo>
                <a:lnTo>
                  <a:pt x="750853" y="19684"/>
                </a:lnTo>
                <a:lnTo>
                  <a:pt x="751577" y="19664"/>
                </a:lnTo>
                <a:lnTo>
                  <a:pt x="752307" y="19657"/>
                </a:lnTo>
                <a:lnTo>
                  <a:pt x="752895" y="19662"/>
                </a:lnTo>
                <a:lnTo>
                  <a:pt x="753483" y="19675"/>
                </a:lnTo>
                <a:lnTo>
                  <a:pt x="754071" y="19698"/>
                </a:lnTo>
                <a:lnTo>
                  <a:pt x="754659" y="19729"/>
                </a:lnTo>
                <a:lnTo>
                  <a:pt x="755247" y="19770"/>
                </a:lnTo>
                <a:lnTo>
                  <a:pt x="755834" y="19819"/>
                </a:lnTo>
                <a:lnTo>
                  <a:pt x="756422" y="19877"/>
                </a:lnTo>
                <a:lnTo>
                  <a:pt x="757009" y="19945"/>
                </a:lnTo>
                <a:lnTo>
                  <a:pt x="757596" y="20021"/>
                </a:lnTo>
                <a:lnTo>
                  <a:pt x="758183" y="20106"/>
                </a:lnTo>
                <a:lnTo>
                  <a:pt x="758769" y="20201"/>
                </a:lnTo>
                <a:lnTo>
                  <a:pt x="759356" y="20304"/>
                </a:lnTo>
                <a:lnTo>
                  <a:pt x="759942" y="20416"/>
                </a:lnTo>
                <a:lnTo>
                  <a:pt x="760529" y="20537"/>
                </a:lnTo>
                <a:lnTo>
                  <a:pt x="761115" y="20667"/>
                </a:lnTo>
                <a:lnTo>
                  <a:pt x="761701" y="20806"/>
                </a:lnTo>
                <a:lnTo>
                  <a:pt x="762286" y="20955"/>
                </a:lnTo>
                <a:lnTo>
                  <a:pt x="762872" y="21112"/>
                </a:lnTo>
                <a:lnTo>
                  <a:pt x="763457" y="21278"/>
                </a:lnTo>
                <a:lnTo>
                  <a:pt x="764042" y="21453"/>
                </a:lnTo>
                <a:lnTo>
                  <a:pt x="764627" y="21637"/>
                </a:lnTo>
                <a:lnTo>
                  <a:pt x="765212" y="21830"/>
                </a:lnTo>
                <a:lnTo>
                  <a:pt x="765797" y="22032"/>
                </a:lnTo>
                <a:lnTo>
                  <a:pt x="766382" y="22243"/>
                </a:lnTo>
                <a:lnTo>
                  <a:pt x="766961" y="22461"/>
                </a:lnTo>
                <a:lnTo>
                  <a:pt x="767529" y="22686"/>
                </a:lnTo>
                <a:lnTo>
                  <a:pt x="768087" y="22916"/>
                </a:lnTo>
                <a:lnTo>
                  <a:pt x="768633" y="23153"/>
                </a:lnTo>
                <a:lnTo>
                  <a:pt x="769169" y="23395"/>
                </a:lnTo>
                <a:lnTo>
                  <a:pt x="769695" y="23643"/>
                </a:lnTo>
                <a:lnTo>
                  <a:pt x="770209" y="23898"/>
                </a:lnTo>
                <a:lnTo>
                  <a:pt x="770713" y="24158"/>
                </a:lnTo>
                <a:lnTo>
                  <a:pt x="771206" y="24425"/>
                </a:lnTo>
                <a:lnTo>
                  <a:pt x="771688" y="24697"/>
                </a:lnTo>
                <a:lnTo>
                  <a:pt x="772159" y="24975"/>
                </a:lnTo>
                <a:lnTo>
                  <a:pt x="772620" y="25260"/>
                </a:lnTo>
                <a:lnTo>
                  <a:pt x="773070" y="25550"/>
                </a:lnTo>
                <a:lnTo>
                  <a:pt x="773509" y="25847"/>
                </a:lnTo>
                <a:lnTo>
                  <a:pt x="773937" y="26149"/>
                </a:lnTo>
                <a:lnTo>
                  <a:pt x="774355" y="26457"/>
                </a:lnTo>
                <a:lnTo>
                  <a:pt x="774762" y="26772"/>
                </a:lnTo>
                <a:lnTo>
                  <a:pt x="775158" y="27092"/>
                </a:lnTo>
                <a:lnTo>
                  <a:pt x="775543" y="27418"/>
                </a:lnTo>
                <a:lnTo>
                  <a:pt x="775917" y="27751"/>
                </a:lnTo>
                <a:lnTo>
                  <a:pt x="776281" y="28089"/>
                </a:lnTo>
                <a:lnTo>
                  <a:pt x="776634" y="28434"/>
                </a:lnTo>
                <a:lnTo>
                  <a:pt x="776976" y="28784"/>
                </a:lnTo>
                <a:lnTo>
                  <a:pt x="777308" y="29140"/>
                </a:lnTo>
                <a:lnTo>
                  <a:pt x="777472" y="29327"/>
                </a:lnTo>
                <a:lnTo>
                  <a:pt x="777632" y="29520"/>
                </a:lnTo>
                <a:lnTo>
                  <a:pt x="777788" y="29719"/>
                </a:lnTo>
                <a:lnTo>
                  <a:pt x="777939" y="29924"/>
                </a:lnTo>
                <a:lnTo>
                  <a:pt x="778085" y="30136"/>
                </a:lnTo>
                <a:lnTo>
                  <a:pt x="778226" y="30354"/>
                </a:lnTo>
                <a:lnTo>
                  <a:pt x="778363" y="30579"/>
                </a:lnTo>
                <a:lnTo>
                  <a:pt x="778495" y="30810"/>
                </a:lnTo>
                <a:lnTo>
                  <a:pt x="778623" y="31047"/>
                </a:lnTo>
                <a:lnTo>
                  <a:pt x="778746" y="31290"/>
                </a:lnTo>
                <a:lnTo>
                  <a:pt x="778864" y="31540"/>
                </a:lnTo>
                <a:lnTo>
                  <a:pt x="778978" y="31796"/>
                </a:lnTo>
                <a:lnTo>
                  <a:pt x="779087" y="32059"/>
                </a:lnTo>
                <a:lnTo>
                  <a:pt x="779191" y="32328"/>
                </a:lnTo>
                <a:lnTo>
                  <a:pt x="779291" y="32603"/>
                </a:lnTo>
                <a:lnTo>
                  <a:pt x="779386" y="32884"/>
                </a:lnTo>
                <a:lnTo>
                  <a:pt x="779476" y="33172"/>
                </a:lnTo>
                <a:lnTo>
                  <a:pt x="779562" y="33466"/>
                </a:lnTo>
                <a:lnTo>
                  <a:pt x="779643" y="33767"/>
                </a:lnTo>
                <a:lnTo>
                  <a:pt x="779720" y="34073"/>
                </a:lnTo>
                <a:lnTo>
                  <a:pt x="779792" y="34386"/>
                </a:lnTo>
                <a:lnTo>
                  <a:pt x="779859" y="34706"/>
                </a:lnTo>
                <a:lnTo>
                  <a:pt x="779922" y="35032"/>
                </a:lnTo>
                <a:lnTo>
                  <a:pt x="779980" y="35364"/>
                </a:lnTo>
                <a:lnTo>
                  <a:pt x="780077" y="35860"/>
                </a:lnTo>
                <a:lnTo>
                  <a:pt x="780179" y="36343"/>
                </a:lnTo>
                <a:lnTo>
                  <a:pt x="780285" y="36813"/>
                </a:lnTo>
                <a:lnTo>
                  <a:pt x="780396" y="37269"/>
                </a:lnTo>
                <a:lnTo>
                  <a:pt x="780511" y="37712"/>
                </a:lnTo>
                <a:lnTo>
                  <a:pt x="780630" y="38142"/>
                </a:lnTo>
                <a:lnTo>
                  <a:pt x="780753" y="38558"/>
                </a:lnTo>
                <a:lnTo>
                  <a:pt x="780881" y="38961"/>
                </a:lnTo>
                <a:lnTo>
                  <a:pt x="781013" y="39351"/>
                </a:lnTo>
                <a:lnTo>
                  <a:pt x="781149" y="39728"/>
                </a:lnTo>
                <a:lnTo>
                  <a:pt x="781290" y="40091"/>
                </a:lnTo>
                <a:lnTo>
                  <a:pt x="781435" y="40440"/>
                </a:lnTo>
                <a:lnTo>
                  <a:pt x="781584" y="40777"/>
                </a:lnTo>
                <a:lnTo>
                  <a:pt x="781738" y="41100"/>
                </a:lnTo>
                <a:lnTo>
                  <a:pt x="781896" y="41410"/>
                </a:lnTo>
                <a:lnTo>
                  <a:pt x="782058" y="41707"/>
                </a:lnTo>
                <a:lnTo>
                  <a:pt x="782224" y="41990"/>
                </a:lnTo>
                <a:lnTo>
                  <a:pt x="782395" y="42260"/>
                </a:lnTo>
                <a:lnTo>
                  <a:pt x="782570" y="42517"/>
                </a:lnTo>
                <a:lnTo>
                  <a:pt x="782750" y="42760"/>
                </a:lnTo>
                <a:lnTo>
                  <a:pt x="782933" y="42990"/>
                </a:lnTo>
                <a:lnTo>
                  <a:pt x="783121" y="43207"/>
                </a:lnTo>
                <a:lnTo>
                  <a:pt x="783314" y="43410"/>
                </a:lnTo>
                <a:lnTo>
                  <a:pt x="783510" y="43600"/>
                </a:lnTo>
                <a:lnTo>
                  <a:pt x="783712" y="43780"/>
                </a:lnTo>
                <a:lnTo>
                  <a:pt x="783918" y="43952"/>
                </a:lnTo>
                <a:lnTo>
                  <a:pt x="784131" y="44116"/>
                </a:lnTo>
                <a:lnTo>
                  <a:pt x="784348" y="44273"/>
                </a:lnTo>
                <a:lnTo>
                  <a:pt x="784571" y="44422"/>
                </a:lnTo>
                <a:lnTo>
                  <a:pt x="784799" y="44564"/>
                </a:lnTo>
                <a:lnTo>
                  <a:pt x="785032" y="44698"/>
                </a:lnTo>
                <a:lnTo>
                  <a:pt x="785270" y="44824"/>
                </a:lnTo>
                <a:lnTo>
                  <a:pt x="785514" y="44943"/>
                </a:lnTo>
                <a:lnTo>
                  <a:pt x="785763" y="45054"/>
                </a:lnTo>
                <a:lnTo>
                  <a:pt x="786018" y="45157"/>
                </a:lnTo>
                <a:lnTo>
                  <a:pt x="786278" y="45253"/>
                </a:lnTo>
                <a:lnTo>
                  <a:pt x="786543" y="45341"/>
                </a:lnTo>
                <a:lnTo>
                  <a:pt x="786813" y="45421"/>
                </a:lnTo>
                <a:lnTo>
                  <a:pt x="787089" y="45494"/>
                </a:lnTo>
                <a:lnTo>
                  <a:pt x="787370" y="45559"/>
                </a:lnTo>
                <a:lnTo>
                  <a:pt x="787656" y="45616"/>
                </a:lnTo>
                <a:lnTo>
                  <a:pt x="787948" y="45666"/>
                </a:lnTo>
                <a:lnTo>
                  <a:pt x="788244" y="45708"/>
                </a:lnTo>
                <a:lnTo>
                  <a:pt x="788547" y="45742"/>
                </a:lnTo>
                <a:lnTo>
                  <a:pt x="788854" y="45769"/>
                </a:lnTo>
                <a:lnTo>
                  <a:pt x="789167" y="45788"/>
                </a:lnTo>
                <a:lnTo>
                  <a:pt x="789485" y="45800"/>
                </a:lnTo>
                <a:lnTo>
                  <a:pt x="789808" y="45804"/>
                </a:lnTo>
                <a:lnTo>
                  <a:pt x="790163" y="45798"/>
                </a:lnTo>
                <a:lnTo>
                  <a:pt x="790513" y="45783"/>
                </a:lnTo>
                <a:lnTo>
                  <a:pt x="790857" y="45757"/>
                </a:lnTo>
                <a:lnTo>
                  <a:pt x="791196" y="45720"/>
                </a:lnTo>
                <a:lnTo>
                  <a:pt x="791529" y="45673"/>
                </a:lnTo>
                <a:lnTo>
                  <a:pt x="791857" y="45615"/>
                </a:lnTo>
                <a:lnTo>
                  <a:pt x="792179" y="45547"/>
                </a:lnTo>
                <a:lnTo>
                  <a:pt x="792496" y="45469"/>
                </a:lnTo>
                <a:lnTo>
                  <a:pt x="792807" y="45380"/>
                </a:lnTo>
                <a:lnTo>
                  <a:pt x="793113" y="45281"/>
                </a:lnTo>
                <a:lnTo>
                  <a:pt x="793414" y="45171"/>
                </a:lnTo>
                <a:lnTo>
                  <a:pt x="793709" y="45051"/>
                </a:lnTo>
                <a:lnTo>
                  <a:pt x="793998" y="44920"/>
                </a:lnTo>
                <a:lnTo>
                  <a:pt x="794282" y="44779"/>
                </a:lnTo>
                <a:lnTo>
                  <a:pt x="794561" y="44627"/>
                </a:lnTo>
                <a:lnTo>
                  <a:pt x="794834" y="44465"/>
                </a:lnTo>
                <a:lnTo>
                  <a:pt x="795102" y="44292"/>
                </a:lnTo>
                <a:lnTo>
                  <a:pt x="795364" y="44109"/>
                </a:lnTo>
                <a:lnTo>
                  <a:pt x="795620" y="43916"/>
                </a:lnTo>
                <a:lnTo>
                  <a:pt x="795872" y="43712"/>
                </a:lnTo>
                <a:lnTo>
                  <a:pt x="796117" y="43498"/>
                </a:lnTo>
                <a:lnTo>
                  <a:pt x="796358" y="43273"/>
                </a:lnTo>
                <a:lnTo>
                  <a:pt x="796593" y="43038"/>
                </a:lnTo>
                <a:lnTo>
                  <a:pt x="796822" y="42792"/>
                </a:lnTo>
                <a:lnTo>
                  <a:pt x="797044" y="42534"/>
                </a:lnTo>
                <a:lnTo>
                  <a:pt x="797256" y="42261"/>
                </a:lnTo>
                <a:lnTo>
                  <a:pt x="797459" y="41975"/>
                </a:lnTo>
                <a:lnTo>
                  <a:pt x="797653" y="41674"/>
                </a:lnTo>
                <a:lnTo>
                  <a:pt x="797837" y="41359"/>
                </a:lnTo>
                <a:lnTo>
                  <a:pt x="798012" y="41031"/>
                </a:lnTo>
                <a:lnTo>
                  <a:pt x="798177" y="40688"/>
                </a:lnTo>
                <a:lnTo>
                  <a:pt x="798333" y="40331"/>
                </a:lnTo>
                <a:lnTo>
                  <a:pt x="798479" y="39960"/>
                </a:lnTo>
                <a:lnTo>
                  <a:pt x="798616" y="39574"/>
                </a:lnTo>
                <a:lnTo>
                  <a:pt x="798744" y="39175"/>
                </a:lnTo>
                <a:lnTo>
                  <a:pt x="798862" y="38762"/>
                </a:lnTo>
                <a:lnTo>
                  <a:pt x="798970" y="38334"/>
                </a:lnTo>
                <a:lnTo>
                  <a:pt x="799069" y="37892"/>
                </a:lnTo>
                <a:lnTo>
                  <a:pt x="799159" y="37437"/>
                </a:lnTo>
                <a:lnTo>
                  <a:pt x="799239" y="36967"/>
                </a:lnTo>
                <a:lnTo>
                  <a:pt x="799310" y="36483"/>
                </a:lnTo>
                <a:lnTo>
                  <a:pt x="799372" y="35985"/>
                </a:lnTo>
                <a:lnTo>
                  <a:pt x="799424" y="35473"/>
                </a:lnTo>
                <a:lnTo>
                  <a:pt x="799466" y="34947"/>
                </a:lnTo>
                <a:lnTo>
                  <a:pt x="799499" y="34406"/>
                </a:lnTo>
                <a:lnTo>
                  <a:pt x="799523" y="33852"/>
                </a:lnTo>
                <a:lnTo>
                  <a:pt x="799537" y="33283"/>
                </a:lnTo>
                <a:lnTo>
                  <a:pt x="799542" y="32701"/>
                </a:lnTo>
                <a:lnTo>
                  <a:pt x="799542" y="16061"/>
                </a:lnTo>
                <a:lnTo>
                  <a:pt x="799537" y="15478"/>
                </a:lnTo>
                <a:lnTo>
                  <a:pt x="799523" y="14910"/>
                </a:lnTo>
                <a:lnTo>
                  <a:pt x="799499" y="14356"/>
                </a:lnTo>
                <a:lnTo>
                  <a:pt x="799466" y="13816"/>
                </a:lnTo>
                <a:lnTo>
                  <a:pt x="799424" y="13290"/>
                </a:lnTo>
                <a:lnTo>
                  <a:pt x="799372" y="12779"/>
                </a:lnTo>
                <a:lnTo>
                  <a:pt x="799310" y="12282"/>
                </a:lnTo>
                <a:lnTo>
                  <a:pt x="799239" y="11799"/>
                </a:lnTo>
                <a:lnTo>
                  <a:pt x="799159" y="11330"/>
                </a:lnTo>
                <a:lnTo>
                  <a:pt x="799069" y="10876"/>
                </a:lnTo>
                <a:lnTo>
                  <a:pt x="798970" y="10436"/>
                </a:lnTo>
                <a:lnTo>
                  <a:pt x="798862" y="10011"/>
                </a:lnTo>
                <a:lnTo>
                  <a:pt x="798744" y="9599"/>
                </a:lnTo>
                <a:lnTo>
                  <a:pt x="798616" y="9202"/>
                </a:lnTo>
                <a:lnTo>
                  <a:pt x="798479" y="8819"/>
                </a:lnTo>
                <a:lnTo>
                  <a:pt x="798333" y="8451"/>
                </a:lnTo>
                <a:lnTo>
                  <a:pt x="798177" y="8097"/>
                </a:lnTo>
                <a:lnTo>
                  <a:pt x="798012" y="7757"/>
                </a:lnTo>
                <a:lnTo>
                  <a:pt x="797837" y="7431"/>
                </a:lnTo>
                <a:lnTo>
                  <a:pt x="797653" y="7120"/>
                </a:lnTo>
                <a:lnTo>
                  <a:pt x="797459" y="6823"/>
                </a:lnTo>
                <a:lnTo>
                  <a:pt x="797256" y="6540"/>
                </a:lnTo>
                <a:lnTo>
                  <a:pt x="797044" y="6272"/>
                </a:lnTo>
                <a:lnTo>
                  <a:pt x="796822" y="6018"/>
                </a:lnTo>
                <a:lnTo>
                  <a:pt x="796593" y="5776"/>
                </a:lnTo>
                <a:lnTo>
                  <a:pt x="796358" y="5544"/>
                </a:lnTo>
                <a:lnTo>
                  <a:pt x="796117" y="5323"/>
                </a:lnTo>
                <a:lnTo>
                  <a:pt x="795872" y="5112"/>
                </a:lnTo>
                <a:lnTo>
                  <a:pt x="795620" y="4911"/>
                </a:lnTo>
                <a:lnTo>
                  <a:pt x="795364" y="4721"/>
                </a:lnTo>
                <a:lnTo>
                  <a:pt x="795102" y="4541"/>
                </a:lnTo>
                <a:lnTo>
                  <a:pt x="794834" y="4371"/>
                </a:lnTo>
                <a:lnTo>
                  <a:pt x="794561" y="4211"/>
                </a:lnTo>
                <a:lnTo>
                  <a:pt x="794282" y="4062"/>
                </a:lnTo>
                <a:lnTo>
                  <a:pt x="793998" y="3923"/>
                </a:lnTo>
                <a:lnTo>
                  <a:pt x="793709" y="3795"/>
                </a:lnTo>
                <a:lnTo>
                  <a:pt x="793414" y="3676"/>
                </a:lnTo>
                <a:lnTo>
                  <a:pt x="793113" y="3568"/>
                </a:lnTo>
                <a:lnTo>
                  <a:pt x="792807" y="3470"/>
                </a:lnTo>
                <a:lnTo>
                  <a:pt x="792496" y="3383"/>
                </a:lnTo>
                <a:lnTo>
                  <a:pt x="792179" y="3306"/>
                </a:lnTo>
                <a:lnTo>
                  <a:pt x="791857" y="3239"/>
                </a:lnTo>
                <a:lnTo>
                  <a:pt x="791529" y="3182"/>
                </a:lnTo>
                <a:lnTo>
                  <a:pt x="791196" y="3136"/>
                </a:lnTo>
                <a:lnTo>
                  <a:pt x="790857" y="3100"/>
                </a:lnTo>
                <a:lnTo>
                  <a:pt x="790513" y="3074"/>
                </a:lnTo>
                <a:lnTo>
                  <a:pt x="790163" y="3059"/>
                </a:lnTo>
                <a:lnTo>
                  <a:pt x="789808" y="3054"/>
                </a:lnTo>
                <a:lnTo>
                  <a:pt x="789602" y="3056"/>
                </a:lnTo>
                <a:lnTo>
                  <a:pt x="789397" y="3062"/>
                </a:lnTo>
                <a:lnTo>
                  <a:pt x="789193" y="3073"/>
                </a:lnTo>
                <a:lnTo>
                  <a:pt x="788991" y="3088"/>
                </a:lnTo>
                <a:lnTo>
                  <a:pt x="788789" y="3107"/>
                </a:lnTo>
                <a:lnTo>
                  <a:pt x="788589" y="3131"/>
                </a:lnTo>
                <a:lnTo>
                  <a:pt x="788389" y="3159"/>
                </a:lnTo>
                <a:lnTo>
                  <a:pt x="788191" y="3191"/>
                </a:lnTo>
                <a:lnTo>
                  <a:pt x="787994" y="3228"/>
                </a:lnTo>
                <a:lnTo>
                  <a:pt x="787799" y="3269"/>
                </a:lnTo>
                <a:lnTo>
                  <a:pt x="787604" y="3314"/>
                </a:lnTo>
                <a:lnTo>
                  <a:pt x="787411" y="3364"/>
                </a:lnTo>
                <a:lnTo>
                  <a:pt x="787219" y="3418"/>
                </a:lnTo>
                <a:lnTo>
                  <a:pt x="787027" y="3476"/>
                </a:lnTo>
                <a:lnTo>
                  <a:pt x="786837" y="3538"/>
                </a:lnTo>
                <a:lnTo>
                  <a:pt x="786649" y="3605"/>
                </a:lnTo>
                <a:lnTo>
                  <a:pt x="786461" y="3676"/>
                </a:lnTo>
                <a:lnTo>
                  <a:pt x="786275" y="3751"/>
                </a:lnTo>
                <a:lnTo>
                  <a:pt x="786089" y="3831"/>
                </a:lnTo>
                <a:lnTo>
                  <a:pt x="785905" y="3915"/>
                </a:lnTo>
                <a:lnTo>
                  <a:pt x="785722" y="4003"/>
                </a:lnTo>
                <a:lnTo>
                  <a:pt x="785540" y="4096"/>
                </a:lnTo>
                <a:lnTo>
                  <a:pt x="785360" y="4193"/>
                </a:lnTo>
                <a:lnTo>
                  <a:pt x="785180" y="4294"/>
                </a:lnTo>
                <a:lnTo>
                  <a:pt x="785002" y="4400"/>
                </a:lnTo>
                <a:lnTo>
                  <a:pt x="784825" y="4509"/>
                </a:lnTo>
                <a:lnTo>
                  <a:pt x="784649" y="4624"/>
                </a:lnTo>
                <a:lnTo>
                  <a:pt x="784474" y="4742"/>
                </a:lnTo>
                <a:lnTo>
                  <a:pt x="784300" y="4865"/>
                </a:lnTo>
                <a:lnTo>
                  <a:pt x="784128" y="4992"/>
                </a:lnTo>
                <a:lnTo>
                  <a:pt x="783956" y="5123"/>
                </a:lnTo>
                <a:lnTo>
                  <a:pt x="783786" y="5259"/>
                </a:lnTo>
                <a:lnTo>
                  <a:pt x="783617" y="5399"/>
                </a:lnTo>
                <a:lnTo>
                  <a:pt x="783449" y="5543"/>
                </a:lnTo>
                <a:lnTo>
                  <a:pt x="783282" y="5692"/>
                </a:lnTo>
                <a:lnTo>
                  <a:pt x="783117" y="5845"/>
                </a:lnTo>
                <a:lnTo>
                  <a:pt x="782952" y="6002"/>
                </a:lnTo>
                <a:lnTo>
                  <a:pt x="782789" y="6163"/>
                </a:lnTo>
                <a:lnTo>
                  <a:pt x="782627" y="6329"/>
                </a:lnTo>
                <a:lnTo>
                  <a:pt x="782466" y="6499"/>
                </a:lnTo>
                <a:lnTo>
                  <a:pt x="782306" y="6674"/>
                </a:lnTo>
                <a:lnTo>
                  <a:pt x="782148" y="6853"/>
                </a:lnTo>
                <a:lnTo>
                  <a:pt x="781990" y="7036"/>
                </a:lnTo>
                <a:lnTo>
                  <a:pt x="781834" y="7223"/>
                </a:lnTo>
                <a:lnTo>
                  <a:pt x="781679" y="7415"/>
                </a:lnTo>
                <a:lnTo>
                  <a:pt x="781525" y="7611"/>
                </a:lnTo>
                <a:lnTo>
                  <a:pt x="781372" y="7811"/>
                </a:lnTo>
                <a:lnTo>
                  <a:pt x="781220" y="8016"/>
                </a:lnTo>
                <a:lnTo>
                  <a:pt x="780686" y="7681"/>
                </a:lnTo>
                <a:lnTo>
                  <a:pt x="780148" y="7354"/>
                </a:lnTo>
                <a:lnTo>
                  <a:pt x="779606" y="7034"/>
                </a:lnTo>
                <a:lnTo>
                  <a:pt x="779061" y="6721"/>
                </a:lnTo>
                <a:close/>
                <a:moveTo>
                  <a:pt x="958906" y="115186"/>
                </a:moveTo>
                <a:lnTo>
                  <a:pt x="959517" y="115482"/>
                </a:lnTo>
                <a:lnTo>
                  <a:pt x="960130" y="115770"/>
                </a:lnTo>
                <a:lnTo>
                  <a:pt x="960744" y="116052"/>
                </a:lnTo>
                <a:lnTo>
                  <a:pt x="961359" y="116327"/>
                </a:lnTo>
                <a:lnTo>
                  <a:pt x="961976" y="116596"/>
                </a:lnTo>
                <a:lnTo>
                  <a:pt x="962595" y="116857"/>
                </a:lnTo>
                <a:lnTo>
                  <a:pt x="963215" y="117112"/>
                </a:lnTo>
                <a:lnTo>
                  <a:pt x="963836" y="117360"/>
                </a:lnTo>
                <a:lnTo>
                  <a:pt x="964459" y="117601"/>
                </a:lnTo>
                <a:lnTo>
                  <a:pt x="965084" y="117835"/>
                </a:lnTo>
                <a:lnTo>
                  <a:pt x="965710" y="118063"/>
                </a:lnTo>
                <a:lnTo>
                  <a:pt x="966337" y="118284"/>
                </a:lnTo>
                <a:lnTo>
                  <a:pt x="966966" y="118498"/>
                </a:lnTo>
                <a:lnTo>
                  <a:pt x="967597" y="118705"/>
                </a:lnTo>
                <a:lnTo>
                  <a:pt x="968229" y="118905"/>
                </a:lnTo>
                <a:lnTo>
                  <a:pt x="968862" y="119099"/>
                </a:lnTo>
                <a:lnTo>
                  <a:pt x="969497" y="119286"/>
                </a:lnTo>
                <a:lnTo>
                  <a:pt x="970133" y="119466"/>
                </a:lnTo>
                <a:lnTo>
                  <a:pt x="970771" y="119639"/>
                </a:lnTo>
                <a:lnTo>
                  <a:pt x="971411" y="119805"/>
                </a:lnTo>
                <a:lnTo>
                  <a:pt x="972051" y="119965"/>
                </a:lnTo>
                <a:lnTo>
                  <a:pt x="972694" y="120118"/>
                </a:lnTo>
                <a:lnTo>
                  <a:pt x="973338" y="120264"/>
                </a:lnTo>
                <a:lnTo>
                  <a:pt x="973983" y="120403"/>
                </a:lnTo>
                <a:lnTo>
                  <a:pt x="974630" y="120535"/>
                </a:lnTo>
                <a:lnTo>
                  <a:pt x="975278" y="120661"/>
                </a:lnTo>
                <a:lnTo>
                  <a:pt x="975928" y="120780"/>
                </a:lnTo>
                <a:lnTo>
                  <a:pt x="976579" y="120892"/>
                </a:lnTo>
                <a:lnTo>
                  <a:pt x="977232" y="120997"/>
                </a:lnTo>
                <a:lnTo>
                  <a:pt x="977887" y="121096"/>
                </a:lnTo>
                <a:lnTo>
                  <a:pt x="978542" y="121187"/>
                </a:lnTo>
                <a:lnTo>
                  <a:pt x="979200" y="121272"/>
                </a:lnTo>
                <a:lnTo>
                  <a:pt x="979858" y="121350"/>
                </a:lnTo>
                <a:lnTo>
                  <a:pt x="980519" y="121422"/>
                </a:lnTo>
                <a:lnTo>
                  <a:pt x="981180" y="121486"/>
                </a:lnTo>
                <a:lnTo>
                  <a:pt x="981844" y="121544"/>
                </a:lnTo>
                <a:lnTo>
                  <a:pt x="982508" y="121595"/>
                </a:lnTo>
                <a:lnTo>
                  <a:pt x="983175" y="121639"/>
                </a:lnTo>
                <a:lnTo>
                  <a:pt x="983842" y="121676"/>
                </a:lnTo>
                <a:lnTo>
                  <a:pt x="984512" y="121707"/>
                </a:lnTo>
                <a:lnTo>
                  <a:pt x="985182" y="121731"/>
                </a:lnTo>
                <a:lnTo>
                  <a:pt x="985854" y="121748"/>
                </a:lnTo>
                <a:lnTo>
                  <a:pt x="986528" y="121758"/>
                </a:lnTo>
                <a:lnTo>
                  <a:pt x="987203" y="121761"/>
                </a:lnTo>
                <a:lnTo>
                  <a:pt x="988940" y="121741"/>
                </a:lnTo>
                <a:lnTo>
                  <a:pt x="990650" y="121682"/>
                </a:lnTo>
                <a:lnTo>
                  <a:pt x="992335" y="121582"/>
                </a:lnTo>
                <a:lnTo>
                  <a:pt x="993994" y="121442"/>
                </a:lnTo>
                <a:lnTo>
                  <a:pt x="995627" y="121263"/>
                </a:lnTo>
                <a:lnTo>
                  <a:pt x="997235" y="121044"/>
                </a:lnTo>
                <a:lnTo>
                  <a:pt x="998816" y="120785"/>
                </a:lnTo>
                <a:lnTo>
                  <a:pt x="1000372" y="120486"/>
                </a:lnTo>
                <a:lnTo>
                  <a:pt x="1001902" y="120147"/>
                </a:lnTo>
                <a:lnTo>
                  <a:pt x="1003406" y="119769"/>
                </a:lnTo>
                <a:lnTo>
                  <a:pt x="1004884" y="119350"/>
                </a:lnTo>
                <a:lnTo>
                  <a:pt x="1006336" y="118892"/>
                </a:lnTo>
                <a:lnTo>
                  <a:pt x="1007762" y="118394"/>
                </a:lnTo>
                <a:lnTo>
                  <a:pt x="1009163" y="117856"/>
                </a:lnTo>
                <a:lnTo>
                  <a:pt x="1010538" y="117278"/>
                </a:lnTo>
                <a:lnTo>
                  <a:pt x="1011886" y="116660"/>
                </a:lnTo>
                <a:lnTo>
                  <a:pt x="1013209" y="116003"/>
                </a:lnTo>
                <a:lnTo>
                  <a:pt x="1014507" y="115305"/>
                </a:lnTo>
                <a:lnTo>
                  <a:pt x="1015778" y="114568"/>
                </a:lnTo>
                <a:lnTo>
                  <a:pt x="1017023" y="113791"/>
                </a:lnTo>
                <a:lnTo>
                  <a:pt x="1018243" y="112974"/>
                </a:lnTo>
                <a:lnTo>
                  <a:pt x="1019437" y="112117"/>
                </a:lnTo>
                <a:lnTo>
                  <a:pt x="1020605" y="111220"/>
                </a:lnTo>
                <a:lnTo>
                  <a:pt x="1021747" y="110284"/>
                </a:lnTo>
                <a:lnTo>
                  <a:pt x="1022580" y="109548"/>
                </a:lnTo>
                <a:lnTo>
                  <a:pt x="1023378" y="108793"/>
                </a:lnTo>
                <a:lnTo>
                  <a:pt x="1024140" y="108017"/>
                </a:lnTo>
                <a:lnTo>
                  <a:pt x="1024867" y="107221"/>
                </a:lnTo>
                <a:lnTo>
                  <a:pt x="1025558" y="106405"/>
                </a:lnTo>
                <a:lnTo>
                  <a:pt x="1026214" y="105568"/>
                </a:lnTo>
                <a:lnTo>
                  <a:pt x="1026834" y="104711"/>
                </a:lnTo>
                <a:lnTo>
                  <a:pt x="1027419" y="103834"/>
                </a:lnTo>
                <a:lnTo>
                  <a:pt x="1027969" y="102937"/>
                </a:lnTo>
                <a:lnTo>
                  <a:pt x="1028483" y="102019"/>
                </a:lnTo>
                <a:lnTo>
                  <a:pt x="1028962" y="101081"/>
                </a:lnTo>
                <a:lnTo>
                  <a:pt x="1029405" y="100123"/>
                </a:lnTo>
                <a:lnTo>
                  <a:pt x="1029812" y="99145"/>
                </a:lnTo>
                <a:lnTo>
                  <a:pt x="1030185" y="98146"/>
                </a:lnTo>
                <a:lnTo>
                  <a:pt x="1030521" y="97127"/>
                </a:lnTo>
                <a:lnTo>
                  <a:pt x="1030823" y="96088"/>
                </a:lnTo>
                <a:lnTo>
                  <a:pt x="1031089" y="95028"/>
                </a:lnTo>
                <a:lnTo>
                  <a:pt x="1031319" y="93949"/>
                </a:lnTo>
                <a:lnTo>
                  <a:pt x="1031514" y="92849"/>
                </a:lnTo>
                <a:lnTo>
                  <a:pt x="1031674" y="91728"/>
                </a:lnTo>
                <a:lnTo>
                  <a:pt x="1031798" y="90588"/>
                </a:lnTo>
                <a:lnTo>
                  <a:pt x="1031886" y="89427"/>
                </a:lnTo>
                <a:lnTo>
                  <a:pt x="1031940" y="88246"/>
                </a:lnTo>
                <a:lnTo>
                  <a:pt x="1031957" y="87045"/>
                </a:lnTo>
                <a:lnTo>
                  <a:pt x="1031948" y="86181"/>
                </a:lnTo>
                <a:lnTo>
                  <a:pt x="1031920" y="85327"/>
                </a:lnTo>
                <a:lnTo>
                  <a:pt x="1031874" y="84483"/>
                </a:lnTo>
                <a:lnTo>
                  <a:pt x="1031809" y="83649"/>
                </a:lnTo>
                <a:lnTo>
                  <a:pt x="1031725" y="82826"/>
                </a:lnTo>
                <a:lnTo>
                  <a:pt x="1031623" y="82012"/>
                </a:lnTo>
                <a:lnTo>
                  <a:pt x="1031503" y="81208"/>
                </a:lnTo>
                <a:lnTo>
                  <a:pt x="1031364" y="80413"/>
                </a:lnTo>
                <a:lnTo>
                  <a:pt x="1031206" y="79629"/>
                </a:lnTo>
                <a:lnTo>
                  <a:pt x="1031030" y="78855"/>
                </a:lnTo>
                <a:lnTo>
                  <a:pt x="1030835" y="78091"/>
                </a:lnTo>
                <a:lnTo>
                  <a:pt x="1030621" y="77337"/>
                </a:lnTo>
                <a:lnTo>
                  <a:pt x="1030389" y="76593"/>
                </a:lnTo>
                <a:lnTo>
                  <a:pt x="1030139" y="75858"/>
                </a:lnTo>
                <a:lnTo>
                  <a:pt x="1029870" y="75134"/>
                </a:lnTo>
                <a:lnTo>
                  <a:pt x="1029582" y="74420"/>
                </a:lnTo>
                <a:lnTo>
                  <a:pt x="1029276" y="73715"/>
                </a:lnTo>
                <a:lnTo>
                  <a:pt x="1028951" y="73021"/>
                </a:lnTo>
                <a:lnTo>
                  <a:pt x="1028608" y="72336"/>
                </a:lnTo>
                <a:lnTo>
                  <a:pt x="1028246" y="71662"/>
                </a:lnTo>
                <a:lnTo>
                  <a:pt x="1027866" y="70997"/>
                </a:lnTo>
                <a:lnTo>
                  <a:pt x="1027467" y="70343"/>
                </a:lnTo>
                <a:lnTo>
                  <a:pt x="1027050" y="69698"/>
                </a:lnTo>
                <a:lnTo>
                  <a:pt x="1026613" y="69063"/>
                </a:lnTo>
                <a:lnTo>
                  <a:pt x="1026163" y="68441"/>
                </a:lnTo>
                <a:lnTo>
                  <a:pt x="1025704" y="67832"/>
                </a:lnTo>
                <a:lnTo>
                  <a:pt x="1025235" y="67237"/>
                </a:lnTo>
                <a:lnTo>
                  <a:pt x="1024757" y="66656"/>
                </a:lnTo>
                <a:lnTo>
                  <a:pt x="1024269" y="66089"/>
                </a:lnTo>
                <a:lnTo>
                  <a:pt x="1023772" y="65536"/>
                </a:lnTo>
                <a:lnTo>
                  <a:pt x="1023265" y="64997"/>
                </a:lnTo>
                <a:lnTo>
                  <a:pt x="1022749" y="64472"/>
                </a:lnTo>
                <a:lnTo>
                  <a:pt x="1022223" y="63961"/>
                </a:lnTo>
                <a:lnTo>
                  <a:pt x="1021688" y="63464"/>
                </a:lnTo>
                <a:lnTo>
                  <a:pt x="1021144" y="62981"/>
                </a:lnTo>
                <a:lnTo>
                  <a:pt x="1020590" y="62512"/>
                </a:lnTo>
                <a:lnTo>
                  <a:pt x="1020026" y="62057"/>
                </a:lnTo>
                <a:lnTo>
                  <a:pt x="1019454" y="61615"/>
                </a:lnTo>
                <a:lnTo>
                  <a:pt x="1018871" y="61188"/>
                </a:lnTo>
                <a:lnTo>
                  <a:pt x="1018280" y="60775"/>
                </a:lnTo>
                <a:lnTo>
                  <a:pt x="1017679" y="60375"/>
                </a:lnTo>
                <a:lnTo>
                  <a:pt x="1017068" y="59990"/>
                </a:lnTo>
                <a:lnTo>
                  <a:pt x="1016448" y="59618"/>
                </a:lnTo>
                <a:lnTo>
                  <a:pt x="1015819" y="59261"/>
                </a:lnTo>
                <a:lnTo>
                  <a:pt x="1015180" y="58917"/>
                </a:lnTo>
                <a:lnTo>
                  <a:pt x="1014531" y="58588"/>
                </a:lnTo>
                <a:lnTo>
                  <a:pt x="1013874" y="58272"/>
                </a:lnTo>
                <a:lnTo>
                  <a:pt x="1013206" y="57970"/>
                </a:lnTo>
                <a:lnTo>
                  <a:pt x="1012522" y="57676"/>
                </a:lnTo>
                <a:lnTo>
                  <a:pt x="1011814" y="57384"/>
                </a:lnTo>
                <a:lnTo>
                  <a:pt x="1011082" y="57094"/>
                </a:lnTo>
                <a:lnTo>
                  <a:pt x="1010325" y="56806"/>
                </a:lnTo>
                <a:lnTo>
                  <a:pt x="1009544" y="56520"/>
                </a:lnTo>
                <a:lnTo>
                  <a:pt x="1008739" y="56237"/>
                </a:lnTo>
                <a:lnTo>
                  <a:pt x="1007910" y="55955"/>
                </a:lnTo>
                <a:lnTo>
                  <a:pt x="1007057" y="55675"/>
                </a:lnTo>
                <a:lnTo>
                  <a:pt x="1006179" y="55397"/>
                </a:lnTo>
                <a:lnTo>
                  <a:pt x="1005278" y="55121"/>
                </a:lnTo>
                <a:lnTo>
                  <a:pt x="1004352" y="54847"/>
                </a:lnTo>
                <a:lnTo>
                  <a:pt x="1003402" y="54575"/>
                </a:lnTo>
                <a:lnTo>
                  <a:pt x="1002427" y="54305"/>
                </a:lnTo>
                <a:lnTo>
                  <a:pt x="1001429" y="54037"/>
                </a:lnTo>
                <a:lnTo>
                  <a:pt x="1000406" y="53772"/>
                </a:lnTo>
                <a:lnTo>
                  <a:pt x="999359" y="53508"/>
                </a:lnTo>
                <a:lnTo>
                  <a:pt x="998288" y="53246"/>
                </a:lnTo>
                <a:lnTo>
                  <a:pt x="997193" y="52986"/>
                </a:lnTo>
                <a:lnTo>
                  <a:pt x="996074" y="52728"/>
                </a:lnTo>
                <a:lnTo>
                  <a:pt x="994930" y="52473"/>
                </a:lnTo>
                <a:lnTo>
                  <a:pt x="993762" y="52219"/>
                </a:lnTo>
                <a:lnTo>
                  <a:pt x="992570" y="51967"/>
                </a:lnTo>
                <a:lnTo>
                  <a:pt x="991354" y="51717"/>
                </a:lnTo>
                <a:lnTo>
                  <a:pt x="990114" y="51469"/>
                </a:lnTo>
                <a:lnTo>
                  <a:pt x="988882" y="51226"/>
                </a:lnTo>
                <a:lnTo>
                  <a:pt x="987691" y="50987"/>
                </a:lnTo>
                <a:lnTo>
                  <a:pt x="986541" y="50755"/>
                </a:lnTo>
                <a:lnTo>
                  <a:pt x="985431" y="50528"/>
                </a:lnTo>
                <a:lnTo>
                  <a:pt x="984363" y="50306"/>
                </a:lnTo>
                <a:lnTo>
                  <a:pt x="983336" y="50090"/>
                </a:lnTo>
                <a:lnTo>
                  <a:pt x="982349" y="49880"/>
                </a:lnTo>
                <a:lnTo>
                  <a:pt x="981404" y="49676"/>
                </a:lnTo>
                <a:lnTo>
                  <a:pt x="980499" y="49477"/>
                </a:lnTo>
                <a:lnTo>
                  <a:pt x="979635" y="49284"/>
                </a:lnTo>
                <a:lnTo>
                  <a:pt x="978813" y="49096"/>
                </a:lnTo>
                <a:lnTo>
                  <a:pt x="978031" y="48915"/>
                </a:lnTo>
                <a:lnTo>
                  <a:pt x="977290" y="48738"/>
                </a:lnTo>
                <a:lnTo>
                  <a:pt x="976590" y="48568"/>
                </a:lnTo>
                <a:lnTo>
                  <a:pt x="975931" y="48403"/>
                </a:lnTo>
                <a:lnTo>
                  <a:pt x="975312" y="48244"/>
                </a:lnTo>
                <a:lnTo>
                  <a:pt x="974735" y="48090"/>
                </a:lnTo>
                <a:lnTo>
                  <a:pt x="974199" y="47942"/>
                </a:lnTo>
                <a:lnTo>
                  <a:pt x="973703" y="47800"/>
                </a:lnTo>
                <a:lnTo>
                  <a:pt x="973249" y="47663"/>
                </a:lnTo>
                <a:lnTo>
                  <a:pt x="972835" y="47532"/>
                </a:lnTo>
                <a:lnTo>
                  <a:pt x="972463" y="47406"/>
                </a:lnTo>
                <a:lnTo>
                  <a:pt x="972131" y="47287"/>
                </a:lnTo>
                <a:lnTo>
                  <a:pt x="971840" y="47172"/>
                </a:lnTo>
                <a:lnTo>
                  <a:pt x="971438" y="47011"/>
                </a:lnTo>
                <a:lnTo>
                  <a:pt x="971045" y="46844"/>
                </a:lnTo>
                <a:lnTo>
                  <a:pt x="970660" y="46671"/>
                </a:lnTo>
                <a:lnTo>
                  <a:pt x="970283" y="46494"/>
                </a:lnTo>
                <a:lnTo>
                  <a:pt x="969914" y="46312"/>
                </a:lnTo>
                <a:lnTo>
                  <a:pt x="969553" y="46124"/>
                </a:lnTo>
                <a:lnTo>
                  <a:pt x="969200" y="45932"/>
                </a:lnTo>
                <a:lnTo>
                  <a:pt x="968855" y="45734"/>
                </a:lnTo>
                <a:lnTo>
                  <a:pt x="968519" y="45531"/>
                </a:lnTo>
                <a:lnTo>
                  <a:pt x="968190" y="45323"/>
                </a:lnTo>
                <a:lnTo>
                  <a:pt x="967870" y="45109"/>
                </a:lnTo>
                <a:lnTo>
                  <a:pt x="967558" y="44891"/>
                </a:lnTo>
                <a:lnTo>
                  <a:pt x="967254" y="44668"/>
                </a:lnTo>
                <a:lnTo>
                  <a:pt x="966958" y="44439"/>
                </a:lnTo>
                <a:lnTo>
                  <a:pt x="966670" y="44205"/>
                </a:lnTo>
                <a:lnTo>
                  <a:pt x="966390" y="43966"/>
                </a:lnTo>
                <a:lnTo>
                  <a:pt x="966119" y="43722"/>
                </a:lnTo>
                <a:lnTo>
                  <a:pt x="965855" y="43473"/>
                </a:lnTo>
                <a:lnTo>
                  <a:pt x="965600" y="43219"/>
                </a:lnTo>
                <a:lnTo>
                  <a:pt x="965352" y="42959"/>
                </a:lnTo>
                <a:lnTo>
                  <a:pt x="965113" y="42695"/>
                </a:lnTo>
                <a:lnTo>
                  <a:pt x="964882" y="42425"/>
                </a:lnTo>
                <a:lnTo>
                  <a:pt x="964659" y="42150"/>
                </a:lnTo>
                <a:lnTo>
                  <a:pt x="964445" y="41870"/>
                </a:lnTo>
                <a:lnTo>
                  <a:pt x="964238" y="41587"/>
                </a:lnTo>
                <a:lnTo>
                  <a:pt x="964041" y="41304"/>
                </a:lnTo>
                <a:lnTo>
                  <a:pt x="963852" y="41019"/>
                </a:lnTo>
                <a:lnTo>
                  <a:pt x="963672" y="40733"/>
                </a:lnTo>
                <a:lnTo>
                  <a:pt x="963501" y="40447"/>
                </a:lnTo>
                <a:lnTo>
                  <a:pt x="963338" y="40160"/>
                </a:lnTo>
                <a:lnTo>
                  <a:pt x="963185" y="39872"/>
                </a:lnTo>
                <a:lnTo>
                  <a:pt x="963040" y="39583"/>
                </a:lnTo>
                <a:lnTo>
                  <a:pt x="962904" y="39293"/>
                </a:lnTo>
                <a:lnTo>
                  <a:pt x="962776" y="39003"/>
                </a:lnTo>
                <a:lnTo>
                  <a:pt x="962658" y="38712"/>
                </a:lnTo>
                <a:lnTo>
                  <a:pt x="962548" y="38419"/>
                </a:lnTo>
                <a:lnTo>
                  <a:pt x="962447" y="38126"/>
                </a:lnTo>
                <a:lnTo>
                  <a:pt x="962355" y="37833"/>
                </a:lnTo>
                <a:lnTo>
                  <a:pt x="962271" y="37538"/>
                </a:lnTo>
                <a:lnTo>
                  <a:pt x="962197" y="37242"/>
                </a:lnTo>
                <a:lnTo>
                  <a:pt x="962131" y="36946"/>
                </a:lnTo>
                <a:lnTo>
                  <a:pt x="962074" y="36649"/>
                </a:lnTo>
                <a:lnTo>
                  <a:pt x="962026" y="36351"/>
                </a:lnTo>
                <a:lnTo>
                  <a:pt x="961986" y="36052"/>
                </a:lnTo>
                <a:lnTo>
                  <a:pt x="961955" y="35752"/>
                </a:lnTo>
                <a:lnTo>
                  <a:pt x="961933" y="35451"/>
                </a:lnTo>
                <a:lnTo>
                  <a:pt x="961920" y="35150"/>
                </a:lnTo>
                <a:lnTo>
                  <a:pt x="961916" y="34848"/>
                </a:lnTo>
                <a:lnTo>
                  <a:pt x="961927" y="34403"/>
                </a:lnTo>
                <a:lnTo>
                  <a:pt x="961959" y="33959"/>
                </a:lnTo>
                <a:lnTo>
                  <a:pt x="962012" y="33517"/>
                </a:lnTo>
                <a:lnTo>
                  <a:pt x="962087" y="33076"/>
                </a:lnTo>
                <a:lnTo>
                  <a:pt x="962183" y="32637"/>
                </a:lnTo>
                <a:lnTo>
                  <a:pt x="962301" y="32200"/>
                </a:lnTo>
                <a:lnTo>
                  <a:pt x="962439" y="31764"/>
                </a:lnTo>
                <a:lnTo>
                  <a:pt x="962600" y="31329"/>
                </a:lnTo>
                <a:lnTo>
                  <a:pt x="962781" y="30896"/>
                </a:lnTo>
                <a:lnTo>
                  <a:pt x="962984" y="30464"/>
                </a:lnTo>
                <a:lnTo>
                  <a:pt x="963209" y="30034"/>
                </a:lnTo>
                <a:lnTo>
                  <a:pt x="963455" y="29605"/>
                </a:lnTo>
                <a:lnTo>
                  <a:pt x="963722" y="29178"/>
                </a:lnTo>
                <a:lnTo>
                  <a:pt x="964010" y="28753"/>
                </a:lnTo>
                <a:lnTo>
                  <a:pt x="964320" y="28328"/>
                </a:lnTo>
                <a:lnTo>
                  <a:pt x="964651" y="27906"/>
                </a:lnTo>
                <a:lnTo>
                  <a:pt x="965004" y="27484"/>
                </a:lnTo>
                <a:lnTo>
                  <a:pt x="965378" y="27065"/>
                </a:lnTo>
                <a:lnTo>
                  <a:pt x="965773" y="26646"/>
                </a:lnTo>
                <a:lnTo>
                  <a:pt x="966190" y="26230"/>
                </a:lnTo>
                <a:lnTo>
                  <a:pt x="966628" y="25814"/>
                </a:lnTo>
                <a:lnTo>
                  <a:pt x="967088" y="25401"/>
                </a:lnTo>
                <a:lnTo>
                  <a:pt x="967569" y="24988"/>
                </a:lnTo>
                <a:lnTo>
                  <a:pt x="968071" y="24578"/>
                </a:lnTo>
                <a:lnTo>
                  <a:pt x="968591" y="24176"/>
                </a:lnTo>
                <a:lnTo>
                  <a:pt x="969127" y="23792"/>
                </a:lnTo>
                <a:lnTo>
                  <a:pt x="969679" y="23425"/>
                </a:lnTo>
                <a:lnTo>
                  <a:pt x="970246" y="23074"/>
                </a:lnTo>
                <a:lnTo>
                  <a:pt x="970828" y="22741"/>
                </a:lnTo>
                <a:lnTo>
                  <a:pt x="971425" y="22425"/>
                </a:lnTo>
                <a:lnTo>
                  <a:pt x="972039" y="22126"/>
                </a:lnTo>
                <a:lnTo>
                  <a:pt x="972667" y="21844"/>
                </a:lnTo>
                <a:lnTo>
                  <a:pt x="973311" y="21579"/>
                </a:lnTo>
                <a:lnTo>
                  <a:pt x="973970" y="21332"/>
                </a:lnTo>
                <a:lnTo>
                  <a:pt x="974645" y="21101"/>
                </a:lnTo>
                <a:lnTo>
                  <a:pt x="975335" y="20887"/>
                </a:lnTo>
                <a:lnTo>
                  <a:pt x="976040" y="20691"/>
                </a:lnTo>
                <a:lnTo>
                  <a:pt x="976761" y="20512"/>
                </a:lnTo>
                <a:lnTo>
                  <a:pt x="977498" y="20349"/>
                </a:lnTo>
                <a:lnTo>
                  <a:pt x="978249" y="20204"/>
                </a:lnTo>
                <a:lnTo>
                  <a:pt x="979016" y="20076"/>
                </a:lnTo>
                <a:lnTo>
                  <a:pt x="979799" y="19965"/>
                </a:lnTo>
                <a:lnTo>
                  <a:pt x="980597" y="19871"/>
                </a:lnTo>
                <a:lnTo>
                  <a:pt x="981410" y="19794"/>
                </a:lnTo>
                <a:lnTo>
                  <a:pt x="982239" y="19734"/>
                </a:lnTo>
                <a:lnTo>
                  <a:pt x="983083" y="19692"/>
                </a:lnTo>
                <a:lnTo>
                  <a:pt x="983943" y="19666"/>
                </a:lnTo>
                <a:lnTo>
                  <a:pt x="984818" y="19657"/>
                </a:lnTo>
                <a:lnTo>
                  <a:pt x="985419" y="19662"/>
                </a:lnTo>
                <a:lnTo>
                  <a:pt x="986014" y="19675"/>
                </a:lnTo>
                <a:lnTo>
                  <a:pt x="986604" y="19696"/>
                </a:lnTo>
                <a:lnTo>
                  <a:pt x="987187" y="19726"/>
                </a:lnTo>
                <a:lnTo>
                  <a:pt x="987765" y="19765"/>
                </a:lnTo>
                <a:lnTo>
                  <a:pt x="988336" y="19812"/>
                </a:lnTo>
                <a:lnTo>
                  <a:pt x="988902" y="19868"/>
                </a:lnTo>
                <a:lnTo>
                  <a:pt x="989462" y="19933"/>
                </a:lnTo>
                <a:lnTo>
                  <a:pt x="990015" y="20006"/>
                </a:lnTo>
                <a:lnTo>
                  <a:pt x="990563" y="20088"/>
                </a:lnTo>
                <a:lnTo>
                  <a:pt x="991105" y="20179"/>
                </a:lnTo>
                <a:lnTo>
                  <a:pt x="991641" y="20278"/>
                </a:lnTo>
                <a:lnTo>
                  <a:pt x="992170" y="20385"/>
                </a:lnTo>
                <a:lnTo>
                  <a:pt x="992694" y="20502"/>
                </a:lnTo>
                <a:lnTo>
                  <a:pt x="993212" y="20627"/>
                </a:lnTo>
                <a:lnTo>
                  <a:pt x="993724" y="20760"/>
                </a:lnTo>
                <a:lnTo>
                  <a:pt x="994230" y="20902"/>
                </a:lnTo>
                <a:lnTo>
                  <a:pt x="994730" y="21053"/>
                </a:lnTo>
                <a:lnTo>
                  <a:pt x="995224" y="21212"/>
                </a:lnTo>
                <a:lnTo>
                  <a:pt x="995712" y="21380"/>
                </a:lnTo>
                <a:lnTo>
                  <a:pt x="996194" y="21557"/>
                </a:lnTo>
                <a:lnTo>
                  <a:pt x="996670" y="21742"/>
                </a:lnTo>
                <a:lnTo>
                  <a:pt x="997140" y="21936"/>
                </a:lnTo>
                <a:lnTo>
                  <a:pt x="997605" y="22138"/>
                </a:lnTo>
                <a:lnTo>
                  <a:pt x="998061" y="22347"/>
                </a:lnTo>
                <a:lnTo>
                  <a:pt x="998508" y="22560"/>
                </a:lnTo>
                <a:lnTo>
                  <a:pt x="998945" y="22777"/>
                </a:lnTo>
                <a:lnTo>
                  <a:pt x="999373" y="22997"/>
                </a:lnTo>
                <a:lnTo>
                  <a:pt x="999791" y="23222"/>
                </a:lnTo>
                <a:lnTo>
                  <a:pt x="1000199" y="23451"/>
                </a:lnTo>
                <a:lnTo>
                  <a:pt x="1000598" y="23683"/>
                </a:lnTo>
                <a:lnTo>
                  <a:pt x="1000987" y="23920"/>
                </a:lnTo>
                <a:lnTo>
                  <a:pt x="1001366" y="24160"/>
                </a:lnTo>
                <a:lnTo>
                  <a:pt x="1001736" y="24405"/>
                </a:lnTo>
                <a:lnTo>
                  <a:pt x="1002097" y="24653"/>
                </a:lnTo>
                <a:lnTo>
                  <a:pt x="1002447" y="24906"/>
                </a:lnTo>
                <a:lnTo>
                  <a:pt x="1002788" y="25162"/>
                </a:lnTo>
                <a:lnTo>
                  <a:pt x="1003120" y="25423"/>
                </a:lnTo>
                <a:lnTo>
                  <a:pt x="1003442" y="25687"/>
                </a:lnTo>
                <a:lnTo>
                  <a:pt x="1003754" y="25955"/>
                </a:lnTo>
                <a:lnTo>
                  <a:pt x="1004057" y="26228"/>
                </a:lnTo>
                <a:lnTo>
                  <a:pt x="1004350" y="26504"/>
                </a:lnTo>
                <a:lnTo>
                  <a:pt x="1004633" y="26784"/>
                </a:lnTo>
                <a:lnTo>
                  <a:pt x="1004907" y="27069"/>
                </a:lnTo>
                <a:lnTo>
                  <a:pt x="1005171" y="27357"/>
                </a:lnTo>
                <a:lnTo>
                  <a:pt x="1005426" y="27649"/>
                </a:lnTo>
                <a:lnTo>
                  <a:pt x="1005671" y="27945"/>
                </a:lnTo>
                <a:lnTo>
                  <a:pt x="1005906" y="28246"/>
                </a:lnTo>
                <a:lnTo>
                  <a:pt x="1006041" y="28425"/>
                </a:lnTo>
                <a:lnTo>
                  <a:pt x="1006173" y="28615"/>
                </a:lnTo>
                <a:lnTo>
                  <a:pt x="1006303" y="28814"/>
                </a:lnTo>
                <a:lnTo>
                  <a:pt x="1006431" y="29022"/>
                </a:lnTo>
                <a:lnTo>
                  <a:pt x="1006558" y="29240"/>
                </a:lnTo>
                <a:lnTo>
                  <a:pt x="1006682" y="29468"/>
                </a:lnTo>
                <a:lnTo>
                  <a:pt x="1006804" y="29706"/>
                </a:lnTo>
                <a:lnTo>
                  <a:pt x="1006924" y="29953"/>
                </a:lnTo>
                <a:lnTo>
                  <a:pt x="1007043" y="30209"/>
                </a:lnTo>
                <a:lnTo>
                  <a:pt x="1007159" y="30475"/>
                </a:lnTo>
                <a:lnTo>
                  <a:pt x="1007273" y="30751"/>
                </a:lnTo>
                <a:lnTo>
                  <a:pt x="1007386" y="31037"/>
                </a:lnTo>
                <a:lnTo>
                  <a:pt x="1007496" y="31332"/>
                </a:lnTo>
                <a:lnTo>
                  <a:pt x="1007604" y="31636"/>
                </a:lnTo>
                <a:lnTo>
                  <a:pt x="1007711" y="31951"/>
                </a:lnTo>
                <a:lnTo>
                  <a:pt x="1007815" y="32275"/>
                </a:lnTo>
                <a:lnTo>
                  <a:pt x="1007917" y="32608"/>
                </a:lnTo>
                <a:lnTo>
                  <a:pt x="1008018" y="32951"/>
                </a:lnTo>
                <a:lnTo>
                  <a:pt x="1008116" y="33304"/>
                </a:lnTo>
                <a:lnTo>
                  <a:pt x="1008213" y="33666"/>
                </a:lnTo>
                <a:lnTo>
                  <a:pt x="1008307" y="34038"/>
                </a:lnTo>
                <a:lnTo>
                  <a:pt x="1008399" y="34420"/>
                </a:lnTo>
                <a:lnTo>
                  <a:pt x="1008490" y="34811"/>
                </a:lnTo>
                <a:lnTo>
                  <a:pt x="1008578" y="35212"/>
                </a:lnTo>
                <a:lnTo>
                  <a:pt x="1008668" y="35611"/>
                </a:lnTo>
                <a:lnTo>
                  <a:pt x="1008761" y="36000"/>
                </a:lnTo>
                <a:lnTo>
                  <a:pt x="1008857" y="36378"/>
                </a:lnTo>
                <a:lnTo>
                  <a:pt x="1008957" y="36744"/>
                </a:lnTo>
                <a:lnTo>
                  <a:pt x="1009061" y="37098"/>
                </a:lnTo>
                <a:lnTo>
                  <a:pt x="1009169" y="37442"/>
                </a:lnTo>
                <a:lnTo>
                  <a:pt x="1009280" y="37774"/>
                </a:lnTo>
                <a:lnTo>
                  <a:pt x="1009395" y="38095"/>
                </a:lnTo>
                <a:lnTo>
                  <a:pt x="1009513" y="38405"/>
                </a:lnTo>
                <a:lnTo>
                  <a:pt x="1009635" y="38704"/>
                </a:lnTo>
                <a:lnTo>
                  <a:pt x="1009761" y="38991"/>
                </a:lnTo>
                <a:lnTo>
                  <a:pt x="1009890" y="39267"/>
                </a:lnTo>
                <a:lnTo>
                  <a:pt x="1010023" y="39532"/>
                </a:lnTo>
                <a:lnTo>
                  <a:pt x="1010160" y="39785"/>
                </a:lnTo>
                <a:lnTo>
                  <a:pt x="1010300" y="40027"/>
                </a:lnTo>
                <a:lnTo>
                  <a:pt x="1010444" y="40258"/>
                </a:lnTo>
                <a:lnTo>
                  <a:pt x="1010592" y="40478"/>
                </a:lnTo>
                <a:lnTo>
                  <a:pt x="1010743" y="40687"/>
                </a:lnTo>
                <a:lnTo>
                  <a:pt x="1010898" y="40884"/>
                </a:lnTo>
                <a:lnTo>
                  <a:pt x="1011057" y="41070"/>
                </a:lnTo>
                <a:lnTo>
                  <a:pt x="1011219" y="41244"/>
                </a:lnTo>
                <a:lnTo>
                  <a:pt x="1011385" y="41407"/>
                </a:lnTo>
                <a:lnTo>
                  <a:pt x="1011554" y="41560"/>
                </a:lnTo>
                <a:lnTo>
                  <a:pt x="1011727" y="41700"/>
                </a:lnTo>
                <a:lnTo>
                  <a:pt x="1011952" y="41879"/>
                </a:lnTo>
                <a:lnTo>
                  <a:pt x="1012179" y="42051"/>
                </a:lnTo>
                <a:lnTo>
                  <a:pt x="1012410" y="42215"/>
                </a:lnTo>
                <a:lnTo>
                  <a:pt x="1012644" y="42371"/>
                </a:lnTo>
                <a:lnTo>
                  <a:pt x="1012882" y="42520"/>
                </a:lnTo>
                <a:lnTo>
                  <a:pt x="1013123" y="42661"/>
                </a:lnTo>
                <a:lnTo>
                  <a:pt x="1013367" y="42794"/>
                </a:lnTo>
                <a:lnTo>
                  <a:pt x="1013615" y="42920"/>
                </a:lnTo>
                <a:lnTo>
                  <a:pt x="1013865" y="43038"/>
                </a:lnTo>
                <a:lnTo>
                  <a:pt x="1014120" y="43148"/>
                </a:lnTo>
                <a:lnTo>
                  <a:pt x="1014377" y="43251"/>
                </a:lnTo>
                <a:lnTo>
                  <a:pt x="1014638" y="43346"/>
                </a:lnTo>
                <a:lnTo>
                  <a:pt x="1014902" y="43434"/>
                </a:lnTo>
                <a:lnTo>
                  <a:pt x="1015169" y="43514"/>
                </a:lnTo>
                <a:lnTo>
                  <a:pt x="1015440" y="43587"/>
                </a:lnTo>
                <a:lnTo>
                  <a:pt x="1015714" y="43651"/>
                </a:lnTo>
                <a:lnTo>
                  <a:pt x="1015991" y="43708"/>
                </a:lnTo>
                <a:lnTo>
                  <a:pt x="1016272" y="43758"/>
                </a:lnTo>
                <a:lnTo>
                  <a:pt x="1016556" y="43800"/>
                </a:lnTo>
                <a:lnTo>
                  <a:pt x="1016843" y="43834"/>
                </a:lnTo>
                <a:lnTo>
                  <a:pt x="1017134" y="43861"/>
                </a:lnTo>
                <a:lnTo>
                  <a:pt x="1017428" y="43880"/>
                </a:lnTo>
                <a:lnTo>
                  <a:pt x="1017725" y="43891"/>
                </a:lnTo>
                <a:lnTo>
                  <a:pt x="1018025" y="43895"/>
                </a:lnTo>
                <a:lnTo>
                  <a:pt x="1018380" y="43890"/>
                </a:lnTo>
                <a:lnTo>
                  <a:pt x="1018730" y="43874"/>
                </a:lnTo>
                <a:lnTo>
                  <a:pt x="1019074" y="43848"/>
                </a:lnTo>
                <a:lnTo>
                  <a:pt x="1019413" y="43811"/>
                </a:lnTo>
                <a:lnTo>
                  <a:pt x="1019746" y="43764"/>
                </a:lnTo>
                <a:lnTo>
                  <a:pt x="1020074" y="43707"/>
                </a:lnTo>
                <a:lnTo>
                  <a:pt x="1020396" y="43639"/>
                </a:lnTo>
                <a:lnTo>
                  <a:pt x="1020713" y="43561"/>
                </a:lnTo>
                <a:lnTo>
                  <a:pt x="1021024" y="43472"/>
                </a:lnTo>
                <a:lnTo>
                  <a:pt x="1021330" y="43372"/>
                </a:lnTo>
                <a:lnTo>
                  <a:pt x="1021631" y="43262"/>
                </a:lnTo>
                <a:lnTo>
                  <a:pt x="1021926" y="43142"/>
                </a:lnTo>
                <a:lnTo>
                  <a:pt x="1022215" y="43011"/>
                </a:lnTo>
                <a:lnTo>
                  <a:pt x="1022499" y="42870"/>
                </a:lnTo>
                <a:lnTo>
                  <a:pt x="1022778" y="42719"/>
                </a:lnTo>
                <a:lnTo>
                  <a:pt x="1023051" y="42557"/>
                </a:lnTo>
                <a:lnTo>
                  <a:pt x="1023319" y="42384"/>
                </a:lnTo>
                <a:lnTo>
                  <a:pt x="1023581" y="42201"/>
                </a:lnTo>
                <a:lnTo>
                  <a:pt x="1023838" y="42008"/>
                </a:lnTo>
                <a:lnTo>
                  <a:pt x="1024089" y="41804"/>
                </a:lnTo>
                <a:lnTo>
                  <a:pt x="1024335" y="41589"/>
                </a:lnTo>
                <a:lnTo>
                  <a:pt x="1024575" y="41364"/>
                </a:lnTo>
                <a:lnTo>
                  <a:pt x="1024810" y="41129"/>
                </a:lnTo>
                <a:lnTo>
                  <a:pt x="1025039" y="40883"/>
                </a:lnTo>
                <a:lnTo>
                  <a:pt x="1025261" y="40625"/>
                </a:lnTo>
                <a:lnTo>
                  <a:pt x="1025473" y="40353"/>
                </a:lnTo>
                <a:lnTo>
                  <a:pt x="1025676" y="40066"/>
                </a:lnTo>
                <a:lnTo>
                  <a:pt x="1025870" y="39766"/>
                </a:lnTo>
                <a:lnTo>
                  <a:pt x="1026054" y="39451"/>
                </a:lnTo>
                <a:lnTo>
                  <a:pt x="1026229" y="39122"/>
                </a:lnTo>
                <a:lnTo>
                  <a:pt x="1026394" y="38779"/>
                </a:lnTo>
                <a:lnTo>
                  <a:pt x="1026550" y="38422"/>
                </a:lnTo>
                <a:lnTo>
                  <a:pt x="1026696" y="38051"/>
                </a:lnTo>
                <a:lnTo>
                  <a:pt x="1026833" y="37666"/>
                </a:lnTo>
                <a:lnTo>
                  <a:pt x="1026961" y="37267"/>
                </a:lnTo>
                <a:lnTo>
                  <a:pt x="1027079" y="36853"/>
                </a:lnTo>
                <a:lnTo>
                  <a:pt x="1027187" y="36426"/>
                </a:lnTo>
                <a:lnTo>
                  <a:pt x="1027286" y="35984"/>
                </a:lnTo>
                <a:lnTo>
                  <a:pt x="1027376" y="35528"/>
                </a:lnTo>
                <a:lnTo>
                  <a:pt x="1027456" y="35058"/>
                </a:lnTo>
                <a:lnTo>
                  <a:pt x="1027527" y="34575"/>
                </a:lnTo>
                <a:lnTo>
                  <a:pt x="1027589" y="34077"/>
                </a:lnTo>
                <a:lnTo>
                  <a:pt x="1027641" y="33564"/>
                </a:lnTo>
                <a:lnTo>
                  <a:pt x="1027683" y="33038"/>
                </a:lnTo>
                <a:lnTo>
                  <a:pt x="1027716" y="32498"/>
                </a:lnTo>
                <a:lnTo>
                  <a:pt x="1027740" y="31943"/>
                </a:lnTo>
                <a:lnTo>
                  <a:pt x="1027754" y="31375"/>
                </a:lnTo>
                <a:lnTo>
                  <a:pt x="1027759" y="30792"/>
                </a:lnTo>
                <a:lnTo>
                  <a:pt x="1027759" y="16061"/>
                </a:lnTo>
                <a:lnTo>
                  <a:pt x="1027754" y="15486"/>
                </a:lnTo>
                <a:lnTo>
                  <a:pt x="1027740" y="14925"/>
                </a:lnTo>
                <a:lnTo>
                  <a:pt x="1027716" y="14378"/>
                </a:lnTo>
                <a:lnTo>
                  <a:pt x="1027683" y="13844"/>
                </a:lnTo>
                <a:lnTo>
                  <a:pt x="1027641" y="13325"/>
                </a:lnTo>
                <a:lnTo>
                  <a:pt x="1027589" y="12819"/>
                </a:lnTo>
                <a:lnTo>
                  <a:pt x="1027527" y="12327"/>
                </a:lnTo>
                <a:lnTo>
                  <a:pt x="1027456" y="11848"/>
                </a:lnTo>
                <a:lnTo>
                  <a:pt x="1027376" y="11384"/>
                </a:lnTo>
                <a:lnTo>
                  <a:pt x="1027286" y="10933"/>
                </a:lnTo>
                <a:lnTo>
                  <a:pt x="1027187" y="10496"/>
                </a:lnTo>
                <a:lnTo>
                  <a:pt x="1027079" y="10072"/>
                </a:lnTo>
                <a:lnTo>
                  <a:pt x="1026961" y="9663"/>
                </a:lnTo>
                <a:lnTo>
                  <a:pt x="1026833" y="9267"/>
                </a:lnTo>
                <a:lnTo>
                  <a:pt x="1026696" y="8885"/>
                </a:lnTo>
                <a:lnTo>
                  <a:pt x="1026550" y="8517"/>
                </a:lnTo>
                <a:lnTo>
                  <a:pt x="1026394" y="8163"/>
                </a:lnTo>
                <a:lnTo>
                  <a:pt x="1026229" y="7822"/>
                </a:lnTo>
                <a:lnTo>
                  <a:pt x="1026054" y="7496"/>
                </a:lnTo>
                <a:lnTo>
                  <a:pt x="1025870" y="7183"/>
                </a:lnTo>
                <a:lnTo>
                  <a:pt x="1025676" y="6883"/>
                </a:lnTo>
                <a:lnTo>
                  <a:pt x="1025473" y="6598"/>
                </a:lnTo>
                <a:lnTo>
                  <a:pt x="1025261" y="6326"/>
                </a:lnTo>
                <a:lnTo>
                  <a:pt x="1025039" y="6068"/>
                </a:lnTo>
                <a:lnTo>
                  <a:pt x="1024810" y="5822"/>
                </a:lnTo>
                <a:lnTo>
                  <a:pt x="1024575" y="5587"/>
                </a:lnTo>
                <a:lnTo>
                  <a:pt x="1024335" y="5362"/>
                </a:lnTo>
                <a:lnTo>
                  <a:pt x="1024089" y="5147"/>
                </a:lnTo>
                <a:lnTo>
                  <a:pt x="1023838" y="4943"/>
                </a:lnTo>
                <a:lnTo>
                  <a:pt x="1023581" y="4749"/>
                </a:lnTo>
                <a:lnTo>
                  <a:pt x="1023319" y="4566"/>
                </a:lnTo>
                <a:lnTo>
                  <a:pt x="1023051" y="4393"/>
                </a:lnTo>
                <a:lnTo>
                  <a:pt x="1022778" y="4231"/>
                </a:lnTo>
                <a:lnTo>
                  <a:pt x="1022499" y="4079"/>
                </a:lnTo>
                <a:lnTo>
                  <a:pt x="1022215" y="3938"/>
                </a:lnTo>
                <a:lnTo>
                  <a:pt x="1021926" y="3807"/>
                </a:lnTo>
                <a:lnTo>
                  <a:pt x="1021631" y="3687"/>
                </a:lnTo>
                <a:lnTo>
                  <a:pt x="1021330" y="3577"/>
                </a:lnTo>
                <a:lnTo>
                  <a:pt x="1021024" y="3478"/>
                </a:lnTo>
                <a:lnTo>
                  <a:pt x="1020713" y="3389"/>
                </a:lnTo>
                <a:lnTo>
                  <a:pt x="1020396" y="3310"/>
                </a:lnTo>
                <a:lnTo>
                  <a:pt x="1020074" y="3242"/>
                </a:lnTo>
                <a:lnTo>
                  <a:pt x="1019746" y="3184"/>
                </a:lnTo>
                <a:lnTo>
                  <a:pt x="1019413" y="3137"/>
                </a:lnTo>
                <a:lnTo>
                  <a:pt x="1019074" y="3101"/>
                </a:lnTo>
                <a:lnTo>
                  <a:pt x="1018730" y="3075"/>
                </a:lnTo>
                <a:lnTo>
                  <a:pt x="1018380" y="3059"/>
                </a:lnTo>
                <a:lnTo>
                  <a:pt x="1018025" y="3054"/>
                </a:lnTo>
                <a:lnTo>
                  <a:pt x="1017707" y="3060"/>
                </a:lnTo>
                <a:lnTo>
                  <a:pt x="1017389" y="3080"/>
                </a:lnTo>
                <a:lnTo>
                  <a:pt x="1017071" y="3113"/>
                </a:lnTo>
                <a:lnTo>
                  <a:pt x="1016753" y="3160"/>
                </a:lnTo>
                <a:lnTo>
                  <a:pt x="1016435" y="3219"/>
                </a:lnTo>
                <a:lnTo>
                  <a:pt x="1016117" y="3292"/>
                </a:lnTo>
                <a:lnTo>
                  <a:pt x="1015799" y="3378"/>
                </a:lnTo>
                <a:lnTo>
                  <a:pt x="1015481" y="3478"/>
                </a:lnTo>
                <a:lnTo>
                  <a:pt x="1015163" y="3590"/>
                </a:lnTo>
                <a:lnTo>
                  <a:pt x="1014845" y="3716"/>
                </a:lnTo>
                <a:lnTo>
                  <a:pt x="1014526" y="3855"/>
                </a:lnTo>
                <a:lnTo>
                  <a:pt x="1014208" y="4008"/>
                </a:lnTo>
                <a:lnTo>
                  <a:pt x="1013890" y="4173"/>
                </a:lnTo>
                <a:lnTo>
                  <a:pt x="1013572" y="4352"/>
                </a:lnTo>
                <a:lnTo>
                  <a:pt x="1013254" y="4545"/>
                </a:lnTo>
                <a:lnTo>
                  <a:pt x="1012936" y="4750"/>
                </a:lnTo>
                <a:lnTo>
                  <a:pt x="1012618" y="4969"/>
                </a:lnTo>
                <a:lnTo>
                  <a:pt x="1012300" y="5201"/>
                </a:lnTo>
                <a:lnTo>
                  <a:pt x="1011982" y="5446"/>
                </a:lnTo>
                <a:lnTo>
                  <a:pt x="1011664" y="5704"/>
                </a:lnTo>
                <a:lnTo>
                  <a:pt x="1011346" y="5976"/>
                </a:lnTo>
                <a:lnTo>
                  <a:pt x="1011028" y="6261"/>
                </a:lnTo>
                <a:lnTo>
                  <a:pt x="1010709" y="6559"/>
                </a:lnTo>
                <a:lnTo>
                  <a:pt x="1010391" y="6871"/>
                </a:lnTo>
                <a:lnTo>
                  <a:pt x="1009952" y="6583"/>
                </a:lnTo>
                <a:lnTo>
                  <a:pt x="1009508" y="6302"/>
                </a:lnTo>
                <a:lnTo>
                  <a:pt x="1009061" y="6028"/>
                </a:lnTo>
                <a:lnTo>
                  <a:pt x="1008609" y="5759"/>
                </a:lnTo>
                <a:lnTo>
                  <a:pt x="1008153" y="5497"/>
                </a:lnTo>
                <a:lnTo>
                  <a:pt x="1007693" y="5241"/>
                </a:lnTo>
                <a:lnTo>
                  <a:pt x="1007228" y="4991"/>
                </a:lnTo>
                <a:lnTo>
                  <a:pt x="1006760" y="4747"/>
                </a:lnTo>
                <a:lnTo>
                  <a:pt x="1006287" y="4510"/>
                </a:lnTo>
                <a:lnTo>
                  <a:pt x="1005811" y="4279"/>
                </a:lnTo>
                <a:lnTo>
                  <a:pt x="1005330" y="4054"/>
                </a:lnTo>
                <a:lnTo>
                  <a:pt x="1004845" y="3835"/>
                </a:lnTo>
                <a:lnTo>
                  <a:pt x="1004356" y="3622"/>
                </a:lnTo>
                <a:lnTo>
                  <a:pt x="1003862" y="3416"/>
                </a:lnTo>
                <a:lnTo>
                  <a:pt x="1003365" y="3216"/>
                </a:lnTo>
                <a:lnTo>
                  <a:pt x="1002863" y="3022"/>
                </a:lnTo>
                <a:lnTo>
                  <a:pt x="1002358" y="2834"/>
                </a:lnTo>
                <a:lnTo>
                  <a:pt x="1001848" y="2652"/>
                </a:lnTo>
                <a:lnTo>
                  <a:pt x="1001334" y="2477"/>
                </a:lnTo>
                <a:lnTo>
                  <a:pt x="1000816" y="2308"/>
                </a:lnTo>
                <a:lnTo>
                  <a:pt x="1000294" y="2145"/>
                </a:lnTo>
                <a:lnTo>
                  <a:pt x="999767" y="1989"/>
                </a:lnTo>
                <a:lnTo>
                  <a:pt x="999237" y="1838"/>
                </a:lnTo>
                <a:lnTo>
                  <a:pt x="998702" y="1694"/>
                </a:lnTo>
                <a:lnTo>
                  <a:pt x="998163" y="1556"/>
                </a:lnTo>
                <a:lnTo>
                  <a:pt x="997621" y="1423"/>
                </a:lnTo>
                <a:lnTo>
                  <a:pt x="997074" y="1297"/>
                </a:lnTo>
                <a:lnTo>
                  <a:pt x="996524" y="1176"/>
                </a:lnTo>
                <a:lnTo>
                  <a:pt x="995970" y="1062"/>
                </a:lnTo>
                <a:lnTo>
                  <a:pt x="995413" y="953"/>
                </a:lnTo>
                <a:lnTo>
                  <a:pt x="994851" y="850"/>
                </a:lnTo>
                <a:lnTo>
                  <a:pt x="994286" y="753"/>
                </a:lnTo>
                <a:lnTo>
                  <a:pt x="993717" y="662"/>
                </a:lnTo>
                <a:lnTo>
                  <a:pt x="993144" y="576"/>
                </a:lnTo>
                <a:lnTo>
                  <a:pt x="992567" y="497"/>
                </a:lnTo>
                <a:lnTo>
                  <a:pt x="991986" y="423"/>
                </a:lnTo>
                <a:lnTo>
                  <a:pt x="991402" y="356"/>
                </a:lnTo>
                <a:lnTo>
                  <a:pt x="990814" y="294"/>
                </a:lnTo>
                <a:lnTo>
                  <a:pt x="990222" y="238"/>
                </a:lnTo>
                <a:lnTo>
                  <a:pt x="989626" y="188"/>
                </a:lnTo>
                <a:lnTo>
                  <a:pt x="989026" y="144"/>
                </a:lnTo>
                <a:lnTo>
                  <a:pt x="988423" y="106"/>
                </a:lnTo>
                <a:lnTo>
                  <a:pt x="987816" y="74"/>
                </a:lnTo>
                <a:lnTo>
                  <a:pt x="987205" y="47"/>
                </a:lnTo>
                <a:lnTo>
                  <a:pt x="986590" y="26"/>
                </a:lnTo>
                <a:lnTo>
                  <a:pt x="985971" y="12"/>
                </a:lnTo>
                <a:lnTo>
                  <a:pt x="985349" y="3"/>
                </a:lnTo>
                <a:lnTo>
                  <a:pt x="984722" y="0"/>
                </a:lnTo>
                <a:lnTo>
                  <a:pt x="983168" y="18"/>
                </a:lnTo>
                <a:lnTo>
                  <a:pt x="981638" y="73"/>
                </a:lnTo>
                <a:lnTo>
                  <a:pt x="980133" y="165"/>
                </a:lnTo>
                <a:lnTo>
                  <a:pt x="978652" y="294"/>
                </a:lnTo>
                <a:lnTo>
                  <a:pt x="977196" y="459"/>
                </a:lnTo>
                <a:lnTo>
                  <a:pt x="975764" y="661"/>
                </a:lnTo>
                <a:lnTo>
                  <a:pt x="974357" y="899"/>
                </a:lnTo>
                <a:lnTo>
                  <a:pt x="972974" y="1174"/>
                </a:lnTo>
                <a:lnTo>
                  <a:pt x="971616" y="1486"/>
                </a:lnTo>
                <a:lnTo>
                  <a:pt x="970283" y="1835"/>
                </a:lnTo>
                <a:lnTo>
                  <a:pt x="968974" y="2220"/>
                </a:lnTo>
                <a:lnTo>
                  <a:pt x="967689" y="2642"/>
                </a:lnTo>
                <a:lnTo>
                  <a:pt x="966429" y="3101"/>
                </a:lnTo>
                <a:lnTo>
                  <a:pt x="965193" y="3596"/>
                </a:lnTo>
                <a:lnTo>
                  <a:pt x="963982" y="4128"/>
                </a:lnTo>
                <a:lnTo>
                  <a:pt x="962796" y="4697"/>
                </a:lnTo>
                <a:lnTo>
                  <a:pt x="961634" y="5302"/>
                </a:lnTo>
                <a:lnTo>
                  <a:pt x="960496" y="5945"/>
                </a:lnTo>
                <a:lnTo>
                  <a:pt x="959383" y="6623"/>
                </a:lnTo>
                <a:lnTo>
                  <a:pt x="958295" y="7339"/>
                </a:lnTo>
                <a:lnTo>
                  <a:pt x="957231" y="8091"/>
                </a:lnTo>
                <a:lnTo>
                  <a:pt x="956192" y="8880"/>
                </a:lnTo>
                <a:lnTo>
                  <a:pt x="955177" y="9706"/>
                </a:lnTo>
                <a:lnTo>
                  <a:pt x="954187" y="10568"/>
                </a:lnTo>
                <a:lnTo>
                  <a:pt x="953229" y="11455"/>
                </a:lnTo>
                <a:lnTo>
                  <a:pt x="952312" y="12354"/>
                </a:lnTo>
                <a:lnTo>
                  <a:pt x="951436" y="13265"/>
                </a:lnTo>
                <a:lnTo>
                  <a:pt x="950600" y="14188"/>
                </a:lnTo>
                <a:lnTo>
                  <a:pt x="949805" y="15123"/>
                </a:lnTo>
                <a:lnTo>
                  <a:pt x="949051" y="16070"/>
                </a:lnTo>
                <a:lnTo>
                  <a:pt x="948338" y="17030"/>
                </a:lnTo>
                <a:lnTo>
                  <a:pt x="947666" y="18001"/>
                </a:lnTo>
                <a:lnTo>
                  <a:pt x="947034" y="18985"/>
                </a:lnTo>
                <a:lnTo>
                  <a:pt x="946443" y="19981"/>
                </a:lnTo>
                <a:lnTo>
                  <a:pt x="945893" y="20989"/>
                </a:lnTo>
                <a:lnTo>
                  <a:pt x="945384" y="22009"/>
                </a:lnTo>
                <a:lnTo>
                  <a:pt x="944915" y="23041"/>
                </a:lnTo>
                <a:lnTo>
                  <a:pt x="944487" y="24085"/>
                </a:lnTo>
                <a:lnTo>
                  <a:pt x="944100" y="25141"/>
                </a:lnTo>
                <a:lnTo>
                  <a:pt x="943753" y="26210"/>
                </a:lnTo>
                <a:lnTo>
                  <a:pt x="943448" y="27290"/>
                </a:lnTo>
                <a:lnTo>
                  <a:pt x="943183" y="28383"/>
                </a:lnTo>
                <a:lnTo>
                  <a:pt x="942959" y="29488"/>
                </a:lnTo>
                <a:lnTo>
                  <a:pt x="942775" y="30605"/>
                </a:lnTo>
                <a:lnTo>
                  <a:pt x="942633" y="31734"/>
                </a:lnTo>
                <a:lnTo>
                  <a:pt x="942531" y="32875"/>
                </a:lnTo>
                <a:lnTo>
                  <a:pt x="942470" y="34028"/>
                </a:lnTo>
                <a:lnTo>
                  <a:pt x="942449" y="35194"/>
                </a:lnTo>
                <a:lnTo>
                  <a:pt x="942458" y="35933"/>
                </a:lnTo>
                <a:lnTo>
                  <a:pt x="942482" y="36668"/>
                </a:lnTo>
                <a:lnTo>
                  <a:pt x="942524" y="37398"/>
                </a:lnTo>
                <a:lnTo>
                  <a:pt x="942582" y="38124"/>
                </a:lnTo>
                <a:lnTo>
                  <a:pt x="942656" y="38846"/>
                </a:lnTo>
                <a:lnTo>
                  <a:pt x="942748" y="39564"/>
                </a:lnTo>
                <a:lnTo>
                  <a:pt x="942855" y="40277"/>
                </a:lnTo>
                <a:lnTo>
                  <a:pt x="942979" y="40986"/>
                </a:lnTo>
                <a:lnTo>
                  <a:pt x="943120" y="41690"/>
                </a:lnTo>
                <a:lnTo>
                  <a:pt x="943278" y="42391"/>
                </a:lnTo>
                <a:lnTo>
                  <a:pt x="943452" y="43086"/>
                </a:lnTo>
                <a:lnTo>
                  <a:pt x="943642" y="43778"/>
                </a:lnTo>
                <a:lnTo>
                  <a:pt x="943849" y="44465"/>
                </a:lnTo>
                <a:lnTo>
                  <a:pt x="944073" y="45148"/>
                </a:lnTo>
                <a:lnTo>
                  <a:pt x="944313" y="45827"/>
                </a:lnTo>
                <a:lnTo>
                  <a:pt x="944570" y="46501"/>
                </a:lnTo>
                <a:lnTo>
                  <a:pt x="944843" y="47171"/>
                </a:lnTo>
                <a:lnTo>
                  <a:pt x="945133" y="47837"/>
                </a:lnTo>
                <a:lnTo>
                  <a:pt x="945440" y="48499"/>
                </a:lnTo>
                <a:lnTo>
                  <a:pt x="945763" y="49156"/>
                </a:lnTo>
                <a:lnTo>
                  <a:pt x="946102" y="49808"/>
                </a:lnTo>
                <a:lnTo>
                  <a:pt x="946458" y="50457"/>
                </a:lnTo>
                <a:lnTo>
                  <a:pt x="946831" y="51101"/>
                </a:lnTo>
                <a:lnTo>
                  <a:pt x="947221" y="51741"/>
                </a:lnTo>
                <a:lnTo>
                  <a:pt x="947624" y="52372"/>
                </a:lnTo>
                <a:lnTo>
                  <a:pt x="948040" y="52992"/>
                </a:lnTo>
                <a:lnTo>
                  <a:pt x="948467" y="53600"/>
                </a:lnTo>
                <a:lnTo>
                  <a:pt x="948906" y="54196"/>
                </a:lnTo>
                <a:lnTo>
                  <a:pt x="949358" y="54780"/>
                </a:lnTo>
                <a:lnTo>
                  <a:pt x="949821" y="55351"/>
                </a:lnTo>
                <a:lnTo>
                  <a:pt x="950296" y="55911"/>
                </a:lnTo>
                <a:lnTo>
                  <a:pt x="950783" y="56459"/>
                </a:lnTo>
                <a:lnTo>
                  <a:pt x="951282" y="56995"/>
                </a:lnTo>
                <a:lnTo>
                  <a:pt x="951793" y="57519"/>
                </a:lnTo>
                <a:lnTo>
                  <a:pt x="952316" y="58031"/>
                </a:lnTo>
                <a:lnTo>
                  <a:pt x="952851" y="58532"/>
                </a:lnTo>
                <a:lnTo>
                  <a:pt x="953397" y="59020"/>
                </a:lnTo>
                <a:lnTo>
                  <a:pt x="953956" y="59496"/>
                </a:lnTo>
                <a:lnTo>
                  <a:pt x="954526" y="59960"/>
                </a:lnTo>
                <a:lnTo>
                  <a:pt x="955109" y="60412"/>
                </a:lnTo>
                <a:lnTo>
                  <a:pt x="955703" y="60853"/>
                </a:lnTo>
                <a:lnTo>
                  <a:pt x="956310" y="61281"/>
                </a:lnTo>
                <a:lnTo>
                  <a:pt x="956928" y="61698"/>
                </a:lnTo>
                <a:lnTo>
                  <a:pt x="957558" y="62102"/>
                </a:lnTo>
                <a:lnTo>
                  <a:pt x="958200" y="62495"/>
                </a:lnTo>
                <a:lnTo>
                  <a:pt x="958854" y="62875"/>
                </a:lnTo>
                <a:lnTo>
                  <a:pt x="959520" y="63244"/>
                </a:lnTo>
                <a:lnTo>
                  <a:pt x="960198" y="63600"/>
                </a:lnTo>
                <a:lnTo>
                  <a:pt x="960896" y="63949"/>
                </a:lnTo>
                <a:lnTo>
                  <a:pt x="961620" y="64293"/>
                </a:lnTo>
                <a:lnTo>
                  <a:pt x="962372" y="64633"/>
                </a:lnTo>
                <a:lnTo>
                  <a:pt x="963151" y="64968"/>
                </a:lnTo>
                <a:lnTo>
                  <a:pt x="963957" y="65299"/>
                </a:lnTo>
                <a:lnTo>
                  <a:pt x="964791" y="65626"/>
                </a:lnTo>
                <a:lnTo>
                  <a:pt x="965651" y="65949"/>
                </a:lnTo>
                <a:lnTo>
                  <a:pt x="966539" y="66267"/>
                </a:lnTo>
                <a:lnTo>
                  <a:pt x="967453" y="66581"/>
                </a:lnTo>
                <a:lnTo>
                  <a:pt x="968395" y="66890"/>
                </a:lnTo>
                <a:lnTo>
                  <a:pt x="969365" y="67195"/>
                </a:lnTo>
                <a:lnTo>
                  <a:pt x="970361" y="67496"/>
                </a:lnTo>
                <a:lnTo>
                  <a:pt x="971384" y="67793"/>
                </a:lnTo>
                <a:lnTo>
                  <a:pt x="972435" y="68085"/>
                </a:lnTo>
                <a:lnTo>
                  <a:pt x="973513" y="68373"/>
                </a:lnTo>
                <a:lnTo>
                  <a:pt x="974618" y="68656"/>
                </a:lnTo>
                <a:lnTo>
                  <a:pt x="975750" y="68936"/>
                </a:lnTo>
                <a:lnTo>
                  <a:pt x="976909" y="69211"/>
                </a:lnTo>
                <a:lnTo>
                  <a:pt x="978096" y="69481"/>
                </a:lnTo>
                <a:lnTo>
                  <a:pt x="979310" y="69747"/>
                </a:lnTo>
                <a:lnTo>
                  <a:pt x="980550" y="70009"/>
                </a:lnTo>
                <a:lnTo>
                  <a:pt x="981818" y="70267"/>
                </a:lnTo>
                <a:lnTo>
                  <a:pt x="983114" y="70520"/>
                </a:lnTo>
                <a:lnTo>
                  <a:pt x="984436" y="70769"/>
                </a:lnTo>
                <a:lnTo>
                  <a:pt x="985525" y="70974"/>
                </a:lnTo>
                <a:lnTo>
                  <a:pt x="986581" y="71176"/>
                </a:lnTo>
                <a:lnTo>
                  <a:pt x="987604" y="71374"/>
                </a:lnTo>
                <a:lnTo>
                  <a:pt x="988595" y="71568"/>
                </a:lnTo>
                <a:lnTo>
                  <a:pt x="989553" y="71758"/>
                </a:lnTo>
                <a:lnTo>
                  <a:pt x="990478" y="71945"/>
                </a:lnTo>
                <a:lnTo>
                  <a:pt x="991370" y="72128"/>
                </a:lnTo>
                <a:lnTo>
                  <a:pt x="992229" y="72308"/>
                </a:lnTo>
                <a:lnTo>
                  <a:pt x="993055" y="72484"/>
                </a:lnTo>
                <a:lnTo>
                  <a:pt x="993849" y="72656"/>
                </a:lnTo>
                <a:lnTo>
                  <a:pt x="994610" y="72825"/>
                </a:lnTo>
                <a:lnTo>
                  <a:pt x="995338" y="72990"/>
                </a:lnTo>
                <a:lnTo>
                  <a:pt x="996034" y="73151"/>
                </a:lnTo>
                <a:lnTo>
                  <a:pt x="996696" y="73309"/>
                </a:lnTo>
                <a:lnTo>
                  <a:pt x="997326" y="73463"/>
                </a:lnTo>
                <a:lnTo>
                  <a:pt x="997923" y="73613"/>
                </a:lnTo>
                <a:lnTo>
                  <a:pt x="998487" y="73760"/>
                </a:lnTo>
                <a:lnTo>
                  <a:pt x="999018" y="73903"/>
                </a:lnTo>
                <a:lnTo>
                  <a:pt x="999516" y="74042"/>
                </a:lnTo>
                <a:lnTo>
                  <a:pt x="999982" y="74178"/>
                </a:lnTo>
                <a:lnTo>
                  <a:pt x="1000415" y="74310"/>
                </a:lnTo>
                <a:lnTo>
                  <a:pt x="1000815" y="74439"/>
                </a:lnTo>
                <a:lnTo>
                  <a:pt x="1001182" y="74563"/>
                </a:lnTo>
                <a:lnTo>
                  <a:pt x="1001517" y="74684"/>
                </a:lnTo>
                <a:lnTo>
                  <a:pt x="1001996" y="74861"/>
                </a:lnTo>
                <a:lnTo>
                  <a:pt x="1002465" y="75042"/>
                </a:lnTo>
                <a:lnTo>
                  <a:pt x="1002921" y="75227"/>
                </a:lnTo>
                <a:lnTo>
                  <a:pt x="1003367" y="75416"/>
                </a:lnTo>
                <a:lnTo>
                  <a:pt x="1003801" y="75608"/>
                </a:lnTo>
                <a:lnTo>
                  <a:pt x="1004225" y="75804"/>
                </a:lnTo>
                <a:lnTo>
                  <a:pt x="1004636" y="76004"/>
                </a:lnTo>
                <a:lnTo>
                  <a:pt x="1005037" y="76208"/>
                </a:lnTo>
                <a:lnTo>
                  <a:pt x="1005426" y="76415"/>
                </a:lnTo>
                <a:lnTo>
                  <a:pt x="1005804" y="76627"/>
                </a:lnTo>
                <a:lnTo>
                  <a:pt x="1006171" y="76842"/>
                </a:lnTo>
                <a:lnTo>
                  <a:pt x="1006527" y="77061"/>
                </a:lnTo>
                <a:lnTo>
                  <a:pt x="1006871" y="77284"/>
                </a:lnTo>
                <a:lnTo>
                  <a:pt x="1007204" y="77510"/>
                </a:lnTo>
                <a:lnTo>
                  <a:pt x="1007526" y="77741"/>
                </a:lnTo>
                <a:lnTo>
                  <a:pt x="1007836" y="77975"/>
                </a:lnTo>
                <a:lnTo>
                  <a:pt x="1008135" y="78213"/>
                </a:lnTo>
                <a:lnTo>
                  <a:pt x="1008423" y="78455"/>
                </a:lnTo>
                <a:lnTo>
                  <a:pt x="1008700" y="78701"/>
                </a:lnTo>
                <a:lnTo>
                  <a:pt x="1008965" y="78950"/>
                </a:lnTo>
                <a:lnTo>
                  <a:pt x="1009219" y="79204"/>
                </a:lnTo>
                <a:lnTo>
                  <a:pt x="1009462" y="79461"/>
                </a:lnTo>
                <a:lnTo>
                  <a:pt x="1009694" y="79722"/>
                </a:lnTo>
                <a:lnTo>
                  <a:pt x="1009914" y="79986"/>
                </a:lnTo>
                <a:lnTo>
                  <a:pt x="1010124" y="80254"/>
                </a:lnTo>
                <a:lnTo>
                  <a:pt x="1010326" y="80523"/>
                </a:lnTo>
                <a:lnTo>
                  <a:pt x="1010518" y="80793"/>
                </a:lnTo>
                <a:lnTo>
                  <a:pt x="1010702" y="81065"/>
                </a:lnTo>
                <a:lnTo>
                  <a:pt x="1010876" y="81338"/>
                </a:lnTo>
                <a:lnTo>
                  <a:pt x="1011041" y="81613"/>
                </a:lnTo>
                <a:lnTo>
                  <a:pt x="1011198" y="81890"/>
                </a:lnTo>
                <a:lnTo>
                  <a:pt x="1011346" y="82168"/>
                </a:lnTo>
                <a:lnTo>
                  <a:pt x="1011484" y="82447"/>
                </a:lnTo>
                <a:lnTo>
                  <a:pt x="1011614" y="82728"/>
                </a:lnTo>
                <a:lnTo>
                  <a:pt x="1011735" y="83010"/>
                </a:lnTo>
                <a:lnTo>
                  <a:pt x="1011847" y="83294"/>
                </a:lnTo>
                <a:lnTo>
                  <a:pt x="1011949" y="83580"/>
                </a:lnTo>
                <a:lnTo>
                  <a:pt x="1012043" y="83866"/>
                </a:lnTo>
                <a:lnTo>
                  <a:pt x="1012128" y="84155"/>
                </a:lnTo>
                <a:lnTo>
                  <a:pt x="1012204" y="84445"/>
                </a:lnTo>
                <a:lnTo>
                  <a:pt x="1012272" y="84736"/>
                </a:lnTo>
                <a:lnTo>
                  <a:pt x="1012330" y="85029"/>
                </a:lnTo>
                <a:lnTo>
                  <a:pt x="1012379" y="85324"/>
                </a:lnTo>
                <a:lnTo>
                  <a:pt x="1012419" y="85619"/>
                </a:lnTo>
                <a:lnTo>
                  <a:pt x="1012450" y="85917"/>
                </a:lnTo>
                <a:lnTo>
                  <a:pt x="1012473" y="86216"/>
                </a:lnTo>
                <a:lnTo>
                  <a:pt x="1012486" y="86516"/>
                </a:lnTo>
                <a:lnTo>
                  <a:pt x="1012491" y="86818"/>
                </a:lnTo>
                <a:lnTo>
                  <a:pt x="1012481" y="87269"/>
                </a:lnTo>
                <a:lnTo>
                  <a:pt x="1012454" y="87714"/>
                </a:lnTo>
                <a:lnTo>
                  <a:pt x="1012407" y="88153"/>
                </a:lnTo>
                <a:lnTo>
                  <a:pt x="1012342" y="88585"/>
                </a:lnTo>
                <a:lnTo>
                  <a:pt x="1012259" y="89012"/>
                </a:lnTo>
                <a:lnTo>
                  <a:pt x="1012157" y="89433"/>
                </a:lnTo>
                <a:lnTo>
                  <a:pt x="1012036" y="89848"/>
                </a:lnTo>
                <a:lnTo>
                  <a:pt x="1011897" y="90257"/>
                </a:lnTo>
                <a:lnTo>
                  <a:pt x="1011739" y="90660"/>
                </a:lnTo>
                <a:lnTo>
                  <a:pt x="1011563" y="91058"/>
                </a:lnTo>
                <a:lnTo>
                  <a:pt x="1011368" y="91449"/>
                </a:lnTo>
                <a:lnTo>
                  <a:pt x="1011155" y="91834"/>
                </a:lnTo>
                <a:lnTo>
                  <a:pt x="1010923" y="92213"/>
                </a:lnTo>
                <a:lnTo>
                  <a:pt x="1010672" y="92586"/>
                </a:lnTo>
                <a:lnTo>
                  <a:pt x="1010403" y="92954"/>
                </a:lnTo>
                <a:lnTo>
                  <a:pt x="1010116" y="93315"/>
                </a:lnTo>
                <a:lnTo>
                  <a:pt x="1009810" y="93670"/>
                </a:lnTo>
                <a:lnTo>
                  <a:pt x="1009485" y="94020"/>
                </a:lnTo>
                <a:lnTo>
                  <a:pt x="1009142" y="94363"/>
                </a:lnTo>
                <a:lnTo>
                  <a:pt x="1008780" y="94701"/>
                </a:lnTo>
                <a:lnTo>
                  <a:pt x="1008399" y="95032"/>
                </a:lnTo>
                <a:lnTo>
                  <a:pt x="1008000" y="95358"/>
                </a:lnTo>
                <a:lnTo>
                  <a:pt x="1007583" y="95677"/>
                </a:lnTo>
                <a:lnTo>
                  <a:pt x="1007147" y="95991"/>
                </a:lnTo>
                <a:lnTo>
                  <a:pt x="1006439" y="96490"/>
                </a:lnTo>
                <a:lnTo>
                  <a:pt x="1005715" y="96967"/>
                </a:lnTo>
                <a:lnTo>
                  <a:pt x="1004975" y="97424"/>
                </a:lnTo>
                <a:lnTo>
                  <a:pt x="1004218" y="97859"/>
                </a:lnTo>
                <a:lnTo>
                  <a:pt x="1003445" y="98273"/>
                </a:lnTo>
                <a:lnTo>
                  <a:pt x="1002656" y="98665"/>
                </a:lnTo>
                <a:lnTo>
                  <a:pt x="1001851" y="99037"/>
                </a:lnTo>
                <a:lnTo>
                  <a:pt x="1001029" y="99387"/>
                </a:lnTo>
                <a:lnTo>
                  <a:pt x="1000191" y="99716"/>
                </a:lnTo>
                <a:lnTo>
                  <a:pt x="999337" y="100024"/>
                </a:lnTo>
                <a:lnTo>
                  <a:pt x="998467" y="100310"/>
                </a:lnTo>
                <a:lnTo>
                  <a:pt x="997581" y="100576"/>
                </a:lnTo>
                <a:lnTo>
                  <a:pt x="996678" y="100820"/>
                </a:lnTo>
                <a:lnTo>
                  <a:pt x="995759" y="101043"/>
                </a:lnTo>
                <a:lnTo>
                  <a:pt x="994824" y="101244"/>
                </a:lnTo>
                <a:lnTo>
                  <a:pt x="993872" y="101425"/>
                </a:lnTo>
                <a:lnTo>
                  <a:pt x="992905" y="101584"/>
                </a:lnTo>
                <a:lnTo>
                  <a:pt x="991921" y="101722"/>
                </a:lnTo>
                <a:lnTo>
                  <a:pt x="990921" y="101839"/>
                </a:lnTo>
                <a:lnTo>
                  <a:pt x="989904" y="101934"/>
                </a:lnTo>
                <a:lnTo>
                  <a:pt x="988872" y="102008"/>
                </a:lnTo>
                <a:lnTo>
                  <a:pt x="987823" y="102061"/>
                </a:lnTo>
                <a:lnTo>
                  <a:pt x="986758" y="102093"/>
                </a:lnTo>
                <a:lnTo>
                  <a:pt x="985677" y="102104"/>
                </a:lnTo>
                <a:lnTo>
                  <a:pt x="984979" y="102099"/>
                </a:lnTo>
                <a:lnTo>
                  <a:pt x="984286" y="102083"/>
                </a:lnTo>
                <a:lnTo>
                  <a:pt x="983598" y="102056"/>
                </a:lnTo>
                <a:lnTo>
                  <a:pt x="982915" y="102019"/>
                </a:lnTo>
                <a:lnTo>
                  <a:pt x="982236" y="101971"/>
                </a:lnTo>
                <a:lnTo>
                  <a:pt x="981561" y="101913"/>
                </a:lnTo>
                <a:lnTo>
                  <a:pt x="980892" y="101844"/>
                </a:lnTo>
                <a:lnTo>
                  <a:pt x="980227" y="101765"/>
                </a:lnTo>
                <a:lnTo>
                  <a:pt x="979566" y="101675"/>
                </a:lnTo>
                <a:lnTo>
                  <a:pt x="978911" y="101574"/>
                </a:lnTo>
                <a:lnTo>
                  <a:pt x="978260" y="101462"/>
                </a:lnTo>
                <a:lnTo>
                  <a:pt x="977613" y="101341"/>
                </a:lnTo>
                <a:lnTo>
                  <a:pt x="976971" y="101208"/>
                </a:lnTo>
                <a:lnTo>
                  <a:pt x="976334" y="101065"/>
                </a:lnTo>
                <a:lnTo>
                  <a:pt x="975702" y="100911"/>
                </a:lnTo>
                <a:lnTo>
                  <a:pt x="975074" y="100747"/>
                </a:lnTo>
                <a:lnTo>
                  <a:pt x="974451" y="100572"/>
                </a:lnTo>
                <a:lnTo>
                  <a:pt x="973832" y="100386"/>
                </a:lnTo>
                <a:lnTo>
                  <a:pt x="973218" y="100190"/>
                </a:lnTo>
                <a:lnTo>
                  <a:pt x="972609" y="99983"/>
                </a:lnTo>
                <a:lnTo>
                  <a:pt x="972004" y="99766"/>
                </a:lnTo>
                <a:lnTo>
                  <a:pt x="971404" y="99538"/>
                </a:lnTo>
                <a:lnTo>
                  <a:pt x="970809" y="99300"/>
                </a:lnTo>
                <a:lnTo>
                  <a:pt x="970218" y="99050"/>
                </a:lnTo>
                <a:lnTo>
                  <a:pt x="969637" y="98796"/>
                </a:lnTo>
                <a:lnTo>
                  <a:pt x="969071" y="98542"/>
                </a:lnTo>
                <a:lnTo>
                  <a:pt x="968520" y="98288"/>
                </a:lnTo>
                <a:lnTo>
                  <a:pt x="967983" y="98035"/>
                </a:lnTo>
                <a:lnTo>
                  <a:pt x="967462" y="97782"/>
                </a:lnTo>
                <a:lnTo>
                  <a:pt x="966955" y="97530"/>
                </a:lnTo>
                <a:lnTo>
                  <a:pt x="966464" y="97277"/>
                </a:lnTo>
                <a:lnTo>
                  <a:pt x="965987" y="97025"/>
                </a:lnTo>
                <a:lnTo>
                  <a:pt x="965526" y="96774"/>
                </a:lnTo>
                <a:lnTo>
                  <a:pt x="965079" y="96522"/>
                </a:lnTo>
                <a:lnTo>
                  <a:pt x="964647" y="96271"/>
                </a:lnTo>
                <a:lnTo>
                  <a:pt x="964230" y="96021"/>
                </a:lnTo>
                <a:lnTo>
                  <a:pt x="963828" y="95770"/>
                </a:lnTo>
                <a:lnTo>
                  <a:pt x="963441" y="95520"/>
                </a:lnTo>
                <a:lnTo>
                  <a:pt x="963068" y="95271"/>
                </a:lnTo>
                <a:lnTo>
                  <a:pt x="962711" y="95021"/>
                </a:lnTo>
                <a:lnTo>
                  <a:pt x="962369" y="94772"/>
                </a:lnTo>
                <a:lnTo>
                  <a:pt x="962041" y="94524"/>
                </a:lnTo>
                <a:lnTo>
                  <a:pt x="961729" y="94275"/>
                </a:lnTo>
                <a:lnTo>
                  <a:pt x="961431" y="94027"/>
                </a:lnTo>
                <a:lnTo>
                  <a:pt x="961148" y="93780"/>
                </a:lnTo>
                <a:lnTo>
                  <a:pt x="960880" y="93532"/>
                </a:lnTo>
                <a:lnTo>
                  <a:pt x="960627" y="93285"/>
                </a:lnTo>
                <a:lnTo>
                  <a:pt x="960389" y="93039"/>
                </a:lnTo>
                <a:lnTo>
                  <a:pt x="960278" y="92907"/>
                </a:lnTo>
                <a:lnTo>
                  <a:pt x="960167" y="92765"/>
                </a:lnTo>
                <a:lnTo>
                  <a:pt x="960057" y="92614"/>
                </a:lnTo>
                <a:lnTo>
                  <a:pt x="959946" y="92454"/>
                </a:lnTo>
                <a:lnTo>
                  <a:pt x="959837" y="92284"/>
                </a:lnTo>
                <a:lnTo>
                  <a:pt x="959727" y="92105"/>
                </a:lnTo>
                <a:lnTo>
                  <a:pt x="959618" y="91917"/>
                </a:lnTo>
                <a:lnTo>
                  <a:pt x="959509" y="91719"/>
                </a:lnTo>
                <a:lnTo>
                  <a:pt x="959401" y="91511"/>
                </a:lnTo>
                <a:lnTo>
                  <a:pt x="959292" y="91294"/>
                </a:lnTo>
                <a:lnTo>
                  <a:pt x="959185" y="91068"/>
                </a:lnTo>
                <a:lnTo>
                  <a:pt x="959077" y="90832"/>
                </a:lnTo>
                <a:lnTo>
                  <a:pt x="958970" y="90587"/>
                </a:lnTo>
                <a:lnTo>
                  <a:pt x="958863" y="90332"/>
                </a:lnTo>
                <a:lnTo>
                  <a:pt x="958756" y="90068"/>
                </a:lnTo>
                <a:lnTo>
                  <a:pt x="958650" y="89794"/>
                </a:lnTo>
                <a:lnTo>
                  <a:pt x="958544" y="89511"/>
                </a:lnTo>
                <a:lnTo>
                  <a:pt x="958439" y="89219"/>
                </a:lnTo>
                <a:lnTo>
                  <a:pt x="958334" y="88917"/>
                </a:lnTo>
                <a:lnTo>
                  <a:pt x="958229" y="88605"/>
                </a:lnTo>
                <a:lnTo>
                  <a:pt x="958124" y="88285"/>
                </a:lnTo>
                <a:lnTo>
                  <a:pt x="958020" y="87954"/>
                </a:lnTo>
                <a:lnTo>
                  <a:pt x="957916" y="87615"/>
                </a:lnTo>
                <a:lnTo>
                  <a:pt x="957813" y="87265"/>
                </a:lnTo>
                <a:lnTo>
                  <a:pt x="957707" y="86916"/>
                </a:lnTo>
                <a:lnTo>
                  <a:pt x="957598" y="86575"/>
                </a:lnTo>
                <a:lnTo>
                  <a:pt x="957485" y="86242"/>
                </a:lnTo>
                <a:lnTo>
                  <a:pt x="957369" y="85918"/>
                </a:lnTo>
                <a:lnTo>
                  <a:pt x="957248" y="85602"/>
                </a:lnTo>
                <a:lnTo>
                  <a:pt x="957124" y="85294"/>
                </a:lnTo>
                <a:lnTo>
                  <a:pt x="956996" y="84995"/>
                </a:lnTo>
                <a:lnTo>
                  <a:pt x="956864" y="84705"/>
                </a:lnTo>
                <a:lnTo>
                  <a:pt x="956728" y="84423"/>
                </a:lnTo>
                <a:lnTo>
                  <a:pt x="956588" y="84149"/>
                </a:lnTo>
                <a:lnTo>
                  <a:pt x="956445" y="83884"/>
                </a:lnTo>
                <a:lnTo>
                  <a:pt x="956298" y="83627"/>
                </a:lnTo>
                <a:lnTo>
                  <a:pt x="956147" y="83379"/>
                </a:lnTo>
                <a:lnTo>
                  <a:pt x="955992" y="83139"/>
                </a:lnTo>
                <a:lnTo>
                  <a:pt x="955833" y="82908"/>
                </a:lnTo>
                <a:lnTo>
                  <a:pt x="955671" y="82685"/>
                </a:lnTo>
                <a:lnTo>
                  <a:pt x="955505" y="82471"/>
                </a:lnTo>
                <a:lnTo>
                  <a:pt x="955335" y="82265"/>
                </a:lnTo>
                <a:lnTo>
                  <a:pt x="955161" y="82067"/>
                </a:lnTo>
                <a:lnTo>
                  <a:pt x="954983" y="81878"/>
                </a:lnTo>
                <a:lnTo>
                  <a:pt x="954802" y="81697"/>
                </a:lnTo>
                <a:lnTo>
                  <a:pt x="954616" y="81525"/>
                </a:lnTo>
                <a:lnTo>
                  <a:pt x="954427" y="81361"/>
                </a:lnTo>
                <a:lnTo>
                  <a:pt x="954234" y="81206"/>
                </a:lnTo>
                <a:lnTo>
                  <a:pt x="954037" y="81058"/>
                </a:lnTo>
                <a:lnTo>
                  <a:pt x="953837" y="80916"/>
                </a:lnTo>
                <a:lnTo>
                  <a:pt x="953633" y="80781"/>
                </a:lnTo>
                <a:lnTo>
                  <a:pt x="953424" y="80652"/>
                </a:lnTo>
                <a:lnTo>
                  <a:pt x="953212" y="80529"/>
                </a:lnTo>
                <a:lnTo>
                  <a:pt x="952997" y="80413"/>
                </a:lnTo>
                <a:lnTo>
                  <a:pt x="952777" y="80303"/>
                </a:lnTo>
                <a:lnTo>
                  <a:pt x="952554" y="80199"/>
                </a:lnTo>
                <a:lnTo>
                  <a:pt x="952326" y="80101"/>
                </a:lnTo>
                <a:lnTo>
                  <a:pt x="952095" y="80010"/>
                </a:lnTo>
                <a:lnTo>
                  <a:pt x="951861" y="79925"/>
                </a:lnTo>
                <a:lnTo>
                  <a:pt x="951622" y="79846"/>
                </a:lnTo>
                <a:lnTo>
                  <a:pt x="951380" y="79774"/>
                </a:lnTo>
                <a:lnTo>
                  <a:pt x="951133" y="79708"/>
                </a:lnTo>
                <a:lnTo>
                  <a:pt x="950883" y="79648"/>
                </a:lnTo>
                <a:lnTo>
                  <a:pt x="950629" y="79594"/>
                </a:lnTo>
                <a:lnTo>
                  <a:pt x="950372" y="79547"/>
                </a:lnTo>
                <a:lnTo>
                  <a:pt x="950110" y="79506"/>
                </a:lnTo>
                <a:lnTo>
                  <a:pt x="949845" y="79472"/>
                </a:lnTo>
                <a:lnTo>
                  <a:pt x="949576" y="79443"/>
                </a:lnTo>
                <a:lnTo>
                  <a:pt x="949303" y="79421"/>
                </a:lnTo>
                <a:lnTo>
                  <a:pt x="949026" y="79406"/>
                </a:lnTo>
                <a:lnTo>
                  <a:pt x="948745" y="79396"/>
                </a:lnTo>
                <a:lnTo>
                  <a:pt x="948461" y="79393"/>
                </a:lnTo>
                <a:lnTo>
                  <a:pt x="948090" y="79398"/>
                </a:lnTo>
                <a:lnTo>
                  <a:pt x="947726" y="79414"/>
                </a:lnTo>
                <a:lnTo>
                  <a:pt x="947367" y="79440"/>
                </a:lnTo>
                <a:lnTo>
                  <a:pt x="947015" y="79477"/>
                </a:lnTo>
                <a:lnTo>
                  <a:pt x="946669" y="79524"/>
                </a:lnTo>
                <a:lnTo>
                  <a:pt x="946329" y="79581"/>
                </a:lnTo>
                <a:lnTo>
                  <a:pt x="945995" y="79649"/>
                </a:lnTo>
                <a:lnTo>
                  <a:pt x="945667" y="79728"/>
                </a:lnTo>
                <a:lnTo>
                  <a:pt x="945346" y="79817"/>
                </a:lnTo>
                <a:lnTo>
                  <a:pt x="945030" y="79916"/>
                </a:lnTo>
                <a:lnTo>
                  <a:pt x="944721" y="80026"/>
                </a:lnTo>
                <a:lnTo>
                  <a:pt x="944417" y="80147"/>
                </a:lnTo>
                <a:lnTo>
                  <a:pt x="944120" y="80278"/>
                </a:lnTo>
                <a:lnTo>
                  <a:pt x="943829" y="80419"/>
                </a:lnTo>
                <a:lnTo>
                  <a:pt x="943544" y="80571"/>
                </a:lnTo>
                <a:lnTo>
                  <a:pt x="943266" y="80733"/>
                </a:lnTo>
                <a:lnTo>
                  <a:pt x="942993" y="80906"/>
                </a:lnTo>
                <a:lnTo>
                  <a:pt x="942727" y="81089"/>
                </a:lnTo>
                <a:lnTo>
                  <a:pt x="942466" y="81282"/>
                </a:lnTo>
                <a:lnTo>
                  <a:pt x="942212" y="81487"/>
                </a:lnTo>
                <a:lnTo>
                  <a:pt x="941964" y="81701"/>
                </a:lnTo>
                <a:lnTo>
                  <a:pt x="941722" y="81926"/>
                </a:lnTo>
                <a:lnTo>
                  <a:pt x="941486" y="82162"/>
                </a:lnTo>
                <a:lnTo>
                  <a:pt x="941257" y="82408"/>
                </a:lnTo>
                <a:lnTo>
                  <a:pt x="941035" y="82666"/>
                </a:lnTo>
                <a:lnTo>
                  <a:pt x="940822" y="82938"/>
                </a:lnTo>
                <a:lnTo>
                  <a:pt x="940619" y="83224"/>
                </a:lnTo>
                <a:lnTo>
                  <a:pt x="940426" y="83525"/>
                </a:lnTo>
                <a:lnTo>
                  <a:pt x="940241" y="83839"/>
                </a:lnTo>
                <a:lnTo>
                  <a:pt x="940067" y="84168"/>
                </a:lnTo>
                <a:lnTo>
                  <a:pt x="939901" y="84511"/>
                </a:lnTo>
                <a:lnTo>
                  <a:pt x="939746" y="84868"/>
                </a:lnTo>
                <a:lnTo>
                  <a:pt x="939599" y="85239"/>
                </a:lnTo>
                <a:lnTo>
                  <a:pt x="939462" y="85624"/>
                </a:lnTo>
                <a:lnTo>
                  <a:pt x="939335" y="86023"/>
                </a:lnTo>
                <a:lnTo>
                  <a:pt x="939217" y="86436"/>
                </a:lnTo>
                <a:lnTo>
                  <a:pt x="939108" y="86864"/>
                </a:lnTo>
                <a:lnTo>
                  <a:pt x="939009" y="87306"/>
                </a:lnTo>
                <a:lnTo>
                  <a:pt x="938919" y="87761"/>
                </a:lnTo>
                <a:lnTo>
                  <a:pt x="938839" y="88231"/>
                </a:lnTo>
                <a:lnTo>
                  <a:pt x="938768" y="88715"/>
                </a:lnTo>
                <a:lnTo>
                  <a:pt x="938707" y="89213"/>
                </a:lnTo>
                <a:lnTo>
                  <a:pt x="938655" y="89726"/>
                </a:lnTo>
                <a:lnTo>
                  <a:pt x="938612" y="90252"/>
                </a:lnTo>
                <a:lnTo>
                  <a:pt x="938579" y="90793"/>
                </a:lnTo>
                <a:lnTo>
                  <a:pt x="938556" y="91347"/>
                </a:lnTo>
                <a:lnTo>
                  <a:pt x="938542" y="91916"/>
                </a:lnTo>
                <a:lnTo>
                  <a:pt x="938537" y="92499"/>
                </a:lnTo>
                <a:lnTo>
                  <a:pt x="938537" y="105697"/>
                </a:lnTo>
                <a:lnTo>
                  <a:pt x="938542" y="106272"/>
                </a:lnTo>
                <a:lnTo>
                  <a:pt x="938556" y="106834"/>
                </a:lnTo>
                <a:lnTo>
                  <a:pt x="938579" y="107381"/>
                </a:lnTo>
                <a:lnTo>
                  <a:pt x="938612" y="107915"/>
                </a:lnTo>
                <a:lnTo>
                  <a:pt x="938655" y="108435"/>
                </a:lnTo>
                <a:lnTo>
                  <a:pt x="938707" y="108941"/>
                </a:lnTo>
                <a:lnTo>
                  <a:pt x="938768" y="109434"/>
                </a:lnTo>
                <a:lnTo>
                  <a:pt x="938839" y="109912"/>
                </a:lnTo>
                <a:lnTo>
                  <a:pt x="938919" y="110377"/>
                </a:lnTo>
                <a:lnTo>
                  <a:pt x="939009" y="110828"/>
                </a:lnTo>
                <a:lnTo>
                  <a:pt x="939108" y="111265"/>
                </a:lnTo>
                <a:lnTo>
                  <a:pt x="939217" y="111689"/>
                </a:lnTo>
                <a:lnTo>
                  <a:pt x="939335" y="112099"/>
                </a:lnTo>
                <a:lnTo>
                  <a:pt x="939462" y="112495"/>
                </a:lnTo>
                <a:lnTo>
                  <a:pt x="939599" y="112877"/>
                </a:lnTo>
                <a:lnTo>
                  <a:pt x="939746" y="113245"/>
                </a:lnTo>
                <a:lnTo>
                  <a:pt x="939901" y="113600"/>
                </a:lnTo>
                <a:lnTo>
                  <a:pt x="940067" y="113940"/>
                </a:lnTo>
                <a:lnTo>
                  <a:pt x="940241" y="114267"/>
                </a:lnTo>
                <a:lnTo>
                  <a:pt x="940426" y="114581"/>
                </a:lnTo>
                <a:lnTo>
                  <a:pt x="940619" y="114880"/>
                </a:lnTo>
                <a:lnTo>
                  <a:pt x="940822" y="115166"/>
                </a:lnTo>
                <a:lnTo>
                  <a:pt x="941035" y="115438"/>
                </a:lnTo>
                <a:lnTo>
                  <a:pt x="941257" y="115696"/>
                </a:lnTo>
                <a:lnTo>
                  <a:pt x="941486" y="115942"/>
                </a:lnTo>
                <a:lnTo>
                  <a:pt x="941722" y="116177"/>
                </a:lnTo>
                <a:lnTo>
                  <a:pt x="941964" y="116402"/>
                </a:lnTo>
                <a:lnTo>
                  <a:pt x="942212" y="116616"/>
                </a:lnTo>
                <a:lnTo>
                  <a:pt x="942466" y="116820"/>
                </a:lnTo>
                <a:lnTo>
                  <a:pt x="942727" y="117014"/>
                </a:lnTo>
                <a:lnTo>
                  <a:pt x="942993" y="117197"/>
                </a:lnTo>
                <a:lnTo>
                  <a:pt x="943266" y="117369"/>
                </a:lnTo>
                <a:lnTo>
                  <a:pt x="943544" y="117531"/>
                </a:lnTo>
                <a:lnTo>
                  <a:pt x="943829" y="117683"/>
                </a:lnTo>
                <a:lnTo>
                  <a:pt x="944120" y="117824"/>
                </a:lnTo>
                <a:lnTo>
                  <a:pt x="944417" y="117955"/>
                </a:lnTo>
                <a:lnTo>
                  <a:pt x="944721" y="118075"/>
                </a:lnTo>
                <a:lnTo>
                  <a:pt x="945030" y="118185"/>
                </a:lnTo>
                <a:lnTo>
                  <a:pt x="945346" y="118284"/>
                </a:lnTo>
                <a:lnTo>
                  <a:pt x="945667" y="118373"/>
                </a:lnTo>
                <a:lnTo>
                  <a:pt x="945995" y="118452"/>
                </a:lnTo>
                <a:lnTo>
                  <a:pt x="946329" y="118520"/>
                </a:lnTo>
                <a:lnTo>
                  <a:pt x="946669" y="118577"/>
                </a:lnTo>
                <a:lnTo>
                  <a:pt x="947015" y="118624"/>
                </a:lnTo>
                <a:lnTo>
                  <a:pt x="947367" y="118661"/>
                </a:lnTo>
                <a:lnTo>
                  <a:pt x="947726" y="118687"/>
                </a:lnTo>
                <a:lnTo>
                  <a:pt x="948090" y="118703"/>
                </a:lnTo>
                <a:lnTo>
                  <a:pt x="948461" y="118708"/>
                </a:lnTo>
                <a:lnTo>
                  <a:pt x="948651" y="118706"/>
                </a:lnTo>
                <a:lnTo>
                  <a:pt x="948838" y="118702"/>
                </a:lnTo>
                <a:lnTo>
                  <a:pt x="949022" y="118694"/>
                </a:lnTo>
                <a:lnTo>
                  <a:pt x="949205" y="118684"/>
                </a:lnTo>
                <a:lnTo>
                  <a:pt x="949384" y="118670"/>
                </a:lnTo>
                <a:lnTo>
                  <a:pt x="949561" y="118654"/>
                </a:lnTo>
                <a:lnTo>
                  <a:pt x="949736" y="118635"/>
                </a:lnTo>
                <a:lnTo>
                  <a:pt x="949908" y="118612"/>
                </a:lnTo>
                <a:lnTo>
                  <a:pt x="950078" y="118587"/>
                </a:lnTo>
                <a:lnTo>
                  <a:pt x="950245" y="118559"/>
                </a:lnTo>
                <a:lnTo>
                  <a:pt x="950410" y="118527"/>
                </a:lnTo>
                <a:lnTo>
                  <a:pt x="950572" y="118493"/>
                </a:lnTo>
                <a:lnTo>
                  <a:pt x="950732" y="118456"/>
                </a:lnTo>
                <a:lnTo>
                  <a:pt x="950889" y="118416"/>
                </a:lnTo>
                <a:lnTo>
                  <a:pt x="951044" y="118372"/>
                </a:lnTo>
                <a:lnTo>
                  <a:pt x="951197" y="118326"/>
                </a:lnTo>
                <a:lnTo>
                  <a:pt x="951346" y="118277"/>
                </a:lnTo>
                <a:lnTo>
                  <a:pt x="951494" y="118225"/>
                </a:lnTo>
                <a:lnTo>
                  <a:pt x="951639" y="118169"/>
                </a:lnTo>
                <a:lnTo>
                  <a:pt x="951781" y="118111"/>
                </a:lnTo>
                <a:lnTo>
                  <a:pt x="951921" y="118050"/>
                </a:lnTo>
                <a:lnTo>
                  <a:pt x="952058" y="117986"/>
                </a:lnTo>
                <a:lnTo>
                  <a:pt x="952193" y="117919"/>
                </a:lnTo>
                <a:lnTo>
                  <a:pt x="952326" y="117849"/>
                </a:lnTo>
                <a:lnTo>
                  <a:pt x="952459" y="117774"/>
                </a:lnTo>
                <a:lnTo>
                  <a:pt x="952595" y="117691"/>
                </a:lnTo>
                <a:lnTo>
                  <a:pt x="952735" y="117600"/>
                </a:lnTo>
                <a:lnTo>
                  <a:pt x="952878" y="117502"/>
                </a:lnTo>
                <a:lnTo>
                  <a:pt x="953025" y="117396"/>
                </a:lnTo>
                <a:lnTo>
                  <a:pt x="953176" y="117282"/>
                </a:lnTo>
                <a:lnTo>
                  <a:pt x="953329" y="117161"/>
                </a:lnTo>
                <a:lnTo>
                  <a:pt x="953487" y="117033"/>
                </a:lnTo>
                <a:lnTo>
                  <a:pt x="953648" y="116896"/>
                </a:lnTo>
                <a:lnTo>
                  <a:pt x="953812" y="116752"/>
                </a:lnTo>
                <a:lnTo>
                  <a:pt x="953980" y="116601"/>
                </a:lnTo>
                <a:lnTo>
                  <a:pt x="954151" y="116441"/>
                </a:lnTo>
                <a:lnTo>
                  <a:pt x="954325" y="116275"/>
                </a:lnTo>
                <a:lnTo>
                  <a:pt x="954504" y="116100"/>
                </a:lnTo>
                <a:lnTo>
                  <a:pt x="954685" y="115918"/>
                </a:lnTo>
                <a:lnTo>
                  <a:pt x="954870" y="115728"/>
                </a:lnTo>
                <a:lnTo>
                  <a:pt x="955059" y="115531"/>
                </a:lnTo>
                <a:lnTo>
                  <a:pt x="955251" y="115326"/>
                </a:lnTo>
                <a:lnTo>
                  <a:pt x="955447" y="115114"/>
                </a:lnTo>
                <a:lnTo>
                  <a:pt x="955646" y="114893"/>
                </a:lnTo>
                <a:lnTo>
                  <a:pt x="955848" y="114666"/>
                </a:lnTo>
                <a:lnTo>
                  <a:pt x="956054" y="114430"/>
                </a:lnTo>
                <a:lnTo>
                  <a:pt x="956264" y="114187"/>
                </a:lnTo>
                <a:lnTo>
                  <a:pt x="956477" y="113937"/>
                </a:lnTo>
                <a:lnTo>
                  <a:pt x="957082" y="114259"/>
                </a:lnTo>
                <a:lnTo>
                  <a:pt x="957688" y="114575"/>
                </a:lnTo>
                <a:lnTo>
                  <a:pt x="958296" y="114884"/>
                </a:lnTo>
                <a:lnTo>
                  <a:pt x="958906" y="115186"/>
                </a:lnTo>
                <a:close/>
                <a:moveTo>
                  <a:pt x="1076164" y="115186"/>
                </a:moveTo>
                <a:lnTo>
                  <a:pt x="1076775" y="115482"/>
                </a:lnTo>
                <a:lnTo>
                  <a:pt x="1077387" y="115770"/>
                </a:lnTo>
                <a:lnTo>
                  <a:pt x="1078001" y="116052"/>
                </a:lnTo>
                <a:lnTo>
                  <a:pt x="1078617" y="116327"/>
                </a:lnTo>
                <a:lnTo>
                  <a:pt x="1079234" y="116596"/>
                </a:lnTo>
                <a:lnTo>
                  <a:pt x="1079853" y="116857"/>
                </a:lnTo>
                <a:lnTo>
                  <a:pt x="1080473" y="117112"/>
                </a:lnTo>
                <a:lnTo>
                  <a:pt x="1081094" y="117360"/>
                </a:lnTo>
                <a:lnTo>
                  <a:pt x="1081717" y="117601"/>
                </a:lnTo>
                <a:lnTo>
                  <a:pt x="1082342" y="117835"/>
                </a:lnTo>
                <a:lnTo>
                  <a:pt x="1082968" y="118063"/>
                </a:lnTo>
                <a:lnTo>
                  <a:pt x="1083595" y="118284"/>
                </a:lnTo>
                <a:lnTo>
                  <a:pt x="1084224" y="118498"/>
                </a:lnTo>
                <a:lnTo>
                  <a:pt x="1084854" y="118705"/>
                </a:lnTo>
                <a:lnTo>
                  <a:pt x="1085486" y="118905"/>
                </a:lnTo>
                <a:lnTo>
                  <a:pt x="1086120" y="119099"/>
                </a:lnTo>
                <a:lnTo>
                  <a:pt x="1086755" y="119286"/>
                </a:lnTo>
                <a:lnTo>
                  <a:pt x="1087391" y="119466"/>
                </a:lnTo>
                <a:lnTo>
                  <a:pt x="1088029" y="119639"/>
                </a:lnTo>
                <a:lnTo>
                  <a:pt x="1088668" y="119805"/>
                </a:lnTo>
                <a:lnTo>
                  <a:pt x="1089309" y="119965"/>
                </a:lnTo>
                <a:lnTo>
                  <a:pt x="1089952" y="120118"/>
                </a:lnTo>
                <a:lnTo>
                  <a:pt x="1090596" y="120264"/>
                </a:lnTo>
                <a:lnTo>
                  <a:pt x="1091241" y="120403"/>
                </a:lnTo>
                <a:lnTo>
                  <a:pt x="1091888" y="120535"/>
                </a:lnTo>
                <a:lnTo>
                  <a:pt x="1092536" y="120661"/>
                </a:lnTo>
                <a:lnTo>
                  <a:pt x="1093186" y="120780"/>
                </a:lnTo>
                <a:lnTo>
                  <a:pt x="1093837" y="120892"/>
                </a:lnTo>
                <a:lnTo>
                  <a:pt x="1094490" y="120997"/>
                </a:lnTo>
                <a:lnTo>
                  <a:pt x="1095144" y="121096"/>
                </a:lnTo>
                <a:lnTo>
                  <a:pt x="1095800" y="121187"/>
                </a:lnTo>
                <a:lnTo>
                  <a:pt x="1096457" y="121272"/>
                </a:lnTo>
                <a:lnTo>
                  <a:pt x="1097116" y="121350"/>
                </a:lnTo>
                <a:lnTo>
                  <a:pt x="1097776" y="121422"/>
                </a:lnTo>
                <a:lnTo>
                  <a:pt x="1098438" y="121486"/>
                </a:lnTo>
                <a:lnTo>
                  <a:pt x="1099101" y="121544"/>
                </a:lnTo>
                <a:lnTo>
                  <a:pt x="1099766" y="121595"/>
                </a:lnTo>
                <a:lnTo>
                  <a:pt x="1100432" y="121639"/>
                </a:lnTo>
                <a:lnTo>
                  <a:pt x="1101100" y="121676"/>
                </a:lnTo>
                <a:lnTo>
                  <a:pt x="1101769" y="121707"/>
                </a:lnTo>
                <a:lnTo>
                  <a:pt x="1102440" y="121731"/>
                </a:lnTo>
                <a:lnTo>
                  <a:pt x="1103112" y="121748"/>
                </a:lnTo>
                <a:lnTo>
                  <a:pt x="1103786" y="121758"/>
                </a:lnTo>
                <a:lnTo>
                  <a:pt x="1104461" y="121761"/>
                </a:lnTo>
                <a:lnTo>
                  <a:pt x="1106198" y="121741"/>
                </a:lnTo>
                <a:lnTo>
                  <a:pt x="1107908" y="121682"/>
                </a:lnTo>
                <a:lnTo>
                  <a:pt x="1109593" y="121582"/>
                </a:lnTo>
                <a:lnTo>
                  <a:pt x="1111252" y="121442"/>
                </a:lnTo>
                <a:lnTo>
                  <a:pt x="1112885" y="121263"/>
                </a:lnTo>
                <a:lnTo>
                  <a:pt x="1114493" y="121044"/>
                </a:lnTo>
                <a:lnTo>
                  <a:pt x="1116074" y="120785"/>
                </a:lnTo>
                <a:lnTo>
                  <a:pt x="1117630" y="120486"/>
                </a:lnTo>
                <a:lnTo>
                  <a:pt x="1119159" y="120147"/>
                </a:lnTo>
                <a:lnTo>
                  <a:pt x="1120663" y="119769"/>
                </a:lnTo>
                <a:lnTo>
                  <a:pt x="1122141" y="119350"/>
                </a:lnTo>
                <a:lnTo>
                  <a:pt x="1123594" y="118892"/>
                </a:lnTo>
                <a:lnTo>
                  <a:pt x="1125020" y="118394"/>
                </a:lnTo>
                <a:lnTo>
                  <a:pt x="1126421" y="117856"/>
                </a:lnTo>
                <a:lnTo>
                  <a:pt x="1127795" y="117278"/>
                </a:lnTo>
                <a:lnTo>
                  <a:pt x="1129144" y="116660"/>
                </a:lnTo>
                <a:lnTo>
                  <a:pt x="1130467" y="116003"/>
                </a:lnTo>
                <a:lnTo>
                  <a:pt x="1131764" y="115305"/>
                </a:lnTo>
                <a:lnTo>
                  <a:pt x="1133036" y="114568"/>
                </a:lnTo>
                <a:lnTo>
                  <a:pt x="1134281" y="113791"/>
                </a:lnTo>
                <a:lnTo>
                  <a:pt x="1135501" y="112974"/>
                </a:lnTo>
                <a:lnTo>
                  <a:pt x="1136695" y="112117"/>
                </a:lnTo>
                <a:lnTo>
                  <a:pt x="1137863" y="111220"/>
                </a:lnTo>
                <a:lnTo>
                  <a:pt x="1139005" y="110284"/>
                </a:lnTo>
                <a:lnTo>
                  <a:pt x="1139838" y="109548"/>
                </a:lnTo>
                <a:lnTo>
                  <a:pt x="1140635" y="108793"/>
                </a:lnTo>
                <a:lnTo>
                  <a:pt x="1141398" y="108017"/>
                </a:lnTo>
                <a:lnTo>
                  <a:pt x="1142125" y="107221"/>
                </a:lnTo>
                <a:lnTo>
                  <a:pt x="1142816" y="106405"/>
                </a:lnTo>
                <a:lnTo>
                  <a:pt x="1143472" y="105568"/>
                </a:lnTo>
                <a:lnTo>
                  <a:pt x="1144092" y="104711"/>
                </a:lnTo>
                <a:lnTo>
                  <a:pt x="1144677" y="103834"/>
                </a:lnTo>
                <a:lnTo>
                  <a:pt x="1145227" y="102937"/>
                </a:lnTo>
                <a:lnTo>
                  <a:pt x="1145741" y="102019"/>
                </a:lnTo>
                <a:lnTo>
                  <a:pt x="1146219" y="101081"/>
                </a:lnTo>
                <a:lnTo>
                  <a:pt x="1146662" y="100123"/>
                </a:lnTo>
                <a:lnTo>
                  <a:pt x="1147070" y="99145"/>
                </a:lnTo>
                <a:lnTo>
                  <a:pt x="1147442" y="98146"/>
                </a:lnTo>
                <a:lnTo>
                  <a:pt x="1147779" y="97127"/>
                </a:lnTo>
                <a:lnTo>
                  <a:pt x="1148081" y="96088"/>
                </a:lnTo>
                <a:lnTo>
                  <a:pt x="1148346" y="95028"/>
                </a:lnTo>
                <a:lnTo>
                  <a:pt x="1148577" y="93949"/>
                </a:lnTo>
                <a:lnTo>
                  <a:pt x="1148772" y="92849"/>
                </a:lnTo>
                <a:lnTo>
                  <a:pt x="1148931" y="91728"/>
                </a:lnTo>
                <a:lnTo>
                  <a:pt x="1149056" y="90588"/>
                </a:lnTo>
                <a:lnTo>
                  <a:pt x="1149144" y="89427"/>
                </a:lnTo>
                <a:lnTo>
                  <a:pt x="1149197" y="88246"/>
                </a:lnTo>
                <a:lnTo>
                  <a:pt x="1149215" y="87045"/>
                </a:lnTo>
                <a:lnTo>
                  <a:pt x="1149206" y="86181"/>
                </a:lnTo>
                <a:lnTo>
                  <a:pt x="1149178" y="85327"/>
                </a:lnTo>
                <a:lnTo>
                  <a:pt x="1149132" y="84483"/>
                </a:lnTo>
                <a:lnTo>
                  <a:pt x="1149067" y="83649"/>
                </a:lnTo>
                <a:lnTo>
                  <a:pt x="1148983" y="82826"/>
                </a:lnTo>
                <a:lnTo>
                  <a:pt x="1148881" y="82012"/>
                </a:lnTo>
                <a:lnTo>
                  <a:pt x="1148760" y="81208"/>
                </a:lnTo>
                <a:lnTo>
                  <a:pt x="1148621" y="80413"/>
                </a:lnTo>
                <a:lnTo>
                  <a:pt x="1148464" y="79629"/>
                </a:lnTo>
                <a:lnTo>
                  <a:pt x="1148287" y="78855"/>
                </a:lnTo>
                <a:lnTo>
                  <a:pt x="1148092" y="78091"/>
                </a:lnTo>
                <a:lnTo>
                  <a:pt x="1147879" y="77337"/>
                </a:lnTo>
                <a:lnTo>
                  <a:pt x="1147647" y="76593"/>
                </a:lnTo>
                <a:lnTo>
                  <a:pt x="1147397" y="75858"/>
                </a:lnTo>
                <a:lnTo>
                  <a:pt x="1147128" y="75134"/>
                </a:lnTo>
                <a:lnTo>
                  <a:pt x="1146840" y="74420"/>
                </a:lnTo>
                <a:lnTo>
                  <a:pt x="1146534" y="73715"/>
                </a:lnTo>
                <a:lnTo>
                  <a:pt x="1146209" y="73021"/>
                </a:lnTo>
                <a:lnTo>
                  <a:pt x="1145866" y="72336"/>
                </a:lnTo>
                <a:lnTo>
                  <a:pt x="1145504" y="71662"/>
                </a:lnTo>
                <a:lnTo>
                  <a:pt x="1145124" y="70997"/>
                </a:lnTo>
                <a:lnTo>
                  <a:pt x="1144725" y="70343"/>
                </a:lnTo>
                <a:lnTo>
                  <a:pt x="1144307" y="69698"/>
                </a:lnTo>
                <a:lnTo>
                  <a:pt x="1143871" y="69063"/>
                </a:lnTo>
                <a:lnTo>
                  <a:pt x="1143421" y="68441"/>
                </a:lnTo>
                <a:lnTo>
                  <a:pt x="1142962" y="67832"/>
                </a:lnTo>
                <a:lnTo>
                  <a:pt x="1142493" y="67237"/>
                </a:lnTo>
                <a:lnTo>
                  <a:pt x="1142015" y="66656"/>
                </a:lnTo>
                <a:lnTo>
                  <a:pt x="1141527" y="66089"/>
                </a:lnTo>
                <a:lnTo>
                  <a:pt x="1141029" y="65536"/>
                </a:lnTo>
                <a:lnTo>
                  <a:pt x="1140523" y="64997"/>
                </a:lnTo>
                <a:lnTo>
                  <a:pt x="1140007" y="64472"/>
                </a:lnTo>
                <a:lnTo>
                  <a:pt x="1139481" y="63961"/>
                </a:lnTo>
                <a:lnTo>
                  <a:pt x="1138946" y="63464"/>
                </a:lnTo>
                <a:lnTo>
                  <a:pt x="1138402" y="62981"/>
                </a:lnTo>
                <a:lnTo>
                  <a:pt x="1137848" y="62512"/>
                </a:lnTo>
                <a:lnTo>
                  <a:pt x="1137284" y="62057"/>
                </a:lnTo>
                <a:lnTo>
                  <a:pt x="1136712" y="61615"/>
                </a:lnTo>
                <a:lnTo>
                  <a:pt x="1136129" y="61188"/>
                </a:lnTo>
                <a:lnTo>
                  <a:pt x="1135538" y="60775"/>
                </a:lnTo>
                <a:lnTo>
                  <a:pt x="1134936" y="60375"/>
                </a:lnTo>
                <a:lnTo>
                  <a:pt x="1134326" y="59990"/>
                </a:lnTo>
                <a:lnTo>
                  <a:pt x="1133706" y="59618"/>
                </a:lnTo>
                <a:lnTo>
                  <a:pt x="1133076" y="59261"/>
                </a:lnTo>
                <a:lnTo>
                  <a:pt x="1132438" y="58917"/>
                </a:lnTo>
                <a:lnTo>
                  <a:pt x="1131789" y="58588"/>
                </a:lnTo>
                <a:lnTo>
                  <a:pt x="1131131" y="58272"/>
                </a:lnTo>
                <a:lnTo>
                  <a:pt x="1130464" y="57970"/>
                </a:lnTo>
                <a:lnTo>
                  <a:pt x="1129780" y="57676"/>
                </a:lnTo>
                <a:lnTo>
                  <a:pt x="1129072" y="57384"/>
                </a:lnTo>
                <a:lnTo>
                  <a:pt x="1128340" y="57094"/>
                </a:lnTo>
                <a:lnTo>
                  <a:pt x="1127583" y="56806"/>
                </a:lnTo>
                <a:lnTo>
                  <a:pt x="1126802" y="56520"/>
                </a:lnTo>
                <a:lnTo>
                  <a:pt x="1125997" y="56237"/>
                </a:lnTo>
                <a:lnTo>
                  <a:pt x="1125168" y="55955"/>
                </a:lnTo>
                <a:lnTo>
                  <a:pt x="1124315" y="55675"/>
                </a:lnTo>
                <a:lnTo>
                  <a:pt x="1123437" y="55397"/>
                </a:lnTo>
                <a:lnTo>
                  <a:pt x="1122535" y="55121"/>
                </a:lnTo>
                <a:lnTo>
                  <a:pt x="1121609" y="54847"/>
                </a:lnTo>
                <a:lnTo>
                  <a:pt x="1120659" y="54575"/>
                </a:lnTo>
                <a:lnTo>
                  <a:pt x="1119685" y="54305"/>
                </a:lnTo>
                <a:lnTo>
                  <a:pt x="1118687" y="54037"/>
                </a:lnTo>
                <a:lnTo>
                  <a:pt x="1117664" y="53772"/>
                </a:lnTo>
                <a:lnTo>
                  <a:pt x="1116617" y="53508"/>
                </a:lnTo>
                <a:lnTo>
                  <a:pt x="1115546" y="53246"/>
                </a:lnTo>
                <a:lnTo>
                  <a:pt x="1114451" y="52986"/>
                </a:lnTo>
                <a:lnTo>
                  <a:pt x="1113331" y="52728"/>
                </a:lnTo>
                <a:lnTo>
                  <a:pt x="1112188" y="52473"/>
                </a:lnTo>
                <a:lnTo>
                  <a:pt x="1111020" y="52219"/>
                </a:lnTo>
                <a:lnTo>
                  <a:pt x="1109828" y="51967"/>
                </a:lnTo>
                <a:lnTo>
                  <a:pt x="1108612" y="51717"/>
                </a:lnTo>
                <a:lnTo>
                  <a:pt x="1107372" y="51469"/>
                </a:lnTo>
                <a:lnTo>
                  <a:pt x="1106140" y="51226"/>
                </a:lnTo>
                <a:lnTo>
                  <a:pt x="1104948" y="50987"/>
                </a:lnTo>
                <a:lnTo>
                  <a:pt x="1103798" y="50755"/>
                </a:lnTo>
                <a:lnTo>
                  <a:pt x="1102689" y="50528"/>
                </a:lnTo>
                <a:lnTo>
                  <a:pt x="1101621" y="50306"/>
                </a:lnTo>
                <a:lnTo>
                  <a:pt x="1100593" y="50090"/>
                </a:lnTo>
                <a:lnTo>
                  <a:pt x="1099607" y="49880"/>
                </a:lnTo>
                <a:lnTo>
                  <a:pt x="1098661" y="49676"/>
                </a:lnTo>
                <a:lnTo>
                  <a:pt x="1097757" y="49477"/>
                </a:lnTo>
                <a:lnTo>
                  <a:pt x="1096893" y="49284"/>
                </a:lnTo>
                <a:lnTo>
                  <a:pt x="1096070" y="49096"/>
                </a:lnTo>
                <a:lnTo>
                  <a:pt x="1095288" y="48915"/>
                </a:lnTo>
                <a:lnTo>
                  <a:pt x="1094547" y="48738"/>
                </a:lnTo>
                <a:lnTo>
                  <a:pt x="1093847" y="48568"/>
                </a:lnTo>
                <a:lnTo>
                  <a:pt x="1093188" y="48403"/>
                </a:lnTo>
                <a:lnTo>
                  <a:pt x="1092570" y="48244"/>
                </a:lnTo>
                <a:lnTo>
                  <a:pt x="1091993" y="48090"/>
                </a:lnTo>
                <a:lnTo>
                  <a:pt x="1091457" y="47942"/>
                </a:lnTo>
                <a:lnTo>
                  <a:pt x="1090961" y="47800"/>
                </a:lnTo>
                <a:lnTo>
                  <a:pt x="1090507" y="47663"/>
                </a:lnTo>
                <a:lnTo>
                  <a:pt x="1090093" y="47532"/>
                </a:lnTo>
                <a:lnTo>
                  <a:pt x="1089720" y="47406"/>
                </a:lnTo>
                <a:lnTo>
                  <a:pt x="1089389" y="47287"/>
                </a:lnTo>
                <a:lnTo>
                  <a:pt x="1089098" y="47172"/>
                </a:lnTo>
                <a:lnTo>
                  <a:pt x="1088696" y="47011"/>
                </a:lnTo>
                <a:lnTo>
                  <a:pt x="1088303" y="46844"/>
                </a:lnTo>
                <a:lnTo>
                  <a:pt x="1087918" y="46671"/>
                </a:lnTo>
                <a:lnTo>
                  <a:pt x="1087541" y="46494"/>
                </a:lnTo>
                <a:lnTo>
                  <a:pt x="1087171" y="46312"/>
                </a:lnTo>
                <a:lnTo>
                  <a:pt x="1086811" y="46124"/>
                </a:lnTo>
                <a:lnTo>
                  <a:pt x="1086458" y="45932"/>
                </a:lnTo>
                <a:lnTo>
                  <a:pt x="1086113" y="45734"/>
                </a:lnTo>
                <a:lnTo>
                  <a:pt x="1085777" y="45531"/>
                </a:lnTo>
                <a:lnTo>
                  <a:pt x="1085448" y="45323"/>
                </a:lnTo>
                <a:lnTo>
                  <a:pt x="1085128" y="45109"/>
                </a:lnTo>
                <a:lnTo>
                  <a:pt x="1084816" y="44891"/>
                </a:lnTo>
                <a:lnTo>
                  <a:pt x="1084512" y="44668"/>
                </a:lnTo>
                <a:lnTo>
                  <a:pt x="1084216" y="44439"/>
                </a:lnTo>
                <a:lnTo>
                  <a:pt x="1083928" y="44205"/>
                </a:lnTo>
                <a:lnTo>
                  <a:pt x="1083648" y="43966"/>
                </a:lnTo>
                <a:lnTo>
                  <a:pt x="1083376" y="43722"/>
                </a:lnTo>
                <a:lnTo>
                  <a:pt x="1083113" y="43473"/>
                </a:lnTo>
                <a:lnTo>
                  <a:pt x="1082858" y="43219"/>
                </a:lnTo>
                <a:lnTo>
                  <a:pt x="1082610" y="42959"/>
                </a:lnTo>
                <a:lnTo>
                  <a:pt x="1082371" y="42695"/>
                </a:lnTo>
                <a:lnTo>
                  <a:pt x="1082140" y="42425"/>
                </a:lnTo>
                <a:lnTo>
                  <a:pt x="1081917" y="42150"/>
                </a:lnTo>
                <a:lnTo>
                  <a:pt x="1081702" y="41870"/>
                </a:lnTo>
                <a:lnTo>
                  <a:pt x="1081496" y="41587"/>
                </a:lnTo>
                <a:lnTo>
                  <a:pt x="1081299" y="41304"/>
                </a:lnTo>
                <a:lnTo>
                  <a:pt x="1081110" y="41019"/>
                </a:lnTo>
                <a:lnTo>
                  <a:pt x="1080930" y="40733"/>
                </a:lnTo>
                <a:lnTo>
                  <a:pt x="1080759" y="40447"/>
                </a:lnTo>
                <a:lnTo>
                  <a:pt x="1080596" y="40160"/>
                </a:lnTo>
                <a:lnTo>
                  <a:pt x="1080442" y="39872"/>
                </a:lnTo>
                <a:lnTo>
                  <a:pt x="1080298" y="39583"/>
                </a:lnTo>
                <a:lnTo>
                  <a:pt x="1080161" y="39293"/>
                </a:lnTo>
                <a:lnTo>
                  <a:pt x="1080034" y="39003"/>
                </a:lnTo>
                <a:lnTo>
                  <a:pt x="1079916" y="38712"/>
                </a:lnTo>
                <a:lnTo>
                  <a:pt x="1079806" y="38419"/>
                </a:lnTo>
                <a:lnTo>
                  <a:pt x="1079705" y="38126"/>
                </a:lnTo>
                <a:lnTo>
                  <a:pt x="1079613" y="37833"/>
                </a:lnTo>
                <a:lnTo>
                  <a:pt x="1079529" y="37538"/>
                </a:lnTo>
                <a:lnTo>
                  <a:pt x="1079455" y="37242"/>
                </a:lnTo>
                <a:lnTo>
                  <a:pt x="1079389" y="36946"/>
                </a:lnTo>
                <a:lnTo>
                  <a:pt x="1079332" y="36649"/>
                </a:lnTo>
                <a:lnTo>
                  <a:pt x="1079283" y="36351"/>
                </a:lnTo>
                <a:lnTo>
                  <a:pt x="1079244" y="36052"/>
                </a:lnTo>
                <a:lnTo>
                  <a:pt x="1079213" y="35752"/>
                </a:lnTo>
                <a:lnTo>
                  <a:pt x="1079191" y="35451"/>
                </a:lnTo>
                <a:lnTo>
                  <a:pt x="1079178" y="35150"/>
                </a:lnTo>
                <a:lnTo>
                  <a:pt x="1079174" y="34848"/>
                </a:lnTo>
                <a:lnTo>
                  <a:pt x="1079184" y="34403"/>
                </a:lnTo>
                <a:lnTo>
                  <a:pt x="1079216" y="33959"/>
                </a:lnTo>
                <a:lnTo>
                  <a:pt x="1079270" y="33517"/>
                </a:lnTo>
                <a:lnTo>
                  <a:pt x="1079345" y="33076"/>
                </a:lnTo>
                <a:lnTo>
                  <a:pt x="1079441" y="32637"/>
                </a:lnTo>
                <a:lnTo>
                  <a:pt x="1079558" y="32200"/>
                </a:lnTo>
                <a:lnTo>
                  <a:pt x="1079697" y="31764"/>
                </a:lnTo>
                <a:lnTo>
                  <a:pt x="1079858" y="31329"/>
                </a:lnTo>
                <a:lnTo>
                  <a:pt x="1080039" y="30896"/>
                </a:lnTo>
                <a:lnTo>
                  <a:pt x="1080242" y="30464"/>
                </a:lnTo>
                <a:lnTo>
                  <a:pt x="1080467" y="30034"/>
                </a:lnTo>
                <a:lnTo>
                  <a:pt x="1080712" y="29605"/>
                </a:lnTo>
                <a:lnTo>
                  <a:pt x="1080980" y="29178"/>
                </a:lnTo>
                <a:lnTo>
                  <a:pt x="1081268" y="28753"/>
                </a:lnTo>
                <a:lnTo>
                  <a:pt x="1081578" y="28328"/>
                </a:lnTo>
                <a:lnTo>
                  <a:pt x="1081909" y="27906"/>
                </a:lnTo>
                <a:lnTo>
                  <a:pt x="1082262" y="27484"/>
                </a:lnTo>
                <a:lnTo>
                  <a:pt x="1082636" y="27065"/>
                </a:lnTo>
                <a:lnTo>
                  <a:pt x="1083031" y="26646"/>
                </a:lnTo>
                <a:lnTo>
                  <a:pt x="1083448" y="26230"/>
                </a:lnTo>
                <a:lnTo>
                  <a:pt x="1083886" y="25814"/>
                </a:lnTo>
                <a:lnTo>
                  <a:pt x="1084345" y="25401"/>
                </a:lnTo>
                <a:lnTo>
                  <a:pt x="1084826" y="24988"/>
                </a:lnTo>
                <a:lnTo>
                  <a:pt x="1085329" y="24578"/>
                </a:lnTo>
                <a:lnTo>
                  <a:pt x="1085849" y="24176"/>
                </a:lnTo>
                <a:lnTo>
                  <a:pt x="1086385" y="23792"/>
                </a:lnTo>
                <a:lnTo>
                  <a:pt x="1086937" y="23425"/>
                </a:lnTo>
                <a:lnTo>
                  <a:pt x="1087503" y="23074"/>
                </a:lnTo>
                <a:lnTo>
                  <a:pt x="1088086" y="22741"/>
                </a:lnTo>
                <a:lnTo>
                  <a:pt x="1088683" y="22425"/>
                </a:lnTo>
                <a:lnTo>
                  <a:pt x="1089296" y="22126"/>
                </a:lnTo>
                <a:lnTo>
                  <a:pt x="1089925" y="21844"/>
                </a:lnTo>
                <a:lnTo>
                  <a:pt x="1090569" y="21579"/>
                </a:lnTo>
                <a:lnTo>
                  <a:pt x="1091228" y="21332"/>
                </a:lnTo>
                <a:lnTo>
                  <a:pt x="1091903" y="21101"/>
                </a:lnTo>
                <a:lnTo>
                  <a:pt x="1092593" y="20887"/>
                </a:lnTo>
                <a:lnTo>
                  <a:pt x="1093298" y="20691"/>
                </a:lnTo>
                <a:lnTo>
                  <a:pt x="1094019" y="20512"/>
                </a:lnTo>
                <a:lnTo>
                  <a:pt x="1094755" y="20349"/>
                </a:lnTo>
                <a:lnTo>
                  <a:pt x="1095507" y="20204"/>
                </a:lnTo>
                <a:lnTo>
                  <a:pt x="1096274" y="20076"/>
                </a:lnTo>
                <a:lnTo>
                  <a:pt x="1097057" y="19965"/>
                </a:lnTo>
                <a:lnTo>
                  <a:pt x="1097855" y="19871"/>
                </a:lnTo>
                <a:lnTo>
                  <a:pt x="1098668" y="19794"/>
                </a:lnTo>
                <a:lnTo>
                  <a:pt x="1099497" y="19734"/>
                </a:lnTo>
                <a:lnTo>
                  <a:pt x="1100341" y="19692"/>
                </a:lnTo>
                <a:lnTo>
                  <a:pt x="1101201" y="19666"/>
                </a:lnTo>
                <a:lnTo>
                  <a:pt x="1102075" y="19657"/>
                </a:lnTo>
                <a:lnTo>
                  <a:pt x="1102677" y="19662"/>
                </a:lnTo>
                <a:lnTo>
                  <a:pt x="1103272" y="19675"/>
                </a:lnTo>
                <a:lnTo>
                  <a:pt x="1103862" y="19696"/>
                </a:lnTo>
                <a:lnTo>
                  <a:pt x="1104445" y="19726"/>
                </a:lnTo>
                <a:lnTo>
                  <a:pt x="1105023" y="19765"/>
                </a:lnTo>
                <a:lnTo>
                  <a:pt x="1105594" y="19812"/>
                </a:lnTo>
                <a:lnTo>
                  <a:pt x="1106160" y="19868"/>
                </a:lnTo>
                <a:lnTo>
                  <a:pt x="1106719" y="19933"/>
                </a:lnTo>
                <a:lnTo>
                  <a:pt x="1107273" y="20006"/>
                </a:lnTo>
                <a:lnTo>
                  <a:pt x="1107821" y="20088"/>
                </a:lnTo>
                <a:lnTo>
                  <a:pt x="1108363" y="20179"/>
                </a:lnTo>
                <a:lnTo>
                  <a:pt x="1108898" y="20278"/>
                </a:lnTo>
                <a:lnTo>
                  <a:pt x="1109428" y="20385"/>
                </a:lnTo>
                <a:lnTo>
                  <a:pt x="1109952" y="20502"/>
                </a:lnTo>
                <a:lnTo>
                  <a:pt x="1110470" y="20627"/>
                </a:lnTo>
                <a:lnTo>
                  <a:pt x="1110982" y="20760"/>
                </a:lnTo>
                <a:lnTo>
                  <a:pt x="1111488" y="20902"/>
                </a:lnTo>
                <a:lnTo>
                  <a:pt x="1111988" y="21053"/>
                </a:lnTo>
                <a:lnTo>
                  <a:pt x="1112482" y="21212"/>
                </a:lnTo>
                <a:lnTo>
                  <a:pt x="1112970" y="21380"/>
                </a:lnTo>
                <a:lnTo>
                  <a:pt x="1113452" y="21557"/>
                </a:lnTo>
                <a:lnTo>
                  <a:pt x="1113928" y="21742"/>
                </a:lnTo>
                <a:lnTo>
                  <a:pt x="1114398" y="21936"/>
                </a:lnTo>
                <a:lnTo>
                  <a:pt x="1114862" y="22138"/>
                </a:lnTo>
                <a:lnTo>
                  <a:pt x="1115319" y="22347"/>
                </a:lnTo>
                <a:lnTo>
                  <a:pt x="1115766" y="22560"/>
                </a:lnTo>
                <a:lnTo>
                  <a:pt x="1116203" y="22777"/>
                </a:lnTo>
                <a:lnTo>
                  <a:pt x="1116630" y="22997"/>
                </a:lnTo>
                <a:lnTo>
                  <a:pt x="1117048" y="23222"/>
                </a:lnTo>
                <a:lnTo>
                  <a:pt x="1117457" y="23451"/>
                </a:lnTo>
                <a:lnTo>
                  <a:pt x="1117855" y="23683"/>
                </a:lnTo>
                <a:lnTo>
                  <a:pt x="1118245" y="23920"/>
                </a:lnTo>
                <a:lnTo>
                  <a:pt x="1118624" y="24160"/>
                </a:lnTo>
                <a:lnTo>
                  <a:pt x="1118994" y="24405"/>
                </a:lnTo>
                <a:lnTo>
                  <a:pt x="1119354" y="24653"/>
                </a:lnTo>
                <a:lnTo>
                  <a:pt x="1119705" y="24906"/>
                </a:lnTo>
                <a:lnTo>
                  <a:pt x="1120046" y="25162"/>
                </a:lnTo>
                <a:lnTo>
                  <a:pt x="1120378" y="25423"/>
                </a:lnTo>
                <a:lnTo>
                  <a:pt x="1120700" y="25687"/>
                </a:lnTo>
                <a:lnTo>
                  <a:pt x="1121012" y="25955"/>
                </a:lnTo>
                <a:lnTo>
                  <a:pt x="1121315" y="26228"/>
                </a:lnTo>
                <a:lnTo>
                  <a:pt x="1121608" y="26504"/>
                </a:lnTo>
                <a:lnTo>
                  <a:pt x="1121891" y="26784"/>
                </a:lnTo>
                <a:lnTo>
                  <a:pt x="1122165" y="27069"/>
                </a:lnTo>
                <a:lnTo>
                  <a:pt x="1122429" y="27357"/>
                </a:lnTo>
                <a:lnTo>
                  <a:pt x="1122684" y="27649"/>
                </a:lnTo>
                <a:lnTo>
                  <a:pt x="1122929" y="27945"/>
                </a:lnTo>
                <a:lnTo>
                  <a:pt x="1123164" y="28246"/>
                </a:lnTo>
                <a:lnTo>
                  <a:pt x="1123298" y="28425"/>
                </a:lnTo>
                <a:lnTo>
                  <a:pt x="1123431" y="28615"/>
                </a:lnTo>
                <a:lnTo>
                  <a:pt x="1123561" y="28814"/>
                </a:lnTo>
                <a:lnTo>
                  <a:pt x="1123689" y="29022"/>
                </a:lnTo>
                <a:lnTo>
                  <a:pt x="1123815" y="29240"/>
                </a:lnTo>
                <a:lnTo>
                  <a:pt x="1123940" y="29468"/>
                </a:lnTo>
                <a:lnTo>
                  <a:pt x="1124062" y="29706"/>
                </a:lnTo>
                <a:lnTo>
                  <a:pt x="1124182" y="29953"/>
                </a:lnTo>
                <a:lnTo>
                  <a:pt x="1124300" y="30209"/>
                </a:lnTo>
                <a:lnTo>
                  <a:pt x="1124417" y="30475"/>
                </a:lnTo>
                <a:lnTo>
                  <a:pt x="1124531" y="30751"/>
                </a:lnTo>
                <a:lnTo>
                  <a:pt x="1124643" y="31037"/>
                </a:lnTo>
                <a:lnTo>
                  <a:pt x="1124754" y="31332"/>
                </a:lnTo>
                <a:lnTo>
                  <a:pt x="1124862" y="31636"/>
                </a:lnTo>
                <a:lnTo>
                  <a:pt x="1124968" y="31951"/>
                </a:lnTo>
                <a:lnTo>
                  <a:pt x="1125073" y="32275"/>
                </a:lnTo>
                <a:lnTo>
                  <a:pt x="1125175" y="32608"/>
                </a:lnTo>
                <a:lnTo>
                  <a:pt x="1125276" y="32951"/>
                </a:lnTo>
                <a:lnTo>
                  <a:pt x="1125374" y="33304"/>
                </a:lnTo>
                <a:lnTo>
                  <a:pt x="1125470" y="33666"/>
                </a:lnTo>
                <a:lnTo>
                  <a:pt x="1125565" y="34038"/>
                </a:lnTo>
                <a:lnTo>
                  <a:pt x="1125657" y="34420"/>
                </a:lnTo>
                <a:lnTo>
                  <a:pt x="1125748" y="34811"/>
                </a:lnTo>
                <a:lnTo>
                  <a:pt x="1125836" y="35212"/>
                </a:lnTo>
                <a:lnTo>
                  <a:pt x="1125925" y="35611"/>
                </a:lnTo>
                <a:lnTo>
                  <a:pt x="1126018" y="36000"/>
                </a:lnTo>
                <a:lnTo>
                  <a:pt x="1126115" y="36378"/>
                </a:lnTo>
                <a:lnTo>
                  <a:pt x="1126215" y="36744"/>
                </a:lnTo>
                <a:lnTo>
                  <a:pt x="1126319" y="37098"/>
                </a:lnTo>
                <a:lnTo>
                  <a:pt x="1126427" y="37442"/>
                </a:lnTo>
                <a:lnTo>
                  <a:pt x="1126538" y="37774"/>
                </a:lnTo>
                <a:lnTo>
                  <a:pt x="1126653" y="38095"/>
                </a:lnTo>
                <a:lnTo>
                  <a:pt x="1126771" y="38405"/>
                </a:lnTo>
                <a:lnTo>
                  <a:pt x="1126893" y="38704"/>
                </a:lnTo>
                <a:lnTo>
                  <a:pt x="1127019" y="38991"/>
                </a:lnTo>
                <a:lnTo>
                  <a:pt x="1127148" y="39267"/>
                </a:lnTo>
                <a:lnTo>
                  <a:pt x="1127281" y="39532"/>
                </a:lnTo>
                <a:lnTo>
                  <a:pt x="1127418" y="39785"/>
                </a:lnTo>
                <a:lnTo>
                  <a:pt x="1127558" y="40027"/>
                </a:lnTo>
                <a:lnTo>
                  <a:pt x="1127702" y="40258"/>
                </a:lnTo>
                <a:lnTo>
                  <a:pt x="1127850" y="40478"/>
                </a:lnTo>
                <a:lnTo>
                  <a:pt x="1128001" y="40687"/>
                </a:lnTo>
                <a:lnTo>
                  <a:pt x="1128156" y="40884"/>
                </a:lnTo>
                <a:lnTo>
                  <a:pt x="1128314" y="41070"/>
                </a:lnTo>
                <a:lnTo>
                  <a:pt x="1128477" y="41244"/>
                </a:lnTo>
                <a:lnTo>
                  <a:pt x="1128643" y="41407"/>
                </a:lnTo>
                <a:lnTo>
                  <a:pt x="1128812" y="41560"/>
                </a:lnTo>
                <a:lnTo>
                  <a:pt x="1128985" y="41700"/>
                </a:lnTo>
                <a:lnTo>
                  <a:pt x="1129209" y="41879"/>
                </a:lnTo>
                <a:lnTo>
                  <a:pt x="1129437" y="42051"/>
                </a:lnTo>
                <a:lnTo>
                  <a:pt x="1129668" y="42215"/>
                </a:lnTo>
                <a:lnTo>
                  <a:pt x="1129902" y="42371"/>
                </a:lnTo>
                <a:lnTo>
                  <a:pt x="1130140" y="42520"/>
                </a:lnTo>
                <a:lnTo>
                  <a:pt x="1130381" y="42661"/>
                </a:lnTo>
                <a:lnTo>
                  <a:pt x="1130625" y="42794"/>
                </a:lnTo>
                <a:lnTo>
                  <a:pt x="1130872" y="42920"/>
                </a:lnTo>
                <a:lnTo>
                  <a:pt x="1131123" y="43038"/>
                </a:lnTo>
                <a:lnTo>
                  <a:pt x="1131377" y="43148"/>
                </a:lnTo>
                <a:lnTo>
                  <a:pt x="1131635" y="43251"/>
                </a:lnTo>
                <a:lnTo>
                  <a:pt x="1131896" y="43346"/>
                </a:lnTo>
                <a:lnTo>
                  <a:pt x="1132160" y="43434"/>
                </a:lnTo>
                <a:lnTo>
                  <a:pt x="1132427" y="43514"/>
                </a:lnTo>
                <a:lnTo>
                  <a:pt x="1132698" y="43587"/>
                </a:lnTo>
                <a:lnTo>
                  <a:pt x="1132972" y="43651"/>
                </a:lnTo>
                <a:lnTo>
                  <a:pt x="1133249" y="43708"/>
                </a:lnTo>
                <a:lnTo>
                  <a:pt x="1133530" y="43758"/>
                </a:lnTo>
                <a:lnTo>
                  <a:pt x="1133814" y="43800"/>
                </a:lnTo>
                <a:lnTo>
                  <a:pt x="1134101" y="43834"/>
                </a:lnTo>
                <a:lnTo>
                  <a:pt x="1134391" y="43861"/>
                </a:lnTo>
                <a:lnTo>
                  <a:pt x="1134685" y="43880"/>
                </a:lnTo>
                <a:lnTo>
                  <a:pt x="1134983" y="43891"/>
                </a:lnTo>
                <a:lnTo>
                  <a:pt x="1135283" y="43895"/>
                </a:lnTo>
                <a:lnTo>
                  <a:pt x="1135638" y="43890"/>
                </a:lnTo>
                <a:lnTo>
                  <a:pt x="1135988" y="43874"/>
                </a:lnTo>
                <a:lnTo>
                  <a:pt x="1136332" y="43848"/>
                </a:lnTo>
                <a:lnTo>
                  <a:pt x="1136671" y="43811"/>
                </a:lnTo>
                <a:lnTo>
                  <a:pt x="1137004" y="43764"/>
                </a:lnTo>
                <a:lnTo>
                  <a:pt x="1137332" y="43707"/>
                </a:lnTo>
                <a:lnTo>
                  <a:pt x="1137654" y="43639"/>
                </a:lnTo>
                <a:lnTo>
                  <a:pt x="1137971" y="43561"/>
                </a:lnTo>
                <a:lnTo>
                  <a:pt x="1138282" y="43472"/>
                </a:lnTo>
                <a:lnTo>
                  <a:pt x="1138588" y="43372"/>
                </a:lnTo>
                <a:lnTo>
                  <a:pt x="1138889" y="43262"/>
                </a:lnTo>
                <a:lnTo>
                  <a:pt x="1139184" y="43142"/>
                </a:lnTo>
                <a:lnTo>
                  <a:pt x="1139473" y="43011"/>
                </a:lnTo>
                <a:lnTo>
                  <a:pt x="1139757" y="42870"/>
                </a:lnTo>
                <a:lnTo>
                  <a:pt x="1140036" y="42719"/>
                </a:lnTo>
                <a:lnTo>
                  <a:pt x="1140309" y="42557"/>
                </a:lnTo>
                <a:lnTo>
                  <a:pt x="1140576" y="42384"/>
                </a:lnTo>
                <a:lnTo>
                  <a:pt x="1140839" y="42201"/>
                </a:lnTo>
                <a:lnTo>
                  <a:pt x="1141095" y="42008"/>
                </a:lnTo>
                <a:lnTo>
                  <a:pt x="1141347" y="41804"/>
                </a:lnTo>
                <a:lnTo>
                  <a:pt x="1141592" y="41589"/>
                </a:lnTo>
                <a:lnTo>
                  <a:pt x="1141833" y="41364"/>
                </a:lnTo>
                <a:lnTo>
                  <a:pt x="1142067" y="41129"/>
                </a:lnTo>
                <a:lnTo>
                  <a:pt x="1142297" y="40883"/>
                </a:lnTo>
                <a:lnTo>
                  <a:pt x="1142519" y="40625"/>
                </a:lnTo>
                <a:lnTo>
                  <a:pt x="1142731" y="40353"/>
                </a:lnTo>
                <a:lnTo>
                  <a:pt x="1142934" y="40066"/>
                </a:lnTo>
                <a:lnTo>
                  <a:pt x="1143128" y="39766"/>
                </a:lnTo>
                <a:lnTo>
                  <a:pt x="1143312" y="39451"/>
                </a:lnTo>
                <a:lnTo>
                  <a:pt x="1143487" y="39122"/>
                </a:lnTo>
                <a:lnTo>
                  <a:pt x="1143652" y="38779"/>
                </a:lnTo>
                <a:lnTo>
                  <a:pt x="1143808" y="38422"/>
                </a:lnTo>
                <a:lnTo>
                  <a:pt x="1143954" y="38051"/>
                </a:lnTo>
                <a:lnTo>
                  <a:pt x="1144091" y="37666"/>
                </a:lnTo>
                <a:lnTo>
                  <a:pt x="1144218" y="37267"/>
                </a:lnTo>
                <a:lnTo>
                  <a:pt x="1144336" y="36853"/>
                </a:lnTo>
                <a:lnTo>
                  <a:pt x="1144445" y="36426"/>
                </a:lnTo>
                <a:lnTo>
                  <a:pt x="1144544" y="35984"/>
                </a:lnTo>
                <a:lnTo>
                  <a:pt x="1144634" y="35528"/>
                </a:lnTo>
                <a:lnTo>
                  <a:pt x="1144714" y="35058"/>
                </a:lnTo>
                <a:lnTo>
                  <a:pt x="1144785" y="34575"/>
                </a:lnTo>
                <a:lnTo>
                  <a:pt x="1144846" y="34077"/>
                </a:lnTo>
                <a:lnTo>
                  <a:pt x="1144898" y="33564"/>
                </a:lnTo>
                <a:lnTo>
                  <a:pt x="1144941" y="33038"/>
                </a:lnTo>
                <a:lnTo>
                  <a:pt x="1144974" y="32498"/>
                </a:lnTo>
                <a:lnTo>
                  <a:pt x="1144998" y="31943"/>
                </a:lnTo>
                <a:lnTo>
                  <a:pt x="1145012" y="31375"/>
                </a:lnTo>
                <a:lnTo>
                  <a:pt x="1145016" y="30792"/>
                </a:lnTo>
                <a:lnTo>
                  <a:pt x="1145016" y="16061"/>
                </a:lnTo>
                <a:lnTo>
                  <a:pt x="1145012" y="15486"/>
                </a:lnTo>
                <a:lnTo>
                  <a:pt x="1144998" y="14925"/>
                </a:lnTo>
                <a:lnTo>
                  <a:pt x="1144974" y="14378"/>
                </a:lnTo>
                <a:lnTo>
                  <a:pt x="1144941" y="13844"/>
                </a:lnTo>
                <a:lnTo>
                  <a:pt x="1144898" y="13325"/>
                </a:lnTo>
                <a:lnTo>
                  <a:pt x="1144846" y="12819"/>
                </a:lnTo>
                <a:lnTo>
                  <a:pt x="1144785" y="12327"/>
                </a:lnTo>
                <a:lnTo>
                  <a:pt x="1144714" y="11848"/>
                </a:lnTo>
                <a:lnTo>
                  <a:pt x="1144634" y="11384"/>
                </a:lnTo>
                <a:lnTo>
                  <a:pt x="1144544" y="10933"/>
                </a:lnTo>
                <a:lnTo>
                  <a:pt x="1144445" y="10496"/>
                </a:lnTo>
                <a:lnTo>
                  <a:pt x="1144336" y="10072"/>
                </a:lnTo>
                <a:lnTo>
                  <a:pt x="1144218" y="9663"/>
                </a:lnTo>
                <a:lnTo>
                  <a:pt x="1144091" y="9267"/>
                </a:lnTo>
                <a:lnTo>
                  <a:pt x="1143954" y="8885"/>
                </a:lnTo>
                <a:lnTo>
                  <a:pt x="1143808" y="8517"/>
                </a:lnTo>
                <a:lnTo>
                  <a:pt x="1143652" y="8163"/>
                </a:lnTo>
                <a:lnTo>
                  <a:pt x="1143487" y="7822"/>
                </a:lnTo>
                <a:lnTo>
                  <a:pt x="1143312" y="7496"/>
                </a:lnTo>
                <a:lnTo>
                  <a:pt x="1143128" y="7183"/>
                </a:lnTo>
                <a:lnTo>
                  <a:pt x="1142934" y="6883"/>
                </a:lnTo>
                <a:lnTo>
                  <a:pt x="1142731" y="6598"/>
                </a:lnTo>
                <a:lnTo>
                  <a:pt x="1142519" y="6326"/>
                </a:lnTo>
                <a:lnTo>
                  <a:pt x="1142297" y="6068"/>
                </a:lnTo>
                <a:lnTo>
                  <a:pt x="1142067" y="5822"/>
                </a:lnTo>
                <a:lnTo>
                  <a:pt x="1141833" y="5587"/>
                </a:lnTo>
                <a:lnTo>
                  <a:pt x="1141592" y="5362"/>
                </a:lnTo>
                <a:lnTo>
                  <a:pt x="1141347" y="5147"/>
                </a:lnTo>
                <a:lnTo>
                  <a:pt x="1141095" y="4943"/>
                </a:lnTo>
                <a:lnTo>
                  <a:pt x="1140839" y="4749"/>
                </a:lnTo>
                <a:lnTo>
                  <a:pt x="1140576" y="4566"/>
                </a:lnTo>
                <a:lnTo>
                  <a:pt x="1140309" y="4393"/>
                </a:lnTo>
                <a:lnTo>
                  <a:pt x="1140036" y="4231"/>
                </a:lnTo>
                <a:lnTo>
                  <a:pt x="1139757" y="4079"/>
                </a:lnTo>
                <a:lnTo>
                  <a:pt x="1139473" y="3938"/>
                </a:lnTo>
                <a:lnTo>
                  <a:pt x="1139184" y="3807"/>
                </a:lnTo>
                <a:lnTo>
                  <a:pt x="1138889" y="3687"/>
                </a:lnTo>
                <a:lnTo>
                  <a:pt x="1138588" y="3577"/>
                </a:lnTo>
                <a:lnTo>
                  <a:pt x="1138282" y="3478"/>
                </a:lnTo>
                <a:lnTo>
                  <a:pt x="1137971" y="3389"/>
                </a:lnTo>
                <a:lnTo>
                  <a:pt x="1137654" y="3310"/>
                </a:lnTo>
                <a:lnTo>
                  <a:pt x="1137332" y="3242"/>
                </a:lnTo>
                <a:lnTo>
                  <a:pt x="1137004" y="3184"/>
                </a:lnTo>
                <a:lnTo>
                  <a:pt x="1136671" y="3137"/>
                </a:lnTo>
                <a:lnTo>
                  <a:pt x="1136332" y="3101"/>
                </a:lnTo>
                <a:lnTo>
                  <a:pt x="1135988" y="3075"/>
                </a:lnTo>
                <a:lnTo>
                  <a:pt x="1135638" y="3059"/>
                </a:lnTo>
                <a:lnTo>
                  <a:pt x="1135283" y="3054"/>
                </a:lnTo>
                <a:lnTo>
                  <a:pt x="1134965" y="3060"/>
                </a:lnTo>
                <a:lnTo>
                  <a:pt x="1134647" y="3080"/>
                </a:lnTo>
                <a:lnTo>
                  <a:pt x="1134329" y="3113"/>
                </a:lnTo>
                <a:lnTo>
                  <a:pt x="1134011" y="3160"/>
                </a:lnTo>
                <a:lnTo>
                  <a:pt x="1133693" y="3219"/>
                </a:lnTo>
                <a:lnTo>
                  <a:pt x="1133375" y="3292"/>
                </a:lnTo>
                <a:lnTo>
                  <a:pt x="1133057" y="3378"/>
                </a:lnTo>
                <a:lnTo>
                  <a:pt x="1132738" y="3478"/>
                </a:lnTo>
                <a:lnTo>
                  <a:pt x="1132420" y="3590"/>
                </a:lnTo>
                <a:lnTo>
                  <a:pt x="1132102" y="3716"/>
                </a:lnTo>
                <a:lnTo>
                  <a:pt x="1131784" y="3855"/>
                </a:lnTo>
                <a:lnTo>
                  <a:pt x="1131466" y="4008"/>
                </a:lnTo>
                <a:lnTo>
                  <a:pt x="1131148" y="4173"/>
                </a:lnTo>
                <a:lnTo>
                  <a:pt x="1130830" y="4352"/>
                </a:lnTo>
                <a:lnTo>
                  <a:pt x="1130512" y="4545"/>
                </a:lnTo>
                <a:lnTo>
                  <a:pt x="1130194" y="4750"/>
                </a:lnTo>
                <a:lnTo>
                  <a:pt x="1129876" y="4969"/>
                </a:lnTo>
                <a:lnTo>
                  <a:pt x="1129558" y="5201"/>
                </a:lnTo>
                <a:lnTo>
                  <a:pt x="1129240" y="5446"/>
                </a:lnTo>
                <a:lnTo>
                  <a:pt x="1128922" y="5704"/>
                </a:lnTo>
                <a:lnTo>
                  <a:pt x="1128603" y="5976"/>
                </a:lnTo>
                <a:lnTo>
                  <a:pt x="1128285" y="6261"/>
                </a:lnTo>
                <a:lnTo>
                  <a:pt x="1127967" y="6559"/>
                </a:lnTo>
                <a:lnTo>
                  <a:pt x="1127649" y="6871"/>
                </a:lnTo>
                <a:lnTo>
                  <a:pt x="1127210" y="6583"/>
                </a:lnTo>
                <a:lnTo>
                  <a:pt x="1126766" y="6302"/>
                </a:lnTo>
                <a:lnTo>
                  <a:pt x="1126318" y="6028"/>
                </a:lnTo>
                <a:lnTo>
                  <a:pt x="1125867" y="5759"/>
                </a:lnTo>
                <a:lnTo>
                  <a:pt x="1125411" y="5497"/>
                </a:lnTo>
                <a:lnTo>
                  <a:pt x="1124950" y="5241"/>
                </a:lnTo>
                <a:lnTo>
                  <a:pt x="1124486" y="4991"/>
                </a:lnTo>
                <a:lnTo>
                  <a:pt x="1124018" y="4747"/>
                </a:lnTo>
                <a:lnTo>
                  <a:pt x="1123545" y="4510"/>
                </a:lnTo>
                <a:lnTo>
                  <a:pt x="1123068" y="4279"/>
                </a:lnTo>
                <a:lnTo>
                  <a:pt x="1122588" y="4054"/>
                </a:lnTo>
                <a:lnTo>
                  <a:pt x="1122103" y="3835"/>
                </a:lnTo>
                <a:lnTo>
                  <a:pt x="1121614" y="3622"/>
                </a:lnTo>
                <a:lnTo>
                  <a:pt x="1121120" y="3416"/>
                </a:lnTo>
                <a:lnTo>
                  <a:pt x="1120623" y="3216"/>
                </a:lnTo>
                <a:lnTo>
                  <a:pt x="1120121" y="3022"/>
                </a:lnTo>
                <a:lnTo>
                  <a:pt x="1119616" y="2834"/>
                </a:lnTo>
                <a:lnTo>
                  <a:pt x="1119106" y="2652"/>
                </a:lnTo>
                <a:lnTo>
                  <a:pt x="1118592" y="2477"/>
                </a:lnTo>
                <a:lnTo>
                  <a:pt x="1118074" y="2308"/>
                </a:lnTo>
                <a:lnTo>
                  <a:pt x="1117551" y="2145"/>
                </a:lnTo>
                <a:lnTo>
                  <a:pt x="1117025" y="1989"/>
                </a:lnTo>
                <a:lnTo>
                  <a:pt x="1116494" y="1838"/>
                </a:lnTo>
                <a:lnTo>
                  <a:pt x="1115960" y="1694"/>
                </a:lnTo>
                <a:lnTo>
                  <a:pt x="1115421" y="1556"/>
                </a:lnTo>
                <a:lnTo>
                  <a:pt x="1114879" y="1423"/>
                </a:lnTo>
                <a:lnTo>
                  <a:pt x="1114332" y="1297"/>
                </a:lnTo>
                <a:lnTo>
                  <a:pt x="1113782" y="1176"/>
                </a:lnTo>
                <a:lnTo>
                  <a:pt x="1113228" y="1062"/>
                </a:lnTo>
                <a:lnTo>
                  <a:pt x="1112671" y="953"/>
                </a:lnTo>
                <a:lnTo>
                  <a:pt x="1112109" y="850"/>
                </a:lnTo>
                <a:lnTo>
                  <a:pt x="1111544" y="753"/>
                </a:lnTo>
                <a:lnTo>
                  <a:pt x="1110975" y="662"/>
                </a:lnTo>
                <a:lnTo>
                  <a:pt x="1110402" y="576"/>
                </a:lnTo>
                <a:lnTo>
                  <a:pt x="1109825" y="497"/>
                </a:lnTo>
                <a:lnTo>
                  <a:pt x="1109244" y="423"/>
                </a:lnTo>
                <a:lnTo>
                  <a:pt x="1108660" y="356"/>
                </a:lnTo>
                <a:lnTo>
                  <a:pt x="1108072" y="294"/>
                </a:lnTo>
                <a:lnTo>
                  <a:pt x="1107480" y="238"/>
                </a:lnTo>
                <a:lnTo>
                  <a:pt x="1106884" y="188"/>
                </a:lnTo>
                <a:lnTo>
                  <a:pt x="1106284" y="144"/>
                </a:lnTo>
                <a:lnTo>
                  <a:pt x="1105681" y="106"/>
                </a:lnTo>
                <a:lnTo>
                  <a:pt x="1105073" y="74"/>
                </a:lnTo>
                <a:lnTo>
                  <a:pt x="1104462" y="47"/>
                </a:lnTo>
                <a:lnTo>
                  <a:pt x="1103848" y="26"/>
                </a:lnTo>
                <a:lnTo>
                  <a:pt x="1103229" y="12"/>
                </a:lnTo>
                <a:lnTo>
                  <a:pt x="1102606" y="3"/>
                </a:lnTo>
                <a:lnTo>
                  <a:pt x="1101980" y="0"/>
                </a:lnTo>
                <a:lnTo>
                  <a:pt x="1100426" y="18"/>
                </a:lnTo>
                <a:lnTo>
                  <a:pt x="1098896" y="73"/>
                </a:lnTo>
                <a:lnTo>
                  <a:pt x="1097391" y="165"/>
                </a:lnTo>
                <a:lnTo>
                  <a:pt x="1095910" y="294"/>
                </a:lnTo>
                <a:lnTo>
                  <a:pt x="1094454" y="459"/>
                </a:lnTo>
                <a:lnTo>
                  <a:pt x="1093022" y="661"/>
                </a:lnTo>
                <a:lnTo>
                  <a:pt x="1091615" y="899"/>
                </a:lnTo>
                <a:lnTo>
                  <a:pt x="1090232" y="1174"/>
                </a:lnTo>
                <a:lnTo>
                  <a:pt x="1088874" y="1486"/>
                </a:lnTo>
                <a:lnTo>
                  <a:pt x="1087541" y="1835"/>
                </a:lnTo>
                <a:lnTo>
                  <a:pt x="1086231" y="2220"/>
                </a:lnTo>
                <a:lnTo>
                  <a:pt x="1084947" y="2642"/>
                </a:lnTo>
                <a:lnTo>
                  <a:pt x="1083687" y="3101"/>
                </a:lnTo>
                <a:lnTo>
                  <a:pt x="1082451" y="3596"/>
                </a:lnTo>
                <a:lnTo>
                  <a:pt x="1081240" y="4128"/>
                </a:lnTo>
                <a:lnTo>
                  <a:pt x="1080054" y="4697"/>
                </a:lnTo>
                <a:lnTo>
                  <a:pt x="1078892" y="5302"/>
                </a:lnTo>
                <a:lnTo>
                  <a:pt x="1077754" y="5945"/>
                </a:lnTo>
                <a:lnTo>
                  <a:pt x="1076641" y="6623"/>
                </a:lnTo>
                <a:lnTo>
                  <a:pt x="1075553" y="7339"/>
                </a:lnTo>
                <a:lnTo>
                  <a:pt x="1074489" y="8091"/>
                </a:lnTo>
                <a:lnTo>
                  <a:pt x="1073450" y="8880"/>
                </a:lnTo>
                <a:lnTo>
                  <a:pt x="1072435" y="9706"/>
                </a:lnTo>
                <a:lnTo>
                  <a:pt x="1071444" y="10568"/>
                </a:lnTo>
                <a:lnTo>
                  <a:pt x="1070487" y="11455"/>
                </a:lnTo>
                <a:lnTo>
                  <a:pt x="1069570" y="12354"/>
                </a:lnTo>
                <a:lnTo>
                  <a:pt x="1068693" y="13265"/>
                </a:lnTo>
                <a:lnTo>
                  <a:pt x="1067858" y="14188"/>
                </a:lnTo>
                <a:lnTo>
                  <a:pt x="1067063" y="15123"/>
                </a:lnTo>
                <a:lnTo>
                  <a:pt x="1066309" y="16070"/>
                </a:lnTo>
                <a:lnTo>
                  <a:pt x="1065596" y="17030"/>
                </a:lnTo>
                <a:lnTo>
                  <a:pt x="1064924" y="18001"/>
                </a:lnTo>
                <a:lnTo>
                  <a:pt x="1064292" y="18985"/>
                </a:lnTo>
                <a:lnTo>
                  <a:pt x="1063701" y="19981"/>
                </a:lnTo>
                <a:lnTo>
                  <a:pt x="1063151" y="20989"/>
                </a:lnTo>
                <a:lnTo>
                  <a:pt x="1062641" y="22009"/>
                </a:lnTo>
                <a:lnTo>
                  <a:pt x="1062173" y="23041"/>
                </a:lnTo>
                <a:lnTo>
                  <a:pt x="1061745" y="24085"/>
                </a:lnTo>
                <a:lnTo>
                  <a:pt x="1061358" y="25141"/>
                </a:lnTo>
                <a:lnTo>
                  <a:pt x="1061011" y="26210"/>
                </a:lnTo>
                <a:lnTo>
                  <a:pt x="1060706" y="27290"/>
                </a:lnTo>
                <a:lnTo>
                  <a:pt x="1060441" y="28383"/>
                </a:lnTo>
                <a:lnTo>
                  <a:pt x="1060217" y="29488"/>
                </a:lnTo>
                <a:lnTo>
                  <a:pt x="1060033" y="30605"/>
                </a:lnTo>
                <a:lnTo>
                  <a:pt x="1059891" y="31734"/>
                </a:lnTo>
                <a:lnTo>
                  <a:pt x="1059789" y="32875"/>
                </a:lnTo>
                <a:lnTo>
                  <a:pt x="1059728" y="34028"/>
                </a:lnTo>
                <a:lnTo>
                  <a:pt x="1059707" y="35194"/>
                </a:lnTo>
                <a:lnTo>
                  <a:pt x="1059715" y="35933"/>
                </a:lnTo>
                <a:lnTo>
                  <a:pt x="1059740" y="36668"/>
                </a:lnTo>
                <a:lnTo>
                  <a:pt x="1059782" y="37398"/>
                </a:lnTo>
                <a:lnTo>
                  <a:pt x="1059840" y="38124"/>
                </a:lnTo>
                <a:lnTo>
                  <a:pt x="1059914" y="38846"/>
                </a:lnTo>
                <a:lnTo>
                  <a:pt x="1060005" y="39564"/>
                </a:lnTo>
                <a:lnTo>
                  <a:pt x="1060113" y="40277"/>
                </a:lnTo>
                <a:lnTo>
                  <a:pt x="1060237" y="40986"/>
                </a:lnTo>
                <a:lnTo>
                  <a:pt x="1060378" y="41690"/>
                </a:lnTo>
                <a:lnTo>
                  <a:pt x="1060535" y="42391"/>
                </a:lnTo>
                <a:lnTo>
                  <a:pt x="1060709" y="43086"/>
                </a:lnTo>
                <a:lnTo>
                  <a:pt x="1060900" y="43778"/>
                </a:lnTo>
                <a:lnTo>
                  <a:pt x="1061107" y="44465"/>
                </a:lnTo>
                <a:lnTo>
                  <a:pt x="1061331" y="45148"/>
                </a:lnTo>
                <a:lnTo>
                  <a:pt x="1061571" y="45827"/>
                </a:lnTo>
                <a:lnTo>
                  <a:pt x="1061828" y="46501"/>
                </a:lnTo>
                <a:lnTo>
                  <a:pt x="1062101" y="47171"/>
                </a:lnTo>
                <a:lnTo>
                  <a:pt x="1062391" y="47837"/>
                </a:lnTo>
                <a:lnTo>
                  <a:pt x="1062697" y="48499"/>
                </a:lnTo>
                <a:lnTo>
                  <a:pt x="1063020" y="49156"/>
                </a:lnTo>
                <a:lnTo>
                  <a:pt x="1063360" y="49808"/>
                </a:lnTo>
                <a:lnTo>
                  <a:pt x="1063716" y="50457"/>
                </a:lnTo>
                <a:lnTo>
                  <a:pt x="1064089" y="51101"/>
                </a:lnTo>
                <a:lnTo>
                  <a:pt x="1064478" y="51741"/>
                </a:lnTo>
                <a:lnTo>
                  <a:pt x="1064882" y="52372"/>
                </a:lnTo>
                <a:lnTo>
                  <a:pt x="1065297" y="52992"/>
                </a:lnTo>
                <a:lnTo>
                  <a:pt x="1065725" y="53600"/>
                </a:lnTo>
                <a:lnTo>
                  <a:pt x="1066164" y="54196"/>
                </a:lnTo>
                <a:lnTo>
                  <a:pt x="1066615" y="54780"/>
                </a:lnTo>
                <a:lnTo>
                  <a:pt x="1067079" y="55351"/>
                </a:lnTo>
                <a:lnTo>
                  <a:pt x="1067554" y="55911"/>
                </a:lnTo>
                <a:lnTo>
                  <a:pt x="1068041" y="56459"/>
                </a:lnTo>
                <a:lnTo>
                  <a:pt x="1068540" y="56995"/>
                </a:lnTo>
                <a:lnTo>
                  <a:pt x="1069051" y="57519"/>
                </a:lnTo>
                <a:lnTo>
                  <a:pt x="1069574" y="58031"/>
                </a:lnTo>
                <a:lnTo>
                  <a:pt x="1070108" y="58532"/>
                </a:lnTo>
                <a:lnTo>
                  <a:pt x="1070655" y="59020"/>
                </a:lnTo>
                <a:lnTo>
                  <a:pt x="1071214" y="59496"/>
                </a:lnTo>
                <a:lnTo>
                  <a:pt x="1071784" y="59960"/>
                </a:lnTo>
                <a:lnTo>
                  <a:pt x="1072367" y="60412"/>
                </a:lnTo>
                <a:lnTo>
                  <a:pt x="1072961" y="60853"/>
                </a:lnTo>
                <a:lnTo>
                  <a:pt x="1073567" y="61281"/>
                </a:lnTo>
                <a:lnTo>
                  <a:pt x="1074186" y="61698"/>
                </a:lnTo>
                <a:lnTo>
                  <a:pt x="1074816" y="62102"/>
                </a:lnTo>
                <a:lnTo>
                  <a:pt x="1075458" y="62495"/>
                </a:lnTo>
                <a:lnTo>
                  <a:pt x="1076112" y="62875"/>
                </a:lnTo>
                <a:lnTo>
                  <a:pt x="1076778" y="63244"/>
                </a:lnTo>
                <a:lnTo>
                  <a:pt x="1077456" y="63600"/>
                </a:lnTo>
                <a:lnTo>
                  <a:pt x="1078153" y="63949"/>
                </a:lnTo>
                <a:lnTo>
                  <a:pt x="1078878" y="64293"/>
                </a:lnTo>
                <a:lnTo>
                  <a:pt x="1079630" y="64633"/>
                </a:lnTo>
                <a:lnTo>
                  <a:pt x="1080409" y="64968"/>
                </a:lnTo>
                <a:lnTo>
                  <a:pt x="1081215" y="65299"/>
                </a:lnTo>
                <a:lnTo>
                  <a:pt x="1082048" y="65626"/>
                </a:lnTo>
                <a:lnTo>
                  <a:pt x="1082909" y="65949"/>
                </a:lnTo>
                <a:lnTo>
                  <a:pt x="1083796" y="66267"/>
                </a:lnTo>
                <a:lnTo>
                  <a:pt x="1084711" y="66581"/>
                </a:lnTo>
                <a:lnTo>
                  <a:pt x="1085653" y="66890"/>
                </a:lnTo>
                <a:lnTo>
                  <a:pt x="1086622" y="67195"/>
                </a:lnTo>
                <a:lnTo>
                  <a:pt x="1087619" y="67496"/>
                </a:lnTo>
                <a:lnTo>
                  <a:pt x="1088642" y="67793"/>
                </a:lnTo>
                <a:lnTo>
                  <a:pt x="1089693" y="68085"/>
                </a:lnTo>
                <a:lnTo>
                  <a:pt x="1090771" y="68373"/>
                </a:lnTo>
                <a:lnTo>
                  <a:pt x="1091876" y="68656"/>
                </a:lnTo>
                <a:lnTo>
                  <a:pt x="1093008" y="68936"/>
                </a:lnTo>
                <a:lnTo>
                  <a:pt x="1094167" y="69211"/>
                </a:lnTo>
                <a:lnTo>
                  <a:pt x="1095354" y="69481"/>
                </a:lnTo>
                <a:lnTo>
                  <a:pt x="1096567" y="69747"/>
                </a:lnTo>
                <a:lnTo>
                  <a:pt x="1097808" y="70009"/>
                </a:lnTo>
                <a:lnTo>
                  <a:pt x="1099076" y="70267"/>
                </a:lnTo>
                <a:lnTo>
                  <a:pt x="1100371" y="70520"/>
                </a:lnTo>
                <a:lnTo>
                  <a:pt x="1101694" y="70769"/>
                </a:lnTo>
                <a:lnTo>
                  <a:pt x="1102783" y="70974"/>
                </a:lnTo>
                <a:lnTo>
                  <a:pt x="1103839" y="71176"/>
                </a:lnTo>
                <a:lnTo>
                  <a:pt x="1104862" y="71374"/>
                </a:lnTo>
                <a:lnTo>
                  <a:pt x="1105853" y="71568"/>
                </a:lnTo>
                <a:lnTo>
                  <a:pt x="1106810" y="71758"/>
                </a:lnTo>
                <a:lnTo>
                  <a:pt x="1107735" y="71945"/>
                </a:lnTo>
                <a:lnTo>
                  <a:pt x="1108627" y="72128"/>
                </a:lnTo>
                <a:lnTo>
                  <a:pt x="1109487" y="72308"/>
                </a:lnTo>
                <a:lnTo>
                  <a:pt x="1110313" y="72484"/>
                </a:lnTo>
                <a:lnTo>
                  <a:pt x="1111107" y="72656"/>
                </a:lnTo>
                <a:lnTo>
                  <a:pt x="1111868" y="72825"/>
                </a:lnTo>
                <a:lnTo>
                  <a:pt x="1112596" y="72990"/>
                </a:lnTo>
                <a:lnTo>
                  <a:pt x="1113291" y="73151"/>
                </a:lnTo>
                <a:lnTo>
                  <a:pt x="1113954" y="73309"/>
                </a:lnTo>
                <a:lnTo>
                  <a:pt x="1114584" y="73463"/>
                </a:lnTo>
                <a:lnTo>
                  <a:pt x="1115180" y="73613"/>
                </a:lnTo>
                <a:lnTo>
                  <a:pt x="1115745" y="73760"/>
                </a:lnTo>
                <a:lnTo>
                  <a:pt x="1116276" y="73903"/>
                </a:lnTo>
                <a:lnTo>
                  <a:pt x="1116774" y="74042"/>
                </a:lnTo>
                <a:lnTo>
                  <a:pt x="1117240" y="74178"/>
                </a:lnTo>
                <a:lnTo>
                  <a:pt x="1117673" y="74310"/>
                </a:lnTo>
                <a:lnTo>
                  <a:pt x="1118073" y="74439"/>
                </a:lnTo>
                <a:lnTo>
                  <a:pt x="1118440" y="74563"/>
                </a:lnTo>
                <a:lnTo>
                  <a:pt x="1118775" y="74684"/>
                </a:lnTo>
                <a:lnTo>
                  <a:pt x="1119254" y="74861"/>
                </a:lnTo>
                <a:lnTo>
                  <a:pt x="1119722" y="75042"/>
                </a:lnTo>
                <a:lnTo>
                  <a:pt x="1120179" y="75227"/>
                </a:lnTo>
                <a:lnTo>
                  <a:pt x="1120625" y="75416"/>
                </a:lnTo>
                <a:lnTo>
                  <a:pt x="1121059" y="75608"/>
                </a:lnTo>
                <a:lnTo>
                  <a:pt x="1121482" y="75804"/>
                </a:lnTo>
                <a:lnTo>
                  <a:pt x="1121894" y="76004"/>
                </a:lnTo>
                <a:lnTo>
                  <a:pt x="1122295" y="76208"/>
                </a:lnTo>
                <a:lnTo>
                  <a:pt x="1122684" y="76415"/>
                </a:lnTo>
                <a:lnTo>
                  <a:pt x="1123062" y="76627"/>
                </a:lnTo>
                <a:lnTo>
                  <a:pt x="1123429" y="76842"/>
                </a:lnTo>
                <a:lnTo>
                  <a:pt x="1123785" y="77061"/>
                </a:lnTo>
                <a:lnTo>
                  <a:pt x="1124129" y="77284"/>
                </a:lnTo>
                <a:lnTo>
                  <a:pt x="1124462" y="77510"/>
                </a:lnTo>
                <a:lnTo>
                  <a:pt x="1124783" y="77741"/>
                </a:lnTo>
                <a:lnTo>
                  <a:pt x="1125094" y="77975"/>
                </a:lnTo>
                <a:lnTo>
                  <a:pt x="1125393" y="78213"/>
                </a:lnTo>
                <a:lnTo>
                  <a:pt x="1125681" y="78455"/>
                </a:lnTo>
                <a:lnTo>
                  <a:pt x="1125958" y="78701"/>
                </a:lnTo>
                <a:lnTo>
                  <a:pt x="1126223" y="78950"/>
                </a:lnTo>
                <a:lnTo>
                  <a:pt x="1126477" y="79204"/>
                </a:lnTo>
                <a:lnTo>
                  <a:pt x="1126720" y="79461"/>
                </a:lnTo>
                <a:lnTo>
                  <a:pt x="1126952" y="79722"/>
                </a:lnTo>
                <a:lnTo>
                  <a:pt x="1127172" y="79986"/>
                </a:lnTo>
                <a:lnTo>
                  <a:pt x="1127382" y="80254"/>
                </a:lnTo>
                <a:lnTo>
                  <a:pt x="1127584" y="80523"/>
                </a:lnTo>
                <a:lnTo>
                  <a:pt x="1127776" y="80793"/>
                </a:lnTo>
                <a:lnTo>
                  <a:pt x="1127959" y="81065"/>
                </a:lnTo>
                <a:lnTo>
                  <a:pt x="1128134" y="81338"/>
                </a:lnTo>
                <a:lnTo>
                  <a:pt x="1128299" y="81613"/>
                </a:lnTo>
                <a:lnTo>
                  <a:pt x="1128456" y="81890"/>
                </a:lnTo>
                <a:lnTo>
                  <a:pt x="1128603" y="82168"/>
                </a:lnTo>
                <a:lnTo>
                  <a:pt x="1128742" y="82447"/>
                </a:lnTo>
                <a:lnTo>
                  <a:pt x="1128872" y="82728"/>
                </a:lnTo>
                <a:lnTo>
                  <a:pt x="1128993" y="83010"/>
                </a:lnTo>
                <a:lnTo>
                  <a:pt x="1129104" y="83294"/>
                </a:lnTo>
                <a:lnTo>
                  <a:pt x="1129207" y="83580"/>
                </a:lnTo>
                <a:lnTo>
                  <a:pt x="1129301" y="83866"/>
                </a:lnTo>
                <a:lnTo>
                  <a:pt x="1129386" y="84155"/>
                </a:lnTo>
                <a:lnTo>
                  <a:pt x="1129462" y="84445"/>
                </a:lnTo>
                <a:lnTo>
                  <a:pt x="1129529" y="84736"/>
                </a:lnTo>
                <a:lnTo>
                  <a:pt x="1129587" y="85029"/>
                </a:lnTo>
                <a:lnTo>
                  <a:pt x="1129637" y="85324"/>
                </a:lnTo>
                <a:lnTo>
                  <a:pt x="1129677" y="85619"/>
                </a:lnTo>
                <a:lnTo>
                  <a:pt x="1129708" y="85917"/>
                </a:lnTo>
                <a:lnTo>
                  <a:pt x="1129731" y="86216"/>
                </a:lnTo>
                <a:lnTo>
                  <a:pt x="1129744" y="86516"/>
                </a:lnTo>
                <a:lnTo>
                  <a:pt x="1129749" y="86818"/>
                </a:lnTo>
                <a:lnTo>
                  <a:pt x="1129739" y="87269"/>
                </a:lnTo>
                <a:lnTo>
                  <a:pt x="1129711" y="87714"/>
                </a:lnTo>
                <a:lnTo>
                  <a:pt x="1129665" y="88153"/>
                </a:lnTo>
                <a:lnTo>
                  <a:pt x="1129600" y="88585"/>
                </a:lnTo>
                <a:lnTo>
                  <a:pt x="1129517" y="89012"/>
                </a:lnTo>
                <a:lnTo>
                  <a:pt x="1129415" y="89433"/>
                </a:lnTo>
                <a:lnTo>
                  <a:pt x="1129294" y="89848"/>
                </a:lnTo>
                <a:lnTo>
                  <a:pt x="1129155" y="90257"/>
                </a:lnTo>
                <a:lnTo>
                  <a:pt x="1128997" y="90660"/>
                </a:lnTo>
                <a:lnTo>
                  <a:pt x="1128821" y="91058"/>
                </a:lnTo>
                <a:lnTo>
                  <a:pt x="1128626" y="91449"/>
                </a:lnTo>
                <a:lnTo>
                  <a:pt x="1128413" y="91834"/>
                </a:lnTo>
                <a:lnTo>
                  <a:pt x="1128181" y="92213"/>
                </a:lnTo>
                <a:lnTo>
                  <a:pt x="1127930" y="92586"/>
                </a:lnTo>
                <a:lnTo>
                  <a:pt x="1127661" y="92954"/>
                </a:lnTo>
                <a:lnTo>
                  <a:pt x="1127374" y="93315"/>
                </a:lnTo>
                <a:lnTo>
                  <a:pt x="1127067" y="93670"/>
                </a:lnTo>
                <a:lnTo>
                  <a:pt x="1126743" y="94020"/>
                </a:lnTo>
                <a:lnTo>
                  <a:pt x="1126399" y="94363"/>
                </a:lnTo>
                <a:lnTo>
                  <a:pt x="1126038" y="94701"/>
                </a:lnTo>
                <a:lnTo>
                  <a:pt x="1125657" y="95032"/>
                </a:lnTo>
                <a:lnTo>
                  <a:pt x="1125258" y="95358"/>
                </a:lnTo>
                <a:lnTo>
                  <a:pt x="1124841" y="95677"/>
                </a:lnTo>
                <a:lnTo>
                  <a:pt x="1124405" y="95991"/>
                </a:lnTo>
                <a:lnTo>
                  <a:pt x="1123697" y="96490"/>
                </a:lnTo>
                <a:lnTo>
                  <a:pt x="1122973" y="96967"/>
                </a:lnTo>
                <a:lnTo>
                  <a:pt x="1122232" y="97424"/>
                </a:lnTo>
                <a:lnTo>
                  <a:pt x="1121476" y="97859"/>
                </a:lnTo>
                <a:lnTo>
                  <a:pt x="1120703" y="98273"/>
                </a:lnTo>
                <a:lnTo>
                  <a:pt x="1119914" y="98665"/>
                </a:lnTo>
                <a:lnTo>
                  <a:pt x="1119109" y="99037"/>
                </a:lnTo>
                <a:lnTo>
                  <a:pt x="1118287" y="99387"/>
                </a:lnTo>
                <a:lnTo>
                  <a:pt x="1117449" y="99716"/>
                </a:lnTo>
                <a:lnTo>
                  <a:pt x="1116595" y="100024"/>
                </a:lnTo>
                <a:lnTo>
                  <a:pt x="1115725" y="100310"/>
                </a:lnTo>
                <a:lnTo>
                  <a:pt x="1114838" y="100576"/>
                </a:lnTo>
                <a:lnTo>
                  <a:pt x="1113936" y="100820"/>
                </a:lnTo>
                <a:lnTo>
                  <a:pt x="1113017" y="101043"/>
                </a:lnTo>
                <a:lnTo>
                  <a:pt x="1112082" y="101244"/>
                </a:lnTo>
                <a:lnTo>
                  <a:pt x="1111130" y="101425"/>
                </a:lnTo>
                <a:lnTo>
                  <a:pt x="1110163" y="101584"/>
                </a:lnTo>
                <a:lnTo>
                  <a:pt x="1109179" y="101722"/>
                </a:lnTo>
                <a:lnTo>
                  <a:pt x="1108178" y="101839"/>
                </a:lnTo>
                <a:lnTo>
                  <a:pt x="1107162" y="101934"/>
                </a:lnTo>
                <a:lnTo>
                  <a:pt x="1106130" y="102008"/>
                </a:lnTo>
                <a:lnTo>
                  <a:pt x="1105081" y="102061"/>
                </a:lnTo>
                <a:lnTo>
                  <a:pt x="1104016" y="102093"/>
                </a:lnTo>
                <a:lnTo>
                  <a:pt x="1102934" y="102104"/>
                </a:lnTo>
                <a:lnTo>
                  <a:pt x="1102237" y="102099"/>
                </a:lnTo>
                <a:lnTo>
                  <a:pt x="1101544" y="102083"/>
                </a:lnTo>
                <a:lnTo>
                  <a:pt x="1100856" y="102056"/>
                </a:lnTo>
                <a:lnTo>
                  <a:pt x="1100172" y="102019"/>
                </a:lnTo>
                <a:lnTo>
                  <a:pt x="1099493" y="101971"/>
                </a:lnTo>
                <a:lnTo>
                  <a:pt x="1098819" y="101913"/>
                </a:lnTo>
                <a:lnTo>
                  <a:pt x="1098150" y="101844"/>
                </a:lnTo>
                <a:lnTo>
                  <a:pt x="1097485" y="101765"/>
                </a:lnTo>
                <a:lnTo>
                  <a:pt x="1096824" y="101675"/>
                </a:lnTo>
                <a:lnTo>
                  <a:pt x="1096168" y="101574"/>
                </a:lnTo>
                <a:lnTo>
                  <a:pt x="1095517" y="101462"/>
                </a:lnTo>
                <a:lnTo>
                  <a:pt x="1094871" y="101341"/>
                </a:lnTo>
                <a:lnTo>
                  <a:pt x="1094229" y="101208"/>
                </a:lnTo>
                <a:lnTo>
                  <a:pt x="1093592" y="101065"/>
                </a:lnTo>
                <a:lnTo>
                  <a:pt x="1092959" y="100911"/>
                </a:lnTo>
                <a:lnTo>
                  <a:pt x="1092332" y="100747"/>
                </a:lnTo>
                <a:lnTo>
                  <a:pt x="1091708" y="100572"/>
                </a:lnTo>
                <a:lnTo>
                  <a:pt x="1091090" y="100386"/>
                </a:lnTo>
                <a:lnTo>
                  <a:pt x="1090476" y="100190"/>
                </a:lnTo>
                <a:lnTo>
                  <a:pt x="1089866" y="99983"/>
                </a:lnTo>
                <a:lnTo>
                  <a:pt x="1089262" y="99766"/>
                </a:lnTo>
                <a:lnTo>
                  <a:pt x="1088662" y="99538"/>
                </a:lnTo>
                <a:lnTo>
                  <a:pt x="1088066" y="99300"/>
                </a:lnTo>
                <a:lnTo>
                  <a:pt x="1087476" y="99050"/>
                </a:lnTo>
                <a:lnTo>
                  <a:pt x="1086895" y="98796"/>
                </a:lnTo>
                <a:lnTo>
                  <a:pt x="1086329" y="98542"/>
                </a:lnTo>
                <a:lnTo>
                  <a:pt x="1085777" y="98288"/>
                </a:lnTo>
                <a:lnTo>
                  <a:pt x="1085241" y="98035"/>
                </a:lnTo>
                <a:lnTo>
                  <a:pt x="1084720" y="97782"/>
                </a:lnTo>
                <a:lnTo>
                  <a:pt x="1084213" y="97530"/>
                </a:lnTo>
                <a:lnTo>
                  <a:pt x="1083722" y="97277"/>
                </a:lnTo>
                <a:lnTo>
                  <a:pt x="1083245" y="97025"/>
                </a:lnTo>
                <a:lnTo>
                  <a:pt x="1082783" y="96774"/>
                </a:lnTo>
                <a:lnTo>
                  <a:pt x="1082337" y="96522"/>
                </a:lnTo>
                <a:lnTo>
                  <a:pt x="1081905" y="96271"/>
                </a:lnTo>
                <a:lnTo>
                  <a:pt x="1081488" y="96021"/>
                </a:lnTo>
                <a:lnTo>
                  <a:pt x="1081086" y="95770"/>
                </a:lnTo>
                <a:lnTo>
                  <a:pt x="1080698" y="95520"/>
                </a:lnTo>
                <a:lnTo>
                  <a:pt x="1080326" y="95271"/>
                </a:lnTo>
                <a:lnTo>
                  <a:pt x="1079969" y="95021"/>
                </a:lnTo>
                <a:lnTo>
                  <a:pt x="1079626" y="94772"/>
                </a:lnTo>
                <a:lnTo>
                  <a:pt x="1079299" y="94524"/>
                </a:lnTo>
                <a:lnTo>
                  <a:pt x="1078986" y="94275"/>
                </a:lnTo>
                <a:lnTo>
                  <a:pt x="1078689" y="94027"/>
                </a:lnTo>
                <a:lnTo>
                  <a:pt x="1078406" y="93780"/>
                </a:lnTo>
                <a:lnTo>
                  <a:pt x="1078138" y="93532"/>
                </a:lnTo>
                <a:lnTo>
                  <a:pt x="1077885" y="93285"/>
                </a:lnTo>
                <a:lnTo>
                  <a:pt x="1077647" y="93039"/>
                </a:lnTo>
                <a:lnTo>
                  <a:pt x="1077536" y="92907"/>
                </a:lnTo>
                <a:lnTo>
                  <a:pt x="1077425" y="92765"/>
                </a:lnTo>
                <a:lnTo>
                  <a:pt x="1077314" y="92614"/>
                </a:lnTo>
                <a:lnTo>
                  <a:pt x="1077204" y="92454"/>
                </a:lnTo>
                <a:lnTo>
                  <a:pt x="1077094" y="92284"/>
                </a:lnTo>
                <a:lnTo>
                  <a:pt x="1076985" y="92105"/>
                </a:lnTo>
                <a:lnTo>
                  <a:pt x="1076876" y="91917"/>
                </a:lnTo>
                <a:lnTo>
                  <a:pt x="1076767" y="91719"/>
                </a:lnTo>
                <a:lnTo>
                  <a:pt x="1076658" y="91511"/>
                </a:lnTo>
                <a:lnTo>
                  <a:pt x="1076550" y="91294"/>
                </a:lnTo>
                <a:lnTo>
                  <a:pt x="1076442" y="91068"/>
                </a:lnTo>
                <a:lnTo>
                  <a:pt x="1076335" y="90832"/>
                </a:lnTo>
                <a:lnTo>
                  <a:pt x="1076228" y="90587"/>
                </a:lnTo>
                <a:lnTo>
                  <a:pt x="1076121" y="90332"/>
                </a:lnTo>
                <a:lnTo>
                  <a:pt x="1076014" y="90068"/>
                </a:lnTo>
                <a:lnTo>
                  <a:pt x="1075908" y="89794"/>
                </a:lnTo>
                <a:lnTo>
                  <a:pt x="1075802" y="89511"/>
                </a:lnTo>
                <a:lnTo>
                  <a:pt x="1075697" y="89219"/>
                </a:lnTo>
                <a:lnTo>
                  <a:pt x="1075591" y="88917"/>
                </a:lnTo>
                <a:lnTo>
                  <a:pt x="1075487" y="88605"/>
                </a:lnTo>
                <a:lnTo>
                  <a:pt x="1075382" y="88285"/>
                </a:lnTo>
                <a:lnTo>
                  <a:pt x="1075278" y="87954"/>
                </a:lnTo>
                <a:lnTo>
                  <a:pt x="1075174" y="87615"/>
                </a:lnTo>
                <a:lnTo>
                  <a:pt x="1075070" y="87265"/>
                </a:lnTo>
                <a:lnTo>
                  <a:pt x="1074965" y="86916"/>
                </a:lnTo>
                <a:lnTo>
                  <a:pt x="1074856" y="86575"/>
                </a:lnTo>
                <a:lnTo>
                  <a:pt x="1074743" y="86242"/>
                </a:lnTo>
                <a:lnTo>
                  <a:pt x="1074626" y="85918"/>
                </a:lnTo>
                <a:lnTo>
                  <a:pt x="1074506" y="85602"/>
                </a:lnTo>
                <a:lnTo>
                  <a:pt x="1074382" y="85294"/>
                </a:lnTo>
                <a:lnTo>
                  <a:pt x="1074253" y="84995"/>
                </a:lnTo>
                <a:lnTo>
                  <a:pt x="1074121" y="84705"/>
                </a:lnTo>
                <a:lnTo>
                  <a:pt x="1073986" y="84423"/>
                </a:lnTo>
                <a:lnTo>
                  <a:pt x="1073846" y="84149"/>
                </a:lnTo>
                <a:lnTo>
                  <a:pt x="1073703" y="83884"/>
                </a:lnTo>
                <a:lnTo>
                  <a:pt x="1073556" y="83627"/>
                </a:lnTo>
                <a:lnTo>
                  <a:pt x="1073405" y="83379"/>
                </a:lnTo>
                <a:lnTo>
                  <a:pt x="1073250" y="83139"/>
                </a:lnTo>
                <a:lnTo>
                  <a:pt x="1073091" y="82908"/>
                </a:lnTo>
                <a:lnTo>
                  <a:pt x="1072929" y="82685"/>
                </a:lnTo>
                <a:lnTo>
                  <a:pt x="1072762" y="82471"/>
                </a:lnTo>
                <a:lnTo>
                  <a:pt x="1072592" y="82265"/>
                </a:lnTo>
                <a:lnTo>
                  <a:pt x="1072419" y="82067"/>
                </a:lnTo>
                <a:lnTo>
                  <a:pt x="1072241" y="81878"/>
                </a:lnTo>
                <a:lnTo>
                  <a:pt x="1072059" y="81697"/>
                </a:lnTo>
                <a:lnTo>
                  <a:pt x="1071874" y="81525"/>
                </a:lnTo>
                <a:lnTo>
                  <a:pt x="1071685" y="81361"/>
                </a:lnTo>
                <a:lnTo>
                  <a:pt x="1071492" y="81206"/>
                </a:lnTo>
                <a:lnTo>
                  <a:pt x="1071295" y="81058"/>
                </a:lnTo>
                <a:lnTo>
                  <a:pt x="1071095" y="80916"/>
                </a:lnTo>
                <a:lnTo>
                  <a:pt x="1070890" y="80781"/>
                </a:lnTo>
                <a:lnTo>
                  <a:pt x="1070682" y="80652"/>
                </a:lnTo>
                <a:lnTo>
                  <a:pt x="1070470" y="80529"/>
                </a:lnTo>
                <a:lnTo>
                  <a:pt x="1070254" y="80413"/>
                </a:lnTo>
                <a:lnTo>
                  <a:pt x="1070035" y="80303"/>
                </a:lnTo>
                <a:lnTo>
                  <a:pt x="1069811" y="80199"/>
                </a:lnTo>
                <a:lnTo>
                  <a:pt x="1069584" y="80101"/>
                </a:lnTo>
                <a:lnTo>
                  <a:pt x="1069353" y="80010"/>
                </a:lnTo>
                <a:lnTo>
                  <a:pt x="1069118" y="79925"/>
                </a:lnTo>
                <a:lnTo>
                  <a:pt x="1068880" y="79846"/>
                </a:lnTo>
                <a:lnTo>
                  <a:pt x="1068637" y="79774"/>
                </a:lnTo>
                <a:lnTo>
                  <a:pt x="1068391" y="79708"/>
                </a:lnTo>
                <a:lnTo>
                  <a:pt x="1068141" y="79648"/>
                </a:lnTo>
                <a:lnTo>
                  <a:pt x="1067887" y="79594"/>
                </a:lnTo>
                <a:lnTo>
                  <a:pt x="1067629" y="79547"/>
                </a:lnTo>
                <a:lnTo>
                  <a:pt x="1067368" y="79506"/>
                </a:lnTo>
                <a:lnTo>
                  <a:pt x="1067103" y="79472"/>
                </a:lnTo>
                <a:lnTo>
                  <a:pt x="1066833" y="79443"/>
                </a:lnTo>
                <a:lnTo>
                  <a:pt x="1066561" y="79421"/>
                </a:lnTo>
                <a:lnTo>
                  <a:pt x="1066284" y="79406"/>
                </a:lnTo>
                <a:lnTo>
                  <a:pt x="1066003" y="79396"/>
                </a:lnTo>
                <a:lnTo>
                  <a:pt x="1065719" y="79393"/>
                </a:lnTo>
                <a:lnTo>
                  <a:pt x="1065348" y="79398"/>
                </a:lnTo>
                <a:lnTo>
                  <a:pt x="1064984" y="79414"/>
                </a:lnTo>
                <a:lnTo>
                  <a:pt x="1064625" y="79440"/>
                </a:lnTo>
                <a:lnTo>
                  <a:pt x="1064273" y="79477"/>
                </a:lnTo>
                <a:lnTo>
                  <a:pt x="1063927" y="79524"/>
                </a:lnTo>
                <a:lnTo>
                  <a:pt x="1063587" y="79581"/>
                </a:lnTo>
                <a:lnTo>
                  <a:pt x="1063253" y="79649"/>
                </a:lnTo>
                <a:lnTo>
                  <a:pt x="1062925" y="79728"/>
                </a:lnTo>
                <a:lnTo>
                  <a:pt x="1062603" y="79817"/>
                </a:lnTo>
                <a:lnTo>
                  <a:pt x="1062288" y="79916"/>
                </a:lnTo>
                <a:lnTo>
                  <a:pt x="1061979" y="80026"/>
                </a:lnTo>
                <a:lnTo>
                  <a:pt x="1061675" y="80147"/>
                </a:lnTo>
                <a:lnTo>
                  <a:pt x="1061378" y="80278"/>
                </a:lnTo>
                <a:lnTo>
                  <a:pt x="1061087" y="80419"/>
                </a:lnTo>
                <a:lnTo>
                  <a:pt x="1060802" y="80571"/>
                </a:lnTo>
                <a:lnTo>
                  <a:pt x="1060524" y="80733"/>
                </a:lnTo>
                <a:lnTo>
                  <a:pt x="1060251" y="80906"/>
                </a:lnTo>
                <a:lnTo>
                  <a:pt x="1059984" y="81089"/>
                </a:lnTo>
                <a:lnTo>
                  <a:pt x="1059724" y="81282"/>
                </a:lnTo>
                <a:lnTo>
                  <a:pt x="1059470" y="81487"/>
                </a:lnTo>
                <a:lnTo>
                  <a:pt x="1059222" y="81701"/>
                </a:lnTo>
                <a:lnTo>
                  <a:pt x="1058980" y="81926"/>
                </a:lnTo>
                <a:lnTo>
                  <a:pt x="1058744" y="82162"/>
                </a:lnTo>
                <a:lnTo>
                  <a:pt x="1058514" y="82408"/>
                </a:lnTo>
                <a:lnTo>
                  <a:pt x="1058292" y="82666"/>
                </a:lnTo>
                <a:lnTo>
                  <a:pt x="1058080" y="82938"/>
                </a:lnTo>
                <a:lnTo>
                  <a:pt x="1057877" y="83224"/>
                </a:lnTo>
                <a:lnTo>
                  <a:pt x="1057683" y="83525"/>
                </a:lnTo>
                <a:lnTo>
                  <a:pt x="1057499" y="83839"/>
                </a:lnTo>
                <a:lnTo>
                  <a:pt x="1057325" y="84168"/>
                </a:lnTo>
                <a:lnTo>
                  <a:pt x="1057159" y="84511"/>
                </a:lnTo>
                <a:lnTo>
                  <a:pt x="1057003" y="84868"/>
                </a:lnTo>
                <a:lnTo>
                  <a:pt x="1056857" y="85239"/>
                </a:lnTo>
                <a:lnTo>
                  <a:pt x="1056720" y="85624"/>
                </a:lnTo>
                <a:lnTo>
                  <a:pt x="1056593" y="86023"/>
                </a:lnTo>
                <a:lnTo>
                  <a:pt x="1056475" y="86436"/>
                </a:lnTo>
                <a:lnTo>
                  <a:pt x="1056366" y="86864"/>
                </a:lnTo>
                <a:lnTo>
                  <a:pt x="1056267" y="87306"/>
                </a:lnTo>
                <a:lnTo>
                  <a:pt x="1056177" y="87761"/>
                </a:lnTo>
                <a:lnTo>
                  <a:pt x="1056097" y="88231"/>
                </a:lnTo>
                <a:lnTo>
                  <a:pt x="1056026" y="88715"/>
                </a:lnTo>
                <a:lnTo>
                  <a:pt x="1055965" y="89213"/>
                </a:lnTo>
                <a:lnTo>
                  <a:pt x="1055913" y="89726"/>
                </a:lnTo>
                <a:lnTo>
                  <a:pt x="1055870" y="90252"/>
                </a:lnTo>
                <a:lnTo>
                  <a:pt x="1055837" y="90793"/>
                </a:lnTo>
                <a:lnTo>
                  <a:pt x="1055814" y="91347"/>
                </a:lnTo>
                <a:lnTo>
                  <a:pt x="1055799" y="91916"/>
                </a:lnTo>
                <a:lnTo>
                  <a:pt x="1055795" y="92499"/>
                </a:lnTo>
                <a:lnTo>
                  <a:pt x="1055795" y="105697"/>
                </a:lnTo>
                <a:lnTo>
                  <a:pt x="1055799" y="106272"/>
                </a:lnTo>
                <a:lnTo>
                  <a:pt x="1055814" y="106834"/>
                </a:lnTo>
                <a:lnTo>
                  <a:pt x="1055837" y="107381"/>
                </a:lnTo>
                <a:lnTo>
                  <a:pt x="1055870" y="107915"/>
                </a:lnTo>
                <a:lnTo>
                  <a:pt x="1055913" y="108435"/>
                </a:lnTo>
                <a:lnTo>
                  <a:pt x="1055965" y="108941"/>
                </a:lnTo>
                <a:lnTo>
                  <a:pt x="1056026" y="109434"/>
                </a:lnTo>
                <a:lnTo>
                  <a:pt x="1056097" y="109912"/>
                </a:lnTo>
                <a:lnTo>
                  <a:pt x="1056177" y="110377"/>
                </a:lnTo>
                <a:lnTo>
                  <a:pt x="1056267" y="110828"/>
                </a:lnTo>
                <a:lnTo>
                  <a:pt x="1056366" y="111265"/>
                </a:lnTo>
                <a:lnTo>
                  <a:pt x="1056475" y="111689"/>
                </a:lnTo>
                <a:lnTo>
                  <a:pt x="1056593" y="112099"/>
                </a:lnTo>
                <a:lnTo>
                  <a:pt x="1056720" y="112495"/>
                </a:lnTo>
                <a:lnTo>
                  <a:pt x="1056857" y="112877"/>
                </a:lnTo>
                <a:lnTo>
                  <a:pt x="1057003" y="113245"/>
                </a:lnTo>
                <a:lnTo>
                  <a:pt x="1057159" y="113600"/>
                </a:lnTo>
                <a:lnTo>
                  <a:pt x="1057325" y="113940"/>
                </a:lnTo>
                <a:lnTo>
                  <a:pt x="1057499" y="114267"/>
                </a:lnTo>
                <a:lnTo>
                  <a:pt x="1057683" y="114581"/>
                </a:lnTo>
                <a:lnTo>
                  <a:pt x="1057877" y="114880"/>
                </a:lnTo>
                <a:lnTo>
                  <a:pt x="1058080" y="115166"/>
                </a:lnTo>
                <a:lnTo>
                  <a:pt x="1058292" y="115438"/>
                </a:lnTo>
                <a:lnTo>
                  <a:pt x="1058514" y="115696"/>
                </a:lnTo>
                <a:lnTo>
                  <a:pt x="1058744" y="115942"/>
                </a:lnTo>
                <a:lnTo>
                  <a:pt x="1058980" y="116177"/>
                </a:lnTo>
                <a:lnTo>
                  <a:pt x="1059222" y="116402"/>
                </a:lnTo>
                <a:lnTo>
                  <a:pt x="1059470" y="116616"/>
                </a:lnTo>
                <a:lnTo>
                  <a:pt x="1059724" y="116820"/>
                </a:lnTo>
                <a:lnTo>
                  <a:pt x="1059984" y="117014"/>
                </a:lnTo>
                <a:lnTo>
                  <a:pt x="1060251" y="117197"/>
                </a:lnTo>
                <a:lnTo>
                  <a:pt x="1060524" y="117369"/>
                </a:lnTo>
                <a:lnTo>
                  <a:pt x="1060802" y="117531"/>
                </a:lnTo>
                <a:lnTo>
                  <a:pt x="1061087" y="117683"/>
                </a:lnTo>
                <a:lnTo>
                  <a:pt x="1061378" y="117824"/>
                </a:lnTo>
                <a:lnTo>
                  <a:pt x="1061675" y="117955"/>
                </a:lnTo>
                <a:lnTo>
                  <a:pt x="1061979" y="118075"/>
                </a:lnTo>
                <a:lnTo>
                  <a:pt x="1062288" y="118185"/>
                </a:lnTo>
                <a:lnTo>
                  <a:pt x="1062603" y="118284"/>
                </a:lnTo>
                <a:lnTo>
                  <a:pt x="1062925" y="118373"/>
                </a:lnTo>
                <a:lnTo>
                  <a:pt x="1063253" y="118452"/>
                </a:lnTo>
                <a:lnTo>
                  <a:pt x="1063587" y="118520"/>
                </a:lnTo>
                <a:lnTo>
                  <a:pt x="1063927" y="118577"/>
                </a:lnTo>
                <a:lnTo>
                  <a:pt x="1064273" y="118624"/>
                </a:lnTo>
                <a:lnTo>
                  <a:pt x="1064625" y="118661"/>
                </a:lnTo>
                <a:lnTo>
                  <a:pt x="1064984" y="118687"/>
                </a:lnTo>
                <a:lnTo>
                  <a:pt x="1065348" y="118703"/>
                </a:lnTo>
                <a:lnTo>
                  <a:pt x="1065719" y="118708"/>
                </a:lnTo>
                <a:lnTo>
                  <a:pt x="1065908" y="118706"/>
                </a:lnTo>
                <a:lnTo>
                  <a:pt x="1066096" y="118702"/>
                </a:lnTo>
                <a:lnTo>
                  <a:pt x="1066280" y="118694"/>
                </a:lnTo>
                <a:lnTo>
                  <a:pt x="1066462" y="118684"/>
                </a:lnTo>
                <a:lnTo>
                  <a:pt x="1066642" y="118670"/>
                </a:lnTo>
                <a:lnTo>
                  <a:pt x="1066819" y="118654"/>
                </a:lnTo>
                <a:lnTo>
                  <a:pt x="1066994" y="118635"/>
                </a:lnTo>
                <a:lnTo>
                  <a:pt x="1067166" y="118612"/>
                </a:lnTo>
                <a:lnTo>
                  <a:pt x="1067336" y="118587"/>
                </a:lnTo>
                <a:lnTo>
                  <a:pt x="1067503" y="118559"/>
                </a:lnTo>
                <a:lnTo>
                  <a:pt x="1067668" y="118527"/>
                </a:lnTo>
                <a:lnTo>
                  <a:pt x="1067830" y="118493"/>
                </a:lnTo>
                <a:lnTo>
                  <a:pt x="1067990" y="118456"/>
                </a:lnTo>
                <a:lnTo>
                  <a:pt x="1068147" y="118416"/>
                </a:lnTo>
                <a:lnTo>
                  <a:pt x="1068302" y="118372"/>
                </a:lnTo>
                <a:lnTo>
                  <a:pt x="1068454" y="118326"/>
                </a:lnTo>
                <a:lnTo>
                  <a:pt x="1068604" y="118277"/>
                </a:lnTo>
                <a:lnTo>
                  <a:pt x="1068752" y="118225"/>
                </a:lnTo>
                <a:lnTo>
                  <a:pt x="1068896" y="118169"/>
                </a:lnTo>
                <a:lnTo>
                  <a:pt x="1069039" y="118111"/>
                </a:lnTo>
                <a:lnTo>
                  <a:pt x="1069179" y="118050"/>
                </a:lnTo>
                <a:lnTo>
                  <a:pt x="1069316" y="117986"/>
                </a:lnTo>
                <a:lnTo>
                  <a:pt x="1069451" y="117919"/>
                </a:lnTo>
                <a:lnTo>
                  <a:pt x="1069584" y="117849"/>
                </a:lnTo>
                <a:lnTo>
                  <a:pt x="1069716" y="117774"/>
                </a:lnTo>
                <a:lnTo>
                  <a:pt x="1069853" y="117691"/>
                </a:lnTo>
                <a:lnTo>
                  <a:pt x="1069993" y="117600"/>
                </a:lnTo>
                <a:lnTo>
                  <a:pt x="1070136" y="117502"/>
                </a:lnTo>
                <a:lnTo>
                  <a:pt x="1070283" y="117396"/>
                </a:lnTo>
                <a:lnTo>
                  <a:pt x="1070433" y="117282"/>
                </a:lnTo>
                <a:lnTo>
                  <a:pt x="1070587" y="117161"/>
                </a:lnTo>
                <a:lnTo>
                  <a:pt x="1070745" y="117033"/>
                </a:lnTo>
                <a:lnTo>
                  <a:pt x="1070905" y="116896"/>
                </a:lnTo>
                <a:lnTo>
                  <a:pt x="1071070" y="116752"/>
                </a:lnTo>
                <a:lnTo>
                  <a:pt x="1071237" y="116601"/>
                </a:lnTo>
                <a:lnTo>
                  <a:pt x="1071409" y="116441"/>
                </a:lnTo>
                <a:lnTo>
                  <a:pt x="1071583" y="116275"/>
                </a:lnTo>
                <a:lnTo>
                  <a:pt x="1071761" y="116100"/>
                </a:lnTo>
                <a:lnTo>
                  <a:pt x="1071943" y="115918"/>
                </a:lnTo>
                <a:lnTo>
                  <a:pt x="1072128" y="115728"/>
                </a:lnTo>
                <a:lnTo>
                  <a:pt x="1072317" y="115531"/>
                </a:lnTo>
                <a:lnTo>
                  <a:pt x="1072509" y="115326"/>
                </a:lnTo>
                <a:lnTo>
                  <a:pt x="1072704" y="115114"/>
                </a:lnTo>
                <a:lnTo>
                  <a:pt x="1072904" y="114893"/>
                </a:lnTo>
                <a:lnTo>
                  <a:pt x="1073106" y="114666"/>
                </a:lnTo>
                <a:lnTo>
                  <a:pt x="1073312" y="114430"/>
                </a:lnTo>
                <a:lnTo>
                  <a:pt x="1073522" y="114187"/>
                </a:lnTo>
                <a:lnTo>
                  <a:pt x="1073734" y="113937"/>
                </a:lnTo>
                <a:lnTo>
                  <a:pt x="1074340" y="114259"/>
                </a:lnTo>
                <a:lnTo>
                  <a:pt x="1074946" y="114575"/>
                </a:lnTo>
                <a:lnTo>
                  <a:pt x="1075554" y="114884"/>
                </a:lnTo>
                <a:lnTo>
                  <a:pt x="1076164" y="115186"/>
                </a:lnTo>
                <a:close/>
                <a:moveTo>
                  <a:pt x="1274028" y="52438"/>
                </a:moveTo>
                <a:lnTo>
                  <a:pt x="1273769" y="50392"/>
                </a:lnTo>
                <a:lnTo>
                  <a:pt x="1273453" y="48377"/>
                </a:lnTo>
                <a:lnTo>
                  <a:pt x="1273080" y="46393"/>
                </a:lnTo>
                <a:lnTo>
                  <a:pt x="1272648" y="44439"/>
                </a:lnTo>
                <a:lnTo>
                  <a:pt x="1272160" y="42516"/>
                </a:lnTo>
                <a:lnTo>
                  <a:pt x="1271614" y="40624"/>
                </a:lnTo>
                <a:lnTo>
                  <a:pt x="1271010" y="38763"/>
                </a:lnTo>
                <a:lnTo>
                  <a:pt x="1270349" y="36932"/>
                </a:lnTo>
                <a:lnTo>
                  <a:pt x="1269630" y="35132"/>
                </a:lnTo>
                <a:lnTo>
                  <a:pt x="1268854" y="33363"/>
                </a:lnTo>
                <a:lnTo>
                  <a:pt x="1268021" y="31625"/>
                </a:lnTo>
                <a:lnTo>
                  <a:pt x="1267130" y="29917"/>
                </a:lnTo>
                <a:lnTo>
                  <a:pt x="1266181" y="28240"/>
                </a:lnTo>
                <a:lnTo>
                  <a:pt x="1265175" y="26594"/>
                </a:lnTo>
                <a:lnTo>
                  <a:pt x="1264112" y="24978"/>
                </a:lnTo>
                <a:lnTo>
                  <a:pt x="1262991" y="23393"/>
                </a:lnTo>
                <a:lnTo>
                  <a:pt x="1261812" y="21839"/>
                </a:lnTo>
                <a:lnTo>
                  <a:pt x="1260576" y="20316"/>
                </a:lnTo>
                <a:lnTo>
                  <a:pt x="1259283" y="18823"/>
                </a:lnTo>
                <a:lnTo>
                  <a:pt x="1257932" y="17361"/>
                </a:lnTo>
                <a:lnTo>
                  <a:pt x="1256543" y="15945"/>
                </a:lnTo>
                <a:lnTo>
                  <a:pt x="1255136" y="14588"/>
                </a:lnTo>
                <a:lnTo>
                  <a:pt x="1253712" y="13292"/>
                </a:lnTo>
                <a:lnTo>
                  <a:pt x="1252269" y="12056"/>
                </a:lnTo>
                <a:lnTo>
                  <a:pt x="1250808" y="10881"/>
                </a:lnTo>
                <a:lnTo>
                  <a:pt x="1249329" y="9766"/>
                </a:lnTo>
                <a:lnTo>
                  <a:pt x="1247832" y="8711"/>
                </a:lnTo>
                <a:lnTo>
                  <a:pt x="1246317" y="7716"/>
                </a:lnTo>
                <a:lnTo>
                  <a:pt x="1244783" y="6782"/>
                </a:lnTo>
                <a:lnTo>
                  <a:pt x="1243232" y="5908"/>
                </a:lnTo>
                <a:lnTo>
                  <a:pt x="1241663" y="5094"/>
                </a:lnTo>
                <a:lnTo>
                  <a:pt x="1240076" y="4340"/>
                </a:lnTo>
                <a:lnTo>
                  <a:pt x="1238470" y="3647"/>
                </a:lnTo>
                <a:lnTo>
                  <a:pt x="1236847" y="3014"/>
                </a:lnTo>
                <a:lnTo>
                  <a:pt x="1235205" y="2441"/>
                </a:lnTo>
                <a:lnTo>
                  <a:pt x="1233546" y="1929"/>
                </a:lnTo>
                <a:lnTo>
                  <a:pt x="1231868" y="1477"/>
                </a:lnTo>
                <a:lnTo>
                  <a:pt x="1230172" y="1085"/>
                </a:lnTo>
                <a:lnTo>
                  <a:pt x="1228459" y="754"/>
                </a:lnTo>
                <a:lnTo>
                  <a:pt x="1226727" y="482"/>
                </a:lnTo>
                <a:lnTo>
                  <a:pt x="1224977" y="271"/>
                </a:lnTo>
                <a:lnTo>
                  <a:pt x="1223209" y="121"/>
                </a:lnTo>
                <a:lnTo>
                  <a:pt x="1221423" y="30"/>
                </a:lnTo>
                <a:lnTo>
                  <a:pt x="1219619" y="0"/>
                </a:lnTo>
                <a:lnTo>
                  <a:pt x="1217995" y="25"/>
                </a:lnTo>
                <a:lnTo>
                  <a:pt x="1216385" y="100"/>
                </a:lnTo>
                <a:lnTo>
                  <a:pt x="1214788" y="226"/>
                </a:lnTo>
                <a:lnTo>
                  <a:pt x="1213204" y="401"/>
                </a:lnTo>
                <a:lnTo>
                  <a:pt x="1211634" y="627"/>
                </a:lnTo>
                <a:lnTo>
                  <a:pt x="1210077" y="903"/>
                </a:lnTo>
                <a:lnTo>
                  <a:pt x="1208533" y="1229"/>
                </a:lnTo>
                <a:lnTo>
                  <a:pt x="1207002" y="1605"/>
                </a:lnTo>
                <a:lnTo>
                  <a:pt x="1205484" y="2031"/>
                </a:lnTo>
                <a:lnTo>
                  <a:pt x="1203980" y="2507"/>
                </a:lnTo>
                <a:lnTo>
                  <a:pt x="1202489" y="3034"/>
                </a:lnTo>
                <a:lnTo>
                  <a:pt x="1201011" y="3610"/>
                </a:lnTo>
                <a:lnTo>
                  <a:pt x="1199547" y="4237"/>
                </a:lnTo>
                <a:lnTo>
                  <a:pt x="1198096" y="4914"/>
                </a:lnTo>
                <a:lnTo>
                  <a:pt x="1196658" y="5641"/>
                </a:lnTo>
                <a:lnTo>
                  <a:pt x="1195233" y="6419"/>
                </a:lnTo>
                <a:lnTo>
                  <a:pt x="1193821" y="7246"/>
                </a:lnTo>
                <a:lnTo>
                  <a:pt x="1192423" y="8124"/>
                </a:lnTo>
                <a:lnTo>
                  <a:pt x="1191038" y="9051"/>
                </a:lnTo>
                <a:lnTo>
                  <a:pt x="1189666" y="10029"/>
                </a:lnTo>
                <a:lnTo>
                  <a:pt x="1188308" y="11057"/>
                </a:lnTo>
                <a:lnTo>
                  <a:pt x="1186963" y="12135"/>
                </a:lnTo>
                <a:lnTo>
                  <a:pt x="1185631" y="13263"/>
                </a:lnTo>
                <a:lnTo>
                  <a:pt x="1184312" y="14442"/>
                </a:lnTo>
                <a:lnTo>
                  <a:pt x="1182724" y="15959"/>
                </a:lnTo>
                <a:lnTo>
                  <a:pt x="1181203" y="17512"/>
                </a:lnTo>
                <a:lnTo>
                  <a:pt x="1179750" y="19102"/>
                </a:lnTo>
                <a:lnTo>
                  <a:pt x="1178364" y="20729"/>
                </a:lnTo>
                <a:lnTo>
                  <a:pt x="1177046" y="22392"/>
                </a:lnTo>
                <a:lnTo>
                  <a:pt x="1175795" y="24091"/>
                </a:lnTo>
                <a:lnTo>
                  <a:pt x="1174613" y="25828"/>
                </a:lnTo>
                <a:lnTo>
                  <a:pt x="1173497" y="27600"/>
                </a:lnTo>
                <a:lnTo>
                  <a:pt x="1172450" y="29409"/>
                </a:lnTo>
                <a:lnTo>
                  <a:pt x="1171470" y="31255"/>
                </a:lnTo>
                <a:lnTo>
                  <a:pt x="1170557" y="33137"/>
                </a:lnTo>
                <a:lnTo>
                  <a:pt x="1169712" y="35056"/>
                </a:lnTo>
                <a:lnTo>
                  <a:pt x="1168935" y="37011"/>
                </a:lnTo>
                <a:lnTo>
                  <a:pt x="1168225" y="39003"/>
                </a:lnTo>
                <a:lnTo>
                  <a:pt x="1167583" y="41031"/>
                </a:lnTo>
                <a:lnTo>
                  <a:pt x="1167008" y="43096"/>
                </a:lnTo>
                <a:lnTo>
                  <a:pt x="1166501" y="45197"/>
                </a:lnTo>
                <a:lnTo>
                  <a:pt x="1166062" y="47335"/>
                </a:lnTo>
                <a:lnTo>
                  <a:pt x="1165690" y="49509"/>
                </a:lnTo>
                <a:lnTo>
                  <a:pt x="1165386" y="51720"/>
                </a:lnTo>
                <a:lnTo>
                  <a:pt x="1165150" y="53967"/>
                </a:lnTo>
                <a:lnTo>
                  <a:pt x="1164981" y="56251"/>
                </a:lnTo>
                <a:lnTo>
                  <a:pt x="1164879" y="58571"/>
                </a:lnTo>
                <a:lnTo>
                  <a:pt x="1164845" y="60928"/>
                </a:lnTo>
                <a:lnTo>
                  <a:pt x="1164879" y="63285"/>
                </a:lnTo>
                <a:lnTo>
                  <a:pt x="1164981" y="65605"/>
                </a:lnTo>
                <a:lnTo>
                  <a:pt x="1165150" y="67889"/>
                </a:lnTo>
                <a:lnTo>
                  <a:pt x="1165386" y="70135"/>
                </a:lnTo>
                <a:lnTo>
                  <a:pt x="1165690" y="72345"/>
                </a:lnTo>
                <a:lnTo>
                  <a:pt x="1166062" y="74517"/>
                </a:lnTo>
                <a:lnTo>
                  <a:pt x="1166501" y="76653"/>
                </a:lnTo>
                <a:lnTo>
                  <a:pt x="1167008" y="78752"/>
                </a:lnTo>
                <a:lnTo>
                  <a:pt x="1167583" y="80814"/>
                </a:lnTo>
                <a:lnTo>
                  <a:pt x="1168225" y="82839"/>
                </a:lnTo>
                <a:lnTo>
                  <a:pt x="1168935" y="84827"/>
                </a:lnTo>
                <a:lnTo>
                  <a:pt x="1169712" y="86779"/>
                </a:lnTo>
                <a:lnTo>
                  <a:pt x="1170557" y="88693"/>
                </a:lnTo>
                <a:lnTo>
                  <a:pt x="1171470" y="90571"/>
                </a:lnTo>
                <a:lnTo>
                  <a:pt x="1172450" y="92412"/>
                </a:lnTo>
                <a:lnTo>
                  <a:pt x="1173497" y="94216"/>
                </a:lnTo>
                <a:lnTo>
                  <a:pt x="1174613" y="95983"/>
                </a:lnTo>
                <a:lnTo>
                  <a:pt x="1175795" y="97713"/>
                </a:lnTo>
                <a:lnTo>
                  <a:pt x="1177046" y="99406"/>
                </a:lnTo>
                <a:lnTo>
                  <a:pt x="1178364" y="101062"/>
                </a:lnTo>
                <a:lnTo>
                  <a:pt x="1179750" y="102682"/>
                </a:lnTo>
                <a:lnTo>
                  <a:pt x="1181203" y="104265"/>
                </a:lnTo>
                <a:lnTo>
                  <a:pt x="1182724" y="105811"/>
                </a:lnTo>
                <a:lnTo>
                  <a:pt x="1184312" y="107319"/>
                </a:lnTo>
                <a:lnTo>
                  <a:pt x="1185631" y="108498"/>
                </a:lnTo>
                <a:lnTo>
                  <a:pt x="1186963" y="109626"/>
                </a:lnTo>
                <a:lnTo>
                  <a:pt x="1188308" y="110704"/>
                </a:lnTo>
                <a:lnTo>
                  <a:pt x="1189666" y="111732"/>
                </a:lnTo>
                <a:lnTo>
                  <a:pt x="1191038" y="112710"/>
                </a:lnTo>
                <a:lnTo>
                  <a:pt x="1192423" y="113638"/>
                </a:lnTo>
                <a:lnTo>
                  <a:pt x="1193821" y="114515"/>
                </a:lnTo>
                <a:lnTo>
                  <a:pt x="1195233" y="115343"/>
                </a:lnTo>
                <a:lnTo>
                  <a:pt x="1196658" y="116120"/>
                </a:lnTo>
                <a:lnTo>
                  <a:pt x="1198096" y="116847"/>
                </a:lnTo>
                <a:lnTo>
                  <a:pt x="1199547" y="117524"/>
                </a:lnTo>
                <a:lnTo>
                  <a:pt x="1201011" y="118151"/>
                </a:lnTo>
                <a:lnTo>
                  <a:pt x="1202489" y="118728"/>
                </a:lnTo>
                <a:lnTo>
                  <a:pt x="1203980" y="119254"/>
                </a:lnTo>
                <a:lnTo>
                  <a:pt x="1205484" y="119730"/>
                </a:lnTo>
                <a:lnTo>
                  <a:pt x="1207002" y="120157"/>
                </a:lnTo>
                <a:lnTo>
                  <a:pt x="1208533" y="120533"/>
                </a:lnTo>
                <a:lnTo>
                  <a:pt x="1210077" y="120859"/>
                </a:lnTo>
                <a:lnTo>
                  <a:pt x="1211634" y="121135"/>
                </a:lnTo>
                <a:lnTo>
                  <a:pt x="1213204" y="121360"/>
                </a:lnTo>
                <a:lnTo>
                  <a:pt x="1214788" y="121536"/>
                </a:lnTo>
                <a:lnTo>
                  <a:pt x="1216385" y="121661"/>
                </a:lnTo>
                <a:lnTo>
                  <a:pt x="1217995" y="121736"/>
                </a:lnTo>
                <a:lnTo>
                  <a:pt x="1219619" y="121761"/>
                </a:lnTo>
                <a:lnTo>
                  <a:pt x="1221423" y="121731"/>
                </a:lnTo>
                <a:lnTo>
                  <a:pt x="1223209" y="121641"/>
                </a:lnTo>
                <a:lnTo>
                  <a:pt x="1224977" y="121490"/>
                </a:lnTo>
                <a:lnTo>
                  <a:pt x="1226727" y="121279"/>
                </a:lnTo>
                <a:lnTo>
                  <a:pt x="1228459" y="121008"/>
                </a:lnTo>
                <a:lnTo>
                  <a:pt x="1230172" y="120676"/>
                </a:lnTo>
                <a:lnTo>
                  <a:pt x="1231868" y="120285"/>
                </a:lnTo>
                <a:lnTo>
                  <a:pt x="1233546" y="119833"/>
                </a:lnTo>
                <a:lnTo>
                  <a:pt x="1235205" y="119320"/>
                </a:lnTo>
                <a:lnTo>
                  <a:pt x="1236847" y="118748"/>
                </a:lnTo>
                <a:lnTo>
                  <a:pt x="1238470" y="118115"/>
                </a:lnTo>
                <a:lnTo>
                  <a:pt x="1240076" y="117422"/>
                </a:lnTo>
                <a:lnTo>
                  <a:pt x="1241663" y="116668"/>
                </a:lnTo>
                <a:lnTo>
                  <a:pt x="1243232" y="115855"/>
                </a:lnTo>
                <a:lnTo>
                  <a:pt x="1244783" y="114981"/>
                </a:lnTo>
                <a:lnTo>
                  <a:pt x="1246317" y="114047"/>
                </a:lnTo>
                <a:lnTo>
                  <a:pt x="1247832" y="113052"/>
                </a:lnTo>
                <a:lnTo>
                  <a:pt x="1249329" y="111997"/>
                </a:lnTo>
                <a:lnTo>
                  <a:pt x="1250808" y="110882"/>
                </a:lnTo>
                <a:lnTo>
                  <a:pt x="1252269" y="109707"/>
                </a:lnTo>
                <a:lnTo>
                  <a:pt x="1253712" y="108471"/>
                </a:lnTo>
                <a:lnTo>
                  <a:pt x="1255136" y="107176"/>
                </a:lnTo>
                <a:lnTo>
                  <a:pt x="1256543" y="105819"/>
                </a:lnTo>
                <a:lnTo>
                  <a:pt x="1257932" y="104403"/>
                </a:lnTo>
                <a:lnTo>
                  <a:pt x="1259283" y="102941"/>
                </a:lnTo>
                <a:lnTo>
                  <a:pt x="1260576" y="101449"/>
                </a:lnTo>
                <a:lnTo>
                  <a:pt x="1261812" y="99926"/>
                </a:lnTo>
                <a:lnTo>
                  <a:pt x="1262991" y="98373"/>
                </a:lnTo>
                <a:lnTo>
                  <a:pt x="1264112" y="96789"/>
                </a:lnTo>
                <a:lnTo>
                  <a:pt x="1265175" y="95175"/>
                </a:lnTo>
                <a:lnTo>
                  <a:pt x="1266181" y="93531"/>
                </a:lnTo>
                <a:lnTo>
                  <a:pt x="1267130" y="91856"/>
                </a:lnTo>
                <a:lnTo>
                  <a:pt x="1268021" y="90151"/>
                </a:lnTo>
                <a:lnTo>
                  <a:pt x="1268854" y="88416"/>
                </a:lnTo>
                <a:lnTo>
                  <a:pt x="1269630" y="86650"/>
                </a:lnTo>
                <a:lnTo>
                  <a:pt x="1270349" y="84854"/>
                </a:lnTo>
                <a:lnTo>
                  <a:pt x="1271010" y="83027"/>
                </a:lnTo>
                <a:lnTo>
                  <a:pt x="1271614" y="81170"/>
                </a:lnTo>
                <a:lnTo>
                  <a:pt x="1272160" y="79283"/>
                </a:lnTo>
                <a:lnTo>
                  <a:pt x="1272648" y="77365"/>
                </a:lnTo>
                <a:lnTo>
                  <a:pt x="1273080" y="75417"/>
                </a:lnTo>
                <a:lnTo>
                  <a:pt x="1273453" y="73438"/>
                </a:lnTo>
                <a:lnTo>
                  <a:pt x="1273769" y="71429"/>
                </a:lnTo>
                <a:lnTo>
                  <a:pt x="1274028" y="69390"/>
                </a:lnTo>
                <a:lnTo>
                  <a:pt x="1274229" y="67320"/>
                </a:lnTo>
                <a:lnTo>
                  <a:pt x="1274373" y="65220"/>
                </a:lnTo>
                <a:lnTo>
                  <a:pt x="1274459" y="63089"/>
                </a:lnTo>
                <a:lnTo>
                  <a:pt x="1274488" y="60928"/>
                </a:lnTo>
                <a:lnTo>
                  <a:pt x="1274459" y="58760"/>
                </a:lnTo>
                <a:lnTo>
                  <a:pt x="1274373" y="56622"/>
                </a:lnTo>
                <a:lnTo>
                  <a:pt x="1274229" y="54514"/>
                </a:lnTo>
                <a:lnTo>
                  <a:pt x="1274028" y="52438"/>
                </a:lnTo>
                <a:close/>
                <a:moveTo>
                  <a:pt x="1254626" y="66711"/>
                </a:moveTo>
                <a:lnTo>
                  <a:pt x="1254458" y="68103"/>
                </a:lnTo>
                <a:lnTo>
                  <a:pt x="1254252" y="69473"/>
                </a:lnTo>
                <a:lnTo>
                  <a:pt x="1254009" y="70822"/>
                </a:lnTo>
                <a:lnTo>
                  <a:pt x="1253728" y="72149"/>
                </a:lnTo>
                <a:lnTo>
                  <a:pt x="1253410" y="73454"/>
                </a:lnTo>
                <a:lnTo>
                  <a:pt x="1253054" y="74738"/>
                </a:lnTo>
                <a:lnTo>
                  <a:pt x="1252661" y="76001"/>
                </a:lnTo>
                <a:lnTo>
                  <a:pt x="1252230" y="77241"/>
                </a:lnTo>
                <a:lnTo>
                  <a:pt x="1251762" y="78461"/>
                </a:lnTo>
                <a:lnTo>
                  <a:pt x="1251257" y="79658"/>
                </a:lnTo>
                <a:lnTo>
                  <a:pt x="1250714" y="80835"/>
                </a:lnTo>
                <a:lnTo>
                  <a:pt x="1250134" y="81989"/>
                </a:lnTo>
                <a:lnTo>
                  <a:pt x="1249516" y="83122"/>
                </a:lnTo>
                <a:lnTo>
                  <a:pt x="1248861" y="84234"/>
                </a:lnTo>
                <a:lnTo>
                  <a:pt x="1248168" y="85324"/>
                </a:lnTo>
                <a:lnTo>
                  <a:pt x="1247438" y="86392"/>
                </a:lnTo>
                <a:lnTo>
                  <a:pt x="1246670" y="87439"/>
                </a:lnTo>
                <a:lnTo>
                  <a:pt x="1245865" y="88464"/>
                </a:lnTo>
                <a:lnTo>
                  <a:pt x="1245023" y="89468"/>
                </a:lnTo>
                <a:lnTo>
                  <a:pt x="1244143" y="90450"/>
                </a:lnTo>
                <a:lnTo>
                  <a:pt x="1243239" y="91401"/>
                </a:lnTo>
                <a:lnTo>
                  <a:pt x="1242325" y="92312"/>
                </a:lnTo>
                <a:lnTo>
                  <a:pt x="1241401" y="93182"/>
                </a:lnTo>
                <a:lnTo>
                  <a:pt x="1240467" y="94011"/>
                </a:lnTo>
                <a:lnTo>
                  <a:pt x="1239522" y="94800"/>
                </a:lnTo>
                <a:lnTo>
                  <a:pt x="1238567" y="95549"/>
                </a:lnTo>
                <a:lnTo>
                  <a:pt x="1237601" y="96257"/>
                </a:lnTo>
                <a:lnTo>
                  <a:pt x="1236626" y="96925"/>
                </a:lnTo>
                <a:lnTo>
                  <a:pt x="1235640" y="97552"/>
                </a:lnTo>
                <a:lnTo>
                  <a:pt x="1234644" y="98138"/>
                </a:lnTo>
                <a:lnTo>
                  <a:pt x="1233637" y="98685"/>
                </a:lnTo>
                <a:lnTo>
                  <a:pt x="1232621" y="99191"/>
                </a:lnTo>
                <a:lnTo>
                  <a:pt x="1231594" y="99656"/>
                </a:lnTo>
                <a:lnTo>
                  <a:pt x="1230556" y="100081"/>
                </a:lnTo>
                <a:lnTo>
                  <a:pt x="1229509" y="100465"/>
                </a:lnTo>
                <a:lnTo>
                  <a:pt x="1228451" y="100809"/>
                </a:lnTo>
                <a:lnTo>
                  <a:pt x="1227383" y="101113"/>
                </a:lnTo>
                <a:lnTo>
                  <a:pt x="1226305" y="101376"/>
                </a:lnTo>
                <a:lnTo>
                  <a:pt x="1225216" y="101598"/>
                </a:lnTo>
                <a:lnTo>
                  <a:pt x="1224117" y="101780"/>
                </a:lnTo>
                <a:lnTo>
                  <a:pt x="1223008" y="101922"/>
                </a:lnTo>
                <a:lnTo>
                  <a:pt x="1221889" y="102023"/>
                </a:lnTo>
                <a:lnTo>
                  <a:pt x="1220759" y="102084"/>
                </a:lnTo>
                <a:lnTo>
                  <a:pt x="1219619" y="102104"/>
                </a:lnTo>
                <a:lnTo>
                  <a:pt x="1218487" y="102084"/>
                </a:lnTo>
                <a:lnTo>
                  <a:pt x="1217365" y="102023"/>
                </a:lnTo>
                <a:lnTo>
                  <a:pt x="1216252" y="101921"/>
                </a:lnTo>
                <a:lnTo>
                  <a:pt x="1215150" y="101779"/>
                </a:lnTo>
                <a:lnTo>
                  <a:pt x="1214058" y="101596"/>
                </a:lnTo>
                <a:lnTo>
                  <a:pt x="1212975" y="101373"/>
                </a:lnTo>
                <a:lnTo>
                  <a:pt x="1211903" y="101109"/>
                </a:lnTo>
                <a:lnTo>
                  <a:pt x="1210840" y="100804"/>
                </a:lnTo>
                <a:lnTo>
                  <a:pt x="1209787" y="100458"/>
                </a:lnTo>
                <a:lnTo>
                  <a:pt x="1208745" y="100072"/>
                </a:lnTo>
                <a:lnTo>
                  <a:pt x="1207712" y="99646"/>
                </a:lnTo>
                <a:lnTo>
                  <a:pt x="1206689" y="99179"/>
                </a:lnTo>
                <a:lnTo>
                  <a:pt x="1205676" y="98671"/>
                </a:lnTo>
                <a:lnTo>
                  <a:pt x="1204673" y="98122"/>
                </a:lnTo>
                <a:lnTo>
                  <a:pt x="1203680" y="97533"/>
                </a:lnTo>
                <a:lnTo>
                  <a:pt x="1202697" y="96903"/>
                </a:lnTo>
                <a:lnTo>
                  <a:pt x="1201724" y="96233"/>
                </a:lnTo>
                <a:lnTo>
                  <a:pt x="1200761" y="95522"/>
                </a:lnTo>
                <a:lnTo>
                  <a:pt x="1199808" y="94770"/>
                </a:lnTo>
                <a:lnTo>
                  <a:pt x="1198864" y="93978"/>
                </a:lnTo>
                <a:lnTo>
                  <a:pt x="1197931" y="93145"/>
                </a:lnTo>
                <a:lnTo>
                  <a:pt x="1197007" y="92272"/>
                </a:lnTo>
                <a:lnTo>
                  <a:pt x="1196094" y="91357"/>
                </a:lnTo>
                <a:lnTo>
                  <a:pt x="1195190" y="90403"/>
                </a:lnTo>
                <a:lnTo>
                  <a:pt x="1194311" y="89417"/>
                </a:lnTo>
                <a:lnTo>
                  <a:pt x="1193468" y="88410"/>
                </a:lnTo>
                <a:lnTo>
                  <a:pt x="1192663" y="87382"/>
                </a:lnTo>
                <a:lnTo>
                  <a:pt x="1191896" y="86333"/>
                </a:lnTo>
                <a:lnTo>
                  <a:pt x="1191166" y="85262"/>
                </a:lnTo>
                <a:lnTo>
                  <a:pt x="1190473" y="84171"/>
                </a:lnTo>
                <a:lnTo>
                  <a:pt x="1189818" y="83059"/>
                </a:lnTo>
                <a:lnTo>
                  <a:pt x="1189200" y="81926"/>
                </a:lnTo>
                <a:lnTo>
                  <a:pt x="1188620" y="80771"/>
                </a:lnTo>
                <a:lnTo>
                  <a:pt x="1188077" y="79596"/>
                </a:lnTo>
                <a:lnTo>
                  <a:pt x="1187571" y="78399"/>
                </a:lnTo>
                <a:lnTo>
                  <a:pt x="1187103" y="77182"/>
                </a:lnTo>
                <a:lnTo>
                  <a:pt x="1186673" y="75943"/>
                </a:lnTo>
                <a:lnTo>
                  <a:pt x="1186279" y="74684"/>
                </a:lnTo>
                <a:lnTo>
                  <a:pt x="1185924" y="73403"/>
                </a:lnTo>
                <a:lnTo>
                  <a:pt x="1185606" y="72101"/>
                </a:lnTo>
                <a:lnTo>
                  <a:pt x="1185325" y="70778"/>
                </a:lnTo>
                <a:lnTo>
                  <a:pt x="1185081" y="69434"/>
                </a:lnTo>
                <a:lnTo>
                  <a:pt x="1184875" y="68069"/>
                </a:lnTo>
                <a:lnTo>
                  <a:pt x="1184707" y="66683"/>
                </a:lnTo>
                <a:lnTo>
                  <a:pt x="1184576" y="65276"/>
                </a:lnTo>
                <a:lnTo>
                  <a:pt x="1184482" y="63848"/>
                </a:lnTo>
                <a:lnTo>
                  <a:pt x="1184426" y="62399"/>
                </a:lnTo>
                <a:lnTo>
                  <a:pt x="1184407" y="60928"/>
                </a:lnTo>
                <a:lnTo>
                  <a:pt x="1184426" y="59458"/>
                </a:lnTo>
                <a:lnTo>
                  <a:pt x="1184482" y="58009"/>
                </a:lnTo>
                <a:lnTo>
                  <a:pt x="1184576" y="56580"/>
                </a:lnTo>
                <a:lnTo>
                  <a:pt x="1184707" y="55172"/>
                </a:lnTo>
                <a:lnTo>
                  <a:pt x="1184875" y="53786"/>
                </a:lnTo>
                <a:lnTo>
                  <a:pt x="1185081" y="52420"/>
                </a:lnTo>
                <a:lnTo>
                  <a:pt x="1185325" y="51075"/>
                </a:lnTo>
                <a:lnTo>
                  <a:pt x="1185606" y="49751"/>
                </a:lnTo>
                <a:lnTo>
                  <a:pt x="1185924" y="48448"/>
                </a:lnTo>
                <a:lnTo>
                  <a:pt x="1186279" y="47165"/>
                </a:lnTo>
                <a:lnTo>
                  <a:pt x="1186673" y="45904"/>
                </a:lnTo>
                <a:lnTo>
                  <a:pt x="1187103" y="44664"/>
                </a:lnTo>
                <a:lnTo>
                  <a:pt x="1187571" y="43444"/>
                </a:lnTo>
                <a:lnTo>
                  <a:pt x="1188077" y="42246"/>
                </a:lnTo>
                <a:lnTo>
                  <a:pt x="1188620" y="41068"/>
                </a:lnTo>
                <a:lnTo>
                  <a:pt x="1189200" y="39911"/>
                </a:lnTo>
                <a:lnTo>
                  <a:pt x="1189818" y="38775"/>
                </a:lnTo>
                <a:lnTo>
                  <a:pt x="1190473" y="37660"/>
                </a:lnTo>
                <a:lnTo>
                  <a:pt x="1191166" y="36566"/>
                </a:lnTo>
                <a:lnTo>
                  <a:pt x="1191896" y="35493"/>
                </a:lnTo>
                <a:lnTo>
                  <a:pt x="1192663" y="34441"/>
                </a:lnTo>
                <a:lnTo>
                  <a:pt x="1193468" y="33409"/>
                </a:lnTo>
                <a:lnTo>
                  <a:pt x="1194311" y="32399"/>
                </a:lnTo>
                <a:lnTo>
                  <a:pt x="1195190" y="31409"/>
                </a:lnTo>
                <a:lnTo>
                  <a:pt x="1196094" y="30451"/>
                </a:lnTo>
                <a:lnTo>
                  <a:pt x="1197007" y="29532"/>
                </a:lnTo>
                <a:lnTo>
                  <a:pt x="1197931" y="28655"/>
                </a:lnTo>
                <a:lnTo>
                  <a:pt x="1198864" y="27819"/>
                </a:lnTo>
                <a:lnTo>
                  <a:pt x="1199808" y="27023"/>
                </a:lnTo>
                <a:lnTo>
                  <a:pt x="1200761" y="26268"/>
                </a:lnTo>
                <a:lnTo>
                  <a:pt x="1201724" y="25554"/>
                </a:lnTo>
                <a:lnTo>
                  <a:pt x="1202697" y="24881"/>
                </a:lnTo>
                <a:lnTo>
                  <a:pt x="1203680" y="24248"/>
                </a:lnTo>
                <a:lnTo>
                  <a:pt x="1204673" y="23656"/>
                </a:lnTo>
                <a:lnTo>
                  <a:pt x="1205676" y="23105"/>
                </a:lnTo>
                <a:lnTo>
                  <a:pt x="1206689" y="22595"/>
                </a:lnTo>
                <a:lnTo>
                  <a:pt x="1207712" y="22126"/>
                </a:lnTo>
                <a:lnTo>
                  <a:pt x="1208745" y="21698"/>
                </a:lnTo>
                <a:lnTo>
                  <a:pt x="1209787" y="21310"/>
                </a:lnTo>
                <a:lnTo>
                  <a:pt x="1210840" y="20963"/>
                </a:lnTo>
                <a:lnTo>
                  <a:pt x="1211903" y="20657"/>
                </a:lnTo>
                <a:lnTo>
                  <a:pt x="1212975" y="20392"/>
                </a:lnTo>
                <a:lnTo>
                  <a:pt x="1214058" y="20167"/>
                </a:lnTo>
                <a:lnTo>
                  <a:pt x="1215150" y="19984"/>
                </a:lnTo>
                <a:lnTo>
                  <a:pt x="1216252" y="19841"/>
                </a:lnTo>
                <a:lnTo>
                  <a:pt x="1217365" y="19739"/>
                </a:lnTo>
                <a:lnTo>
                  <a:pt x="1218487" y="19678"/>
                </a:lnTo>
                <a:lnTo>
                  <a:pt x="1219619" y="19657"/>
                </a:lnTo>
                <a:lnTo>
                  <a:pt x="1220759" y="19678"/>
                </a:lnTo>
                <a:lnTo>
                  <a:pt x="1221889" y="19739"/>
                </a:lnTo>
                <a:lnTo>
                  <a:pt x="1223008" y="19840"/>
                </a:lnTo>
                <a:lnTo>
                  <a:pt x="1224117" y="19983"/>
                </a:lnTo>
                <a:lnTo>
                  <a:pt x="1225216" y="20165"/>
                </a:lnTo>
                <a:lnTo>
                  <a:pt x="1226305" y="20389"/>
                </a:lnTo>
                <a:lnTo>
                  <a:pt x="1227383" y="20653"/>
                </a:lnTo>
                <a:lnTo>
                  <a:pt x="1228451" y="20958"/>
                </a:lnTo>
                <a:lnTo>
                  <a:pt x="1229509" y="21303"/>
                </a:lnTo>
                <a:lnTo>
                  <a:pt x="1230556" y="21689"/>
                </a:lnTo>
                <a:lnTo>
                  <a:pt x="1231594" y="22116"/>
                </a:lnTo>
                <a:lnTo>
                  <a:pt x="1232621" y="22583"/>
                </a:lnTo>
                <a:lnTo>
                  <a:pt x="1233637" y="23091"/>
                </a:lnTo>
                <a:lnTo>
                  <a:pt x="1234644" y="23640"/>
                </a:lnTo>
                <a:lnTo>
                  <a:pt x="1235640" y="24229"/>
                </a:lnTo>
                <a:lnTo>
                  <a:pt x="1236626" y="24859"/>
                </a:lnTo>
                <a:lnTo>
                  <a:pt x="1237601" y="25530"/>
                </a:lnTo>
                <a:lnTo>
                  <a:pt x="1238567" y="26241"/>
                </a:lnTo>
                <a:lnTo>
                  <a:pt x="1239522" y="26993"/>
                </a:lnTo>
                <a:lnTo>
                  <a:pt x="1240467" y="27785"/>
                </a:lnTo>
                <a:lnTo>
                  <a:pt x="1241401" y="28619"/>
                </a:lnTo>
                <a:lnTo>
                  <a:pt x="1242325" y="29492"/>
                </a:lnTo>
                <a:lnTo>
                  <a:pt x="1243239" y="30407"/>
                </a:lnTo>
                <a:lnTo>
                  <a:pt x="1244143" y="31362"/>
                </a:lnTo>
                <a:lnTo>
                  <a:pt x="1245023" y="32348"/>
                </a:lnTo>
                <a:lnTo>
                  <a:pt x="1245865" y="33355"/>
                </a:lnTo>
                <a:lnTo>
                  <a:pt x="1246670" y="34383"/>
                </a:lnTo>
                <a:lnTo>
                  <a:pt x="1247438" y="35433"/>
                </a:lnTo>
                <a:lnTo>
                  <a:pt x="1248168" y="36505"/>
                </a:lnTo>
                <a:lnTo>
                  <a:pt x="1248861" y="37598"/>
                </a:lnTo>
                <a:lnTo>
                  <a:pt x="1249516" y="38712"/>
                </a:lnTo>
                <a:lnTo>
                  <a:pt x="1250134" y="39848"/>
                </a:lnTo>
                <a:lnTo>
                  <a:pt x="1250714" y="41005"/>
                </a:lnTo>
                <a:lnTo>
                  <a:pt x="1251257" y="42183"/>
                </a:lnTo>
                <a:lnTo>
                  <a:pt x="1251762" y="43383"/>
                </a:lnTo>
                <a:lnTo>
                  <a:pt x="1252230" y="44604"/>
                </a:lnTo>
                <a:lnTo>
                  <a:pt x="1252661" y="45847"/>
                </a:lnTo>
                <a:lnTo>
                  <a:pt x="1253054" y="47111"/>
                </a:lnTo>
                <a:lnTo>
                  <a:pt x="1253410" y="48396"/>
                </a:lnTo>
                <a:lnTo>
                  <a:pt x="1253728" y="49703"/>
                </a:lnTo>
                <a:lnTo>
                  <a:pt x="1254009" y="51031"/>
                </a:lnTo>
                <a:lnTo>
                  <a:pt x="1254252" y="52381"/>
                </a:lnTo>
                <a:lnTo>
                  <a:pt x="1254458" y="53752"/>
                </a:lnTo>
                <a:lnTo>
                  <a:pt x="1254626" y="55145"/>
                </a:lnTo>
                <a:lnTo>
                  <a:pt x="1254757" y="56558"/>
                </a:lnTo>
                <a:lnTo>
                  <a:pt x="1254851" y="57994"/>
                </a:lnTo>
                <a:lnTo>
                  <a:pt x="1254907" y="59450"/>
                </a:lnTo>
                <a:lnTo>
                  <a:pt x="1254926" y="60928"/>
                </a:lnTo>
                <a:lnTo>
                  <a:pt x="1254907" y="62406"/>
                </a:lnTo>
                <a:lnTo>
                  <a:pt x="1254851" y="63863"/>
                </a:lnTo>
                <a:lnTo>
                  <a:pt x="1254757" y="65298"/>
                </a:lnTo>
                <a:lnTo>
                  <a:pt x="1254626" y="6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36E22-AA6D-43FD-8F2C-318A649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290" y="3722175"/>
            <a:ext cx="1717494" cy="1756905"/>
          </a:xfrm>
          <a:custGeom xmlns:a="http://schemas.openxmlformats.org/drawingml/2006/main">
            <a:pathLst>
              <a:path w="1717494" h="1756905" fill="none">
                <a:moveTo>
                  <a:pt x="1717331" y="0"/>
                </a:moveTo>
                <a:lnTo>
                  <a:pt x="1717494" y="583844"/>
                </a:lnTo>
                <a:lnTo>
                  <a:pt x="610064" y="583844"/>
                </a:lnTo>
                <a:lnTo>
                  <a:pt x="610064" y="1756417"/>
                </a:lnTo>
                <a:lnTo>
                  <a:pt x="0" y="1756905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979FD-8913-4951-9B60-321692CD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75" y="3608174"/>
            <a:ext cx="76054" cy="114000"/>
          </a:xfrm>
          <a:custGeom xmlns:a="http://schemas.openxmlformats.org/drawingml/2006/main">
            <a:pathLst>
              <a:path w="76054" h="114000">
                <a:moveTo>
                  <a:pt x="37946" y="0"/>
                </a:moveTo>
                <a:lnTo>
                  <a:pt x="76054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554A5-4F06-4D8A-A313-ACFDBCD2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75" y="3608174"/>
            <a:ext cx="76054" cy="114000"/>
          </a:xfrm>
          <a:custGeom xmlns:a="http://schemas.openxmlformats.org/drawingml/2006/main">
            <a:pathLst>
              <a:path w="76054" h="114000" fill="none">
                <a:moveTo>
                  <a:pt x="37946" y="0"/>
                </a:moveTo>
                <a:lnTo>
                  <a:pt x="76054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9ACDE-87FA-4FCE-B2F2-A3925B07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905" y="2954791"/>
            <a:ext cx="1791431" cy="651429"/>
          </a:xfrm>
          <a:custGeom xmlns:a="http://schemas.openxmlformats.org/drawingml/2006/main">
            <a:pathLst>
              <a:path w="1791431" h="651429" fill="none">
                <a:moveTo>
                  <a:pt x="0" y="0"/>
                </a:moveTo>
                <a:lnTo>
                  <a:pt x="1791431" y="0"/>
                </a:lnTo>
                <a:lnTo>
                  <a:pt x="1791431" y="651429"/>
                </a:lnTo>
                <a:lnTo>
                  <a:pt x="0" y="651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16" name="Text COVER">
            <a:extLst xmlns:a="http://schemas.openxmlformats.org/drawingml/2006/main">
              <a:ext uri="{FF2B5EF4-FFF2-40B4-BE49-F238E27FC236}">
                <a16:creationId xmlns:a16="http://schemas.microsoft.com/office/drawing/2014/main" id="{32E84D93-4471-432D-A7AF-8055D358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372" y="3081509"/>
            <a:ext cx="584303" cy="121761"/>
          </a:xfrm>
          <a:custGeom xmlns:a="http://schemas.openxmlformats.org/drawingml/2006/main">
            <a:pathLst>
              <a:path w="584303" h="121761">
                <a:moveTo>
                  <a:pt x="348995" y="7971"/>
                </a:moveTo>
                <a:lnTo>
                  <a:pt x="348833" y="7698"/>
                </a:lnTo>
                <a:lnTo>
                  <a:pt x="348661" y="7430"/>
                </a:lnTo>
                <a:lnTo>
                  <a:pt x="348478" y="7169"/>
                </a:lnTo>
                <a:lnTo>
                  <a:pt x="348285" y="6913"/>
                </a:lnTo>
                <a:lnTo>
                  <a:pt x="348082" y="6664"/>
                </a:lnTo>
                <a:lnTo>
                  <a:pt x="347868" y="6420"/>
                </a:lnTo>
                <a:lnTo>
                  <a:pt x="347643" y="6183"/>
                </a:lnTo>
                <a:lnTo>
                  <a:pt x="347409" y="5951"/>
                </a:lnTo>
                <a:lnTo>
                  <a:pt x="347163" y="5725"/>
                </a:lnTo>
                <a:lnTo>
                  <a:pt x="346906" y="5507"/>
                </a:lnTo>
                <a:lnTo>
                  <a:pt x="346634" y="5299"/>
                </a:lnTo>
                <a:lnTo>
                  <a:pt x="346348" y="5099"/>
                </a:lnTo>
                <a:lnTo>
                  <a:pt x="346049" y="4909"/>
                </a:lnTo>
                <a:lnTo>
                  <a:pt x="345735" y="4728"/>
                </a:lnTo>
                <a:lnTo>
                  <a:pt x="345407" y="4557"/>
                </a:lnTo>
                <a:lnTo>
                  <a:pt x="345065" y="4394"/>
                </a:lnTo>
                <a:lnTo>
                  <a:pt x="344709" y="4241"/>
                </a:lnTo>
                <a:lnTo>
                  <a:pt x="344339" y="4097"/>
                </a:lnTo>
                <a:lnTo>
                  <a:pt x="343954" y="3963"/>
                </a:lnTo>
                <a:lnTo>
                  <a:pt x="343556" y="3838"/>
                </a:lnTo>
                <a:lnTo>
                  <a:pt x="343144" y="3722"/>
                </a:lnTo>
                <a:lnTo>
                  <a:pt x="342717" y="3615"/>
                </a:lnTo>
                <a:lnTo>
                  <a:pt x="342276" y="3517"/>
                </a:lnTo>
                <a:lnTo>
                  <a:pt x="341822" y="3429"/>
                </a:lnTo>
                <a:lnTo>
                  <a:pt x="341353" y="3350"/>
                </a:lnTo>
                <a:lnTo>
                  <a:pt x="340870" y="3281"/>
                </a:lnTo>
                <a:lnTo>
                  <a:pt x="340373" y="3221"/>
                </a:lnTo>
                <a:lnTo>
                  <a:pt x="339862" y="3170"/>
                </a:lnTo>
                <a:lnTo>
                  <a:pt x="339337" y="3128"/>
                </a:lnTo>
                <a:lnTo>
                  <a:pt x="338798" y="3095"/>
                </a:lnTo>
                <a:lnTo>
                  <a:pt x="338245" y="3072"/>
                </a:lnTo>
                <a:lnTo>
                  <a:pt x="337677" y="3058"/>
                </a:lnTo>
                <a:lnTo>
                  <a:pt x="337096" y="3054"/>
                </a:lnTo>
                <a:lnTo>
                  <a:pt x="310854" y="2863"/>
                </a:lnTo>
                <a:lnTo>
                  <a:pt x="310273" y="2867"/>
                </a:lnTo>
                <a:lnTo>
                  <a:pt x="309706" y="2882"/>
                </a:lnTo>
                <a:lnTo>
                  <a:pt x="309152" y="2905"/>
                </a:lnTo>
                <a:lnTo>
                  <a:pt x="308613" y="2938"/>
                </a:lnTo>
                <a:lnTo>
                  <a:pt x="308088" y="2981"/>
                </a:lnTo>
                <a:lnTo>
                  <a:pt x="307577" y="3033"/>
                </a:lnTo>
                <a:lnTo>
                  <a:pt x="307080" y="3094"/>
                </a:lnTo>
                <a:lnTo>
                  <a:pt x="306597" y="3165"/>
                </a:lnTo>
                <a:lnTo>
                  <a:pt x="306129" y="3245"/>
                </a:lnTo>
                <a:lnTo>
                  <a:pt x="305674" y="3335"/>
                </a:lnTo>
                <a:lnTo>
                  <a:pt x="305233" y="3434"/>
                </a:lnTo>
                <a:lnTo>
                  <a:pt x="304807" y="3543"/>
                </a:lnTo>
                <a:lnTo>
                  <a:pt x="304394" y="3661"/>
                </a:lnTo>
                <a:lnTo>
                  <a:pt x="303996" y="3788"/>
                </a:lnTo>
                <a:lnTo>
                  <a:pt x="303612" y="3925"/>
                </a:lnTo>
                <a:lnTo>
                  <a:pt x="303242" y="4071"/>
                </a:lnTo>
                <a:lnTo>
                  <a:pt x="302886" y="4227"/>
                </a:lnTo>
                <a:lnTo>
                  <a:pt x="302544" y="4393"/>
                </a:lnTo>
                <a:lnTo>
                  <a:pt x="302216" y="4567"/>
                </a:lnTo>
                <a:lnTo>
                  <a:pt x="301902" y="4751"/>
                </a:lnTo>
                <a:lnTo>
                  <a:pt x="301602" y="4945"/>
                </a:lnTo>
                <a:lnTo>
                  <a:pt x="301316" y="5148"/>
                </a:lnTo>
                <a:lnTo>
                  <a:pt x="301045" y="5360"/>
                </a:lnTo>
                <a:lnTo>
                  <a:pt x="300787" y="5582"/>
                </a:lnTo>
                <a:lnTo>
                  <a:pt x="300542" y="5812"/>
                </a:lnTo>
                <a:lnTo>
                  <a:pt x="300307" y="6047"/>
                </a:lnTo>
                <a:lnTo>
                  <a:pt x="300083" y="6288"/>
                </a:lnTo>
                <a:lnTo>
                  <a:pt x="299869" y="6535"/>
                </a:lnTo>
                <a:lnTo>
                  <a:pt x="299665" y="6788"/>
                </a:lnTo>
                <a:lnTo>
                  <a:pt x="299472" y="7046"/>
                </a:lnTo>
                <a:lnTo>
                  <a:pt x="299289" y="7311"/>
                </a:lnTo>
                <a:lnTo>
                  <a:pt x="299117" y="7581"/>
                </a:lnTo>
                <a:lnTo>
                  <a:pt x="298955" y="7857"/>
                </a:lnTo>
                <a:lnTo>
                  <a:pt x="298804" y="8139"/>
                </a:lnTo>
                <a:lnTo>
                  <a:pt x="298663" y="8426"/>
                </a:lnTo>
                <a:lnTo>
                  <a:pt x="298533" y="8719"/>
                </a:lnTo>
                <a:lnTo>
                  <a:pt x="298413" y="9019"/>
                </a:lnTo>
                <a:lnTo>
                  <a:pt x="298303" y="9323"/>
                </a:lnTo>
                <a:lnTo>
                  <a:pt x="298204" y="9634"/>
                </a:lnTo>
                <a:lnTo>
                  <a:pt x="298115" y="9951"/>
                </a:lnTo>
                <a:lnTo>
                  <a:pt x="298037" y="10273"/>
                </a:lnTo>
                <a:lnTo>
                  <a:pt x="297969" y="10601"/>
                </a:lnTo>
                <a:lnTo>
                  <a:pt x="297912" y="10935"/>
                </a:lnTo>
                <a:lnTo>
                  <a:pt x="297865" y="11275"/>
                </a:lnTo>
                <a:lnTo>
                  <a:pt x="297828" y="11620"/>
                </a:lnTo>
                <a:lnTo>
                  <a:pt x="297802" y="11971"/>
                </a:lnTo>
                <a:lnTo>
                  <a:pt x="297787" y="12329"/>
                </a:lnTo>
                <a:lnTo>
                  <a:pt x="297781" y="12691"/>
                </a:lnTo>
                <a:lnTo>
                  <a:pt x="297787" y="13054"/>
                </a:lnTo>
                <a:lnTo>
                  <a:pt x="297802" y="13411"/>
                </a:lnTo>
                <a:lnTo>
                  <a:pt x="297828" y="13763"/>
                </a:lnTo>
                <a:lnTo>
                  <a:pt x="297865" y="14108"/>
                </a:lnTo>
                <a:lnTo>
                  <a:pt x="297912" y="14448"/>
                </a:lnTo>
                <a:lnTo>
                  <a:pt x="297969" y="14782"/>
                </a:lnTo>
                <a:lnTo>
                  <a:pt x="298037" y="15110"/>
                </a:lnTo>
                <a:lnTo>
                  <a:pt x="298115" y="15432"/>
                </a:lnTo>
                <a:lnTo>
                  <a:pt x="298204" y="15749"/>
                </a:lnTo>
                <a:lnTo>
                  <a:pt x="298303" y="16059"/>
                </a:lnTo>
                <a:lnTo>
                  <a:pt x="298413" y="16364"/>
                </a:lnTo>
                <a:lnTo>
                  <a:pt x="298533" y="16663"/>
                </a:lnTo>
                <a:lnTo>
                  <a:pt x="298663" y="16957"/>
                </a:lnTo>
                <a:lnTo>
                  <a:pt x="298804" y="17244"/>
                </a:lnTo>
                <a:lnTo>
                  <a:pt x="298955" y="17526"/>
                </a:lnTo>
                <a:lnTo>
                  <a:pt x="299117" y="17802"/>
                </a:lnTo>
                <a:lnTo>
                  <a:pt x="299289" y="18072"/>
                </a:lnTo>
                <a:lnTo>
                  <a:pt x="299472" y="18336"/>
                </a:lnTo>
                <a:lnTo>
                  <a:pt x="299665" y="18595"/>
                </a:lnTo>
                <a:lnTo>
                  <a:pt x="299869" y="18848"/>
                </a:lnTo>
                <a:lnTo>
                  <a:pt x="300083" y="19095"/>
                </a:lnTo>
                <a:lnTo>
                  <a:pt x="300307" y="19336"/>
                </a:lnTo>
                <a:lnTo>
                  <a:pt x="300542" y="19571"/>
                </a:lnTo>
                <a:lnTo>
                  <a:pt x="300787" y="19801"/>
                </a:lnTo>
                <a:lnTo>
                  <a:pt x="301045" y="20022"/>
                </a:lnTo>
                <a:lnTo>
                  <a:pt x="301316" y="20235"/>
                </a:lnTo>
                <a:lnTo>
                  <a:pt x="301602" y="20438"/>
                </a:lnTo>
                <a:lnTo>
                  <a:pt x="301902" y="20632"/>
                </a:lnTo>
                <a:lnTo>
                  <a:pt x="302216" y="20816"/>
                </a:lnTo>
                <a:lnTo>
                  <a:pt x="302544" y="20990"/>
                </a:lnTo>
                <a:lnTo>
                  <a:pt x="302886" y="21156"/>
                </a:lnTo>
                <a:lnTo>
                  <a:pt x="303242" y="21311"/>
                </a:lnTo>
                <a:lnTo>
                  <a:pt x="303612" y="21458"/>
                </a:lnTo>
                <a:lnTo>
                  <a:pt x="303996" y="21595"/>
                </a:lnTo>
                <a:lnTo>
                  <a:pt x="304394" y="21722"/>
                </a:lnTo>
                <a:lnTo>
                  <a:pt x="304807" y="21840"/>
                </a:lnTo>
                <a:lnTo>
                  <a:pt x="305233" y="21949"/>
                </a:lnTo>
                <a:lnTo>
                  <a:pt x="305674" y="22048"/>
                </a:lnTo>
                <a:lnTo>
                  <a:pt x="306129" y="22138"/>
                </a:lnTo>
                <a:lnTo>
                  <a:pt x="306597" y="22218"/>
                </a:lnTo>
                <a:lnTo>
                  <a:pt x="307080" y="22289"/>
                </a:lnTo>
                <a:lnTo>
                  <a:pt x="307577" y="22350"/>
                </a:lnTo>
                <a:lnTo>
                  <a:pt x="308088" y="22402"/>
                </a:lnTo>
                <a:lnTo>
                  <a:pt x="308613" y="22445"/>
                </a:lnTo>
                <a:lnTo>
                  <a:pt x="309152" y="22478"/>
                </a:lnTo>
                <a:lnTo>
                  <a:pt x="309706" y="22501"/>
                </a:lnTo>
                <a:lnTo>
                  <a:pt x="310273" y="22515"/>
                </a:lnTo>
                <a:lnTo>
                  <a:pt x="310854" y="22520"/>
                </a:lnTo>
                <a:lnTo>
                  <a:pt x="315339" y="22520"/>
                </a:lnTo>
                <a:lnTo>
                  <a:pt x="286998" y="90176"/>
                </a:lnTo>
                <a:lnTo>
                  <a:pt x="258848" y="22711"/>
                </a:lnTo>
                <a:lnTo>
                  <a:pt x="263429" y="22711"/>
                </a:lnTo>
                <a:lnTo>
                  <a:pt x="264010" y="22706"/>
                </a:lnTo>
                <a:lnTo>
                  <a:pt x="264577" y="22692"/>
                </a:lnTo>
                <a:lnTo>
                  <a:pt x="265130" y="22668"/>
                </a:lnTo>
                <a:lnTo>
                  <a:pt x="265668" y="22634"/>
                </a:lnTo>
                <a:lnTo>
                  <a:pt x="266193" y="22591"/>
                </a:lnTo>
                <a:lnTo>
                  <a:pt x="266703" y="22538"/>
                </a:lnTo>
                <a:lnTo>
                  <a:pt x="267199" y="22476"/>
                </a:lnTo>
                <a:lnTo>
                  <a:pt x="267680" y="22403"/>
                </a:lnTo>
                <a:lnTo>
                  <a:pt x="268148" y="22322"/>
                </a:lnTo>
                <a:lnTo>
                  <a:pt x="268601" y="22231"/>
                </a:lnTo>
                <a:lnTo>
                  <a:pt x="269040" y="22130"/>
                </a:lnTo>
                <a:lnTo>
                  <a:pt x="269464" y="22019"/>
                </a:lnTo>
                <a:lnTo>
                  <a:pt x="269875" y="21899"/>
                </a:lnTo>
                <a:lnTo>
                  <a:pt x="270271" y="21769"/>
                </a:lnTo>
                <a:lnTo>
                  <a:pt x="270652" y="21630"/>
                </a:lnTo>
                <a:lnTo>
                  <a:pt x="271020" y="21481"/>
                </a:lnTo>
                <a:lnTo>
                  <a:pt x="271373" y="21323"/>
                </a:lnTo>
                <a:lnTo>
                  <a:pt x="271713" y="21154"/>
                </a:lnTo>
                <a:lnTo>
                  <a:pt x="272037" y="20977"/>
                </a:lnTo>
                <a:lnTo>
                  <a:pt x="272348" y="20789"/>
                </a:lnTo>
                <a:lnTo>
                  <a:pt x="272644" y="20592"/>
                </a:lnTo>
                <a:lnTo>
                  <a:pt x="272927" y="20386"/>
                </a:lnTo>
                <a:lnTo>
                  <a:pt x="273194" y="20169"/>
                </a:lnTo>
                <a:lnTo>
                  <a:pt x="273448" y="19944"/>
                </a:lnTo>
                <a:lnTo>
                  <a:pt x="273689" y="19710"/>
                </a:lnTo>
                <a:lnTo>
                  <a:pt x="273921" y="19471"/>
                </a:lnTo>
                <a:lnTo>
                  <a:pt x="274141" y="19226"/>
                </a:lnTo>
                <a:lnTo>
                  <a:pt x="274352" y="18976"/>
                </a:lnTo>
                <a:lnTo>
                  <a:pt x="274552" y="18720"/>
                </a:lnTo>
                <a:lnTo>
                  <a:pt x="274742" y="18459"/>
                </a:lnTo>
                <a:lnTo>
                  <a:pt x="274922" y="18191"/>
                </a:lnTo>
                <a:lnTo>
                  <a:pt x="275092" y="17919"/>
                </a:lnTo>
                <a:lnTo>
                  <a:pt x="275251" y="17640"/>
                </a:lnTo>
                <a:lnTo>
                  <a:pt x="275400" y="17356"/>
                </a:lnTo>
                <a:lnTo>
                  <a:pt x="275538" y="17066"/>
                </a:lnTo>
                <a:lnTo>
                  <a:pt x="275667" y="16771"/>
                </a:lnTo>
                <a:lnTo>
                  <a:pt x="275785" y="16470"/>
                </a:lnTo>
                <a:lnTo>
                  <a:pt x="275893" y="16163"/>
                </a:lnTo>
                <a:lnTo>
                  <a:pt x="275990" y="15851"/>
                </a:lnTo>
                <a:lnTo>
                  <a:pt x="276078" y="15533"/>
                </a:lnTo>
                <a:lnTo>
                  <a:pt x="276155" y="15209"/>
                </a:lnTo>
                <a:lnTo>
                  <a:pt x="276221" y="14880"/>
                </a:lnTo>
                <a:lnTo>
                  <a:pt x="276278" y="14545"/>
                </a:lnTo>
                <a:lnTo>
                  <a:pt x="276324" y="14205"/>
                </a:lnTo>
                <a:lnTo>
                  <a:pt x="276360" y="13859"/>
                </a:lnTo>
                <a:lnTo>
                  <a:pt x="276386" y="13507"/>
                </a:lnTo>
                <a:lnTo>
                  <a:pt x="276401" y="13150"/>
                </a:lnTo>
                <a:lnTo>
                  <a:pt x="276406" y="12787"/>
                </a:lnTo>
                <a:lnTo>
                  <a:pt x="276401" y="12424"/>
                </a:lnTo>
                <a:lnTo>
                  <a:pt x="276385" y="12067"/>
                </a:lnTo>
                <a:lnTo>
                  <a:pt x="276359" y="11716"/>
                </a:lnTo>
                <a:lnTo>
                  <a:pt x="276323" y="11371"/>
                </a:lnTo>
                <a:lnTo>
                  <a:pt x="276276" y="11032"/>
                </a:lnTo>
                <a:lnTo>
                  <a:pt x="276218" y="10699"/>
                </a:lnTo>
                <a:lnTo>
                  <a:pt x="276151" y="10372"/>
                </a:lnTo>
                <a:lnTo>
                  <a:pt x="276072" y="10051"/>
                </a:lnTo>
                <a:lnTo>
                  <a:pt x="275984" y="9736"/>
                </a:lnTo>
                <a:lnTo>
                  <a:pt x="275884" y="9427"/>
                </a:lnTo>
                <a:lnTo>
                  <a:pt x="275775" y="9124"/>
                </a:lnTo>
                <a:lnTo>
                  <a:pt x="275655" y="8827"/>
                </a:lnTo>
                <a:lnTo>
                  <a:pt x="275524" y="8536"/>
                </a:lnTo>
                <a:lnTo>
                  <a:pt x="275383" y="8250"/>
                </a:lnTo>
                <a:lnTo>
                  <a:pt x="275232" y="7971"/>
                </a:lnTo>
                <a:lnTo>
                  <a:pt x="275070" y="7698"/>
                </a:lnTo>
                <a:lnTo>
                  <a:pt x="274898" y="7430"/>
                </a:lnTo>
                <a:lnTo>
                  <a:pt x="274715" y="7169"/>
                </a:lnTo>
                <a:lnTo>
                  <a:pt x="274522" y="6913"/>
                </a:lnTo>
                <a:lnTo>
                  <a:pt x="274319" y="6664"/>
                </a:lnTo>
                <a:lnTo>
                  <a:pt x="274105" y="6420"/>
                </a:lnTo>
                <a:lnTo>
                  <a:pt x="273881" y="6183"/>
                </a:lnTo>
                <a:lnTo>
                  <a:pt x="273646" y="5951"/>
                </a:lnTo>
                <a:lnTo>
                  <a:pt x="273400" y="5725"/>
                </a:lnTo>
                <a:lnTo>
                  <a:pt x="273143" y="5507"/>
                </a:lnTo>
                <a:lnTo>
                  <a:pt x="272872" y="5299"/>
                </a:lnTo>
                <a:lnTo>
                  <a:pt x="272587" y="5099"/>
                </a:lnTo>
                <a:lnTo>
                  <a:pt x="272288" y="4909"/>
                </a:lnTo>
                <a:lnTo>
                  <a:pt x="271976" y="4728"/>
                </a:lnTo>
                <a:lnTo>
                  <a:pt x="271650" y="4557"/>
                </a:lnTo>
                <a:lnTo>
                  <a:pt x="271310" y="4394"/>
                </a:lnTo>
                <a:lnTo>
                  <a:pt x="270956" y="4241"/>
                </a:lnTo>
                <a:lnTo>
                  <a:pt x="270589" y="4097"/>
                </a:lnTo>
                <a:lnTo>
                  <a:pt x="270208" y="3963"/>
                </a:lnTo>
                <a:lnTo>
                  <a:pt x="269813" y="3838"/>
                </a:lnTo>
                <a:lnTo>
                  <a:pt x="269405" y="3722"/>
                </a:lnTo>
                <a:lnTo>
                  <a:pt x="268982" y="3615"/>
                </a:lnTo>
                <a:lnTo>
                  <a:pt x="268546" y="3517"/>
                </a:lnTo>
                <a:lnTo>
                  <a:pt x="268096" y="3429"/>
                </a:lnTo>
                <a:lnTo>
                  <a:pt x="267633" y="3350"/>
                </a:lnTo>
                <a:lnTo>
                  <a:pt x="267155" y="3281"/>
                </a:lnTo>
                <a:lnTo>
                  <a:pt x="266664" y="3221"/>
                </a:lnTo>
                <a:lnTo>
                  <a:pt x="266159" y="3170"/>
                </a:lnTo>
                <a:lnTo>
                  <a:pt x="265641" y="3128"/>
                </a:lnTo>
                <a:lnTo>
                  <a:pt x="265108" y="3095"/>
                </a:lnTo>
                <a:lnTo>
                  <a:pt x="264562" y="3072"/>
                </a:lnTo>
                <a:lnTo>
                  <a:pt x="264002" y="3058"/>
                </a:lnTo>
                <a:lnTo>
                  <a:pt x="263429" y="3054"/>
                </a:lnTo>
                <a:lnTo>
                  <a:pt x="236996" y="2863"/>
                </a:lnTo>
                <a:lnTo>
                  <a:pt x="236415" y="2867"/>
                </a:lnTo>
                <a:lnTo>
                  <a:pt x="235847" y="2882"/>
                </a:lnTo>
                <a:lnTo>
                  <a:pt x="235294" y="2905"/>
                </a:lnTo>
                <a:lnTo>
                  <a:pt x="234755" y="2938"/>
                </a:lnTo>
                <a:lnTo>
                  <a:pt x="234230" y="2981"/>
                </a:lnTo>
                <a:lnTo>
                  <a:pt x="233719" y="3033"/>
                </a:lnTo>
                <a:lnTo>
                  <a:pt x="233222" y="3094"/>
                </a:lnTo>
                <a:lnTo>
                  <a:pt x="232739" y="3165"/>
                </a:lnTo>
                <a:lnTo>
                  <a:pt x="232270" y="3245"/>
                </a:lnTo>
                <a:lnTo>
                  <a:pt x="231816" y="3335"/>
                </a:lnTo>
                <a:lnTo>
                  <a:pt x="231375" y="3434"/>
                </a:lnTo>
                <a:lnTo>
                  <a:pt x="230949" y="3543"/>
                </a:lnTo>
                <a:lnTo>
                  <a:pt x="230536" y="3661"/>
                </a:lnTo>
                <a:lnTo>
                  <a:pt x="230138" y="3788"/>
                </a:lnTo>
                <a:lnTo>
                  <a:pt x="229754" y="3925"/>
                </a:lnTo>
                <a:lnTo>
                  <a:pt x="229383" y="4071"/>
                </a:lnTo>
                <a:lnTo>
                  <a:pt x="229027" y="4227"/>
                </a:lnTo>
                <a:lnTo>
                  <a:pt x="228685" y="4393"/>
                </a:lnTo>
                <a:lnTo>
                  <a:pt x="228357" y="4567"/>
                </a:lnTo>
                <a:lnTo>
                  <a:pt x="228043" y="4751"/>
                </a:lnTo>
                <a:lnTo>
                  <a:pt x="227744" y="4945"/>
                </a:lnTo>
                <a:lnTo>
                  <a:pt x="227458" y="5148"/>
                </a:lnTo>
                <a:lnTo>
                  <a:pt x="227186" y="5360"/>
                </a:lnTo>
                <a:lnTo>
                  <a:pt x="226929" y="5582"/>
                </a:lnTo>
                <a:lnTo>
                  <a:pt x="226684" y="5812"/>
                </a:lnTo>
                <a:lnTo>
                  <a:pt x="226449" y="6047"/>
                </a:lnTo>
                <a:lnTo>
                  <a:pt x="226224" y="6288"/>
                </a:lnTo>
                <a:lnTo>
                  <a:pt x="226010" y="6535"/>
                </a:lnTo>
                <a:lnTo>
                  <a:pt x="225807" y="6788"/>
                </a:lnTo>
                <a:lnTo>
                  <a:pt x="225614" y="7046"/>
                </a:lnTo>
                <a:lnTo>
                  <a:pt x="225431" y="7311"/>
                </a:lnTo>
                <a:lnTo>
                  <a:pt x="225259" y="7581"/>
                </a:lnTo>
                <a:lnTo>
                  <a:pt x="225097" y="7857"/>
                </a:lnTo>
                <a:lnTo>
                  <a:pt x="224946" y="8139"/>
                </a:lnTo>
                <a:lnTo>
                  <a:pt x="224805" y="8426"/>
                </a:lnTo>
                <a:lnTo>
                  <a:pt x="224674" y="8719"/>
                </a:lnTo>
                <a:lnTo>
                  <a:pt x="224554" y="9019"/>
                </a:lnTo>
                <a:lnTo>
                  <a:pt x="224445" y="9323"/>
                </a:lnTo>
                <a:lnTo>
                  <a:pt x="224346" y="9634"/>
                </a:lnTo>
                <a:lnTo>
                  <a:pt x="224257" y="9951"/>
                </a:lnTo>
                <a:lnTo>
                  <a:pt x="224179" y="10273"/>
                </a:lnTo>
                <a:lnTo>
                  <a:pt x="224111" y="10601"/>
                </a:lnTo>
                <a:lnTo>
                  <a:pt x="224053" y="10935"/>
                </a:lnTo>
                <a:lnTo>
                  <a:pt x="224006" y="11275"/>
                </a:lnTo>
                <a:lnTo>
                  <a:pt x="223970" y="11620"/>
                </a:lnTo>
                <a:lnTo>
                  <a:pt x="223944" y="11971"/>
                </a:lnTo>
                <a:lnTo>
                  <a:pt x="223928" y="12329"/>
                </a:lnTo>
                <a:lnTo>
                  <a:pt x="223923" y="12691"/>
                </a:lnTo>
                <a:lnTo>
                  <a:pt x="223931" y="13056"/>
                </a:lnTo>
                <a:lnTo>
                  <a:pt x="223955" y="13417"/>
                </a:lnTo>
                <a:lnTo>
                  <a:pt x="223995" y="13776"/>
                </a:lnTo>
                <a:lnTo>
                  <a:pt x="224050" y="14132"/>
                </a:lnTo>
                <a:lnTo>
                  <a:pt x="224122" y="14486"/>
                </a:lnTo>
                <a:lnTo>
                  <a:pt x="224209" y="14836"/>
                </a:lnTo>
                <a:lnTo>
                  <a:pt x="224313" y="15184"/>
                </a:lnTo>
                <a:lnTo>
                  <a:pt x="224432" y="15529"/>
                </a:lnTo>
                <a:lnTo>
                  <a:pt x="224567" y="15871"/>
                </a:lnTo>
                <a:lnTo>
                  <a:pt x="224718" y="16210"/>
                </a:lnTo>
                <a:lnTo>
                  <a:pt x="224885" y="16547"/>
                </a:lnTo>
                <a:lnTo>
                  <a:pt x="225068" y="16880"/>
                </a:lnTo>
                <a:lnTo>
                  <a:pt x="225267" y="17211"/>
                </a:lnTo>
                <a:lnTo>
                  <a:pt x="225482" y="17540"/>
                </a:lnTo>
                <a:lnTo>
                  <a:pt x="225712" y="17865"/>
                </a:lnTo>
                <a:lnTo>
                  <a:pt x="225959" y="18188"/>
                </a:lnTo>
                <a:lnTo>
                  <a:pt x="226221" y="18507"/>
                </a:lnTo>
                <a:lnTo>
                  <a:pt x="226499" y="18824"/>
                </a:lnTo>
                <a:lnTo>
                  <a:pt x="226794" y="19139"/>
                </a:lnTo>
                <a:lnTo>
                  <a:pt x="227104" y="19450"/>
                </a:lnTo>
                <a:lnTo>
                  <a:pt x="227430" y="19759"/>
                </a:lnTo>
                <a:lnTo>
                  <a:pt x="227772" y="20065"/>
                </a:lnTo>
                <a:lnTo>
                  <a:pt x="228130" y="20368"/>
                </a:lnTo>
                <a:lnTo>
                  <a:pt x="228503" y="20668"/>
                </a:lnTo>
                <a:lnTo>
                  <a:pt x="228694" y="20819"/>
                </a:lnTo>
                <a:lnTo>
                  <a:pt x="228902" y="20964"/>
                </a:lnTo>
                <a:lnTo>
                  <a:pt x="229125" y="21102"/>
                </a:lnTo>
                <a:lnTo>
                  <a:pt x="229365" y="21234"/>
                </a:lnTo>
                <a:lnTo>
                  <a:pt x="229621" y="21360"/>
                </a:lnTo>
                <a:lnTo>
                  <a:pt x="229893" y="21478"/>
                </a:lnTo>
                <a:lnTo>
                  <a:pt x="230181" y="21591"/>
                </a:lnTo>
                <a:lnTo>
                  <a:pt x="230486" y="21697"/>
                </a:lnTo>
                <a:lnTo>
                  <a:pt x="230807" y="21797"/>
                </a:lnTo>
                <a:lnTo>
                  <a:pt x="231144" y="21890"/>
                </a:lnTo>
                <a:lnTo>
                  <a:pt x="231497" y="21977"/>
                </a:lnTo>
                <a:lnTo>
                  <a:pt x="231867" y="22057"/>
                </a:lnTo>
                <a:lnTo>
                  <a:pt x="232253" y="22131"/>
                </a:lnTo>
                <a:lnTo>
                  <a:pt x="232655" y="22199"/>
                </a:lnTo>
                <a:lnTo>
                  <a:pt x="233073" y="22260"/>
                </a:lnTo>
                <a:lnTo>
                  <a:pt x="233508" y="22314"/>
                </a:lnTo>
                <a:lnTo>
                  <a:pt x="233959" y="22363"/>
                </a:lnTo>
                <a:lnTo>
                  <a:pt x="234426" y="22404"/>
                </a:lnTo>
                <a:lnTo>
                  <a:pt x="234909" y="22440"/>
                </a:lnTo>
                <a:lnTo>
                  <a:pt x="235408" y="22469"/>
                </a:lnTo>
                <a:lnTo>
                  <a:pt x="235924" y="22491"/>
                </a:lnTo>
                <a:lnTo>
                  <a:pt x="236456" y="22507"/>
                </a:lnTo>
                <a:lnTo>
                  <a:pt x="237004" y="22517"/>
                </a:lnTo>
                <a:lnTo>
                  <a:pt x="237569" y="22520"/>
                </a:lnTo>
                <a:lnTo>
                  <a:pt x="277647" y="118708"/>
                </a:lnTo>
                <a:lnTo>
                  <a:pt x="296445" y="118708"/>
                </a:lnTo>
                <a:lnTo>
                  <a:pt x="336619" y="22711"/>
                </a:lnTo>
                <a:lnTo>
                  <a:pt x="337176" y="22708"/>
                </a:lnTo>
                <a:lnTo>
                  <a:pt x="337716" y="22698"/>
                </a:lnTo>
                <a:lnTo>
                  <a:pt x="338241" y="22682"/>
                </a:lnTo>
                <a:lnTo>
                  <a:pt x="338750" y="22660"/>
                </a:lnTo>
                <a:lnTo>
                  <a:pt x="339243" y="22631"/>
                </a:lnTo>
                <a:lnTo>
                  <a:pt x="339720" y="22596"/>
                </a:lnTo>
                <a:lnTo>
                  <a:pt x="340181" y="22554"/>
                </a:lnTo>
                <a:lnTo>
                  <a:pt x="340627" y="22506"/>
                </a:lnTo>
                <a:lnTo>
                  <a:pt x="341056" y="22451"/>
                </a:lnTo>
                <a:lnTo>
                  <a:pt x="341470" y="22391"/>
                </a:lnTo>
                <a:lnTo>
                  <a:pt x="341867" y="22323"/>
                </a:lnTo>
                <a:lnTo>
                  <a:pt x="342249" y="22250"/>
                </a:lnTo>
                <a:lnTo>
                  <a:pt x="342615" y="22169"/>
                </a:lnTo>
                <a:lnTo>
                  <a:pt x="342965" y="22083"/>
                </a:lnTo>
                <a:lnTo>
                  <a:pt x="343299" y="21990"/>
                </a:lnTo>
                <a:lnTo>
                  <a:pt x="343617" y="21891"/>
                </a:lnTo>
                <a:lnTo>
                  <a:pt x="343919" y="21785"/>
                </a:lnTo>
                <a:lnTo>
                  <a:pt x="344205" y="21673"/>
                </a:lnTo>
                <a:lnTo>
                  <a:pt x="344476" y="21554"/>
                </a:lnTo>
                <a:lnTo>
                  <a:pt x="344730" y="21429"/>
                </a:lnTo>
                <a:lnTo>
                  <a:pt x="344969" y="21298"/>
                </a:lnTo>
                <a:lnTo>
                  <a:pt x="345191" y="21160"/>
                </a:lnTo>
                <a:lnTo>
                  <a:pt x="345398" y="21016"/>
                </a:lnTo>
                <a:lnTo>
                  <a:pt x="345589" y="20865"/>
                </a:lnTo>
                <a:lnTo>
                  <a:pt x="345963" y="20557"/>
                </a:lnTo>
                <a:lnTo>
                  <a:pt x="346320" y="20245"/>
                </a:lnTo>
                <a:lnTo>
                  <a:pt x="346662" y="19932"/>
                </a:lnTo>
                <a:lnTo>
                  <a:pt x="346988" y="19616"/>
                </a:lnTo>
                <a:lnTo>
                  <a:pt x="347299" y="19298"/>
                </a:lnTo>
                <a:lnTo>
                  <a:pt x="347593" y="18977"/>
                </a:lnTo>
                <a:lnTo>
                  <a:pt x="347871" y="18654"/>
                </a:lnTo>
                <a:lnTo>
                  <a:pt x="348133" y="18328"/>
                </a:lnTo>
                <a:lnTo>
                  <a:pt x="348380" y="18000"/>
                </a:lnTo>
                <a:lnTo>
                  <a:pt x="348611" y="17669"/>
                </a:lnTo>
                <a:lnTo>
                  <a:pt x="348825" y="17337"/>
                </a:lnTo>
                <a:lnTo>
                  <a:pt x="349024" y="17001"/>
                </a:lnTo>
                <a:lnTo>
                  <a:pt x="349207" y="16663"/>
                </a:lnTo>
                <a:lnTo>
                  <a:pt x="349247" y="16583"/>
                </a:lnTo>
                <a:lnTo>
                  <a:pt x="349279" y="16663"/>
                </a:lnTo>
                <a:lnTo>
                  <a:pt x="349409" y="16957"/>
                </a:lnTo>
                <a:lnTo>
                  <a:pt x="349550" y="17244"/>
                </a:lnTo>
                <a:lnTo>
                  <a:pt x="349702" y="17526"/>
                </a:lnTo>
                <a:lnTo>
                  <a:pt x="349863" y="17802"/>
                </a:lnTo>
                <a:lnTo>
                  <a:pt x="350036" y="18072"/>
                </a:lnTo>
                <a:lnTo>
                  <a:pt x="350218" y="18336"/>
                </a:lnTo>
                <a:lnTo>
                  <a:pt x="350411" y="18595"/>
                </a:lnTo>
                <a:lnTo>
                  <a:pt x="350615" y="18848"/>
                </a:lnTo>
                <a:lnTo>
                  <a:pt x="350829" y="19095"/>
                </a:lnTo>
                <a:lnTo>
                  <a:pt x="351053" y="19336"/>
                </a:lnTo>
                <a:lnTo>
                  <a:pt x="351288" y="19571"/>
                </a:lnTo>
                <a:lnTo>
                  <a:pt x="351533" y="19801"/>
                </a:lnTo>
                <a:lnTo>
                  <a:pt x="351791" y="20022"/>
                </a:lnTo>
                <a:lnTo>
                  <a:pt x="352063" y="20235"/>
                </a:lnTo>
                <a:lnTo>
                  <a:pt x="352348" y="20438"/>
                </a:lnTo>
                <a:lnTo>
                  <a:pt x="352648" y="20632"/>
                </a:lnTo>
                <a:lnTo>
                  <a:pt x="352962" y="20816"/>
                </a:lnTo>
                <a:lnTo>
                  <a:pt x="353290" y="20990"/>
                </a:lnTo>
                <a:lnTo>
                  <a:pt x="353632" y="21156"/>
                </a:lnTo>
                <a:lnTo>
                  <a:pt x="353988" y="21311"/>
                </a:lnTo>
                <a:lnTo>
                  <a:pt x="354358" y="21458"/>
                </a:lnTo>
                <a:lnTo>
                  <a:pt x="354742" y="21595"/>
                </a:lnTo>
                <a:lnTo>
                  <a:pt x="355141" y="21722"/>
                </a:lnTo>
                <a:lnTo>
                  <a:pt x="355553" y="21840"/>
                </a:lnTo>
                <a:lnTo>
                  <a:pt x="355980" y="21949"/>
                </a:lnTo>
                <a:lnTo>
                  <a:pt x="356420" y="22048"/>
                </a:lnTo>
                <a:lnTo>
                  <a:pt x="356875" y="22138"/>
                </a:lnTo>
                <a:lnTo>
                  <a:pt x="357344" y="22218"/>
                </a:lnTo>
                <a:lnTo>
                  <a:pt x="357827" y="22289"/>
                </a:lnTo>
                <a:lnTo>
                  <a:pt x="358323" y="22350"/>
                </a:lnTo>
                <a:lnTo>
                  <a:pt x="358834" y="22402"/>
                </a:lnTo>
                <a:lnTo>
                  <a:pt x="359360" y="22445"/>
                </a:lnTo>
                <a:lnTo>
                  <a:pt x="359899" y="22478"/>
                </a:lnTo>
                <a:lnTo>
                  <a:pt x="360452" y="22501"/>
                </a:lnTo>
                <a:lnTo>
                  <a:pt x="361019" y="22515"/>
                </a:lnTo>
                <a:lnTo>
                  <a:pt x="361601" y="22520"/>
                </a:lnTo>
                <a:lnTo>
                  <a:pt x="364654" y="22520"/>
                </a:lnTo>
                <a:lnTo>
                  <a:pt x="364654" y="99050"/>
                </a:lnTo>
                <a:lnTo>
                  <a:pt x="361601" y="99050"/>
                </a:lnTo>
                <a:lnTo>
                  <a:pt x="361027" y="99055"/>
                </a:lnTo>
                <a:lnTo>
                  <a:pt x="360467" y="99069"/>
                </a:lnTo>
                <a:lnTo>
                  <a:pt x="359920" y="99092"/>
                </a:lnTo>
                <a:lnTo>
                  <a:pt x="359387" y="99125"/>
                </a:lnTo>
                <a:lnTo>
                  <a:pt x="358868" y="99166"/>
                </a:lnTo>
                <a:lnTo>
                  <a:pt x="358362" y="99217"/>
                </a:lnTo>
                <a:lnTo>
                  <a:pt x="357870" y="99278"/>
                </a:lnTo>
                <a:lnTo>
                  <a:pt x="357391" y="99347"/>
                </a:lnTo>
                <a:lnTo>
                  <a:pt x="356926" y="99426"/>
                </a:lnTo>
                <a:lnTo>
                  <a:pt x="356475" y="99514"/>
                </a:lnTo>
                <a:lnTo>
                  <a:pt x="356037" y="99612"/>
                </a:lnTo>
                <a:lnTo>
                  <a:pt x="355613" y="99718"/>
                </a:lnTo>
                <a:lnTo>
                  <a:pt x="355202" y="99834"/>
                </a:lnTo>
                <a:lnTo>
                  <a:pt x="354805" y="99960"/>
                </a:lnTo>
                <a:lnTo>
                  <a:pt x="354421" y="100094"/>
                </a:lnTo>
                <a:lnTo>
                  <a:pt x="354052" y="100238"/>
                </a:lnTo>
                <a:lnTo>
                  <a:pt x="353695" y="100391"/>
                </a:lnTo>
                <a:lnTo>
                  <a:pt x="353352" y="100553"/>
                </a:lnTo>
                <a:lnTo>
                  <a:pt x="353023" y="100725"/>
                </a:lnTo>
                <a:lnTo>
                  <a:pt x="352708" y="100906"/>
                </a:lnTo>
                <a:lnTo>
                  <a:pt x="352406" y="101096"/>
                </a:lnTo>
                <a:lnTo>
                  <a:pt x="352117" y="101295"/>
                </a:lnTo>
                <a:lnTo>
                  <a:pt x="351842" y="101504"/>
                </a:lnTo>
                <a:lnTo>
                  <a:pt x="351581" y="101722"/>
                </a:lnTo>
                <a:lnTo>
                  <a:pt x="351332" y="101948"/>
                </a:lnTo>
                <a:lnTo>
                  <a:pt x="351093" y="102179"/>
                </a:lnTo>
                <a:lnTo>
                  <a:pt x="350865" y="102417"/>
                </a:lnTo>
                <a:lnTo>
                  <a:pt x="350648" y="102661"/>
                </a:lnTo>
                <a:lnTo>
                  <a:pt x="350441" y="102910"/>
                </a:lnTo>
                <a:lnTo>
                  <a:pt x="350245" y="103166"/>
                </a:lnTo>
                <a:lnTo>
                  <a:pt x="350060" y="103427"/>
                </a:lnTo>
                <a:lnTo>
                  <a:pt x="349885" y="103694"/>
                </a:lnTo>
                <a:lnTo>
                  <a:pt x="349720" y="103968"/>
                </a:lnTo>
                <a:lnTo>
                  <a:pt x="349567" y="104247"/>
                </a:lnTo>
                <a:lnTo>
                  <a:pt x="349423" y="104532"/>
                </a:lnTo>
                <a:lnTo>
                  <a:pt x="349291" y="104824"/>
                </a:lnTo>
                <a:lnTo>
                  <a:pt x="349169" y="105121"/>
                </a:lnTo>
                <a:lnTo>
                  <a:pt x="349058" y="105424"/>
                </a:lnTo>
                <a:lnTo>
                  <a:pt x="348957" y="105733"/>
                </a:lnTo>
                <a:lnTo>
                  <a:pt x="348867" y="106048"/>
                </a:lnTo>
                <a:lnTo>
                  <a:pt x="348787" y="106369"/>
                </a:lnTo>
                <a:lnTo>
                  <a:pt x="348718" y="106696"/>
                </a:lnTo>
                <a:lnTo>
                  <a:pt x="348660" y="107029"/>
                </a:lnTo>
                <a:lnTo>
                  <a:pt x="348612" y="107368"/>
                </a:lnTo>
                <a:lnTo>
                  <a:pt x="348575" y="107713"/>
                </a:lnTo>
                <a:lnTo>
                  <a:pt x="348549" y="108064"/>
                </a:lnTo>
                <a:lnTo>
                  <a:pt x="348533" y="108421"/>
                </a:lnTo>
                <a:lnTo>
                  <a:pt x="348528" y="108784"/>
                </a:lnTo>
                <a:lnTo>
                  <a:pt x="348533" y="109147"/>
                </a:lnTo>
                <a:lnTo>
                  <a:pt x="348548" y="109504"/>
                </a:lnTo>
                <a:lnTo>
                  <a:pt x="348575" y="109856"/>
                </a:lnTo>
                <a:lnTo>
                  <a:pt x="348611" y="110202"/>
                </a:lnTo>
                <a:lnTo>
                  <a:pt x="348658" y="110542"/>
                </a:lnTo>
                <a:lnTo>
                  <a:pt x="348715" y="110877"/>
                </a:lnTo>
                <a:lnTo>
                  <a:pt x="348783" y="111206"/>
                </a:lnTo>
                <a:lnTo>
                  <a:pt x="348862" y="111530"/>
                </a:lnTo>
                <a:lnTo>
                  <a:pt x="348950" y="111848"/>
                </a:lnTo>
                <a:lnTo>
                  <a:pt x="349049" y="112160"/>
                </a:lnTo>
                <a:lnTo>
                  <a:pt x="349159" y="112467"/>
                </a:lnTo>
                <a:lnTo>
                  <a:pt x="349279" y="112768"/>
                </a:lnTo>
                <a:lnTo>
                  <a:pt x="349409" y="113063"/>
                </a:lnTo>
                <a:lnTo>
                  <a:pt x="349550" y="113353"/>
                </a:lnTo>
                <a:lnTo>
                  <a:pt x="349702" y="113637"/>
                </a:lnTo>
                <a:lnTo>
                  <a:pt x="349863" y="113915"/>
                </a:lnTo>
                <a:lnTo>
                  <a:pt x="350036" y="114188"/>
                </a:lnTo>
                <a:lnTo>
                  <a:pt x="350218" y="114455"/>
                </a:lnTo>
                <a:lnTo>
                  <a:pt x="350411" y="114717"/>
                </a:lnTo>
                <a:lnTo>
                  <a:pt x="350615" y="114973"/>
                </a:lnTo>
                <a:lnTo>
                  <a:pt x="350829" y="115223"/>
                </a:lnTo>
                <a:lnTo>
                  <a:pt x="351053" y="115468"/>
                </a:lnTo>
                <a:lnTo>
                  <a:pt x="351288" y="115707"/>
                </a:lnTo>
                <a:lnTo>
                  <a:pt x="351533" y="115940"/>
                </a:lnTo>
                <a:lnTo>
                  <a:pt x="351791" y="116166"/>
                </a:lnTo>
                <a:lnTo>
                  <a:pt x="352063" y="116382"/>
                </a:lnTo>
                <a:lnTo>
                  <a:pt x="352348" y="116589"/>
                </a:lnTo>
                <a:lnTo>
                  <a:pt x="352648" y="116786"/>
                </a:lnTo>
                <a:lnTo>
                  <a:pt x="352962" y="116973"/>
                </a:lnTo>
                <a:lnTo>
                  <a:pt x="353290" y="117151"/>
                </a:lnTo>
                <a:lnTo>
                  <a:pt x="353632" y="117319"/>
                </a:lnTo>
                <a:lnTo>
                  <a:pt x="353988" y="117478"/>
                </a:lnTo>
                <a:lnTo>
                  <a:pt x="354358" y="117627"/>
                </a:lnTo>
                <a:lnTo>
                  <a:pt x="354742" y="117766"/>
                </a:lnTo>
                <a:lnTo>
                  <a:pt x="355141" y="117896"/>
                </a:lnTo>
                <a:lnTo>
                  <a:pt x="355553" y="118016"/>
                </a:lnTo>
                <a:lnTo>
                  <a:pt x="355980" y="118126"/>
                </a:lnTo>
                <a:lnTo>
                  <a:pt x="356420" y="118227"/>
                </a:lnTo>
                <a:lnTo>
                  <a:pt x="356875" y="118319"/>
                </a:lnTo>
                <a:lnTo>
                  <a:pt x="357344" y="118400"/>
                </a:lnTo>
                <a:lnTo>
                  <a:pt x="357827" y="118472"/>
                </a:lnTo>
                <a:lnTo>
                  <a:pt x="358323" y="118535"/>
                </a:lnTo>
                <a:lnTo>
                  <a:pt x="358834" y="118588"/>
                </a:lnTo>
                <a:lnTo>
                  <a:pt x="359360" y="118631"/>
                </a:lnTo>
                <a:lnTo>
                  <a:pt x="359899" y="118665"/>
                </a:lnTo>
                <a:lnTo>
                  <a:pt x="360452" y="118689"/>
                </a:lnTo>
                <a:lnTo>
                  <a:pt x="361019" y="118703"/>
                </a:lnTo>
                <a:lnTo>
                  <a:pt x="361601" y="118708"/>
                </a:lnTo>
                <a:lnTo>
                  <a:pt x="453685" y="118708"/>
                </a:lnTo>
                <a:lnTo>
                  <a:pt x="453685" y="88363"/>
                </a:lnTo>
                <a:lnTo>
                  <a:pt x="453680" y="87758"/>
                </a:lnTo>
                <a:lnTo>
                  <a:pt x="453666" y="87168"/>
                </a:lnTo>
                <a:lnTo>
                  <a:pt x="453643" y="86594"/>
                </a:lnTo>
                <a:lnTo>
                  <a:pt x="453610" y="86034"/>
                </a:lnTo>
                <a:lnTo>
                  <a:pt x="453567" y="85490"/>
                </a:lnTo>
                <a:lnTo>
                  <a:pt x="453515" y="84960"/>
                </a:lnTo>
                <a:lnTo>
                  <a:pt x="453454" y="84446"/>
                </a:lnTo>
                <a:lnTo>
                  <a:pt x="453383" y="83947"/>
                </a:lnTo>
                <a:lnTo>
                  <a:pt x="453303" y="83463"/>
                </a:lnTo>
                <a:lnTo>
                  <a:pt x="453213" y="82994"/>
                </a:lnTo>
                <a:lnTo>
                  <a:pt x="453114" y="82540"/>
                </a:lnTo>
                <a:lnTo>
                  <a:pt x="453005" y="82101"/>
                </a:lnTo>
                <a:lnTo>
                  <a:pt x="452887" y="81677"/>
                </a:lnTo>
                <a:lnTo>
                  <a:pt x="452760" y="81268"/>
                </a:lnTo>
                <a:lnTo>
                  <a:pt x="452623" y="80874"/>
                </a:lnTo>
                <a:lnTo>
                  <a:pt x="452476" y="80496"/>
                </a:lnTo>
                <a:lnTo>
                  <a:pt x="452321" y="80132"/>
                </a:lnTo>
                <a:lnTo>
                  <a:pt x="452155" y="79784"/>
                </a:lnTo>
                <a:lnTo>
                  <a:pt x="451981" y="79450"/>
                </a:lnTo>
                <a:lnTo>
                  <a:pt x="451796" y="79132"/>
                </a:lnTo>
                <a:lnTo>
                  <a:pt x="451603" y="78829"/>
                </a:lnTo>
                <a:lnTo>
                  <a:pt x="451400" y="78540"/>
                </a:lnTo>
                <a:lnTo>
                  <a:pt x="451187" y="78267"/>
                </a:lnTo>
                <a:lnTo>
                  <a:pt x="450965" y="78009"/>
                </a:lnTo>
                <a:lnTo>
                  <a:pt x="450736" y="77764"/>
                </a:lnTo>
                <a:lnTo>
                  <a:pt x="450501" y="77529"/>
                </a:lnTo>
                <a:lnTo>
                  <a:pt x="450261" y="77305"/>
                </a:lnTo>
                <a:lnTo>
                  <a:pt x="450015" y="77091"/>
                </a:lnTo>
                <a:lnTo>
                  <a:pt x="449764" y="76887"/>
                </a:lnTo>
                <a:lnTo>
                  <a:pt x="449507" y="76694"/>
                </a:lnTo>
                <a:lnTo>
                  <a:pt x="449245" y="76512"/>
                </a:lnTo>
                <a:lnTo>
                  <a:pt x="448977" y="76339"/>
                </a:lnTo>
                <a:lnTo>
                  <a:pt x="448704" y="76178"/>
                </a:lnTo>
                <a:lnTo>
                  <a:pt x="448426" y="76026"/>
                </a:lnTo>
                <a:lnTo>
                  <a:pt x="448142" y="75885"/>
                </a:lnTo>
                <a:lnTo>
                  <a:pt x="447852" y="75755"/>
                </a:lnTo>
                <a:lnTo>
                  <a:pt x="447557" y="75635"/>
                </a:lnTo>
                <a:lnTo>
                  <a:pt x="447257" y="75525"/>
                </a:lnTo>
                <a:lnTo>
                  <a:pt x="446951" y="75426"/>
                </a:lnTo>
                <a:lnTo>
                  <a:pt x="446640" y="75337"/>
                </a:lnTo>
                <a:lnTo>
                  <a:pt x="446323" y="75259"/>
                </a:lnTo>
                <a:lnTo>
                  <a:pt x="446000" y="75191"/>
                </a:lnTo>
                <a:lnTo>
                  <a:pt x="445673" y="75134"/>
                </a:lnTo>
                <a:lnTo>
                  <a:pt x="445339" y="75087"/>
                </a:lnTo>
                <a:lnTo>
                  <a:pt x="445001" y="75050"/>
                </a:lnTo>
                <a:lnTo>
                  <a:pt x="444657" y="75024"/>
                </a:lnTo>
                <a:lnTo>
                  <a:pt x="444307" y="75009"/>
                </a:lnTo>
                <a:lnTo>
                  <a:pt x="443952" y="75003"/>
                </a:lnTo>
                <a:lnTo>
                  <a:pt x="443589" y="75009"/>
                </a:lnTo>
                <a:lnTo>
                  <a:pt x="443232" y="75024"/>
                </a:lnTo>
                <a:lnTo>
                  <a:pt x="442880" y="75050"/>
                </a:lnTo>
                <a:lnTo>
                  <a:pt x="442535" y="75087"/>
                </a:lnTo>
                <a:lnTo>
                  <a:pt x="442195" y="75134"/>
                </a:lnTo>
                <a:lnTo>
                  <a:pt x="441861" y="75191"/>
                </a:lnTo>
                <a:lnTo>
                  <a:pt x="441533" y="75259"/>
                </a:lnTo>
                <a:lnTo>
                  <a:pt x="441211" y="75337"/>
                </a:lnTo>
                <a:lnTo>
                  <a:pt x="440894" y="75426"/>
                </a:lnTo>
                <a:lnTo>
                  <a:pt x="440584" y="75525"/>
                </a:lnTo>
                <a:lnTo>
                  <a:pt x="440279" y="75635"/>
                </a:lnTo>
                <a:lnTo>
                  <a:pt x="439980" y="75755"/>
                </a:lnTo>
                <a:lnTo>
                  <a:pt x="439686" y="75885"/>
                </a:lnTo>
                <a:lnTo>
                  <a:pt x="439399" y="76026"/>
                </a:lnTo>
                <a:lnTo>
                  <a:pt x="439117" y="76178"/>
                </a:lnTo>
                <a:lnTo>
                  <a:pt x="438841" y="76339"/>
                </a:lnTo>
                <a:lnTo>
                  <a:pt x="438571" y="76512"/>
                </a:lnTo>
                <a:lnTo>
                  <a:pt x="438307" y="76694"/>
                </a:lnTo>
                <a:lnTo>
                  <a:pt x="438048" y="76887"/>
                </a:lnTo>
                <a:lnTo>
                  <a:pt x="437796" y="77091"/>
                </a:lnTo>
                <a:lnTo>
                  <a:pt x="437549" y="77305"/>
                </a:lnTo>
                <a:lnTo>
                  <a:pt x="437308" y="77529"/>
                </a:lnTo>
                <a:lnTo>
                  <a:pt x="437072" y="77764"/>
                </a:lnTo>
                <a:lnTo>
                  <a:pt x="436843" y="78009"/>
                </a:lnTo>
                <a:lnTo>
                  <a:pt x="436621" y="78267"/>
                </a:lnTo>
                <a:lnTo>
                  <a:pt x="436408" y="78540"/>
                </a:lnTo>
                <a:lnTo>
                  <a:pt x="436205" y="78829"/>
                </a:lnTo>
                <a:lnTo>
                  <a:pt x="436012" y="79132"/>
                </a:lnTo>
                <a:lnTo>
                  <a:pt x="435828" y="79450"/>
                </a:lnTo>
                <a:lnTo>
                  <a:pt x="435653" y="79784"/>
                </a:lnTo>
                <a:lnTo>
                  <a:pt x="435488" y="80132"/>
                </a:lnTo>
                <a:lnTo>
                  <a:pt x="435332" y="80496"/>
                </a:lnTo>
                <a:lnTo>
                  <a:pt x="435185" y="80874"/>
                </a:lnTo>
                <a:lnTo>
                  <a:pt x="435048" y="81268"/>
                </a:lnTo>
                <a:lnTo>
                  <a:pt x="434921" y="81677"/>
                </a:lnTo>
                <a:lnTo>
                  <a:pt x="434803" y="82101"/>
                </a:lnTo>
                <a:lnTo>
                  <a:pt x="434694" y="82540"/>
                </a:lnTo>
                <a:lnTo>
                  <a:pt x="434595" y="82994"/>
                </a:lnTo>
                <a:lnTo>
                  <a:pt x="434506" y="83463"/>
                </a:lnTo>
                <a:lnTo>
                  <a:pt x="434425" y="83947"/>
                </a:lnTo>
                <a:lnTo>
                  <a:pt x="434354" y="84446"/>
                </a:lnTo>
                <a:lnTo>
                  <a:pt x="434293" y="84960"/>
                </a:lnTo>
                <a:lnTo>
                  <a:pt x="434241" y="85490"/>
                </a:lnTo>
                <a:lnTo>
                  <a:pt x="434199" y="86034"/>
                </a:lnTo>
                <a:lnTo>
                  <a:pt x="434166" y="86594"/>
                </a:lnTo>
                <a:lnTo>
                  <a:pt x="434142" y="87168"/>
                </a:lnTo>
                <a:lnTo>
                  <a:pt x="434128" y="87758"/>
                </a:lnTo>
                <a:lnTo>
                  <a:pt x="434123" y="88363"/>
                </a:lnTo>
                <a:lnTo>
                  <a:pt x="434123" y="99050"/>
                </a:lnTo>
                <a:lnTo>
                  <a:pt x="384216" y="99050"/>
                </a:lnTo>
                <a:lnTo>
                  <a:pt x="384216" y="70423"/>
                </a:lnTo>
                <a:lnTo>
                  <a:pt x="401393" y="70423"/>
                </a:lnTo>
                <a:lnTo>
                  <a:pt x="401395" y="71026"/>
                </a:lnTo>
                <a:lnTo>
                  <a:pt x="401403" y="71610"/>
                </a:lnTo>
                <a:lnTo>
                  <a:pt x="401415" y="72175"/>
                </a:lnTo>
                <a:lnTo>
                  <a:pt x="401432" y="72722"/>
                </a:lnTo>
                <a:lnTo>
                  <a:pt x="401455" y="73249"/>
                </a:lnTo>
                <a:lnTo>
                  <a:pt x="401482" y="73758"/>
                </a:lnTo>
                <a:lnTo>
                  <a:pt x="401514" y="74248"/>
                </a:lnTo>
                <a:lnTo>
                  <a:pt x="401552" y="74719"/>
                </a:lnTo>
                <a:lnTo>
                  <a:pt x="401594" y="75171"/>
                </a:lnTo>
                <a:lnTo>
                  <a:pt x="401641" y="75604"/>
                </a:lnTo>
                <a:lnTo>
                  <a:pt x="401693" y="76018"/>
                </a:lnTo>
                <a:lnTo>
                  <a:pt x="401750" y="76414"/>
                </a:lnTo>
                <a:lnTo>
                  <a:pt x="401813" y="76791"/>
                </a:lnTo>
                <a:lnTo>
                  <a:pt x="401880" y="77149"/>
                </a:lnTo>
                <a:lnTo>
                  <a:pt x="401952" y="77488"/>
                </a:lnTo>
                <a:lnTo>
                  <a:pt x="402029" y="77808"/>
                </a:lnTo>
                <a:lnTo>
                  <a:pt x="402111" y="78109"/>
                </a:lnTo>
                <a:lnTo>
                  <a:pt x="402198" y="78392"/>
                </a:lnTo>
                <a:lnTo>
                  <a:pt x="402290" y="78655"/>
                </a:lnTo>
                <a:lnTo>
                  <a:pt x="402387" y="78900"/>
                </a:lnTo>
                <a:lnTo>
                  <a:pt x="402488" y="79126"/>
                </a:lnTo>
                <a:lnTo>
                  <a:pt x="402595" y="79333"/>
                </a:lnTo>
                <a:lnTo>
                  <a:pt x="402707" y="79522"/>
                </a:lnTo>
                <a:lnTo>
                  <a:pt x="402824" y="79691"/>
                </a:lnTo>
                <a:lnTo>
                  <a:pt x="403075" y="80025"/>
                </a:lnTo>
                <a:lnTo>
                  <a:pt x="403334" y="80345"/>
                </a:lnTo>
                <a:lnTo>
                  <a:pt x="403602" y="80650"/>
                </a:lnTo>
                <a:lnTo>
                  <a:pt x="403879" y="80941"/>
                </a:lnTo>
                <a:lnTo>
                  <a:pt x="404164" y="81218"/>
                </a:lnTo>
                <a:lnTo>
                  <a:pt x="404458" y="81481"/>
                </a:lnTo>
                <a:lnTo>
                  <a:pt x="404761" y="81730"/>
                </a:lnTo>
                <a:lnTo>
                  <a:pt x="405072" y="81964"/>
                </a:lnTo>
                <a:lnTo>
                  <a:pt x="405391" y="82184"/>
                </a:lnTo>
                <a:lnTo>
                  <a:pt x="405720" y="82390"/>
                </a:lnTo>
                <a:lnTo>
                  <a:pt x="406057" y="82582"/>
                </a:lnTo>
                <a:lnTo>
                  <a:pt x="406402" y="82760"/>
                </a:lnTo>
                <a:lnTo>
                  <a:pt x="406757" y="82923"/>
                </a:lnTo>
                <a:lnTo>
                  <a:pt x="407119" y="83072"/>
                </a:lnTo>
                <a:lnTo>
                  <a:pt x="407491" y="83207"/>
                </a:lnTo>
                <a:lnTo>
                  <a:pt x="407871" y="83328"/>
                </a:lnTo>
                <a:lnTo>
                  <a:pt x="408259" y="83434"/>
                </a:lnTo>
                <a:lnTo>
                  <a:pt x="408657" y="83527"/>
                </a:lnTo>
                <a:lnTo>
                  <a:pt x="409063" y="83605"/>
                </a:lnTo>
                <a:lnTo>
                  <a:pt x="409477" y="83669"/>
                </a:lnTo>
                <a:lnTo>
                  <a:pt x="409900" y="83719"/>
                </a:lnTo>
                <a:lnTo>
                  <a:pt x="410332" y="83754"/>
                </a:lnTo>
                <a:lnTo>
                  <a:pt x="410772" y="83775"/>
                </a:lnTo>
                <a:lnTo>
                  <a:pt x="411221" y="83782"/>
                </a:lnTo>
                <a:lnTo>
                  <a:pt x="411647" y="83775"/>
                </a:lnTo>
                <a:lnTo>
                  <a:pt x="412066" y="83754"/>
                </a:lnTo>
                <a:lnTo>
                  <a:pt x="412477" y="83719"/>
                </a:lnTo>
                <a:lnTo>
                  <a:pt x="412881" y="83670"/>
                </a:lnTo>
                <a:lnTo>
                  <a:pt x="413277" y="83607"/>
                </a:lnTo>
                <a:lnTo>
                  <a:pt x="413667" y="83530"/>
                </a:lnTo>
                <a:lnTo>
                  <a:pt x="414049" y="83439"/>
                </a:lnTo>
                <a:lnTo>
                  <a:pt x="414423" y="83334"/>
                </a:lnTo>
                <a:lnTo>
                  <a:pt x="414791" y="83215"/>
                </a:lnTo>
                <a:lnTo>
                  <a:pt x="415151" y="83082"/>
                </a:lnTo>
                <a:lnTo>
                  <a:pt x="415504" y="82934"/>
                </a:lnTo>
                <a:lnTo>
                  <a:pt x="415849" y="82773"/>
                </a:lnTo>
                <a:lnTo>
                  <a:pt x="416188" y="82598"/>
                </a:lnTo>
                <a:lnTo>
                  <a:pt x="416519" y="82409"/>
                </a:lnTo>
                <a:lnTo>
                  <a:pt x="416842" y="82205"/>
                </a:lnTo>
                <a:lnTo>
                  <a:pt x="417159" y="81988"/>
                </a:lnTo>
                <a:lnTo>
                  <a:pt x="417468" y="81757"/>
                </a:lnTo>
                <a:lnTo>
                  <a:pt x="417770" y="81511"/>
                </a:lnTo>
                <a:lnTo>
                  <a:pt x="418064" y="81252"/>
                </a:lnTo>
                <a:lnTo>
                  <a:pt x="418352" y="80979"/>
                </a:lnTo>
                <a:lnTo>
                  <a:pt x="418632" y="80691"/>
                </a:lnTo>
                <a:lnTo>
                  <a:pt x="418904" y="80390"/>
                </a:lnTo>
                <a:lnTo>
                  <a:pt x="419170" y="80074"/>
                </a:lnTo>
                <a:lnTo>
                  <a:pt x="419428" y="79745"/>
                </a:lnTo>
                <a:lnTo>
                  <a:pt x="419552" y="79571"/>
                </a:lnTo>
                <a:lnTo>
                  <a:pt x="419672" y="79379"/>
                </a:lnTo>
                <a:lnTo>
                  <a:pt x="419786" y="79167"/>
                </a:lnTo>
                <a:lnTo>
                  <a:pt x="419894" y="78938"/>
                </a:lnTo>
                <a:lnTo>
                  <a:pt x="419998" y="78689"/>
                </a:lnTo>
                <a:lnTo>
                  <a:pt x="420096" y="78422"/>
                </a:lnTo>
                <a:lnTo>
                  <a:pt x="420188" y="78136"/>
                </a:lnTo>
                <a:lnTo>
                  <a:pt x="420276" y="77832"/>
                </a:lnTo>
                <a:lnTo>
                  <a:pt x="420358" y="77509"/>
                </a:lnTo>
                <a:lnTo>
                  <a:pt x="420435" y="77167"/>
                </a:lnTo>
                <a:lnTo>
                  <a:pt x="420507" y="76806"/>
                </a:lnTo>
                <a:lnTo>
                  <a:pt x="420573" y="76427"/>
                </a:lnTo>
                <a:lnTo>
                  <a:pt x="420634" y="76030"/>
                </a:lnTo>
                <a:lnTo>
                  <a:pt x="420689" y="75613"/>
                </a:lnTo>
                <a:lnTo>
                  <a:pt x="420740" y="75178"/>
                </a:lnTo>
                <a:lnTo>
                  <a:pt x="420785" y="74724"/>
                </a:lnTo>
                <a:lnTo>
                  <a:pt x="420825" y="74252"/>
                </a:lnTo>
                <a:lnTo>
                  <a:pt x="420859" y="73761"/>
                </a:lnTo>
                <a:lnTo>
                  <a:pt x="420888" y="73251"/>
                </a:lnTo>
                <a:lnTo>
                  <a:pt x="420912" y="72723"/>
                </a:lnTo>
                <a:lnTo>
                  <a:pt x="420931" y="72176"/>
                </a:lnTo>
                <a:lnTo>
                  <a:pt x="420944" y="71610"/>
                </a:lnTo>
                <a:lnTo>
                  <a:pt x="420952" y="71026"/>
                </a:lnTo>
                <a:lnTo>
                  <a:pt x="420955" y="70423"/>
                </a:lnTo>
                <a:lnTo>
                  <a:pt x="420955" y="50766"/>
                </a:lnTo>
                <a:lnTo>
                  <a:pt x="420950" y="50161"/>
                </a:lnTo>
                <a:lnTo>
                  <a:pt x="420936" y="49571"/>
                </a:lnTo>
                <a:lnTo>
                  <a:pt x="420912" y="48997"/>
                </a:lnTo>
                <a:lnTo>
                  <a:pt x="420879" y="48437"/>
                </a:lnTo>
                <a:lnTo>
                  <a:pt x="420836" y="47893"/>
                </a:lnTo>
                <a:lnTo>
                  <a:pt x="420785" y="47363"/>
                </a:lnTo>
                <a:lnTo>
                  <a:pt x="420723" y="46849"/>
                </a:lnTo>
                <a:lnTo>
                  <a:pt x="420652" y="46350"/>
                </a:lnTo>
                <a:lnTo>
                  <a:pt x="420572" y="45866"/>
                </a:lnTo>
                <a:lnTo>
                  <a:pt x="420482" y="45396"/>
                </a:lnTo>
                <a:lnTo>
                  <a:pt x="420383" y="44942"/>
                </a:lnTo>
                <a:lnTo>
                  <a:pt x="420275" y="44503"/>
                </a:lnTo>
                <a:lnTo>
                  <a:pt x="420157" y="44080"/>
                </a:lnTo>
                <a:lnTo>
                  <a:pt x="420029" y="43671"/>
                </a:lnTo>
                <a:lnTo>
                  <a:pt x="419892" y="43277"/>
                </a:lnTo>
                <a:lnTo>
                  <a:pt x="419746" y="42898"/>
                </a:lnTo>
                <a:lnTo>
                  <a:pt x="419590" y="42535"/>
                </a:lnTo>
                <a:lnTo>
                  <a:pt x="419425" y="42186"/>
                </a:lnTo>
                <a:lnTo>
                  <a:pt x="419250" y="41853"/>
                </a:lnTo>
                <a:lnTo>
                  <a:pt x="419066" y="41535"/>
                </a:lnTo>
                <a:lnTo>
                  <a:pt x="418872" y="41231"/>
                </a:lnTo>
                <a:lnTo>
                  <a:pt x="418669" y="40943"/>
                </a:lnTo>
                <a:lnTo>
                  <a:pt x="418457" y="40670"/>
                </a:lnTo>
                <a:lnTo>
                  <a:pt x="418235" y="40412"/>
                </a:lnTo>
                <a:lnTo>
                  <a:pt x="418006" y="40167"/>
                </a:lnTo>
                <a:lnTo>
                  <a:pt x="417771" y="39932"/>
                </a:lnTo>
                <a:lnTo>
                  <a:pt x="417530" y="39708"/>
                </a:lnTo>
                <a:lnTo>
                  <a:pt x="417285" y="39494"/>
                </a:lnTo>
                <a:lnTo>
                  <a:pt x="417033" y="39290"/>
                </a:lnTo>
                <a:lnTo>
                  <a:pt x="416777" y="39097"/>
                </a:lnTo>
                <a:lnTo>
                  <a:pt x="416515" y="38914"/>
                </a:lnTo>
                <a:lnTo>
                  <a:pt x="416247" y="38742"/>
                </a:lnTo>
                <a:lnTo>
                  <a:pt x="415974" y="38580"/>
                </a:lnTo>
                <a:lnTo>
                  <a:pt x="415695" y="38429"/>
                </a:lnTo>
                <a:lnTo>
                  <a:pt x="415411" y="38288"/>
                </a:lnTo>
                <a:lnTo>
                  <a:pt x="415122" y="38158"/>
                </a:lnTo>
                <a:lnTo>
                  <a:pt x="414827" y="38038"/>
                </a:lnTo>
                <a:lnTo>
                  <a:pt x="414526" y="37928"/>
                </a:lnTo>
                <a:lnTo>
                  <a:pt x="414220" y="37829"/>
                </a:lnTo>
                <a:lnTo>
                  <a:pt x="413909" y="37740"/>
                </a:lnTo>
                <a:lnTo>
                  <a:pt x="413592" y="37662"/>
                </a:lnTo>
                <a:lnTo>
                  <a:pt x="413270" y="37594"/>
                </a:lnTo>
                <a:lnTo>
                  <a:pt x="412942" y="37537"/>
                </a:lnTo>
                <a:lnTo>
                  <a:pt x="412609" y="37490"/>
                </a:lnTo>
                <a:lnTo>
                  <a:pt x="412270" y="37453"/>
                </a:lnTo>
                <a:lnTo>
                  <a:pt x="411926" y="37427"/>
                </a:lnTo>
                <a:lnTo>
                  <a:pt x="411576" y="37412"/>
                </a:lnTo>
                <a:lnTo>
                  <a:pt x="411221" y="37406"/>
                </a:lnTo>
                <a:lnTo>
                  <a:pt x="410772" y="37413"/>
                </a:lnTo>
                <a:lnTo>
                  <a:pt x="410332" y="37435"/>
                </a:lnTo>
                <a:lnTo>
                  <a:pt x="409900" y="37470"/>
                </a:lnTo>
                <a:lnTo>
                  <a:pt x="409477" y="37520"/>
                </a:lnTo>
                <a:lnTo>
                  <a:pt x="409063" y="37584"/>
                </a:lnTo>
                <a:lnTo>
                  <a:pt x="408657" y="37662"/>
                </a:lnTo>
                <a:lnTo>
                  <a:pt x="408259" y="37754"/>
                </a:lnTo>
                <a:lnTo>
                  <a:pt x="407871" y="37861"/>
                </a:lnTo>
                <a:lnTo>
                  <a:pt x="407491" y="37982"/>
                </a:lnTo>
                <a:lnTo>
                  <a:pt x="407119" y="38117"/>
                </a:lnTo>
                <a:lnTo>
                  <a:pt x="406757" y="38266"/>
                </a:lnTo>
                <a:lnTo>
                  <a:pt x="406402" y="38429"/>
                </a:lnTo>
                <a:lnTo>
                  <a:pt x="406057" y="38607"/>
                </a:lnTo>
                <a:lnTo>
                  <a:pt x="405720" y="38798"/>
                </a:lnTo>
                <a:lnTo>
                  <a:pt x="405391" y="39004"/>
                </a:lnTo>
                <a:lnTo>
                  <a:pt x="405072" y="39225"/>
                </a:lnTo>
                <a:lnTo>
                  <a:pt x="404761" y="39459"/>
                </a:lnTo>
                <a:lnTo>
                  <a:pt x="404458" y="39708"/>
                </a:lnTo>
                <a:lnTo>
                  <a:pt x="404164" y="39970"/>
                </a:lnTo>
                <a:lnTo>
                  <a:pt x="403879" y="40247"/>
                </a:lnTo>
                <a:lnTo>
                  <a:pt x="403602" y="40539"/>
                </a:lnTo>
                <a:lnTo>
                  <a:pt x="403334" y="40844"/>
                </a:lnTo>
                <a:lnTo>
                  <a:pt x="403075" y="41164"/>
                </a:lnTo>
                <a:lnTo>
                  <a:pt x="402824" y="41498"/>
                </a:lnTo>
                <a:lnTo>
                  <a:pt x="402707" y="41667"/>
                </a:lnTo>
                <a:lnTo>
                  <a:pt x="402595" y="41855"/>
                </a:lnTo>
                <a:lnTo>
                  <a:pt x="402488" y="42063"/>
                </a:lnTo>
                <a:lnTo>
                  <a:pt x="402387" y="42289"/>
                </a:lnTo>
                <a:lnTo>
                  <a:pt x="402290" y="42533"/>
                </a:lnTo>
                <a:lnTo>
                  <a:pt x="402198" y="42797"/>
                </a:lnTo>
                <a:lnTo>
                  <a:pt x="402111" y="43080"/>
                </a:lnTo>
                <a:lnTo>
                  <a:pt x="402029" y="43381"/>
                </a:lnTo>
                <a:lnTo>
                  <a:pt x="401952" y="43701"/>
                </a:lnTo>
                <a:lnTo>
                  <a:pt x="401880" y="44040"/>
                </a:lnTo>
                <a:lnTo>
                  <a:pt x="401813" y="44398"/>
                </a:lnTo>
                <a:lnTo>
                  <a:pt x="401750" y="44775"/>
                </a:lnTo>
                <a:lnTo>
                  <a:pt x="401693" y="45170"/>
                </a:lnTo>
                <a:lnTo>
                  <a:pt x="401641" y="45585"/>
                </a:lnTo>
                <a:lnTo>
                  <a:pt x="401594" y="46018"/>
                </a:lnTo>
                <a:lnTo>
                  <a:pt x="401552" y="46470"/>
                </a:lnTo>
                <a:lnTo>
                  <a:pt x="401514" y="46941"/>
                </a:lnTo>
                <a:lnTo>
                  <a:pt x="401482" y="47431"/>
                </a:lnTo>
                <a:lnTo>
                  <a:pt x="401455" y="47940"/>
                </a:lnTo>
                <a:lnTo>
                  <a:pt x="401432" y="48467"/>
                </a:lnTo>
                <a:lnTo>
                  <a:pt x="401415" y="49014"/>
                </a:lnTo>
                <a:lnTo>
                  <a:pt x="401403" y="49579"/>
                </a:lnTo>
                <a:lnTo>
                  <a:pt x="401395" y="50163"/>
                </a:lnTo>
                <a:lnTo>
                  <a:pt x="401393" y="50766"/>
                </a:lnTo>
                <a:lnTo>
                  <a:pt x="384216" y="50766"/>
                </a:lnTo>
                <a:lnTo>
                  <a:pt x="384216" y="22520"/>
                </a:lnTo>
                <a:lnTo>
                  <a:pt x="429829" y="22520"/>
                </a:lnTo>
                <a:lnTo>
                  <a:pt x="429829" y="32826"/>
                </a:lnTo>
                <a:lnTo>
                  <a:pt x="429834" y="33431"/>
                </a:lnTo>
                <a:lnTo>
                  <a:pt x="429848" y="34020"/>
                </a:lnTo>
                <a:lnTo>
                  <a:pt x="429871" y="34595"/>
                </a:lnTo>
                <a:lnTo>
                  <a:pt x="429905" y="35155"/>
                </a:lnTo>
                <a:lnTo>
                  <a:pt x="429947" y="35699"/>
                </a:lnTo>
                <a:lnTo>
                  <a:pt x="429999" y="36228"/>
                </a:lnTo>
                <a:lnTo>
                  <a:pt x="430060" y="36743"/>
                </a:lnTo>
                <a:lnTo>
                  <a:pt x="430131" y="37242"/>
                </a:lnTo>
                <a:lnTo>
                  <a:pt x="430211" y="37726"/>
                </a:lnTo>
                <a:lnTo>
                  <a:pt x="430301" y="38195"/>
                </a:lnTo>
                <a:lnTo>
                  <a:pt x="430400" y="38649"/>
                </a:lnTo>
                <a:lnTo>
                  <a:pt x="430509" y="39088"/>
                </a:lnTo>
                <a:lnTo>
                  <a:pt x="430627" y="39512"/>
                </a:lnTo>
                <a:lnTo>
                  <a:pt x="430754" y="39921"/>
                </a:lnTo>
                <a:lnTo>
                  <a:pt x="430891" y="40315"/>
                </a:lnTo>
                <a:lnTo>
                  <a:pt x="431038" y="40693"/>
                </a:lnTo>
                <a:lnTo>
                  <a:pt x="431194" y="41057"/>
                </a:lnTo>
                <a:lnTo>
                  <a:pt x="431359" y="41405"/>
                </a:lnTo>
                <a:lnTo>
                  <a:pt x="431533" y="41739"/>
                </a:lnTo>
                <a:lnTo>
                  <a:pt x="431718" y="42057"/>
                </a:lnTo>
                <a:lnTo>
                  <a:pt x="431911" y="42360"/>
                </a:lnTo>
                <a:lnTo>
                  <a:pt x="432114" y="42648"/>
                </a:lnTo>
                <a:lnTo>
                  <a:pt x="432327" y="42921"/>
                </a:lnTo>
                <a:lnTo>
                  <a:pt x="432549" y="43179"/>
                </a:lnTo>
                <a:lnTo>
                  <a:pt x="432778" y="43425"/>
                </a:lnTo>
                <a:lnTo>
                  <a:pt x="433013" y="43660"/>
                </a:lnTo>
                <a:lnTo>
                  <a:pt x="433255" y="43884"/>
                </a:lnTo>
                <a:lnTo>
                  <a:pt x="433501" y="44098"/>
                </a:lnTo>
                <a:lnTo>
                  <a:pt x="433754" y="44301"/>
                </a:lnTo>
                <a:lnTo>
                  <a:pt x="434013" y="44495"/>
                </a:lnTo>
                <a:lnTo>
                  <a:pt x="434277" y="44677"/>
                </a:lnTo>
                <a:lnTo>
                  <a:pt x="434547" y="44849"/>
                </a:lnTo>
                <a:lnTo>
                  <a:pt x="434823" y="45011"/>
                </a:lnTo>
                <a:lnTo>
                  <a:pt x="435105" y="45163"/>
                </a:lnTo>
                <a:lnTo>
                  <a:pt x="435392" y="45303"/>
                </a:lnTo>
                <a:lnTo>
                  <a:pt x="435686" y="45434"/>
                </a:lnTo>
                <a:lnTo>
                  <a:pt x="435985" y="45554"/>
                </a:lnTo>
                <a:lnTo>
                  <a:pt x="436290" y="45663"/>
                </a:lnTo>
                <a:lnTo>
                  <a:pt x="436600" y="45763"/>
                </a:lnTo>
                <a:lnTo>
                  <a:pt x="436917" y="45851"/>
                </a:lnTo>
                <a:lnTo>
                  <a:pt x="437239" y="45930"/>
                </a:lnTo>
                <a:lnTo>
                  <a:pt x="437567" y="45997"/>
                </a:lnTo>
                <a:lnTo>
                  <a:pt x="437901" y="46055"/>
                </a:lnTo>
                <a:lnTo>
                  <a:pt x="438241" y="46102"/>
                </a:lnTo>
                <a:lnTo>
                  <a:pt x="438586" y="46138"/>
                </a:lnTo>
                <a:lnTo>
                  <a:pt x="438938" y="46164"/>
                </a:lnTo>
                <a:lnTo>
                  <a:pt x="439295" y="46180"/>
                </a:lnTo>
                <a:lnTo>
                  <a:pt x="439658" y="46185"/>
                </a:lnTo>
                <a:lnTo>
                  <a:pt x="440020" y="46180"/>
                </a:lnTo>
                <a:lnTo>
                  <a:pt x="440377" y="46164"/>
                </a:lnTo>
                <a:lnTo>
                  <a:pt x="440728" y="46138"/>
                </a:lnTo>
                <a:lnTo>
                  <a:pt x="441073" y="46102"/>
                </a:lnTo>
                <a:lnTo>
                  <a:pt x="441412" y="46055"/>
                </a:lnTo>
                <a:lnTo>
                  <a:pt x="441745" y="45997"/>
                </a:lnTo>
                <a:lnTo>
                  <a:pt x="442072" y="45930"/>
                </a:lnTo>
                <a:lnTo>
                  <a:pt x="442393" y="45851"/>
                </a:lnTo>
                <a:lnTo>
                  <a:pt x="442708" y="45763"/>
                </a:lnTo>
                <a:lnTo>
                  <a:pt x="443017" y="45663"/>
                </a:lnTo>
                <a:lnTo>
                  <a:pt x="443321" y="45554"/>
                </a:lnTo>
                <a:lnTo>
                  <a:pt x="443618" y="45434"/>
                </a:lnTo>
                <a:lnTo>
                  <a:pt x="443909" y="45303"/>
                </a:lnTo>
                <a:lnTo>
                  <a:pt x="444194" y="45163"/>
                </a:lnTo>
                <a:lnTo>
                  <a:pt x="444474" y="45011"/>
                </a:lnTo>
                <a:lnTo>
                  <a:pt x="444747" y="44849"/>
                </a:lnTo>
                <a:lnTo>
                  <a:pt x="445014" y="44677"/>
                </a:lnTo>
                <a:lnTo>
                  <a:pt x="445276" y="44495"/>
                </a:lnTo>
                <a:lnTo>
                  <a:pt x="445531" y="44301"/>
                </a:lnTo>
                <a:lnTo>
                  <a:pt x="445781" y="44098"/>
                </a:lnTo>
                <a:lnTo>
                  <a:pt x="446024" y="43884"/>
                </a:lnTo>
                <a:lnTo>
                  <a:pt x="446262" y="43660"/>
                </a:lnTo>
                <a:lnTo>
                  <a:pt x="446493" y="43425"/>
                </a:lnTo>
                <a:lnTo>
                  <a:pt x="446719" y="43179"/>
                </a:lnTo>
                <a:lnTo>
                  <a:pt x="446937" y="42921"/>
                </a:lnTo>
                <a:lnTo>
                  <a:pt x="447146" y="42648"/>
                </a:lnTo>
                <a:lnTo>
                  <a:pt x="447345" y="42360"/>
                </a:lnTo>
                <a:lnTo>
                  <a:pt x="447535" y="42057"/>
                </a:lnTo>
                <a:lnTo>
                  <a:pt x="447716" y="41739"/>
                </a:lnTo>
                <a:lnTo>
                  <a:pt x="447888" y="41405"/>
                </a:lnTo>
                <a:lnTo>
                  <a:pt x="448050" y="41057"/>
                </a:lnTo>
                <a:lnTo>
                  <a:pt x="448203" y="40693"/>
                </a:lnTo>
                <a:lnTo>
                  <a:pt x="448347" y="40315"/>
                </a:lnTo>
                <a:lnTo>
                  <a:pt x="448482" y="39921"/>
                </a:lnTo>
                <a:lnTo>
                  <a:pt x="448607" y="39512"/>
                </a:lnTo>
                <a:lnTo>
                  <a:pt x="448723" y="39088"/>
                </a:lnTo>
                <a:lnTo>
                  <a:pt x="448830" y="38649"/>
                </a:lnTo>
                <a:lnTo>
                  <a:pt x="448927" y="38195"/>
                </a:lnTo>
                <a:lnTo>
                  <a:pt x="449015" y="37726"/>
                </a:lnTo>
                <a:lnTo>
                  <a:pt x="449094" y="37242"/>
                </a:lnTo>
                <a:lnTo>
                  <a:pt x="449164" y="36743"/>
                </a:lnTo>
                <a:lnTo>
                  <a:pt x="449224" y="36228"/>
                </a:lnTo>
                <a:lnTo>
                  <a:pt x="449275" y="35699"/>
                </a:lnTo>
                <a:lnTo>
                  <a:pt x="449317" y="35155"/>
                </a:lnTo>
                <a:lnTo>
                  <a:pt x="449349" y="34595"/>
                </a:lnTo>
                <a:lnTo>
                  <a:pt x="449372" y="34020"/>
                </a:lnTo>
                <a:lnTo>
                  <a:pt x="449386" y="33431"/>
                </a:lnTo>
                <a:lnTo>
                  <a:pt x="449391" y="32826"/>
                </a:lnTo>
                <a:lnTo>
                  <a:pt x="449391" y="2958"/>
                </a:lnTo>
                <a:lnTo>
                  <a:pt x="361601" y="2863"/>
                </a:lnTo>
                <a:lnTo>
                  <a:pt x="361019" y="2867"/>
                </a:lnTo>
                <a:lnTo>
                  <a:pt x="360452" y="2882"/>
                </a:lnTo>
                <a:lnTo>
                  <a:pt x="359899" y="2905"/>
                </a:lnTo>
                <a:lnTo>
                  <a:pt x="359360" y="2938"/>
                </a:lnTo>
                <a:lnTo>
                  <a:pt x="358834" y="2981"/>
                </a:lnTo>
                <a:lnTo>
                  <a:pt x="358323" y="3033"/>
                </a:lnTo>
                <a:lnTo>
                  <a:pt x="357827" y="3094"/>
                </a:lnTo>
                <a:lnTo>
                  <a:pt x="357344" y="3165"/>
                </a:lnTo>
                <a:lnTo>
                  <a:pt x="356875" y="3245"/>
                </a:lnTo>
                <a:lnTo>
                  <a:pt x="356420" y="3335"/>
                </a:lnTo>
                <a:lnTo>
                  <a:pt x="355980" y="3434"/>
                </a:lnTo>
                <a:lnTo>
                  <a:pt x="355553" y="3543"/>
                </a:lnTo>
                <a:lnTo>
                  <a:pt x="355141" y="3661"/>
                </a:lnTo>
                <a:lnTo>
                  <a:pt x="354742" y="3788"/>
                </a:lnTo>
                <a:lnTo>
                  <a:pt x="354358" y="3925"/>
                </a:lnTo>
                <a:lnTo>
                  <a:pt x="353988" y="4071"/>
                </a:lnTo>
                <a:lnTo>
                  <a:pt x="353632" y="4227"/>
                </a:lnTo>
                <a:lnTo>
                  <a:pt x="353290" y="4393"/>
                </a:lnTo>
                <a:lnTo>
                  <a:pt x="352962" y="4567"/>
                </a:lnTo>
                <a:lnTo>
                  <a:pt x="352648" y="4751"/>
                </a:lnTo>
                <a:lnTo>
                  <a:pt x="352348" y="4945"/>
                </a:lnTo>
                <a:lnTo>
                  <a:pt x="352063" y="5148"/>
                </a:lnTo>
                <a:lnTo>
                  <a:pt x="351791" y="5360"/>
                </a:lnTo>
                <a:lnTo>
                  <a:pt x="351533" y="5582"/>
                </a:lnTo>
                <a:lnTo>
                  <a:pt x="351288" y="5812"/>
                </a:lnTo>
                <a:lnTo>
                  <a:pt x="351053" y="6047"/>
                </a:lnTo>
                <a:lnTo>
                  <a:pt x="350829" y="6288"/>
                </a:lnTo>
                <a:lnTo>
                  <a:pt x="350615" y="6535"/>
                </a:lnTo>
                <a:lnTo>
                  <a:pt x="350411" y="6788"/>
                </a:lnTo>
                <a:lnTo>
                  <a:pt x="350218" y="7046"/>
                </a:lnTo>
                <a:lnTo>
                  <a:pt x="350036" y="7311"/>
                </a:lnTo>
                <a:lnTo>
                  <a:pt x="349863" y="7581"/>
                </a:lnTo>
                <a:lnTo>
                  <a:pt x="349702" y="7857"/>
                </a:lnTo>
                <a:lnTo>
                  <a:pt x="349550" y="8139"/>
                </a:lnTo>
                <a:lnTo>
                  <a:pt x="349409" y="8426"/>
                </a:lnTo>
                <a:lnTo>
                  <a:pt x="349324" y="8618"/>
                </a:lnTo>
                <a:lnTo>
                  <a:pt x="349287" y="8536"/>
                </a:lnTo>
                <a:lnTo>
                  <a:pt x="349146" y="8250"/>
                </a:lnTo>
                <a:lnTo>
                  <a:pt x="348995" y="7971"/>
                </a:lnTo>
                <a:close/>
                <a:moveTo>
                  <a:pt x="522068" y="75292"/>
                </a:moveTo>
                <a:lnTo>
                  <a:pt x="523415" y="76063"/>
                </a:lnTo>
                <a:lnTo>
                  <a:pt x="524789" y="76936"/>
                </a:lnTo>
                <a:lnTo>
                  <a:pt x="526192" y="77910"/>
                </a:lnTo>
                <a:lnTo>
                  <a:pt x="527623" y="78985"/>
                </a:lnTo>
                <a:lnTo>
                  <a:pt x="529082" y="80163"/>
                </a:lnTo>
                <a:lnTo>
                  <a:pt x="530569" y="81441"/>
                </a:lnTo>
                <a:lnTo>
                  <a:pt x="532084" y="82822"/>
                </a:lnTo>
                <a:lnTo>
                  <a:pt x="533628" y="84303"/>
                </a:lnTo>
                <a:lnTo>
                  <a:pt x="535199" y="85886"/>
                </a:lnTo>
                <a:lnTo>
                  <a:pt x="536799" y="87571"/>
                </a:lnTo>
                <a:lnTo>
                  <a:pt x="538427" y="89357"/>
                </a:lnTo>
                <a:lnTo>
                  <a:pt x="540083" y="91245"/>
                </a:lnTo>
                <a:lnTo>
                  <a:pt x="541768" y="93234"/>
                </a:lnTo>
                <a:lnTo>
                  <a:pt x="543480" y="95325"/>
                </a:lnTo>
                <a:lnTo>
                  <a:pt x="545221" y="97517"/>
                </a:lnTo>
                <a:lnTo>
                  <a:pt x="546990" y="99811"/>
                </a:lnTo>
                <a:lnTo>
                  <a:pt x="548787" y="102206"/>
                </a:lnTo>
                <a:lnTo>
                  <a:pt x="550612" y="104702"/>
                </a:lnTo>
                <a:lnTo>
                  <a:pt x="552465" y="107300"/>
                </a:lnTo>
                <a:lnTo>
                  <a:pt x="554347" y="110000"/>
                </a:lnTo>
                <a:lnTo>
                  <a:pt x="556256" y="112801"/>
                </a:lnTo>
                <a:lnTo>
                  <a:pt x="558194" y="115704"/>
                </a:lnTo>
                <a:lnTo>
                  <a:pt x="560160" y="118708"/>
                </a:lnTo>
                <a:lnTo>
                  <a:pt x="571325" y="118708"/>
                </a:lnTo>
                <a:lnTo>
                  <a:pt x="571906" y="118703"/>
                </a:lnTo>
                <a:lnTo>
                  <a:pt x="572473" y="118689"/>
                </a:lnTo>
                <a:lnTo>
                  <a:pt x="573026" y="118665"/>
                </a:lnTo>
                <a:lnTo>
                  <a:pt x="573565" y="118632"/>
                </a:lnTo>
                <a:lnTo>
                  <a:pt x="574089" y="118590"/>
                </a:lnTo>
                <a:lnTo>
                  <a:pt x="574599" y="118538"/>
                </a:lnTo>
                <a:lnTo>
                  <a:pt x="575095" y="118476"/>
                </a:lnTo>
                <a:lnTo>
                  <a:pt x="575577" y="118406"/>
                </a:lnTo>
                <a:lnTo>
                  <a:pt x="576044" y="118325"/>
                </a:lnTo>
                <a:lnTo>
                  <a:pt x="576497" y="118236"/>
                </a:lnTo>
                <a:lnTo>
                  <a:pt x="576936" y="118136"/>
                </a:lnTo>
                <a:lnTo>
                  <a:pt x="577360" y="118028"/>
                </a:lnTo>
                <a:lnTo>
                  <a:pt x="577771" y="117910"/>
                </a:lnTo>
                <a:lnTo>
                  <a:pt x="578167" y="117782"/>
                </a:lnTo>
                <a:lnTo>
                  <a:pt x="578549" y="117645"/>
                </a:lnTo>
                <a:lnTo>
                  <a:pt x="578916" y="117499"/>
                </a:lnTo>
                <a:lnTo>
                  <a:pt x="579270" y="117343"/>
                </a:lnTo>
                <a:lnTo>
                  <a:pt x="579609" y="117178"/>
                </a:lnTo>
                <a:lnTo>
                  <a:pt x="579934" y="117003"/>
                </a:lnTo>
                <a:lnTo>
                  <a:pt x="580244" y="116819"/>
                </a:lnTo>
                <a:lnTo>
                  <a:pt x="580541" y="116626"/>
                </a:lnTo>
                <a:lnTo>
                  <a:pt x="580823" y="116423"/>
                </a:lnTo>
                <a:lnTo>
                  <a:pt x="581091" y="116210"/>
                </a:lnTo>
                <a:lnTo>
                  <a:pt x="581344" y="115988"/>
                </a:lnTo>
                <a:lnTo>
                  <a:pt x="581586" y="115759"/>
                </a:lnTo>
                <a:lnTo>
                  <a:pt x="581817" y="115523"/>
                </a:lnTo>
                <a:lnTo>
                  <a:pt x="582038" y="115282"/>
                </a:lnTo>
                <a:lnTo>
                  <a:pt x="582248" y="115035"/>
                </a:lnTo>
                <a:lnTo>
                  <a:pt x="582449" y="114783"/>
                </a:lnTo>
                <a:lnTo>
                  <a:pt x="582639" y="114524"/>
                </a:lnTo>
                <a:lnTo>
                  <a:pt x="582818" y="114260"/>
                </a:lnTo>
                <a:lnTo>
                  <a:pt x="582988" y="113990"/>
                </a:lnTo>
                <a:lnTo>
                  <a:pt x="583147" y="113714"/>
                </a:lnTo>
                <a:lnTo>
                  <a:pt x="583296" y="113432"/>
                </a:lnTo>
                <a:lnTo>
                  <a:pt x="583435" y="113144"/>
                </a:lnTo>
                <a:lnTo>
                  <a:pt x="583563" y="112851"/>
                </a:lnTo>
                <a:lnTo>
                  <a:pt x="583681" y="112552"/>
                </a:lnTo>
                <a:lnTo>
                  <a:pt x="583789" y="112247"/>
                </a:lnTo>
                <a:lnTo>
                  <a:pt x="583887" y="111936"/>
                </a:lnTo>
                <a:lnTo>
                  <a:pt x="583974" y="111620"/>
                </a:lnTo>
                <a:lnTo>
                  <a:pt x="584051" y="111298"/>
                </a:lnTo>
                <a:lnTo>
                  <a:pt x="584118" y="110969"/>
                </a:lnTo>
                <a:lnTo>
                  <a:pt x="584174" y="110636"/>
                </a:lnTo>
                <a:lnTo>
                  <a:pt x="584220" y="110296"/>
                </a:lnTo>
                <a:lnTo>
                  <a:pt x="584256" y="109950"/>
                </a:lnTo>
                <a:lnTo>
                  <a:pt x="584282" y="109599"/>
                </a:lnTo>
                <a:lnTo>
                  <a:pt x="584297" y="109242"/>
                </a:lnTo>
                <a:lnTo>
                  <a:pt x="584303" y="108879"/>
                </a:lnTo>
                <a:lnTo>
                  <a:pt x="584295" y="108515"/>
                </a:lnTo>
                <a:lnTo>
                  <a:pt x="584273" y="108153"/>
                </a:lnTo>
                <a:lnTo>
                  <a:pt x="584235" y="107794"/>
                </a:lnTo>
                <a:lnTo>
                  <a:pt x="584183" y="107438"/>
                </a:lnTo>
                <a:lnTo>
                  <a:pt x="584116" y="107085"/>
                </a:lnTo>
                <a:lnTo>
                  <a:pt x="584034" y="106734"/>
                </a:lnTo>
                <a:lnTo>
                  <a:pt x="583937" y="106387"/>
                </a:lnTo>
                <a:lnTo>
                  <a:pt x="583825" y="106042"/>
                </a:lnTo>
                <a:lnTo>
                  <a:pt x="583699" y="105700"/>
                </a:lnTo>
                <a:lnTo>
                  <a:pt x="583557" y="105360"/>
                </a:lnTo>
                <a:lnTo>
                  <a:pt x="583400" y="105024"/>
                </a:lnTo>
                <a:lnTo>
                  <a:pt x="583229" y="104690"/>
                </a:lnTo>
                <a:lnTo>
                  <a:pt x="583043" y="104359"/>
                </a:lnTo>
                <a:lnTo>
                  <a:pt x="582841" y="104031"/>
                </a:lnTo>
                <a:lnTo>
                  <a:pt x="582625" y="103706"/>
                </a:lnTo>
                <a:lnTo>
                  <a:pt x="582394" y="103383"/>
                </a:lnTo>
                <a:lnTo>
                  <a:pt x="582148" y="103063"/>
                </a:lnTo>
                <a:lnTo>
                  <a:pt x="581887" y="102746"/>
                </a:lnTo>
                <a:lnTo>
                  <a:pt x="581611" y="102432"/>
                </a:lnTo>
                <a:lnTo>
                  <a:pt x="581321" y="102120"/>
                </a:lnTo>
                <a:lnTo>
                  <a:pt x="581015" y="101812"/>
                </a:lnTo>
                <a:lnTo>
                  <a:pt x="580694" y="101506"/>
                </a:lnTo>
                <a:lnTo>
                  <a:pt x="580359" y="101203"/>
                </a:lnTo>
                <a:lnTo>
                  <a:pt x="580008" y="100902"/>
                </a:lnTo>
                <a:lnTo>
                  <a:pt x="579801" y="100751"/>
                </a:lnTo>
                <a:lnTo>
                  <a:pt x="579576" y="100606"/>
                </a:lnTo>
                <a:lnTo>
                  <a:pt x="579333" y="100468"/>
                </a:lnTo>
                <a:lnTo>
                  <a:pt x="579073" y="100336"/>
                </a:lnTo>
                <a:lnTo>
                  <a:pt x="578795" y="100211"/>
                </a:lnTo>
                <a:lnTo>
                  <a:pt x="578500" y="100092"/>
                </a:lnTo>
                <a:lnTo>
                  <a:pt x="578187" y="99979"/>
                </a:lnTo>
                <a:lnTo>
                  <a:pt x="577856" y="99873"/>
                </a:lnTo>
                <a:lnTo>
                  <a:pt x="577508" y="99774"/>
                </a:lnTo>
                <a:lnTo>
                  <a:pt x="577142" y="99680"/>
                </a:lnTo>
                <a:lnTo>
                  <a:pt x="576759" y="99594"/>
                </a:lnTo>
                <a:lnTo>
                  <a:pt x="576358" y="99513"/>
                </a:lnTo>
                <a:lnTo>
                  <a:pt x="575940" y="99439"/>
                </a:lnTo>
                <a:lnTo>
                  <a:pt x="575504" y="99372"/>
                </a:lnTo>
                <a:lnTo>
                  <a:pt x="575051" y="99311"/>
                </a:lnTo>
                <a:lnTo>
                  <a:pt x="574580" y="99256"/>
                </a:lnTo>
                <a:lnTo>
                  <a:pt x="574091" y="99208"/>
                </a:lnTo>
                <a:lnTo>
                  <a:pt x="573585" y="99166"/>
                </a:lnTo>
                <a:lnTo>
                  <a:pt x="573062" y="99131"/>
                </a:lnTo>
                <a:lnTo>
                  <a:pt x="572520" y="99102"/>
                </a:lnTo>
                <a:lnTo>
                  <a:pt x="571961" y="99079"/>
                </a:lnTo>
                <a:lnTo>
                  <a:pt x="571385" y="99063"/>
                </a:lnTo>
                <a:lnTo>
                  <a:pt x="570791" y="99054"/>
                </a:lnTo>
                <a:lnTo>
                  <a:pt x="570180" y="99050"/>
                </a:lnTo>
                <a:lnTo>
                  <a:pt x="569565" y="98104"/>
                </a:lnTo>
                <a:lnTo>
                  <a:pt x="568960" y="97178"/>
                </a:lnTo>
                <a:lnTo>
                  <a:pt x="568367" y="96274"/>
                </a:lnTo>
                <a:lnTo>
                  <a:pt x="567784" y="95390"/>
                </a:lnTo>
                <a:lnTo>
                  <a:pt x="567211" y="94528"/>
                </a:lnTo>
                <a:lnTo>
                  <a:pt x="566649" y="93687"/>
                </a:lnTo>
                <a:lnTo>
                  <a:pt x="566098" y="92867"/>
                </a:lnTo>
                <a:lnTo>
                  <a:pt x="565557" y="92068"/>
                </a:lnTo>
                <a:lnTo>
                  <a:pt x="565027" y="91290"/>
                </a:lnTo>
                <a:lnTo>
                  <a:pt x="564507" y="90533"/>
                </a:lnTo>
                <a:lnTo>
                  <a:pt x="563998" y="89798"/>
                </a:lnTo>
                <a:lnTo>
                  <a:pt x="563500" y="89083"/>
                </a:lnTo>
                <a:lnTo>
                  <a:pt x="563012" y="88390"/>
                </a:lnTo>
                <a:lnTo>
                  <a:pt x="562535" y="87717"/>
                </a:lnTo>
                <a:lnTo>
                  <a:pt x="562069" y="87066"/>
                </a:lnTo>
                <a:lnTo>
                  <a:pt x="561613" y="86436"/>
                </a:lnTo>
                <a:lnTo>
                  <a:pt x="561167" y="85827"/>
                </a:lnTo>
                <a:lnTo>
                  <a:pt x="560733" y="85239"/>
                </a:lnTo>
                <a:lnTo>
                  <a:pt x="560309" y="84672"/>
                </a:lnTo>
                <a:lnTo>
                  <a:pt x="559895" y="84126"/>
                </a:lnTo>
                <a:lnTo>
                  <a:pt x="559492" y="83602"/>
                </a:lnTo>
                <a:lnTo>
                  <a:pt x="559100" y="83098"/>
                </a:lnTo>
                <a:lnTo>
                  <a:pt x="558718" y="82616"/>
                </a:lnTo>
                <a:lnTo>
                  <a:pt x="558347" y="82154"/>
                </a:lnTo>
                <a:lnTo>
                  <a:pt x="557760" y="81456"/>
                </a:lnTo>
                <a:lnTo>
                  <a:pt x="557176" y="80767"/>
                </a:lnTo>
                <a:lnTo>
                  <a:pt x="556595" y="80090"/>
                </a:lnTo>
                <a:lnTo>
                  <a:pt x="556017" y="79423"/>
                </a:lnTo>
                <a:lnTo>
                  <a:pt x="555442" y="78766"/>
                </a:lnTo>
                <a:lnTo>
                  <a:pt x="554870" y="78120"/>
                </a:lnTo>
                <a:lnTo>
                  <a:pt x="554301" y="77485"/>
                </a:lnTo>
                <a:lnTo>
                  <a:pt x="553735" y="76860"/>
                </a:lnTo>
                <a:lnTo>
                  <a:pt x="553172" y="76245"/>
                </a:lnTo>
                <a:lnTo>
                  <a:pt x="552612" y="75641"/>
                </a:lnTo>
                <a:lnTo>
                  <a:pt x="552055" y="75048"/>
                </a:lnTo>
                <a:lnTo>
                  <a:pt x="551500" y="74465"/>
                </a:lnTo>
                <a:lnTo>
                  <a:pt x="550949" y="73893"/>
                </a:lnTo>
                <a:lnTo>
                  <a:pt x="550401" y="73331"/>
                </a:lnTo>
                <a:lnTo>
                  <a:pt x="549856" y="72780"/>
                </a:lnTo>
                <a:lnTo>
                  <a:pt x="549314" y="72239"/>
                </a:lnTo>
                <a:lnTo>
                  <a:pt x="548774" y="71709"/>
                </a:lnTo>
                <a:lnTo>
                  <a:pt x="548238" y="71190"/>
                </a:lnTo>
                <a:lnTo>
                  <a:pt x="547705" y="70681"/>
                </a:lnTo>
                <a:lnTo>
                  <a:pt x="547175" y="70182"/>
                </a:lnTo>
                <a:lnTo>
                  <a:pt x="546647" y="69694"/>
                </a:lnTo>
                <a:lnTo>
                  <a:pt x="546123" y="69217"/>
                </a:lnTo>
                <a:lnTo>
                  <a:pt x="545602" y="68750"/>
                </a:lnTo>
                <a:lnTo>
                  <a:pt x="545083" y="68294"/>
                </a:lnTo>
                <a:lnTo>
                  <a:pt x="545972" y="67805"/>
                </a:lnTo>
                <a:lnTo>
                  <a:pt x="546843" y="67311"/>
                </a:lnTo>
                <a:lnTo>
                  <a:pt x="547694" y="66811"/>
                </a:lnTo>
                <a:lnTo>
                  <a:pt x="548526" y="66305"/>
                </a:lnTo>
                <a:lnTo>
                  <a:pt x="549340" y="65794"/>
                </a:lnTo>
                <a:lnTo>
                  <a:pt x="550135" y="65276"/>
                </a:lnTo>
                <a:lnTo>
                  <a:pt x="550911" y="64753"/>
                </a:lnTo>
                <a:lnTo>
                  <a:pt x="551667" y="64224"/>
                </a:lnTo>
                <a:lnTo>
                  <a:pt x="552405" y="63689"/>
                </a:lnTo>
                <a:lnTo>
                  <a:pt x="553125" y="63148"/>
                </a:lnTo>
                <a:lnTo>
                  <a:pt x="553825" y="62602"/>
                </a:lnTo>
                <a:lnTo>
                  <a:pt x="554506" y="62050"/>
                </a:lnTo>
                <a:lnTo>
                  <a:pt x="555169" y="61492"/>
                </a:lnTo>
                <a:lnTo>
                  <a:pt x="555812" y="60928"/>
                </a:lnTo>
                <a:lnTo>
                  <a:pt x="556437" y="60358"/>
                </a:lnTo>
                <a:lnTo>
                  <a:pt x="557043" y="59783"/>
                </a:lnTo>
                <a:lnTo>
                  <a:pt x="557630" y="59201"/>
                </a:lnTo>
                <a:lnTo>
                  <a:pt x="558198" y="58614"/>
                </a:lnTo>
                <a:lnTo>
                  <a:pt x="558747" y="58021"/>
                </a:lnTo>
                <a:lnTo>
                  <a:pt x="559278" y="57423"/>
                </a:lnTo>
                <a:lnTo>
                  <a:pt x="559789" y="56818"/>
                </a:lnTo>
                <a:lnTo>
                  <a:pt x="560281" y="56208"/>
                </a:lnTo>
                <a:lnTo>
                  <a:pt x="560755" y="55592"/>
                </a:lnTo>
                <a:lnTo>
                  <a:pt x="561210" y="54970"/>
                </a:lnTo>
                <a:lnTo>
                  <a:pt x="561646" y="54342"/>
                </a:lnTo>
                <a:lnTo>
                  <a:pt x="562063" y="53709"/>
                </a:lnTo>
                <a:lnTo>
                  <a:pt x="562462" y="53069"/>
                </a:lnTo>
                <a:lnTo>
                  <a:pt x="562843" y="52424"/>
                </a:lnTo>
                <a:lnTo>
                  <a:pt x="563204" y="51773"/>
                </a:lnTo>
                <a:lnTo>
                  <a:pt x="563548" y="51116"/>
                </a:lnTo>
                <a:lnTo>
                  <a:pt x="563872" y="50453"/>
                </a:lnTo>
                <a:lnTo>
                  <a:pt x="564179" y="49785"/>
                </a:lnTo>
                <a:lnTo>
                  <a:pt x="564466" y="49111"/>
                </a:lnTo>
                <a:lnTo>
                  <a:pt x="564735" y="48431"/>
                </a:lnTo>
                <a:lnTo>
                  <a:pt x="564986" y="47745"/>
                </a:lnTo>
                <a:lnTo>
                  <a:pt x="565218" y="47053"/>
                </a:lnTo>
                <a:lnTo>
                  <a:pt x="565431" y="46356"/>
                </a:lnTo>
                <a:lnTo>
                  <a:pt x="565626" y="45652"/>
                </a:lnTo>
                <a:lnTo>
                  <a:pt x="565802" y="44943"/>
                </a:lnTo>
                <a:lnTo>
                  <a:pt x="565960" y="44228"/>
                </a:lnTo>
                <a:lnTo>
                  <a:pt x="566099" y="43508"/>
                </a:lnTo>
                <a:lnTo>
                  <a:pt x="566220" y="42781"/>
                </a:lnTo>
                <a:lnTo>
                  <a:pt x="566322" y="42049"/>
                </a:lnTo>
                <a:lnTo>
                  <a:pt x="566405" y="41311"/>
                </a:lnTo>
                <a:lnTo>
                  <a:pt x="566470" y="40567"/>
                </a:lnTo>
                <a:lnTo>
                  <a:pt x="566517" y="39818"/>
                </a:lnTo>
                <a:lnTo>
                  <a:pt x="566544" y="39062"/>
                </a:lnTo>
                <a:lnTo>
                  <a:pt x="566554" y="38301"/>
                </a:lnTo>
                <a:lnTo>
                  <a:pt x="566534" y="37083"/>
                </a:lnTo>
                <a:lnTo>
                  <a:pt x="566474" y="35880"/>
                </a:lnTo>
                <a:lnTo>
                  <a:pt x="566375" y="34693"/>
                </a:lnTo>
                <a:lnTo>
                  <a:pt x="566237" y="33521"/>
                </a:lnTo>
                <a:lnTo>
                  <a:pt x="566059" y="32364"/>
                </a:lnTo>
                <a:lnTo>
                  <a:pt x="565841" y="31223"/>
                </a:lnTo>
                <a:lnTo>
                  <a:pt x="565584" y="30098"/>
                </a:lnTo>
                <a:lnTo>
                  <a:pt x="565287" y="28988"/>
                </a:lnTo>
                <a:lnTo>
                  <a:pt x="564950" y="27893"/>
                </a:lnTo>
                <a:lnTo>
                  <a:pt x="564574" y="26814"/>
                </a:lnTo>
                <a:lnTo>
                  <a:pt x="564158" y="25750"/>
                </a:lnTo>
                <a:lnTo>
                  <a:pt x="563703" y="24701"/>
                </a:lnTo>
                <a:lnTo>
                  <a:pt x="563208" y="23668"/>
                </a:lnTo>
                <a:lnTo>
                  <a:pt x="562673" y="22651"/>
                </a:lnTo>
                <a:lnTo>
                  <a:pt x="562099" y="21649"/>
                </a:lnTo>
                <a:lnTo>
                  <a:pt x="561486" y="20662"/>
                </a:lnTo>
                <a:lnTo>
                  <a:pt x="560832" y="19691"/>
                </a:lnTo>
                <a:lnTo>
                  <a:pt x="560139" y="18735"/>
                </a:lnTo>
                <a:lnTo>
                  <a:pt x="559407" y="17794"/>
                </a:lnTo>
                <a:lnTo>
                  <a:pt x="558635" y="16869"/>
                </a:lnTo>
                <a:lnTo>
                  <a:pt x="557823" y="15960"/>
                </a:lnTo>
                <a:lnTo>
                  <a:pt x="556972" y="15066"/>
                </a:lnTo>
                <a:lnTo>
                  <a:pt x="556081" y="14187"/>
                </a:lnTo>
                <a:lnTo>
                  <a:pt x="555150" y="13324"/>
                </a:lnTo>
                <a:lnTo>
                  <a:pt x="554184" y="12486"/>
                </a:lnTo>
                <a:lnTo>
                  <a:pt x="553185" y="11683"/>
                </a:lnTo>
                <a:lnTo>
                  <a:pt x="552154" y="10917"/>
                </a:lnTo>
                <a:lnTo>
                  <a:pt x="551091" y="10186"/>
                </a:lnTo>
                <a:lnTo>
                  <a:pt x="549995" y="9490"/>
                </a:lnTo>
                <a:lnTo>
                  <a:pt x="548867" y="8830"/>
                </a:lnTo>
                <a:lnTo>
                  <a:pt x="547707" y="8206"/>
                </a:lnTo>
                <a:lnTo>
                  <a:pt x="546515" y="7618"/>
                </a:lnTo>
                <a:lnTo>
                  <a:pt x="545290" y="7065"/>
                </a:lnTo>
                <a:lnTo>
                  <a:pt x="544033" y="6548"/>
                </a:lnTo>
                <a:lnTo>
                  <a:pt x="542743" y="6067"/>
                </a:lnTo>
                <a:lnTo>
                  <a:pt x="541421" y="5621"/>
                </a:lnTo>
                <a:lnTo>
                  <a:pt x="540067" y="5211"/>
                </a:lnTo>
                <a:lnTo>
                  <a:pt x="538681" y="4837"/>
                </a:lnTo>
                <a:lnTo>
                  <a:pt x="537262" y="4498"/>
                </a:lnTo>
                <a:lnTo>
                  <a:pt x="535811" y="4195"/>
                </a:lnTo>
                <a:lnTo>
                  <a:pt x="534328" y="3927"/>
                </a:lnTo>
                <a:lnTo>
                  <a:pt x="532812" y="3695"/>
                </a:lnTo>
                <a:lnTo>
                  <a:pt x="531264" y="3499"/>
                </a:lnTo>
                <a:lnTo>
                  <a:pt x="529684" y="3339"/>
                </a:lnTo>
                <a:lnTo>
                  <a:pt x="528072" y="3214"/>
                </a:lnTo>
                <a:lnTo>
                  <a:pt x="526427" y="3125"/>
                </a:lnTo>
                <a:lnTo>
                  <a:pt x="524750" y="3071"/>
                </a:lnTo>
                <a:lnTo>
                  <a:pt x="523040" y="3054"/>
                </a:lnTo>
                <a:lnTo>
                  <a:pt x="478763" y="2863"/>
                </a:lnTo>
                <a:lnTo>
                  <a:pt x="478182" y="2867"/>
                </a:lnTo>
                <a:lnTo>
                  <a:pt x="477615" y="2882"/>
                </a:lnTo>
                <a:lnTo>
                  <a:pt x="477061" y="2905"/>
                </a:lnTo>
                <a:lnTo>
                  <a:pt x="476522" y="2938"/>
                </a:lnTo>
                <a:lnTo>
                  <a:pt x="475997" y="2981"/>
                </a:lnTo>
                <a:lnTo>
                  <a:pt x="475486" y="3033"/>
                </a:lnTo>
                <a:lnTo>
                  <a:pt x="474989" y="3094"/>
                </a:lnTo>
                <a:lnTo>
                  <a:pt x="474506" y="3165"/>
                </a:lnTo>
                <a:lnTo>
                  <a:pt x="474038" y="3245"/>
                </a:lnTo>
                <a:lnTo>
                  <a:pt x="473583" y="3335"/>
                </a:lnTo>
                <a:lnTo>
                  <a:pt x="473142" y="3434"/>
                </a:lnTo>
                <a:lnTo>
                  <a:pt x="472716" y="3543"/>
                </a:lnTo>
                <a:lnTo>
                  <a:pt x="472303" y="3661"/>
                </a:lnTo>
                <a:lnTo>
                  <a:pt x="471905" y="3788"/>
                </a:lnTo>
                <a:lnTo>
                  <a:pt x="471521" y="3925"/>
                </a:lnTo>
                <a:lnTo>
                  <a:pt x="471151" y="4071"/>
                </a:lnTo>
                <a:lnTo>
                  <a:pt x="470794" y="4227"/>
                </a:lnTo>
                <a:lnTo>
                  <a:pt x="470452" y="4393"/>
                </a:lnTo>
                <a:lnTo>
                  <a:pt x="470125" y="4567"/>
                </a:lnTo>
                <a:lnTo>
                  <a:pt x="469811" y="4751"/>
                </a:lnTo>
                <a:lnTo>
                  <a:pt x="469511" y="4945"/>
                </a:lnTo>
                <a:lnTo>
                  <a:pt x="469225" y="5148"/>
                </a:lnTo>
                <a:lnTo>
                  <a:pt x="468954" y="5360"/>
                </a:lnTo>
                <a:lnTo>
                  <a:pt x="468696" y="5582"/>
                </a:lnTo>
                <a:lnTo>
                  <a:pt x="468451" y="5812"/>
                </a:lnTo>
                <a:lnTo>
                  <a:pt x="468216" y="6047"/>
                </a:lnTo>
                <a:lnTo>
                  <a:pt x="467992" y="6288"/>
                </a:lnTo>
                <a:lnTo>
                  <a:pt x="467778" y="6535"/>
                </a:lnTo>
                <a:lnTo>
                  <a:pt x="467574" y="6788"/>
                </a:lnTo>
                <a:lnTo>
                  <a:pt x="467381" y="7046"/>
                </a:lnTo>
                <a:lnTo>
                  <a:pt x="467198" y="7311"/>
                </a:lnTo>
                <a:lnTo>
                  <a:pt x="467026" y="7581"/>
                </a:lnTo>
                <a:lnTo>
                  <a:pt x="466864" y="7857"/>
                </a:lnTo>
                <a:lnTo>
                  <a:pt x="466713" y="8139"/>
                </a:lnTo>
                <a:lnTo>
                  <a:pt x="466572" y="8426"/>
                </a:lnTo>
                <a:lnTo>
                  <a:pt x="466442" y="8719"/>
                </a:lnTo>
                <a:lnTo>
                  <a:pt x="466322" y="9019"/>
                </a:lnTo>
                <a:lnTo>
                  <a:pt x="466212" y="9323"/>
                </a:lnTo>
                <a:lnTo>
                  <a:pt x="466113" y="9634"/>
                </a:lnTo>
                <a:lnTo>
                  <a:pt x="466024" y="9951"/>
                </a:lnTo>
                <a:lnTo>
                  <a:pt x="465946" y="10273"/>
                </a:lnTo>
                <a:lnTo>
                  <a:pt x="465878" y="10601"/>
                </a:lnTo>
                <a:lnTo>
                  <a:pt x="465821" y="10935"/>
                </a:lnTo>
                <a:lnTo>
                  <a:pt x="465774" y="11275"/>
                </a:lnTo>
                <a:lnTo>
                  <a:pt x="465737" y="11620"/>
                </a:lnTo>
                <a:lnTo>
                  <a:pt x="465711" y="11971"/>
                </a:lnTo>
                <a:lnTo>
                  <a:pt x="465695" y="12329"/>
                </a:lnTo>
                <a:lnTo>
                  <a:pt x="465690" y="12691"/>
                </a:lnTo>
                <a:lnTo>
                  <a:pt x="465695" y="13054"/>
                </a:lnTo>
                <a:lnTo>
                  <a:pt x="465711" y="13411"/>
                </a:lnTo>
                <a:lnTo>
                  <a:pt x="465737" y="13763"/>
                </a:lnTo>
                <a:lnTo>
                  <a:pt x="465774" y="14108"/>
                </a:lnTo>
                <a:lnTo>
                  <a:pt x="465821" y="14448"/>
                </a:lnTo>
                <a:lnTo>
                  <a:pt x="465878" y="14782"/>
                </a:lnTo>
                <a:lnTo>
                  <a:pt x="465946" y="15110"/>
                </a:lnTo>
                <a:lnTo>
                  <a:pt x="466024" y="15432"/>
                </a:lnTo>
                <a:lnTo>
                  <a:pt x="466113" y="15749"/>
                </a:lnTo>
                <a:lnTo>
                  <a:pt x="466212" y="16059"/>
                </a:lnTo>
                <a:lnTo>
                  <a:pt x="466322" y="16364"/>
                </a:lnTo>
                <a:lnTo>
                  <a:pt x="466442" y="16663"/>
                </a:lnTo>
                <a:lnTo>
                  <a:pt x="466572" y="16957"/>
                </a:lnTo>
                <a:lnTo>
                  <a:pt x="466713" y="17244"/>
                </a:lnTo>
                <a:lnTo>
                  <a:pt x="466864" y="17526"/>
                </a:lnTo>
                <a:lnTo>
                  <a:pt x="467026" y="17802"/>
                </a:lnTo>
                <a:lnTo>
                  <a:pt x="467198" y="18072"/>
                </a:lnTo>
                <a:lnTo>
                  <a:pt x="467381" y="18336"/>
                </a:lnTo>
                <a:lnTo>
                  <a:pt x="467574" y="18595"/>
                </a:lnTo>
                <a:lnTo>
                  <a:pt x="467778" y="18848"/>
                </a:lnTo>
                <a:lnTo>
                  <a:pt x="467992" y="19095"/>
                </a:lnTo>
                <a:lnTo>
                  <a:pt x="468216" y="19336"/>
                </a:lnTo>
                <a:lnTo>
                  <a:pt x="468451" y="19571"/>
                </a:lnTo>
                <a:lnTo>
                  <a:pt x="468696" y="19801"/>
                </a:lnTo>
                <a:lnTo>
                  <a:pt x="468954" y="20022"/>
                </a:lnTo>
                <a:lnTo>
                  <a:pt x="469225" y="20235"/>
                </a:lnTo>
                <a:lnTo>
                  <a:pt x="469511" y="20438"/>
                </a:lnTo>
                <a:lnTo>
                  <a:pt x="469811" y="20632"/>
                </a:lnTo>
                <a:lnTo>
                  <a:pt x="470125" y="20816"/>
                </a:lnTo>
                <a:lnTo>
                  <a:pt x="470452" y="20990"/>
                </a:lnTo>
                <a:lnTo>
                  <a:pt x="470794" y="21156"/>
                </a:lnTo>
                <a:lnTo>
                  <a:pt x="471151" y="21311"/>
                </a:lnTo>
                <a:lnTo>
                  <a:pt x="471521" y="21458"/>
                </a:lnTo>
                <a:lnTo>
                  <a:pt x="471905" y="21595"/>
                </a:lnTo>
                <a:lnTo>
                  <a:pt x="472303" y="21722"/>
                </a:lnTo>
                <a:lnTo>
                  <a:pt x="472716" y="21840"/>
                </a:lnTo>
                <a:lnTo>
                  <a:pt x="473142" y="21949"/>
                </a:lnTo>
                <a:lnTo>
                  <a:pt x="473583" y="22048"/>
                </a:lnTo>
                <a:lnTo>
                  <a:pt x="474038" y="22138"/>
                </a:lnTo>
                <a:lnTo>
                  <a:pt x="474506" y="22218"/>
                </a:lnTo>
                <a:lnTo>
                  <a:pt x="474989" y="22289"/>
                </a:lnTo>
                <a:lnTo>
                  <a:pt x="475486" y="22350"/>
                </a:lnTo>
                <a:lnTo>
                  <a:pt x="475997" y="22402"/>
                </a:lnTo>
                <a:lnTo>
                  <a:pt x="476522" y="22445"/>
                </a:lnTo>
                <a:lnTo>
                  <a:pt x="477061" y="22478"/>
                </a:lnTo>
                <a:lnTo>
                  <a:pt x="477615" y="22501"/>
                </a:lnTo>
                <a:lnTo>
                  <a:pt x="478182" y="22515"/>
                </a:lnTo>
                <a:lnTo>
                  <a:pt x="478763" y="22520"/>
                </a:lnTo>
                <a:lnTo>
                  <a:pt x="481817" y="22520"/>
                </a:lnTo>
                <a:lnTo>
                  <a:pt x="481817" y="99050"/>
                </a:lnTo>
                <a:lnTo>
                  <a:pt x="478763" y="99050"/>
                </a:lnTo>
                <a:lnTo>
                  <a:pt x="478190" y="99055"/>
                </a:lnTo>
                <a:lnTo>
                  <a:pt x="477629" y="99069"/>
                </a:lnTo>
                <a:lnTo>
                  <a:pt x="477083" y="99092"/>
                </a:lnTo>
                <a:lnTo>
                  <a:pt x="476550" y="99125"/>
                </a:lnTo>
                <a:lnTo>
                  <a:pt x="476031" y="99166"/>
                </a:lnTo>
                <a:lnTo>
                  <a:pt x="475525" y="99217"/>
                </a:lnTo>
                <a:lnTo>
                  <a:pt x="475033" y="99278"/>
                </a:lnTo>
                <a:lnTo>
                  <a:pt x="474554" y="99347"/>
                </a:lnTo>
                <a:lnTo>
                  <a:pt x="474089" y="99426"/>
                </a:lnTo>
                <a:lnTo>
                  <a:pt x="473638" y="99514"/>
                </a:lnTo>
                <a:lnTo>
                  <a:pt x="473200" y="99612"/>
                </a:lnTo>
                <a:lnTo>
                  <a:pt x="472775" y="99718"/>
                </a:lnTo>
                <a:lnTo>
                  <a:pt x="472365" y="99834"/>
                </a:lnTo>
                <a:lnTo>
                  <a:pt x="471968" y="99960"/>
                </a:lnTo>
                <a:lnTo>
                  <a:pt x="471584" y="100094"/>
                </a:lnTo>
                <a:lnTo>
                  <a:pt x="471214" y="100238"/>
                </a:lnTo>
                <a:lnTo>
                  <a:pt x="470858" y="100391"/>
                </a:lnTo>
                <a:lnTo>
                  <a:pt x="470515" y="100553"/>
                </a:lnTo>
                <a:lnTo>
                  <a:pt x="470186" y="100725"/>
                </a:lnTo>
                <a:lnTo>
                  <a:pt x="469870" y="100906"/>
                </a:lnTo>
                <a:lnTo>
                  <a:pt x="469568" y="101096"/>
                </a:lnTo>
                <a:lnTo>
                  <a:pt x="469280" y="101295"/>
                </a:lnTo>
                <a:lnTo>
                  <a:pt x="469005" y="101504"/>
                </a:lnTo>
                <a:lnTo>
                  <a:pt x="468744" y="101722"/>
                </a:lnTo>
                <a:lnTo>
                  <a:pt x="468495" y="101948"/>
                </a:lnTo>
                <a:lnTo>
                  <a:pt x="468256" y="102179"/>
                </a:lnTo>
                <a:lnTo>
                  <a:pt x="468028" y="102417"/>
                </a:lnTo>
                <a:lnTo>
                  <a:pt x="467811" y="102661"/>
                </a:lnTo>
                <a:lnTo>
                  <a:pt x="467604" y="102910"/>
                </a:lnTo>
                <a:lnTo>
                  <a:pt x="467408" y="103166"/>
                </a:lnTo>
                <a:lnTo>
                  <a:pt x="467222" y="103427"/>
                </a:lnTo>
                <a:lnTo>
                  <a:pt x="467047" y="103694"/>
                </a:lnTo>
                <a:lnTo>
                  <a:pt x="466883" y="103968"/>
                </a:lnTo>
                <a:lnTo>
                  <a:pt x="466729" y="104247"/>
                </a:lnTo>
                <a:lnTo>
                  <a:pt x="466586" y="104532"/>
                </a:lnTo>
                <a:lnTo>
                  <a:pt x="466454" y="104824"/>
                </a:lnTo>
                <a:lnTo>
                  <a:pt x="466332" y="105121"/>
                </a:lnTo>
                <a:lnTo>
                  <a:pt x="466220" y="105424"/>
                </a:lnTo>
                <a:lnTo>
                  <a:pt x="466120" y="105733"/>
                </a:lnTo>
                <a:lnTo>
                  <a:pt x="466029" y="106048"/>
                </a:lnTo>
                <a:lnTo>
                  <a:pt x="465950" y="106369"/>
                </a:lnTo>
                <a:lnTo>
                  <a:pt x="465881" y="106696"/>
                </a:lnTo>
                <a:lnTo>
                  <a:pt x="465823" y="107029"/>
                </a:lnTo>
                <a:lnTo>
                  <a:pt x="465775" y="107368"/>
                </a:lnTo>
                <a:lnTo>
                  <a:pt x="465738" y="107713"/>
                </a:lnTo>
                <a:lnTo>
                  <a:pt x="465711" y="108064"/>
                </a:lnTo>
                <a:lnTo>
                  <a:pt x="465696" y="108421"/>
                </a:lnTo>
                <a:lnTo>
                  <a:pt x="465690" y="108784"/>
                </a:lnTo>
                <a:lnTo>
                  <a:pt x="465695" y="109147"/>
                </a:lnTo>
                <a:lnTo>
                  <a:pt x="465711" y="109504"/>
                </a:lnTo>
                <a:lnTo>
                  <a:pt x="465737" y="109856"/>
                </a:lnTo>
                <a:lnTo>
                  <a:pt x="465774" y="110202"/>
                </a:lnTo>
                <a:lnTo>
                  <a:pt x="465821" y="110542"/>
                </a:lnTo>
                <a:lnTo>
                  <a:pt x="465878" y="110877"/>
                </a:lnTo>
                <a:lnTo>
                  <a:pt x="465946" y="111206"/>
                </a:lnTo>
                <a:lnTo>
                  <a:pt x="466024" y="111530"/>
                </a:lnTo>
                <a:lnTo>
                  <a:pt x="466113" y="111848"/>
                </a:lnTo>
                <a:lnTo>
                  <a:pt x="466212" y="112160"/>
                </a:lnTo>
                <a:lnTo>
                  <a:pt x="466322" y="112467"/>
                </a:lnTo>
                <a:lnTo>
                  <a:pt x="466442" y="112768"/>
                </a:lnTo>
                <a:lnTo>
                  <a:pt x="466572" y="113063"/>
                </a:lnTo>
                <a:lnTo>
                  <a:pt x="466713" y="113353"/>
                </a:lnTo>
                <a:lnTo>
                  <a:pt x="466864" y="113637"/>
                </a:lnTo>
                <a:lnTo>
                  <a:pt x="467026" y="113915"/>
                </a:lnTo>
                <a:lnTo>
                  <a:pt x="467198" y="114188"/>
                </a:lnTo>
                <a:lnTo>
                  <a:pt x="467381" y="114455"/>
                </a:lnTo>
                <a:lnTo>
                  <a:pt x="467574" y="114717"/>
                </a:lnTo>
                <a:lnTo>
                  <a:pt x="467778" y="114973"/>
                </a:lnTo>
                <a:lnTo>
                  <a:pt x="467992" y="115223"/>
                </a:lnTo>
                <a:lnTo>
                  <a:pt x="468216" y="115468"/>
                </a:lnTo>
                <a:lnTo>
                  <a:pt x="468451" y="115707"/>
                </a:lnTo>
                <a:lnTo>
                  <a:pt x="468696" y="115940"/>
                </a:lnTo>
                <a:lnTo>
                  <a:pt x="468954" y="116166"/>
                </a:lnTo>
                <a:lnTo>
                  <a:pt x="469225" y="116382"/>
                </a:lnTo>
                <a:lnTo>
                  <a:pt x="469511" y="116589"/>
                </a:lnTo>
                <a:lnTo>
                  <a:pt x="469811" y="116786"/>
                </a:lnTo>
                <a:lnTo>
                  <a:pt x="470125" y="116973"/>
                </a:lnTo>
                <a:lnTo>
                  <a:pt x="470452" y="117151"/>
                </a:lnTo>
                <a:lnTo>
                  <a:pt x="470794" y="117319"/>
                </a:lnTo>
                <a:lnTo>
                  <a:pt x="471151" y="117478"/>
                </a:lnTo>
                <a:lnTo>
                  <a:pt x="471521" y="117627"/>
                </a:lnTo>
                <a:lnTo>
                  <a:pt x="471905" y="117766"/>
                </a:lnTo>
                <a:lnTo>
                  <a:pt x="472303" y="117896"/>
                </a:lnTo>
                <a:lnTo>
                  <a:pt x="472716" y="118016"/>
                </a:lnTo>
                <a:lnTo>
                  <a:pt x="473142" y="118126"/>
                </a:lnTo>
                <a:lnTo>
                  <a:pt x="473583" y="118227"/>
                </a:lnTo>
                <a:lnTo>
                  <a:pt x="474038" y="118319"/>
                </a:lnTo>
                <a:lnTo>
                  <a:pt x="474506" y="118400"/>
                </a:lnTo>
                <a:lnTo>
                  <a:pt x="474989" y="118472"/>
                </a:lnTo>
                <a:lnTo>
                  <a:pt x="475486" y="118535"/>
                </a:lnTo>
                <a:lnTo>
                  <a:pt x="475997" y="118588"/>
                </a:lnTo>
                <a:lnTo>
                  <a:pt x="476522" y="118631"/>
                </a:lnTo>
                <a:lnTo>
                  <a:pt x="477061" y="118665"/>
                </a:lnTo>
                <a:lnTo>
                  <a:pt x="477615" y="118689"/>
                </a:lnTo>
                <a:lnTo>
                  <a:pt x="478182" y="118703"/>
                </a:lnTo>
                <a:lnTo>
                  <a:pt x="478763" y="118708"/>
                </a:lnTo>
                <a:lnTo>
                  <a:pt x="508440" y="118708"/>
                </a:lnTo>
                <a:lnTo>
                  <a:pt x="509022" y="118703"/>
                </a:lnTo>
                <a:lnTo>
                  <a:pt x="509589" y="118689"/>
                </a:lnTo>
                <a:lnTo>
                  <a:pt x="510142" y="118665"/>
                </a:lnTo>
                <a:lnTo>
                  <a:pt x="510681" y="118632"/>
                </a:lnTo>
                <a:lnTo>
                  <a:pt x="511206" y="118590"/>
                </a:lnTo>
                <a:lnTo>
                  <a:pt x="511717" y="118538"/>
                </a:lnTo>
                <a:lnTo>
                  <a:pt x="512214" y="118476"/>
                </a:lnTo>
                <a:lnTo>
                  <a:pt x="512697" y="118406"/>
                </a:lnTo>
                <a:lnTo>
                  <a:pt x="513166" y="118325"/>
                </a:lnTo>
                <a:lnTo>
                  <a:pt x="513621" y="118236"/>
                </a:lnTo>
                <a:lnTo>
                  <a:pt x="514061" y="118136"/>
                </a:lnTo>
                <a:lnTo>
                  <a:pt x="514488" y="118028"/>
                </a:lnTo>
                <a:lnTo>
                  <a:pt x="514900" y="117910"/>
                </a:lnTo>
                <a:lnTo>
                  <a:pt x="515299" y="117782"/>
                </a:lnTo>
                <a:lnTo>
                  <a:pt x="515683" y="117645"/>
                </a:lnTo>
                <a:lnTo>
                  <a:pt x="516053" y="117499"/>
                </a:lnTo>
                <a:lnTo>
                  <a:pt x="516409" y="117343"/>
                </a:lnTo>
                <a:lnTo>
                  <a:pt x="516751" y="117178"/>
                </a:lnTo>
                <a:lnTo>
                  <a:pt x="517079" y="117003"/>
                </a:lnTo>
                <a:lnTo>
                  <a:pt x="517393" y="116819"/>
                </a:lnTo>
                <a:lnTo>
                  <a:pt x="517693" y="116626"/>
                </a:lnTo>
                <a:lnTo>
                  <a:pt x="517978" y="116423"/>
                </a:lnTo>
                <a:lnTo>
                  <a:pt x="518250" y="116210"/>
                </a:lnTo>
                <a:lnTo>
                  <a:pt x="518508" y="115988"/>
                </a:lnTo>
                <a:lnTo>
                  <a:pt x="518753" y="115759"/>
                </a:lnTo>
                <a:lnTo>
                  <a:pt x="518988" y="115523"/>
                </a:lnTo>
                <a:lnTo>
                  <a:pt x="519212" y="115282"/>
                </a:lnTo>
                <a:lnTo>
                  <a:pt x="519426" y="115035"/>
                </a:lnTo>
                <a:lnTo>
                  <a:pt x="519629" y="114783"/>
                </a:lnTo>
                <a:lnTo>
                  <a:pt x="519823" y="114524"/>
                </a:lnTo>
                <a:lnTo>
                  <a:pt x="520005" y="114260"/>
                </a:lnTo>
                <a:lnTo>
                  <a:pt x="520177" y="113990"/>
                </a:lnTo>
                <a:lnTo>
                  <a:pt x="520339" y="113714"/>
                </a:lnTo>
                <a:lnTo>
                  <a:pt x="520491" y="113432"/>
                </a:lnTo>
                <a:lnTo>
                  <a:pt x="520631" y="113144"/>
                </a:lnTo>
                <a:lnTo>
                  <a:pt x="520762" y="112851"/>
                </a:lnTo>
                <a:lnTo>
                  <a:pt x="520882" y="112552"/>
                </a:lnTo>
                <a:lnTo>
                  <a:pt x="520992" y="112247"/>
                </a:lnTo>
                <a:lnTo>
                  <a:pt x="521091" y="111936"/>
                </a:lnTo>
                <a:lnTo>
                  <a:pt x="521179" y="111620"/>
                </a:lnTo>
                <a:lnTo>
                  <a:pt x="521258" y="111298"/>
                </a:lnTo>
                <a:lnTo>
                  <a:pt x="521326" y="110969"/>
                </a:lnTo>
                <a:lnTo>
                  <a:pt x="521383" y="110636"/>
                </a:lnTo>
                <a:lnTo>
                  <a:pt x="521430" y="110296"/>
                </a:lnTo>
                <a:lnTo>
                  <a:pt x="521466" y="109950"/>
                </a:lnTo>
                <a:lnTo>
                  <a:pt x="521493" y="109599"/>
                </a:lnTo>
                <a:lnTo>
                  <a:pt x="521508" y="109242"/>
                </a:lnTo>
                <a:lnTo>
                  <a:pt x="521513" y="108879"/>
                </a:lnTo>
                <a:lnTo>
                  <a:pt x="521508" y="108516"/>
                </a:lnTo>
                <a:lnTo>
                  <a:pt x="521493" y="108159"/>
                </a:lnTo>
                <a:lnTo>
                  <a:pt x="521466" y="107808"/>
                </a:lnTo>
                <a:lnTo>
                  <a:pt x="521430" y="107462"/>
                </a:lnTo>
                <a:lnTo>
                  <a:pt x="521383" y="107123"/>
                </a:lnTo>
                <a:lnTo>
                  <a:pt x="521326" y="106789"/>
                </a:lnTo>
                <a:lnTo>
                  <a:pt x="521258" y="106461"/>
                </a:lnTo>
                <a:lnTo>
                  <a:pt x="521179" y="106138"/>
                </a:lnTo>
                <a:lnTo>
                  <a:pt x="521091" y="105822"/>
                </a:lnTo>
                <a:lnTo>
                  <a:pt x="520992" y="105511"/>
                </a:lnTo>
                <a:lnTo>
                  <a:pt x="520882" y="105206"/>
                </a:lnTo>
                <a:lnTo>
                  <a:pt x="520762" y="104907"/>
                </a:lnTo>
                <a:lnTo>
                  <a:pt x="520631" y="104614"/>
                </a:lnTo>
                <a:lnTo>
                  <a:pt x="520491" y="104326"/>
                </a:lnTo>
                <a:lnTo>
                  <a:pt x="520339" y="104044"/>
                </a:lnTo>
                <a:lnTo>
                  <a:pt x="520177" y="103769"/>
                </a:lnTo>
                <a:lnTo>
                  <a:pt x="520005" y="103498"/>
                </a:lnTo>
                <a:lnTo>
                  <a:pt x="519823" y="103234"/>
                </a:lnTo>
                <a:lnTo>
                  <a:pt x="519629" y="102976"/>
                </a:lnTo>
                <a:lnTo>
                  <a:pt x="519426" y="102723"/>
                </a:lnTo>
                <a:lnTo>
                  <a:pt x="519212" y="102476"/>
                </a:lnTo>
                <a:lnTo>
                  <a:pt x="518988" y="102235"/>
                </a:lnTo>
                <a:lnTo>
                  <a:pt x="518753" y="101999"/>
                </a:lnTo>
                <a:lnTo>
                  <a:pt x="518508" y="101770"/>
                </a:lnTo>
                <a:lnTo>
                  <a:pt x="518250" y="101548"/>
                </a:lnTo>
                <a:lnTo>
                  <a:pt x="517978" y="101336"/>
                </a:lnTo>
                <a:lnTo>
                  <a:pt x="517693" y="101133"/>
                </a:lnTo>
                <a:lnTo>
                  <a:pt x="517393" y="100939"/>
                </a:lnTo>
                <a:lnTo>
                  <a:pt x="517079" y="100755"/>
                </a:lnTo>
                <a:lnTo>
                  <a:pt x="516751" y="100580"/>
                </a:lnTo>
                <a:lnTo>
                  <a:pt x="516409" y="100415"/>
                </a:lnTo>
                <a:lnTo>
                  <a:pt x="516053" y="100259"/>
                </a:lnTo>
                <a:lnTo>
                  <a:pt x="515683" y="100113"/>
                </a:lnTo>
                <a:lnTo>
                  <a:pt x="515299" y="99976"/>
                </a:lnTo>
                <a:lnTo>
                  <a:pt x="514900" y="99848"/>
                </a:lnTo>
                <a:lnTo>
                  <a:pt x="514488" y="99730"/>
                </a:lnTo>
                <a:lnTo>
                  <a:pt x="514061" y="99622"/>
                </a:lnTo>
                <a:lnTo>
                  <a:pt x="513621" y="99523"/>
                </a:lnTo>
                <a:lnTo>
                  <a:pt x="513166" y="99433"/>
                </a:lnTo>
                <a:lnTo>
                  <a:pt x="512697" y="99353"/>
                </a:lnTo>
                <a:lnTo>
                  <a:pt x="512214" y="99282"/>
                </a:lnTo>
                <a:lnTo>
                  <a:pt x="511717" y="99220"/>
                </a:lnTo>
                <a:lnTo>
                  <a:pt x="511206" y="99168"/>
                </a:lnTo>
                <a:lnTo>
                  <a:pt x="510681" y="99126"/>
                </a:lnTo>
                <a:lnTo>
                  <a:pt x="510142" y="99093"/>
                </a:lnTo>
                <a:lnTo>
                  <a:pt x="509589" y="99069"/>
                </a:lnTo>
                <a:lnTo>
                  <a:pt x="509022" y="99055"/>
                </a:lnTo>
                <a:lnTo>
                  <a:pt x="508440" y="99050"/>
                </a:lnTo>
                <a:lnTo>
                  <a:pt x="501379" y="99050"/>
                </a:lnTo>
                <a:lnTo>
                  <a:pt x="501379" y="74622"/>
                </a:lnTo>
                <a:lnTo>
                  <a:pt x="520750" y="74622"/>
                </a:lnTo>
                <a:lnTo>
                  <a:pt x="522068" y="75292"/>
                </a:lnTo>
                <a:close/>
                <a:moveTo>
                  <a:pt x="523804" y="22711"/>
                </a:moveTo>
                <a:lnTo>
                  <a:pt x="524740" y="22719"/>
                </a:lnTo>
                <a:lnTo>
                  <a:pt x="525658" y="22744"/>
                </a:lnTo>
                <a:lnTo>
                  <a:pt x="526557" y="22785"/>
                </a:lnTo>
                <a:lnTo>
                  <a:pt x="527438" y="22842"/>
                </a:lnTo>
                <a:lnTo>
                  <a:pt x="528299" y="22915"/>
                </a:lnTo>
                <a:lnTo>
                  <a:pt x="529141" y="23005"/>
                </a:lnTo>
                <a:lnTo>
                  <a:pt x="529965" y="23112"/>
                </a:lnTo>
                <a:lnTo>
                  <a:pt x="530770" y="23234"/>
                </a:lnTo>
                <a:lnTo>
                  <a:pt x="531555" y="23374"/>
                </a:lnTo>
                <a:lnTo>
                  <a:pt x="532322" y="23529"/>
                </a:lnTo>
                <a:lnTo>
                  <a:pt x="533070" y="23701"/>
                </a:lnTo>
                <a:lnTo>
                  <a:pt x="533799" y="23889"/>
                </a:lnTo>
                <a:lnTo>
                  <a:pt x="534509" y="24093"/>
                </a:lnTo>
                <a:lnTo>
                  <a:pt x="535201" y="24314"/>
                </a:lnTo>
                <a:lnTo>
                  <a:pt x="535873" y="24551"/>
                </a:lnTo>
                <a:lnTo>
                  <a:pt x="536527" y="24805"/>
                </a:lnTo>
                <a:lnTo>
                  <a:pt x="537161" y="25075"/>
                </a:lnTo>
                <a:lnTo>
                  <a:pt x="537777" y="25361"/>
                </a:lnTo>
                <a:lnTo>
                  <a:pt x="538374" y="25664"/>
                </a:lnTo>
                <a:lnTo>
                  <a:pt x="538952" y="25983"/>
                </a:lnTo>
                <a:lnTo>
                  <a:pt x="539511" y="26318"/>
                </a:lnTo>
                <a:lnTo>
                  <a:pt x="540052" y="26670"/>
                </a:lnTo>
                <a:lnTo>
                  <a:pt x="540573" y="27038"/>
                </a:lnTo>
                <a:lnTo>
                  <a:pt x="541075" y="27423"/>
                </a:lnTo>
                <a:lnTo>
                  <a:pt x="541558" y="27816"/>
                </a:lnTo>
                <a:lnTo>
                  <a:pt x="542020" y="28213"/>
                </a:lnTo>
                <a:lnTo>
                  <a:pt x="542462" y="28612"/>
                </a:lnTo>
                <a:lnTo>
                  <a:pt x="542883" y="29015"/>
                </a:lnTo>
                <a:lnTo>
                  <a:pt x="543284" y="29420"/>
                </a:lnTo>
                <a:lnTo>
                  <a:pt x="543664" y="29827"/>
                </a:lnTo>
                <a:lnTo>
                  <a:pt x="544023" y="30238"/>
                </a:lnTo>
                <a:lnTo>
                  <a:pt x="544362" y="30651"/>
                </a:lnTo>
                <a:lnTo>
                  <a:pt x="544681" y="31068"/>
                </a:lnTo>
                <a:lnTo>
                  <a:pt x="544978" y="31487"/>
                </a:lnTo>
                <a:lnTo>
                  <a:pt x="545256" y="31909"/>
                </a:lnTo>
                <a:lnTo>
                  <a:pt x="545513" y="32333"/>
                </a:lnTo>
                <a:lnTo>
                  <a:pt x="545749" y="32761"/>
                </a:lnTo>
                <a:lnTo>
                  <a:pt x="545965" y="33191"/>
                </a:lnTo>
                <a:lnTo>
                  <a:pt x="546160" y="33624"/>
                </a:lnTo>
                <a:lnTo>
                  <a:pt x="546334" y="34060"/>
                </a:lnTo>
                <a:lnTo>
                  <a:pt x="546488" y="34499"/>
                </a:lnTo>
                <a:lnTo>
                  <a:pt x="546622" y="34940"/>
                </a:lnTo>
                <a:lnTo>
                  <a:pt x="546735" y="35384"/>
                </a:lnTo>
                <a:lnTo>
                  <a:pt x="546827" y="35831"/>
                </a:lnTo>
                <a:lnTo>
                  <a:pt x="546899" y="36281"/>
                </a:lnTo>
                <a:lnTo>
                  <a:pt x="546951" y="36734"/>
                </a:lnTo>
                <a:lnTo>
                  <a:pt x="546981" y="37190"/>
                </a:lnTo>
                <a:lnTo>
                  <a:pt x="546992" y="37648"/>
                </a:lnTo>
                <a:lnTo>
                  <a:pt x="546986" y="37957"/>
                </a:lnTo>
                <a:lnTo>
                  <a:pt x="546970" y="38267"/>
                </a:lnTo>
                <a:lnTo>
                  <a:pt x="546943" y="38577"/>
                </a:lnTo>
                <a:lnTo>
                  <a:pt x="546906" y="38887"/>
                </a:lnTo>
                <a:lnTo>
                  <a:pt x="546857" y="39198"/>
                </a:lnTo>
                <a:lnTo>
                  <a:pt x="546798" y="39509"/>
                </a:lnTo>
                <a:lnTo>
                  <a:pt x="546728" y="39820"/>
                </a:lnTo>
                <a:lnTo>
                  <a:pt x="546647" y="40132"/>
                </a:lnTo>
                <a:lnTo>
                  <a:pt x="546556" y="40444"/>
                </a:lnTo>
                <a:lnTo>
                  <a:pt x="546453" y="40756"/>
                </a:lnTo>
                <a:lnTo>
                  <a:pt x="546340" y="41069"/>
                </a:lnTo>
                <a:lnTo>
                  <a:pt x="546216" y="41382"/>
                </a:lnTo>
                <a:lnTo>
                  <a:pt x="546082" y="41695"/>
                </a:lnTo>
                <a:lnTo>
                  <a:pt x="545936" y="42009"/>
                </a:lnTo>
                <a:lnTo>
                  <a:pt x="545780" y="42323"/>
                </a:lnTo>
                <a:lnTo>
                  <a:pt x="545613" y="42638"/>
                </a:lnTo>
                <a:lnTo>
                  <a:pt x="545436" y="42953"/>
                </a:lnTo>
                <a:lnTo>
                  <a:pt x="545247" y="43268"/>
                </a:lnTo>
                <a:lnTo>
                  <a:pt x="545048" y="43583"/>
                </a:lnTo>
                <a:lnTo>
                  <a:pt x="544838" y="43899"/>
                </a:lnTo>
                <a:lnTo>
                  <a:pt x="544617" y="44215"/>
                </a:lnTo>
                <a:lnTo>
                  <a:pt x="544386" y="44531"/>
                </a:lnTo>
                <a:lnTo>
                  <a:pt x="544143" y="44848"/>
                </a:lnTo>
                <a:lnTo>
                  <a:pt x="543890" y="45165"/>
                </a:lnTo>
                <a:lnTo>
                  <a:pt x="543622" y="45482"/>
                </a:lnTo>
                <a:lnTo>
                  <a:pt x="543333" y="45797"/>
                </a:lnTo>
                <a:lnTo>
                  <a:pt x="543023" y="46111"/>
                </a:lnTo>
                <a:lnTo>
                  <a:pt x="542694" y="46423"/>
                </a:lnTo>
                <a:lnTo>
                  <a:pt x="542343" y="46734"/>
                </a:lnTo>
                <a:lnTo>
                  <a:pt x="541973" y="47044"/>
                </a:lnTo>
                <a:lnTo>
                  <a:pt x="541582" y="47353"/>
                </a:lnTo>
                <a:lnTo>
                  <a:pt x="541171" y="47660"/>
                </a:lnTo>
                <a:lnTo>
                  <a:pt x="540739" y="47966"/>
                </a:lnTo>
                <a:lnTo>
                  <a:pt x="540287" y="48271"/>
                </a:lnTo>
                <a:lnTo>
                  <a:pt x="539815" y="48574"/>
                </a:lnTo>
                <a:lnTo>
                  <a:pt x="539322" y="48876"/>
                </a:lnTo>
                <a:lnTo>
                  <a:pt x="538809" y="49176"/>
                </a:lnTo>
                <a:lnTo>
                  <a:pt x="538275" y="49476"/>
                </a:lnTo>
                <a:lnTo>
                  <a:pt x="537721" y="49774"/>
                </a:lnTo>
                <a:lnTo>
                  <a:pt x="537147" y="50071"/>
                </a:lnTo>
                <a:lnTo>
                  <a:pt x="536552" y="50366"/>
                </a:lnTo>
                <a:lnTo>
                  <a:pt x="535937" y="50660"/>
                </a:lnTo>
                <a:lnTo>
                  <a:pt x="535302" y="50953"/>
                </a:lnTo>
                <a:lnTo>
                  <a:pt x="534646" y="51244"/>
                </a:lnTo>
                <a:lnTo>
                  <a:pt x="533970" y="51534"/>
                </a:lnTo>
                <a:lnTo>
                  <a:pt x="533273" y="51823"/>
                </a:lnTo>
                <a:lnTo>
                  <a:pt x="532556" y="52111"/>
                </a:lnTo>
                <a:lnTo>
                  <a:pt x="531819" y="52397"/>
                </a:lnTo>
                <a:lnTo>
                  <a:pt x="531259" y="52606"/>
                </a:lnTo>
                <a:lnTo>
                  <a:pt x="530693" y="52807"/>
                </a:lnTo>
                <a:lnTo>
                  <a:pt x="530121" y="52999"/>
                </a:lnTo>
                <a:lnTo>
                  <a:pt x="529542" y="53181"/>
                </a:lnTo>
                <a:lnTo>
                  <a:pt x="528957" y="53355"/>
                </a:lnTo>
                <a:lnTo>
                  <a:pt x="528366" y="53520"/>
                </a:lnTo>
                <a:lnTo>
                  <a:pt x="527768" y="53676"/>
                </a:lnTo>
                <a:lnTo>
                  <a:pt x="527165" y="53823"/>
                </a:lnTo>
                <a:lnTo>
                  <a:pt x="526554" y="53961"/>
                </a:lnTo>
                <a:lnTo>
                  <a:pt x="525938" y="54091"/>
                </a:lnTo>
                <a:lnTo>
                  <a:pt x="525315" y="54211"/>
                </a:lnTo>
                <a:lnTo>
                  <a:pt x="524686" y="54322"/>
                </a:lnTo>
                <a:lnTo>
                  <a:pt x="524051" y="54425"/>
                </a:lnTo>
                <a:lnTo>
                  <a:pt x="523409" y="54519"/>
                </a:lnTo>
                <a:lnTo>
                  <a:pt x="522761" y="54603"/>
                </a:lnTo>
                <a:lnTo>
                  <a:pt x="522107" y="54679"/>
                </a:lnTo>
                <a:lnTo>
                  <a:pt x="521447" y="54746"/>
                </a:lnTo>
                <a:lnTo>
                  <a:pt x="520780" y="54804"/>
                </a:lnTo>
                <a:lnTo>
                  <a:pt x="520107" y="54853"/>
                </a:lnTo>
                <a:lnTo>
                  <a:pt x="519427" y="54893"/>
                </a:lnTo>
                <a:lnTo>
                  <a:pt x="518742" y="54924"/>
                </a:lnTo>
                <a:lnTo>
                  <a:pt x="518050" y="54947"/>
                </a:lnTo>
                <a:lnTo>
                  <a:pt x="517351" y="54960"/>
                </a:lnTo>
                <a:lnTo>
                  <a:pt x="516647" y="54964"/>
                </a:lnTo>
                <a:lnTo>
                  <a:pt x="501379" y="54964"/>
                </a:lnTo>
                <a:lnTo>
                  <a:pt x="501379" y="22520"/>
                </a:lnTo>
                <a:lnTo>
                  <a:pt x="523804" y="22711"/>
                </a:lnTo>
                <a:close/>
                <a:moveTo>
                  <a:pt x="81596" y="7034"/>
                </a:moveTo>
                <a:lnTo>
                  <a:pt x="81051" y="6721"/>
                </a:lnTo>
                <a:lnTo>
                  <a:pt x="80503" y="6416"/>
                </a:lnTo>
                <a:lnTo>
                  <a:pt x="79951" y="6118"/>
                </a:lnTo>
                <a:lnTo>
                  <a:pt x="79395" y="5826"/>
                </a:lnTo>
                <a:lnTo>
                  <a:pt x="78836" y="5543"/>
                </a:lnTo>
                <a:lnTo>
                  <a:pt x="78274" y="5266"/>
                </a:lnTo>
                <a:lnTo>
                  <a:pt x="77708" y="4996"/>
                </a:lnTo>
                <a:lnTo>
                  <a:pt x="77139" y="4734"/>
                </a:lnTo>
                <a:lnTo>
                  <a:pt x="76566" y="4479"/>
                </a:lnTo>
                <a:lnTo>
                  <a:pt x="75990" y="4231"/>
                </a:lnTo>
                <a:lnTo>
                  <a:pt x="75410" y="3990"/>
                </a:lnTo>
                <a:lnTo>
                  <a:pt x="74827" y="3757"/>
                </a:lnTo>
                <a:lnTo>
                  <a:pt x="74240" y="3531"/>
                </a:lnTo>
                <a:lnTo>
                  <a:pt x="73650" y="3312"/>
                </a:lnTo>
                <a:lnTo>
                  <a:pt x="73056" y="3100"/>
                </a:lnTo>
                <a:lnTo>
                  <a:pt x="72459" y="2895"/>
                </a:lnTo>
                <a:lnTo>
                  <a:pt x="71858" y="2698"/>
                </a:lnTo>
                <a:lnTo>
                  <a:pt x="71254" y="2507"/>
                </a:lnTo>
                <a:lnTo>
                  <a:pt x="70647" y="2324"/>
                </a:lnTo>
                <a:lnTo>
                  <a:pt x="70036" y="2149"/>
                </a:lnTo>
                <a:lnTo>
                  <a:pt x="69421" y="1980"/>
                </a:lnTo>
                <a:lnTo>
                  <a:pt x="68803" y="1818"/>
                </a:lnTo>
                <a:lnTo>
                  <a:pt x="68181" y="1664"/>
                </a:lnTo>
                <a:lnTo>
                  <a:pt x="67555" y="1516"/>
                </a:lnTo>
                <a:lnTo>
                  <a:pt x="66926" y="1375"/>
                </a:lnTo>
                <a:lnTo>
                  <a:pt x="66292" y="1241"/>
                </a:lnTo>
                <a:lnTo>
                  <a:pt x="65655" y="1114"/>
                </a:lnTo>
                <a:lnTo>
                  <a:pt x="65014" y="993"/>
                </a:lnTo>
                <a:lnTo>
                  <a:pt x="64369" y="880"/>
                </a:lnTo>
                <a:lnTo>
                  <a:pt x="63720" y="773"/>
                </a:lnTo>
                <a:lnTo>
                  <a:pt x="63068" y="674"/>
                </a:lnTo>
                <a:lnTo>
                  <a:pt x="62412" y="581"/>
                </a:lnTo>
                <a:lnTo>
                  <a:pt x="61751" y="495"/>
                </a:lnTo>
                <a:lnTo>
                  <a:pt x="61087" y="416"/>
                </a:lnTo>
                <a:lnTo>
                  <a:pt x="60420" y="344"/>
                </a:lnTo>
                <a:lnTo>
                  <a:pt x="59748" y="278"/>
                </a:lnTo>
                <a:lnTo>
                  <a:pt x="59073" y="220"/>
                </a:lnTo>
                <a:lnTo>
                  <a:pt x="58394" y="168"/>
                </a:lnTo>
                <a:lnTo>
                  <a:pt x="57711" y="124"/>
                </a:lnTo>
                <a:lnTo>
                  <a:pt x="57024" y="86"/>
                </a:lnTo>
                <a:lnTo>
                  <a:pt x="56333" y="55"/>
                </a:lnTo>
                <a:lnTo>
                  <a:pt x="55639" y="31"/>
                </a:lnTo>
                <a:lnTo>
                  <a:pt x="54941" y="14"/>
                </a:lnTo>
                <a:lnTo>
                  <a:pt x="54239" y="3"/>
                </a:lnTo>
                <a:lnTo>
                  <a:pt x="53533" y="0"/>
                </a:lnTo>
                <a:lnTo>
                  <a:pt x="52359" y="12"/>
                </a:lnTo>
                <a:lnTo>
                  <a:pt x="51190" y="50"/>
                </a:lnTo>
                <a:lnTo>
                  <a:pt x="50026" y="112"/>
                </a:lnTo>
                <a:lnTo>
                  <a:pt x="48868" y="199"/>
                </a:lnTo>
                <a:lnTo>
                  <a:pt x="47715" y="311"/>
                </a:lnTo>
                <a:lnTo>
                  <a:pt x="46567" y="448"/>
                </a:lnTo>
                <a:lnTo>
                  <a:pt x="45425" y="610"/>
                </a:lnTo>
                <a:lnTo>
                  <a:pt x="44287" y="797"/>
                </a:lnTo>
                <a:lnTo>
                  <a:pt x="43156" y="1009"/>
                </a:lnTo>
                <a:lnTo>
                  <a:pt x="42029" y="1246"/>
                </a:lnTo>
                <a:lnTo>
                  <a:pt x="40908" y="1507"/>
                </a:lnTo>
                <a:lnTo>
                  <a:pt x="39792" y="1794"/>
                </a:lnTo>
                <a:lnTo>
                  <a:pt x="38681" y="2105"/>
                </a:lnTo>
                <a:lnTo>
                  <a:pt x="37576" y="2441"/>
                </a:lnTo>
                <a:lnTo>
                  <a:pt x="36476" y="2803"/>
                </a:lnTo>
                <a:lnTo>
                  <a:pt x="35381" y="3189"/>
                </a:lnTo>
                <a:lnTo>
                  <a:pt x="34292" y="3600"/>
                </a:lnTo>
                <a:lnTo>
                  <a:pt x="33208" y="4036"/>
                </a:lnTo>
                <a:lnTo>
                  <a:pt x="32129" y="4497"/>
                </a:lnTo>
                <a:lnTo>
                  <a:pt x="31055" y="4982"/>
                </a:lnTo>
                <a:lnTo>
                  <a:pt x="29987" y="5493"/>
                </a:lnTo>
                <a:lnTo>
                  <a:pt x="28924" y="6029"/>
                </a:lnTo>
                <a:lnTo>
                  <a:pt x="27867" y="6589"/>
                </a:lnTo>
                <a:lnTo>
                  <a:pt x="26814" y="7175"/>
                </a:lnTo>
                <a:lnTo>
                  <a:pt x="25774" y="7783"/>
                </a:lnTo>
                <a:lnTo>
                  <a:pt x="24753" y="8412"/>
                </a:lnTo>
                <a:lnTo>
                  <a:pt x="23751" y="9063"/>
                </a:lnTo>
                <a:lnTo>
                  <a:pt x="22768" y="9734"/>
                </a:lnTo>
                <a:lnTo>
                  <a:pt x="21804" y="10427"/>
                </a:lnTo>
                <a:lnTo>
                  <a:pt x="20859" y="11140"/>
                </a:lnTo>
                <a:lnTo>
                  <a:pt x="19933" y="11875"/>
                </a:lnTo>
                <a:lnTo>
                  <a:pt x="19027" y="12631"/>
                </a:lnTo>
                <a:lnTo>
                  <a:pt x="18139" y="13408"/>
                </a:lnTo>
                <a:lnTo>
                  <a:pt x="17270" y="14206"/>
                </a:lnTo>
                <a:lnTo>
                  <a:pt x="16421" y="15025"/>
                </a:lnTo>
                <a:lnTo>
                  <a:pt x="15590" y="15866"/>
                </a:lnTo>
                <a:lnTo>
                  <a:pt x="14778" y="16727"/>
                </a:lnTo>
                <a:lnTo>
                  <a:pt x="13986" y="17610"/>
                </a:lnTo>
                <a:lnTo>
                  <a:pt x="13213" y="18513"/>
                </a:lnTo>
                <a:lnTo>
                  <a:pt x="12458" y="19438"/>
                </a:lnTo>
                <a:lnTo>
                  <a:pt x="11723" y="20384"/>
                </a:lnTo>
                <a:lnTo>
                  <a:pt x="11007" y="21351"/>
                </a:lnTo>
                <a:lnTo>
                  <a:pt x="10309" y="22339"/>
                </a:lnTo>
                <a:lnTo>
                  <a:pt x="9631" y="23348"/>
                </a:lnTo>
                <a:lnTo>
                  <a:pt x="8972" y="24378"/>
                </a:lnTo>
                <a:lnTo>
                  <a:pt x="8332" y="25430"/>
                </a:lnTo>
                <a:lnTo>
                  <a:pt x="7711" y="26502"/>
                </a:lnTo>
                <a:lnTo>
                  <a:pt x="7109" y="27595"/>
                </a:lnTo>
                <a:lnTo>
                  <a:pt x="6529" y="28703"/>
                </a:lnTo>
                <a:lnTo>
                  <a:pt x="5974" y="29817"/>
                </a:lnTo>
                <a:lnTo>
                  <a:pt x="5443" y="30939"/>
                </a:lnTo>
                <a:lnTo>
                  <a:pt x="4937" y="32068"/>
                </a:lnTo>
                <a:lnTo>
                  <a:pt x="4456" y="33204"/>
                </a:lnTo>
                <a:lnTo>
                  <a:pt x="3999" y="34347"/>
                </a:lnTo>
                <a:lnTo>
                  <a:pt x="3567" y="35497"/>
                </a:lnTo>
                <a:lnTo>
                  <a:pt x="3160" y="36655"/>
                </a:lnTo>
                <a:lnTo>
                  <a:pt x="2777" y="37819"/>
                </a:lnTo>
                <a:lnTo>
                  <a:pt x="2419" y="38991"/>
                </a:lnTo>
                <a:lnTo>
                  <a:pt x="2086" y="40170"/>
                </a:lnTo>
                <a:lnTo>
                  <a:pt x="1777" y="41356"/>
                </a:lnTo>
                <a:lnTo>
                  <a:pt x="1493" y="42549"/>
                </a:lnTo>
                <a:lnTo>
                  <a:pt x="1234" y="43749"/>
                </a:lnTo>
                <a:lnTo>
                  <a:pt x="1000" y="44957"/>
                </a:lnTo>
                <a:lnTo>
                  <a:pt x="790" y="46171"/>
                </a:lnTo>
                <a:lnTo>
                  <a:pt x="605" y="47393"/>
                </a:lnTo>
                <a:lnTo>
                  <a:pt x="444" y="48622"/>
                </a:lnTo>
                <a:lnTo>
                  <a:pt x="309" y="49858"/>
                </a:lnTo>
                <a:lnTo>
                  <a:pt x="197" y="51101"/>
                </a:lnTo>
                <a:lnTo>
                  <a:pt x="111" y="52351"/>
                </a:lnTo>
                <a:lnTo>
                  <a:pt x="49" y="53609"/>
                </a:lnTo>
                <a:lnTo>
                  <a:pt x="12" y="54874"/>
                </a:lnTo>
                <a:lnTo>
                  <a:pt x="0" y="56145"/>
                </a:lnTo>
                <a:lnTo>
                  <a:pt x="0" y="69442"/>
                </a:lnTo>
                <a:lnTo>
                  <a:pt x="14" y="70657"/>
                </a:lnTo>
                <a:lnTo>
                  <a:pt x="55" y="71865"/>
                </a:lnTo>
                <a:lnTo>
                  <a:pt x="124" y="73065"/>
                </a:lnTo>
                <a:lnTo>
                  <a:pt x="220" y="74257"/>
                </a:lnTo>
                <a:lnTo>
                  <a:pt x="344" y="75442"/>
                </a:lnTo>
                <a:lnTo>
                  <a:pt x="495" y="76618"/>
                </a:lnTo>
                <a:lnTo>
                  <a:pt x="674" y="77787"/>
                </a:lnTo>
                <a:lnTo>
                  <a:pt x="880" y="78948"/>
                </a:lnTo>
                <a:lnTo>
                  <a:pt x="1114" y="80101"/>
                </a:lnTo>
                <a:lnTo>
                  <a:pt x="1375" y="81246"/>
                </a:lnTo>
                <a:lnTo>
                  <a:pt x="1664" y="82384"/>
                </a:lnTo>
                <a:lnTo>
                  <a:pt x="1980" y="83513"/>
                </a:lnTo>
                <a:lnTo>
                  <a:pt x="2324" y="84635"/>
                </a:lnTo>
                <a:lnTo>
                  <a:pt x="2695" y="85749"/>
                </a:lnTo>
                <a:lnTo>
                  <a:pt x="3094" y="86856"/>
                </a:lnTo>
                <a:lnTo>
                  <a:pt x="3520" y="87954"/>
                </a:lnTo>
                <a:lnTo>
                  <a:pt x="3974" y="89045"/>
                </a:lnTo>
                <a:lnTo>
                  <a:pt x="4455" y="90128"/>
                </a:lnTo>
                <a:lnTo>
                  <a:pt x="4964" y="91203"/>
                </a:lnTo>
                <a:lnTo>
                  <a:pt x="5500" y="92271"/>
                </a:lnTo>
                <a:lnTo>
                  <a:pt x="6064" y="93330"/>
                </a:lnTo>
                <a:lnTo>
                  <a:pt x="6655" y="94382"/>
                </a:lnTo>
                <a:lnTo>
                  <a:pt x="7274" y="95426"/>
                </a:lnTo>
                <a:lnTo>
                  <a:pt x="7920" y="96462"/>
                </a:lnTo>
                <a:lnTo>
                  <a:pt x="8586" y="97483"/>
                </a:lnTo>
                <a:lnTo>
                  <a:pt x="9263" y="98480"/>
                </a:lnTo>
                <a:lnTo>
                  <a:pt x="9952" y="99455"/>
                </a:lnTo>
                <a:lnTo>
                  <a:pt x="10653" y="100406"/>
                </a:lnTo>
                <a:lnTo>
                  <a:pt x="11365" y="101335"/>
                </a:lnTo>
                <a:lnTo>
                  <a:pt x="12089" y="102240"/>
                </a:lnTo>
                <a:lnTo>
                  <a:pt x="12824" y="103122"/>
                </a:lnTo>
                <a:lnTo>
                  <a:pt x="13571" y="103981"/>
                </a:lnTo>
                <a:lnTo>
                  <a:pt x="14330" y="104817"/>
                </a:lnTo>
                <a:lnTo>
                  <a:pt x="15100" y="105630"/>
                </a:lnTo>
                <a:lnTo>
                  <a:pt x="15882" y="106420"/>
                </a:lnTo>
                <a:lnTo>
                  <a:pt x="16675" y="107187"/>
                </a:lnTo>
                <a:lnTo>
                  <a:pt x="17480" y="107930"/>
                </a:lnTo>
                <a:lnTo>
                  <a:pt x="18297" y="108651"/>
                </a:lnTo>
                <a:lnTo>
                  <a:pt x="19125" y="109348"/>
                </a:lnTo>
                <a:lnTo>
                  <a:pt x="19965" y="110023"/>
                </a:lnTo>
                <a:lnTo>
                  <a:pt x="20816" y="110674"/>
                </a:lnTo>
                <a:lnTo>
                  <a:pt x="21679" y="111302"/>
                </a:lnTo>
                <a:lnTo>
                  <a:pt x="22554" y="111907"/>
                </a:lnTo>
                <a:lnTo>
                  <a:pt x="23440" y="112489"/>
                </a:lnTo>
                <a:lnTo>
                  <a:pt x="24338" y="113048"/>
                </a:lnTo>
                <a:lnTo>
                  <a:pt x="25247" y="113584"/>
                </a:lnTo>
                <a:lnTo>
                  <a:pt x="26168" y="114097"/>
                </a:lnTo>
                <a:lnTo>
                  <a:pt x="27100" y="114587"/>
                </a:lnTo>
                <a:lnTo>
                  <a:pt x="28267" y="115172"/>
                </a:lnTo>
                <a:lnTo>
                  <a:pt x="29446" y="115733"/>
                </a:lnTo>
                <a:lnTo>
                  <a:pt x="30637" y="116268"/>
                </a:lnTo>
                <a:lnTo>
                  <a:pt x="31840" y="116779"/>
                </a:lnTo>
                <a:lnTo>
                  <a:pt x="33055" y="117265"/>
                </a:lnTo>
                <a:lnTo>
                  <a:pt x="34281" y="117726"/>
                </a:lnTo>
                <a:lnTo>
                  <a:pt x="35520" y="118162"/>
                </a:lnTo>
                <a:lnTo>
                  <a:pt x="36770" y="118573"/>
                </a:lnTo>
                <a:lnTo>
                  <a:pt x="38033" y="118959"/>
                </a:lnTo>
                <a:lnTo>
                  <a:pt x="39307" y="119320"/>
                </a:lnTo>
                <a:lnTo>
                  <a:pt x="40593" y="119656"/>
                </a:lnTo>
                <a:lnTo>
                  <a:pt x="41891" y="119968"/>
                </a:lnTo>
                <a:lnTo>
                  <a:pt x="43201" y="120254"/>
                </a:lnTo>
                <a:lnTo>
                  <a:pt x="44523" y="120516"/>
                </a:lnTo>
                <a:lnTo>
                  <a:pt x="45857" y="120752"/>
                </a:lnTo>
                <a:lnTo>
                  <a:pt x="47203" y="120964"/>
                </a:lnTo>
                <a:lnTo>
                  <a:pt x="48561" y="121151"/>
                </a:lnTo>
                <a:lnTo>
                  <a:pt x="49931" y="121313"/>
                </a:lnTo>
                <a:lnTo>
                  <a:pt x="51312" y="121450"/>
                </a:lnTo>
                <a:lnTo>
                  <a:pt x="52706" y="121562"/>
                </a:lnTo>
                <a:lnTo>
                  <a:pt x="54112" y="121649"/>
                </a:lnTo>
                <a:lnTo>
                  <a:pt x="55529" y="121711"/>
                </a:lnTo>
                <a:lnTo>
                  <a:pt x="56958" y="121749"/>
                </a:lnTo>
                <a:lnTo>
                  <a:pt x="58400" y="121761"/>
                </a:lnTo>
                <a:lnTo>
                  <a:pt x="59636" y="121752"/>
                </a:lnTo>
                <a:lnTo>
                  <a:pt x="60863" y="121726"/>
                </a:lnTo>
                <a:lnTo>
                  <a:pt x="62081" y="121681"/>
                </a:lnTo>
                <a:lnTo>
                  <a:pt x="63290" y="121618"/>
                </a:lnTo>
                <a:lnTo>
                  <a:pt x="64490" y="121538"/>
                </a:lnTo>
                <a:lnTo>
                  <a:pt x="65682" y="121439"/>
                </a:lnTo>
                <a:lnTo>
                  <a:pt x="66864" y="121323"/>
                </a:lnTo>
                <a:lnTo>
                  <a:pt x="68037" y="121189"/>
                </a:lnTo>
                <a:lnTo>
                  <a:pt x="69202" y="121037"/>
                </a:lnTo>
                <a:lnTo>
                  <a:pt x="70357" y="120867"/>
                </a:lnTo>
                <a:lnTo>
                  <a:pt x="71504" y="120679"/>
                </a:lnTo>
                <a:lnTo>
                  <a:pt x="72642" y="120473"/>
                </a:lnTo>
                <a:lnTo>
                  <a:pt x="73770" y="120249"/>
                </a:lnTo>
                <a:lnTo>
                  <a:pt x="74890" y="120008"/>
                </a:lnTo>
                <a:lnTo>
                  <a:pt x="76001" y="119748"/>
                </a:lnTo>
                <a:lnTo>
                  <a:pt x="77103" y="119471"/>
                </a:lnTo>
                <a:lnTo>
                  <a:pt x="78196" y="119176"/>
                </a:lnTo>
                <a:lnTo>
                  <a:pt x="79280" y="118863"/>
                </a:lnTo>
                <a:lnTo>
                  <a:pt x="80355" y="118532"/>
                </a:lnTo>
                <a:lnTo>
                  <a:pt x="81421" y="118183"/>
                </a:lnTo>
                <a:lnTo>
                  <a:pt x="82478" y="117816"/>
                </a:lnTo>
                <a:lnTo>
                  <a:pt x="83526" y="117431"/>
                </a:lnTo>
                <a:lnTo>
                  <a:pt x="84565" y="117029"/>
                </a:lnTo>
                <a:lnTo>
                  <a:pt x="85596" y="116608"/>
                </a:lnTo>
                <a:lnTo>
                  <a:pt x="86353" y="116285"/>
                </a:lnTo>
                <a:lnTo>
                  <a:pt x="87099" y="115952"/>
                </a:lnTo>
                <a:lnTo>
                  <a:pt x="87834" y="115609"/>
                </a:lnTo>
                <a:lnTo>
                  <a:pt x="88556" y="115257"/>
                </a:lnTo>
                <a:lnTo>
                  <a:pt x="89268" y="114894"/>
                </a:lnTo>
                <a:lnTo>
                  <a:pt x="89967" y="114521"/>
                </a:lnTo>
                <a:lnTo>
                  <a:pt x="90655" y="114138"/>
                </a:lnTo>
                <a:lnTo>
                  <a:pt x="91332" y="113746"/>
                </a:lnTo>
                <a:lnTo>
                  <a:pt x="91996" y="113343"/>
                </a:lnTo>
                <a:lnTo>
                  <a:pt x="92650" y="112931"/>
                </a:lnTo>
                <a:lnTo>
                  <a:pt x="93291" y="112508"/>
                </a:lnTo>
                <a:lnTo>
                  <a:pt x="93921" y="112076"/>
                </a:lnTo>
                <a:lnTo>
                  <a:pt x="94540" y="111633"/>
                </a:lnTo>
                <a:lnTo>
                  <a:pt x="95147" y="111181"/>
                </a:lnTo>
                <a:lnTo>
                  <a:pt x="95742" y="110719"/>
                </a:lnTo>
                <a:lnTo>
                  <a:pt x="96325" y="110247"/>
                </a:lnTo>
                <a:lnTo>
                  <a:pt x="96898" y="109765"/>
                </a:lnTo>
                <a:lnTo>
                  <a:pt x="97458" y="109273"/>
                </a:lnTo>
                <a:lnTo>
                  <a:pt x="98007" y="108771"/>
                </a:lnTo>
                <a:lnTo>
                  <a:pt x="98544" y="108259"/>
                </a:lnTo>
                <a:lnTo>
                  <a:pt x="99070" y="107737"/>
                </a:lnTo>
                <a:lnTo>
                  <a:pt x="99584" y="107205"/>
                </a:lnTo>
                <a:lnTo>
                  <a:pt x="100086" y="106663"/>
                </a:lnTo>
                <a:lnTo>
                  <a:pt x="100577" y="106112"/>
                </a:lnTo>
                <a:lnTo>
                  <a:pt x="100904" y="105731"/>
                </a:lnTo>
                <a:lnTo>
                  <a:pt x="101217" y="105352"/>
                </a:lnTo>
                <a:lnTo>
                  <a:pt x="101516" y="104976"/>
                </a:lnTo>
                <a:lnTo>
                  <a:pt x="101802" y="104601"/>
                </a:lnTo>
                <a:lnTo>
                  <a:pt x="102073" y="104228"/>
                </a:lnTo>
                <a:lnTo>
                  <a:pt x="102331" y="103857"/>
                </a:lnTo>
                <a:lnTo>
                  <a:pt x="102574" y="103489"/>
                </a:lnTo>
                <a:lnTo>
                  <a:pt x="102804" y="103122"/>
                </a:lnTo>
                <a:lnTo>
                  <a:pt x="103019" y="102757"/>
                </a:lnTo>
                <a:lnTo>
                  <a:pt x="103221" y="102394"/>
                </a:lnTo>
                <a:lnTo>
                  <a:pt x="103409" y="102033"/>
                </a:lnTo>
                <a:lnTo>
                  <a:pt x="103583" y="101675"/>
                </a:lnTo>
                <a:lnTo>
                  <a:pt x="103743" y="101318"/>
                </a:lnTo>
                <a:lnTo>
                  <a:pt x="103889" y="100963"/>
                </a:lnTo>
                <a:lnTo>
                  <a:pt x="104021" y="100610"/>
                </a:lnTo>
                <a:lnTo>
                  <a:pt x="104140" y="100259"/>
                </a:lnTo>
                <a:lnTo>
                  <a:pt x="104244" y="99910"/>
                </a:lnTo>
                <a:lnTo>
                  <a:pt x="104334" y="99563"/>
                </a:lnTo>
                <a:lnTo>
                  <a:pt x="104411" y="99218"/>
                </a:lnTo>
                <a:lnTo>
                  <a:pt x="104474" y="98875"/>
                </a:lnTo>
                <a:lnTo>
                  <a:pt x="104522" y="98534"/>
                </a:lnTo>
                <a:lnTo>
                  <a:pt x="104557" y="98196"/>
                </a:lnTo>
                <a:lnTo>
                  <a:pt x="104578" y="97859"/>
                </a:lnTo>
                <a:lnTo>
                  <a:pt x="104585" y="97524"/>
                </a:lnTo>
                <a:lnTo>
                  <a:pt x="104580" y="97191"/>
                </a:lnTo>
                <a:lnTo>
                  <a:pt x="104564" y="96863"/>
                </a:lnTo>
                <a:lnTo>
                  <a:pt x="104539" y="96538"/>
                </a:lnTo>
                <a:lnTo>
                  <a:pt x="104503" y="96217"/>
                </a:lnTo>
                <a:lnTo>
                  <a:pt x="104457" y="95899"/>
                </a:lnTo>
                <a:lnTo>
                  <a:pt x="104400" y="95585"/>
                </a:lnTo>
                <a:lnTo>
                  <a:pt x="104333" y="95275"/>
                </a:lnTo>
                <a:lnTo>
                  <a:pt x="104256" y="94968"/>
                </a:lnTo>
                <a:lnTo>
                  <a:pt x="104169" y="94665"/>
                </a:lnTo>
                <a:lnTo>
                  <a:pt x="104071" y="94366"/>
                </a:lnTo>
                <a:lnTo>
                  <a:pt x="103964" y="94070"/>
                </a:lnTo>
                <a:lnTo>
                  <a:pt x="103845" y="93778"/>
                </a:lnTo>
                <a:lnTo>
                  <a:pt x="103717" y="93490"/>
                </a:lnTo>
                <a:lnTo>
                  <a:pt x="103578" y="93205"/>
                </a:lnTo>
                <a:lnTo>
                  <a:pt x="103429" y="92924"/>
                </a:lnTo>
                <a:lnTo>
                  <a:pt x="103270" y="92646"/>
                </a:lnTo>
                <a:lnTo>
                  <a:pt x="103101" y="92372"/>
                </a:lnTo>
                <a:lnTo>
                  <a:pt x="102921" y="92102"/>
                </a:lnTo>
                <a:lnTo>
                  <a:pt x="102731" y="91836"/>
                </a:lnTo>
                <a:lnTo>
                  <a:pt x="102531" y="91573"/>
                </a:lnTo>
                <a:lnTo>
                  <a:pt x="102320" y="91314"/>
                </a:lnTo>
                <a:lnTo>
                  <a:pt x="102099" y="91058"/>
                </a:lnTo>
                <a:lnTo>
                  <a:pt x="101868" y="90806"/>
                </a:lnTo>
                <a:lnTo>
                  <a:pt x="101627" y="90558"/>
                </a:lnTo>
                <a:lnTo>
                  <a:pt x="101379" y="90316"/>
                </a:lnTo>
                <a:lnTo>
                  <a:pt x="101127" y="90085"/>
                </a:lnTo>
                <a:lnTo>
                  <a:pt x="100872" y="89864"/>
                </a:lnTo>
                <a:lnTo>
                  <a:pt x="100614" y="89654"/>
                </a:lnTo>
                <a:lnTo>
                  <a:pt x="100353" y="89453"/>
                </a:lnTo>
                <a:lnTo>
                  <a:pt x="100088" y="89263"/>
                </a:lnTo>
                <a:lnTo>
                  <a:pt x="99820" y="89084"/>
                </a:lnTo>
                <a:lnTo>
                  <a:pt x="99549" y="88914"/>
                </a:lnTo>
                <a:lnTo>
                  <a:pt x="99274" y="88755"/>
                </a:lnTo>
                <a:lnTo>
                  <a:pt x="98996" y="88606"/>
                </a:lnTo>
                <a:lnTo>
                  <a:pt x="98715" y="88467"/>
                </a:lnTo>
                <a:lnTo>
                  <a:pt x="98430" y="88339"/>
                </a:lnTo>
                <a:lnTo>
                  <a:pt x="98142" y="88221"/>
                </a:lnTo>
                <a:lnTo>
                  <a:pt x="97851" y="88113"/>
                </a:lnTo>
                <a:lnTo>
                  <a:pt x="97556" y="88015"/>
                </a:lnTo>
                <a:lnTo>
                  <a:pt x="97259" y="87928"/>
                </a:lnTo>
                <a:lnTo>
                  <a:pt x="96957" y="87851"/>
                </a:lnTo>
                <a:lnTo>
                  <a:pt x="96653" y="87784"/>
                </a:lnTo>
                <a:lnTo>
                  <a:pt x="96345" y="87728"/>
                </a:lnTo>
                <a:lnTo>
                  <a:pt x="96034" y="87682"/>
                </a:lnTo>
                <a:lnTo>
                  <a:pt x="95719" y="87646"/>
                </a:lnTo>
                <a:lnTo>
                  <a:pt x="95402" y="87620"/>
                </a:lnTo>
                <a:lnTo>
                  <a:pt x="95081" y="87605"/>
                </a:lnTo>
                <a:lnTo>
                  <a:pt x="94756" y="87599"/>
                </a:lnTo>
                <a:lnTo>
                  <a:pt x="94574" y="87601"/>
                </a:lnTo>
                <a:lnTo>
                  <a:pt x="94394" y="87606"/>
                </a:lnTo>
                <a:lnTo>
                  <a:pt x="94215" y="87614"/>
                </a:lnTo>
                <a:lnTo>
                  <a:pt x="94038" y="87624"/>
                </a:lnTo>
                <a:lnTo>
                  <a:pt x="93862" y="87639"/>
                </a:lnTo>
                <a:lnTo>
                  <a:pt x="93689" y="87656"/>
                </a:lnTo>
                <a:lnTo>
                  <a:pt x="93517" y="87676"/>
                </a:lnTo>
                <a:lnTo>
                  <a:pt x="93346" y="87700"/>
                </a:lnTo>
                <a:lnTo>
                  <a:pt x="93177" y="87726"/>
                </a:lnTo>
                <a:lnTo>
                  <a:pt x="93010" y="87756"/>
                </a:lnTo>
                <a:lnTo>
                  <a:pt x="92845" y="87789"/>
                </a:lnTo>
                <a:lnTo>
                  <a:pt x="92681" y="87825"/>
                </a:lnTo>
                <a:lnTo>
                  <a:pt x="92519" y="87864"/>
                </a:lnTo>
                <a:lnTo>
                  <a:pt x="92358" y="87906"/>
                </a:lnTo>
                <a:lnTo>
                  <a:pt x="92199" y="87951"/>
                </a:lnTo>
                <a:lnTo>
                  <a:pt x="92042" y="88000"/>
                </a:lnTo>
                <a:lnTo>
                  <a:pt x="91886" y="88051"/>
                </a:lnTo>
                <a:lnTo>
                  <a:pt x="91733" y="88106"/>
                </a:lnTo>
                <a:lnTo>
                  <a:pt x="91580" y="88164"/>
                </a:lnTo>
                <a:lnTo>
                  <a:pt x="91430" y="88225"/>
                </a:lnTo>
                <a:lnTo>
                  <a:pt x="91281" y="88289"/>
                </a:lnTo>
                <a:lnTo>
                  <a:pt x="91133" y="88356"/>
                </a:lnTo>
                <a:lnTo>
                  <a:pt x="90988" y="88427"/>
                </a:lnTo>
                <a:lnTo>
                  <a:pt x="90844" y="88500"/>
                </a:lnTo>
                <a:lnTo>
                  <a:pt x="90698" y="88579"/>
                </a:lnTo>
                <a:lnTo>
                  <a:pt x="90548" y="88665"/>
                </a:lnTo>
                <a:lnTo>
                  <a:pt x="90394" y="88758"/>
                </a:lnTo>
                <a:lnTo>
                  <a:pt x="90234" y="88859"/>
                </a:lnTo>
                <a:lnTo>
                  <a:pt x="90070" y="88968"/>
                </a:lnTo>
                <a:lnTo>
                  <a:pt x="89902" y="89084"/>
                </a:lnTo>
                <a:lnTo>
                  <a:pt x="89728" y="89207"/>
                </a:lnTo>
                <a:lnTo>
                  <a:pt x="89550" y="89337"/>
                </a:lnTo>
                <a:lnTo>
                  <a:pt x="89368" y="89475"/>
                </a:lnTo>
                <a:lnTo>
                  <a:pt x="89181" y="89621"/>
                </a:lnTo>
                <a:lnTo>
                  <a:pt x="88989" y="89773"/>
                </a:lnTo>
                <a:lnTo>
                  <a:pt x="88792" y="89934"/>
                </a:lnTo>
                <a:lnTo>
                  <a:pt x="88591" y="90101"/>
                </a:lnTo>
                <a:lnTo>
                  <a:pt x="88385" y="90276"/>
                </a:lnTo>
                <a:lnTo>
                  <a:pt x="88175" y="90459"/>
                </a:lnTo>
                <a:lnTo>
                  <a:pt x="87960" y="90648"/>
                </a:lnTo>
                <a:lnTo>
                  <a:pt x="87740" y="90846"/>
                </a:lnTo>
                <a:lnTo>
                  <a:pt x="87516" y="91050"/>
                </a:lnTo>
                <a:lnTo>
                  <a:pt x="87287" y="91262"/>
                </a:lnTo>
                <a:lnTo>
                  <a:pt x="87053" y="91482"/>
                </a:lnTo>
                <a:lnTo>
                  <a:pt x="86815" y="91708"/>
                </a:lnTo>
                <a:lnTo>
                  <a:pt x="86572" y="91943"/>
                </a:lnTo>
                <a:lnTo>
                  <a:pt x="86325" y="92184"/>
                </a:lnTo>
                <a:lnTo>
                  <a:pt x="86073" y="92433"/>
                </a:lnTo>
                <a:lnTo>
                  <a:pt x="85660" y="92846"/>
                </a:lnTo>
                <a:lnTo>
                  <a:pt x="85250" y="93248"/>
                </a:lnTo>
                <a:lnTo>
                  <a:pt x="84841" y="93638"/>
                </a:lnTo>
                <a:lnTo>
                  <a:pt x="84435" y="94016"/>
                </a:lnTo>
                <a:lnTo>
                  <a:pt x="84030" y="94383"/>
                </a:lnTo>
                <a:lnTo>
                  <a:pt x="83627" y="94738"/>
                </a:lnTo>
                <a:lnTo>
                  <a:pt x="83227" y="95082"/>
                </a:lnTo>
                <a:lnTo>
                  <a:pt x="82828" y="95414"/>
                </a:lnTo>
                <a:lnTo>
                  <a:pt x="82432" y="95735"/>
                </a:lnTo>
                <a:lnTo>
                  <a:pt x="82037" y="96044"/>
                </a:lnTo>
                <a:lnTo>
                  <a:pt x="81644" y="96342"/>
                </a:lnTo>
                <a:lnTo>
                  <a:pt x="81254" y="96628"/>
                </a:lnTo>
                <a:lnTo>
                  <a:pt x="80865" y="96903"/>
                </a:lnTo>
                <a:lnTo>
                  <a:pt x="80478" y="97166"/>
                </a:lnTo>
                <a:lnTo>
                  <a:pt x="80094" y="97418"/>
                </a:lnTo>
                <a:lnTo>
                  <a:pt x="79711" y="97658"/>
                </a:lnTo>
                <a:lnTo>
                  <a:pt x="79330" y="97886"/>
                </a:lnTo>
                <a:lnTo>
                  <a:pt x="78952" y="98103"/>
                </a:lnTo>
                <a:lnTo>
                  <a:pt x="78575" y="98309"/>
                </a:lnTo>
                <a:lnTo>
                  <a:pt x="78200" y="98503"/>
                </a:lnTo>
                <a:lnTo>
                  <a:pt x="77827" y="98685"/>
                </a:lnTo>
                <a:lnTo>
                  <a:pt x="77457" y="98856"/>
                </a:lnTo>
                <a:lnTo>
                  <a:pt x="77088" y="99016"/>
                </a:lnTo>
                <a:lnTo>
                  <a:pt x="76721" y="99164"/>
                </a:lnTo>
                <a:lnTo>
                  <a:pt x="76087" y="99404"/>
                </a:lnTo>
                <a:lnTo>
                  <a:pt x="75441" y="99633"/>
                </a:lnTo>
                <a:lnTo>
                  <a:pt x="74784" y="99853"/>
                </a:lnTo>
                <a:lnTo>
                  <a:pt x="74115" y="100062"/>
                </a:lnTo>
                <a:lnTo>
                  <a:pt x="73435" y="100261"/>
                </a:lnTo>
                <a:lnTo>
                  <a:pt x="72743" y="100450"/>
                </a:lnTo>
                <a:lnTo>
                  <a:pt x="72039" y="100629"/>
                </a:lnTo>
                <a:lnTo>
                  <a:pt x="71324" y="100797"/>
                </a:lnTo>
                <a:lnTo>
                  <a:pt x="70598" y="100955"/>
                </a:lnTo>
                <a:lnTo>
                  <a:pt x="69859" y="101103"/>
                </a:lnTo>
                <a:lnTo>
                  <a:pt x="69109" y="101241"/>
                </a:lnTo>
                <a:lnTo>
                  <a:pt x="68348" y="101369"/>
                </a:lnTo>
                <a:lnTo>
                  <a:pt x="67574" y="101486"/>
                </a:lnTo>
                <a:lnTo>
                  <a:pt x="66790" y="101593"/>
                </a:lnTo>
                <a:lnTo>
                  <a:pt x="65993" y="101690"/>
                </a:lnTo>
                <a:lnTo>
                  <a:pt x="65185" y="101777"/>
                </a:lnTo>
                <a:lnTo>
                  <a:pt x="64366" y="101854"/>
                </a:lnTo>
                <a:lnTo>
                  <a:pt x="63535" y="101920"/>
                </a:lnTo>
                <a:lnTo>
                  <a:pt x="62692" y="101976"/>
                </a:lnTo>
                <a:lnTo>
                  <a:pt x="61838" y="102022"/>
                </a:lnTo>
                <a:lnTo>
                  <a:pt x="60972" y="102058"/>
                </a:lnTo>
                <a:lnTo>
                  <a:pt x="60094" y="102084"/>
                </a:lnTo>
                <a:lnTo>
                  <a:pt x="59205" y="102099"/>
                </a:lnTo>
                <a:lnTo>
                  <a:pt x="58304" y="102104"/>
                </a:lnTo>
                <a:lnTo>
                  <a:pt x="56799" y="102088"/>
                </a:lnTo>
                <a:lnTo>
                  <a:pt x="55322" y="102038"/>
                </a:lnTo>
                <a:lnTo>
                  <a:pt x="53872" y="101956"/>
                </a:lnTo>
                <a:lnTo>
                  <a:pt x="52450" y="101841"/>
                </a:lnTo>
                <a:lnTo>
                  <a:pt x="51056" y="101694"/>
                </a:lnTo>
                <a:lnTo>
                  <a:pt x="49689" y="101513"/>
                </a:lnTo>
                <a:lnTo>
                  <a:pt x="48350" y="101300"/>
                </a:lnTo>
                <a:lnTo>
                  <a:pt x="47039" y="101053"/>
                </a:lnTo>
                <a:lnTo>
                  <a:pt x="45755" y="100774"/>
                </a:lnTo>
                <a:lnTo>
                  <a:pt x="44499" y="100462"/>
                </a:lnTo>
                <a:lnTo>
                  <a:pt x="43271" y="100118"/>
                </a:lnTo>
                <a:lnTo>
                  <a:pt x="42070" y="99740"/>
                </a:lnTo>
                <a:lnTo>
                  <a:pt x="40897" y="99330"/>
                </a:lnTo>
                <a:lnTo>
                  <a:pt x="39752" y="98886"/>
                </a:lnTo>
                <a:lnTo>
                  <a:pt x="38634" y="98410"/>
                </a:lnTo>
                <a:lnTo>
                  <a:pt x="37544" y="97901"/>
                </a:lnTo>
                <a:lnTo>
                  <a:pt x="36482" y="97360"/>
                </a:lnTo>
                <a:lnTo>
                  <a:pt x="35447" y="96785"/>
                </a:lnTo>
                <a:lnTo>
                  <a:pt x="34440" y="96178"/>
                </a:lnTo>
                <a:lnTo>
                  <a:pt x="33461" y="95537"/>
                </a:lnTo>
                <a:lnTo>
                  <a:pt x="32509" y="94864"/>
                </a:lnTo>
                <a:lnTo>
                  <a:pt x="31585" y="94158"/>
                </a:lnTo>
                <a:lnTo>
                  <a:pt x="30689" y="93420"/>
                </a:lnTo>
                <a:lnTo>
                  <a:pt x="29820" y="92648"/>
                </a:lnTo>
                <a:lnTo>
                  <a:pt x="28983" y="91852"/>
                </a:lnTo>
                <a:lnTo>
                  <a:pt x="28182" y="91039"/>
                </a:lnTo>
                <a:lnTo>
                  <a:pt x="27416" y="90210"/>
                </a:lnTo>
                <a:lnTo>
                  <a:pt x="26686" y="89365"/>
                </a:lnTo>
                <a:lnTo>
                  <a:pt x="25991" y="88504"/>
                </a:lnTo>
                <a:lnTo>
                  <a:pt x="25332" y="87626"/>
                </a:lnTo>
                <a:lnTo>
                  <a:pt x="24709" y="86732"/>
                </a:lnTo>
                <a:lnTo>
                  <a:pt x="24121" y="85822"/>
                </a:lnTo>
                <a:lnTo>
                  <a:pt x="23569" y="84895"/>
                </a:lnTo>
                <a:lnTo>
                  <a:pt x="23053" y="83953"/>
                </a:lnTo>
                <a:lnTo>
                  <a:pt x="22572" y="82994"/>
                </a:lnTo>
                <a:lnTo>
                  <a:pt x="22126" y="82019"/>
                </a:lnTo>
                <a:lnTo>
                  <a:pt x="21717" y="81027"/>
                </a:lnTo>
                <a:lnTo>
                  <a:pt x="21343" y="80019"/>
                </a:lnTo>
                <a:lnTo>
                  <a:pt x="21005" y="78996"/>
                </a:lnTo>
                <a:lnTo>
                  <a:pt x="20702" y="77955"/>
                </a:lnTo>
                <a:lnTo>
                  <a:pt x="20435" y="76899"/>
                </a:lnTo>
                <a:lnTo>
                  <a:pt x="20203" y="75826"/>
                </a:lnTo>
                <a:lnTo>
                  <a:pt x="20007" y="74737"/>
                </a:lnTo>
                <a:lnTo>
                  <a:pt x="19847" y="73632"/>
                </a:lnTo>
                <a:lnTo>
                  <a:pt x="19722" y="72510"/>
                </a:lnTo>
                <a:lnTo>
                  <a:pt x="19633" y="71373"/>
                </a:lnTo>
                <a:lnTo>
                  <a:pt x="19580" y="70219"/>
                </a:lnTo>
                <a:lnTo>
                  <a:pt x="19562" y="69048"/>
                </a:lnTo>
                <a:lnTo>
                  <a:pt x="19562" y="56342"/>
                </a:lnTo>
                <a:lnTo>
                  <a:pt x="19572" y="55361"/>
                </a:lnTo>
                <a:lnTo>
                  <a:pt x="19601" y="54391"/>
                </a:lnTo>
                <a:lnTo>
                  <a:pt x="19650" y="53432"/>
                </a:lnTo>
                <a:lnTo>
                  <a:pt x="19718" y="52484"/>
                </a:lnTo>
                <a:lnTo>
                  <a:pt x="19806" y="51548"/>
                </a:lnTo>
                <a:lnTo>
                  <a:pt x="19914" y="50623"/>
                </a:lnTo>
                <a:lnTo>
                  <a:pt x="20041" y="49709"/>
                </a:lnTo>
                <a:lnTo>
                  <a:pt x="20188" y="48807"/>
                </a:lnTo>
                <a:lnTo>
                  <a:pt x="20354" y="47915"/>
                </a:lnTo>
                <a:lnTo>
                  <a:pt x="20539" y="47035"/>
                </a:lnTo>
                <a:lnTo>
                  <a:pt x="20745" y="46167"/>
                </a:lnTo>
                <a:lnTo>
                  <a:pt x="20969" y="45309"/>
                </a:lnTo>
                <a:lnTo>
                  <a:pt x="21214" y="44463"/>
                </a:lnTo>
                <a:lnTo>
                  <a:pt x="21478" y="43628"/>
                </a:lnTo>
                <a:lnTo>
                  <a:pt x="21761" y="42805"/>
                </a:lnTo>
                <a:lnTo>
                  <a:pt x="22064" y="41993"/>
                </a:lnTo>
                <a:lnTo>
                  <a:pt x="22387" y="41192"/>
                </a:lnTo>
                <a:lnTo>
                  <a:pt x="22729" y="40402"/>
                </a:lnTo>
                <a:lnTo>
                  <a:pt x="23091" y="39623"/>
                </a:lnTo>
                <a:lnTo>
                  <a:pt x="23472" y="38856"/>
                </a:lnTo>
                <a:lnTo>
                  <a:pt x="23872" y="38100"/>
                </a:lnTo>
                <a:lnTo>
                  <a:pt x="24293" y="37356"/>
                </a:lnTo>
                <a:lnTo>
                  <a:pt x="24733" y="36622"/>
                </a:lnTo>
                <a:lnTo>
                  <a:pt x="25192" y="35900"/>
                </a:lnTo>
                <a:lnTo>
                  <a:pt x="25664" y="35192"/>
                </a:lnTo>
                <a:lnTo>
                  <a:pt x="26142" y="34500"/>
                </a:lnTo>
                <a:lnTo>
                  <a:pt x="26626" y="33825"/>
                </a:lnTo>
                <a:lnTo>
                  <a:pt x="27116" y="33166"/>
                </a:lnTo>
                <a:lnTo>
                  <a:pt x="27612" y="32524"/>
                </a:lnTo>
                <a:lnTo>
                  <a:pt x="28114" y="31899"/>
                </a:lnTo>
                <a:lnTo>
                  <a:pt x="28622" y="31290"/>
                </a:lnTo>
                <a:lnTo>
                  <a:pt x="29136" y="30698"/>
                </a:lnTo>
                <a:lnTo>
                  <a:pt x="29656" y="30123"/>
                </a:lnTo>
                <a:lnTo>
                  <a:pt x="30182" y="29564"/>
                </a:lnTo>
                <a:lnTo>
                  <a:pt x="30714" y="29021"/>
                </a:lnTo>
                <a:lnTo>
                  <a:pt x="31251" y="28495"/>
                </a:lnTo>
                <a:lnTo>
                  <a:pt x="31795" y="27986"/>
                </a:lnTo>
                <a:lnTo>
                  <a:pt x="32345" y="27494"/>
                </a:lnTo>
                <a:lnTo>
                  <a:pt x="32900" y="27018"/>
                </a:lnTo>
                <a:lnTo>
                  <a:pt x="33462" y="26558"/>
                </a:lnTo>
                <a:lnTo>
                  <a:pt x="34030" y="26115"/>
                </a:lnTo>
                <a:lnTo>
                  <a:pt x="34603" y="25689"/>
                </a:lnTo>
                <a:lnTo>
                  <a:pt x="35183" y="25279"/>
                </a:lnTo>
                <a:lnTo>
                  <a:pt x="35768" y="24886"/>
                </a:lnTo>
                <a:lnTo>
                  <a:pt x="36360" y="24510"/>
                </a:lnTo>
                <a:lnTo>
                  <a:pt x="36957" y="24150"/>
                </a:lnTo>
                <a:lnTo>
                  <a:pt x="37560" y="23807"/>
                </a:lnTo>
                <a:lnTo>
                  <a:pt x="38170" y="23480"/>
                </a:lnTo>
                <a:lnTo>
                  <a:pt x="38784" y="23168"/>
                </a:lnTo>
                <a:lnTo>
                  <a:pt x="39404" y="22870"/>
                </a:lnTo>
                <a:lnTo>
                  <a:pt x="40029" y="22584"/>
                </a:lnTo>
                <a:lnTo>
                  <a:pt x="40659" y="22312"/>
                </a:lnTo>
                <a:lnTo>
                  <a:pt x="41293" y="22053"/>
                </a:lnTo>
                <a:lnTo>
                  <a:pt x="41933" y="21808"/>
                </a:lnTo>
                <a:lnTo>
                  <a:pt x="42578" y="21575"/>
                </a:lnTo>
                <a:lnTo>
                  <a:pt x="43227" y="21356"/>
                </a:lnTo>
                <a:lnTo>
                  <a:pt x="43882" y="21151"/>
                </a:lnTo>
                <a:lnTo>
                  <a:pt x="44541" y="20958"/>
                </a:lnTo>
                <a:lnTo>
                  <a:pt x="45206" y="20779"/>
                </a:lnTo>
                <a:lnTo>
                  <a:pt x="45875" y="20613"/>
                </a:lnTo>
                <a:lnTo>
                  <a:pt x="46550" y="20460"/>
                </a:lnTo>
                <a:lnTo>
                  <a:pt x="47229" y="20321"/>
                </a:lnTo>
                <a:lnTo>
                  <a:pt x="47913" y="20195"/>
                </a:lnTo>
                <a:lnTo>
                  <a:pt x="48603" y="20082"/>
                </a:lnTo>
                <a:lnTo>
                  <a:pt x="49297" y="19983"/>
                </a:lnTo>
                <a:lnTo>
                  <a:pt x="49996" y="19896"/>
                </a:lnTo>
                <a:lnTo>
                  <a:pt x="50701" y="19823"/>
                </a:lnTo>
                <a:lnTo>
                  <a:pt x="51410" y="19764"/>
                </a:lnTo>
                <a:lnTo>
                  <a:pt x="52124" y="19717"/>
                </a:lnTo>
                <a:lnTo>
                  <a:pt x="52843" y="19684"/>
                </a:lnTo>
                <a:lnTo>
                  <a:pt x="53567" y="19664"/>
                </a:lnTo>
                <a:lnTo>
                  <a:pt x="54296" y="19657"/>
                </a:lnTo>
                <a:lnTo>
                  <a:pt x="54885" y="19662"/>
                </a:lnTo>
                <a:lnTo>
                  <a:pt x="55473" y="19675"/>
                </a:lnTo>
                <a:lnTo>
                  <a:pt x="56061" y="19698"/>
                </a:lnTo>
                <a:lnTo>
                  <a:pt x="56649" y="19729"/>
                </a:lnTo>
                <a:lnTo>
                  <a:pt x="57237" y="19770"/>
                </a:lnTo>
                <a:lnTo>
                  <a:pt x="57824" y="19819"/>
                </a:lnTo>
                <a:lnTo>
                  <a:pt x="58411" y="19877"/>
                </a:lnTo>
                <a:lnTo>
                  <a:pt x="58999" y="19945"/>
                </a:lnTo>
                <a:lnTo>
                  <a:pt x="59586" y="20021"/>
                </a:lnTo>
                <a:lnTo>
                  <a:pt x="60173" y="20106"/>
                </a:lnTo>
                <a:lnTo>
                  <a:pt x="60759" y="20201"/>
                </a:lnTo>
                <a:lnTo>
                  <a:pt x="61346" y="20304"/>
                </a:lnTo>
                <a:lnTo>
                  <a:pt x="61932" y="20416"/>
                </a:lnTo>
                <a:lnTo>
                  <a:pt x="62518" y="20537"/>
                </a:lnTo>
                <a:lnTo>
                  <a:pt x="63104" y="20667"/>
                </a:lnTo>
                <a:lnTo>
                  <a:pt x="63690" y="20806"/>
                </a:lnTo>
                <a:lnTo>
                  <a:pt x="64276" y="20955"/>
                </a:lnTo>
                <a:lnTo>
                  <a:pt x="64862" y="21112"/>
                </a:lnTo>
                <a:lnTo>
                  <a:pt x="65447" y="21278"/>
                </a:lnTo>
                <a:lnTo>
                  <a:pt x="66032" y="21453"/>
                </a:lnTo>
                <a:lnTo>
                  <a:pt x="66617" y="21637"/>
                </a:lnTo>
                <a:lnTo>
                  <a:pt x="67202" y="21830"/>
                </a:lnTo>
                <a:lnTo>
                  <a:pt x="67787" y="22032"/>
                </a:lnTo>
                <a:lnTo>
                  <a:pt x="68371" y="22243"/>
                </a:lnTo>
                <a:lnTo>
                  <a:pt x="68951" y="22461"/>
                </a:lnTo>
                <a:lnTo>
                  <a:pt x="69519" y="22686"/>
                </a:lnTo>
                <a:lnTo>
                  <a:pt x="70076" y="22916"/>
                </a:lnTo>
                <a:lnTo>
                  <a:pt x="70623" y="23153"/>
                </a:lnTo>
                <a:lnTo>
                  <a:pt x="71159" y="23395"/>
                </a:lnTo>
                <a:lnTo>
                  <a:pt x="71684" y="23643"/>
                </a:lnTo>
                <a:lnTo>
                  <a:pt x="72199" y="23898"/>
                </a:lnTo>
                <a:lnTo>
                  <a:pt x="72703" y="24158"/>
                </a:lnTo>
                <a:lnTo>
                  <a:pt x="73196" y="24425"/>
                </a:lnTo>
                <a:lnTo>
                  <a:pt x="73678" y="24697"/>
                </a:lnTo>
                <a:lnTo>
                  <a:pt x="74149" y="24975"/>
                </a:lnTo>
                <a:lnTo>
                  <a:pt x="74610" y="25260"/>
                </a:lnTo>
                <a:lnTo>
                  <a:pt x="75060" y="25550"/>
                </a:lnTo>
                <a:lnTo>
                  <a:pt x="75499" y="25847"/>
                </a:lnTo>
                <a:lnTo>
                  <a:pt x="75927" y="26149"/>
                </a:lnTo>
                <a:lnTo>
                  <a:pt x="76345" y="26457"/>
                </a:lnTo>
                <a:lnTo>
                  <a:pt x="76751" y="26772"/>
                </a:lnTo>
                <a:lnTo>
                  <a:pt x="77148" y="27092"/>
                </a:lnTo>
                <a:lnTo>
                  <a:pt x="77533" y="27418"/>
                </a:lnTo>
                <a:lnTo>
                  <a:pt x="77907" y="27751"/>
                </a:lnTo>
                <a:lnTo>
                  <a:pt x="78271" y="28089"/>
                </a:lnTo>
                <a:lnTo>
                  <a:pt x="78624" y="28434"/>
                </a:lnTo>
                <a:lnTo>
                  <a:pt x="78966" y="28784"/>
                </a:lnTo>
                <a:lnTo>
                  <a:pt x="79298" y="29140"/>
                </a:lnTo>
                <a:lnTo>
                  <a:pt x="79462" y="29327"/>
                </a:lnTo>
                <a:lnTo>
                  <a:pt x="79622" y="29520"/>
                </a:lnTo>
                <a:lnTo>
                  <a:pt x="79778" y="29719"/>
                </a:lnTo>
                <a:lnTo>
                  <a:pt x="79928" y="29924"/>
                </a:lnTo>
                <a:lnTo>
                  <a:pt x="80075" y="30136"/>
                </a:lnTo>
                <a:lnTo>
                  <a:pt x="80216" y="30354"/>
                </a:lnTo>
                <a:lnTo>
                  <a:pt x="80353" y="30579"/>
                </a:lnTo>
                <a:lnTo>
                  <a:pt x="80485" y="30810"/>
                </a:lnTo>
                <a:lnTo>
                  <a:pt x="80613" y="31047"/>
                </a:lnTo>
                <a:lnTo>
                  <a:pt x="80736" y="31290"/>
                </a:lnTo>
                <a:lnTo>
                  <a:pt x="80854" y="31540"/>
                </a:lnTo>
                <a:lnTo>
                  <a:pt x="80967" y="31796"/>
                </a:lnTo>
                <a:lnTo>
                  <a:pt x="81076" y="32059"/>
                </a:lnTo>
                <a:lnTo>
                  <a:pt x="81181" y="32328"/>
                </a:lnTo>
                <a:lnTo>
                  <a:pt x="81281" y="32603"/>
                </a:lnTo>
                <a:lnTo>
                  <a:pt x="81376" y="32884"/>
                </a:lnTo>
                <a:lnTo>
                  <a:pt x="81466" y="33172"/>
                </a:lnTo>
                <a:lnTo>
                  <a:pt x="81552" y="33466"/>
                </a:lnTo>
                <a:lnTo>
                  <a:pt x="81633" y="33767"/>
                </a:lnTo>
                <a:lnTo>
                  <a:pt x="81710" y="34073"/>
                </a:lnTo>
                <a:lnTo>
                  <a:pt x="81782" y="34386"/>
                </a:lnTo>
                <a:lnTo>
                  <a:pt x="81849" y="34706"/>
                </a:lnTo>
                <a:lnTo>
                  <a:pt x="81911" y="35032"/>
                </a:lnTo>
                <a:lnTo>
                  <a:pt x="81969" y="35364"/>
                </a:lnTo>
                <a:lnTo>
                  <a:pt x="82067" y="35860"/>
                </a:lnTo>
                <a:lnTo>
                  <a:pt x="82169" y="36343"/>
                </a:lnTo>
                <a:lnTo>
                  <a:pt x="82275" y="36813"/>
                </a:lnTo>
                <a:lnTo>
                  <a:pt x="82386" y="37269"/>
                </a:lnTo>
                <a:lnTo>
                  <a:pt x="82500" y="37712"/>
                </a:lnTo>
                <a:lnTo>
                  <a:pt x="82619" y="38142"/>
                </a:lnTo>
                <a:lnTo>
                  <a:pt x="82743" y="38558"/>
                </a:lnTo>
                <a:lnTo>
                  <a:pt x="82871" y="38961"/>
                </a:lnTo>
                <a:lnTo>
                  <a:pt x="83003" y="39351"/>
                </a:lnTo>
                <a:lnTo>
                  <a:pt x="83139" y="39728"/>
                </a:lnTo>
                <a:lnTo>
                  <a:pt x="83280" y="40091"/>
                </a:lnTo>
                <a:lnTo>
                  <a:pt x="83425" y="40440"/>
                </a:lnTo>
                <a:lnTo>
                  <a:pt x="83574" y="40777"/>
                </a:lnTo>
                <a:lnTo>
                  <a:pt x="83727" y="41100"/>
                </a:lnTo>
                <a:lnTo>
                  <a:pt x="83885" y="41410"/>
                </a:lnTo>
                <a:lnTo>
                  <a:pt x="84048" y="41707"/>
                </a:lnTo>
                <a:lnTo>
                  <a:pt x="84214" y="41990"/>
                </a:lnTo>
                <a:lnTo>
                  <a:pt x="84385" y="42260"/>
                </a:lnTo>
                <a:lnTo>
                  <a:pt x="84560" y="42517"/>
                </a:lnTo>
                <a:lnTo>
                  <a:pt x="84739" y="42760"/>
                </a:lnTo>
                <a:lnTo>
                  <a:pt x="84923" y="42990"/>
                </a:lnTo>
                <a:lnTo>
                  <a:pt x="85111" y="43207"/>
                </a:lnTo>
                <a:lnTo>
                  <a:pt x="85303" y="43410"/>
                </a:lnTo>
                <a:lnTo>
                  <a:pt x="85500" y="43600"/>
                </a:lnTo>
                <a:lnTo>
                  <a:pt x="85702" y="43780"/>
                </a:lnTo>
                <a:lnTo>
                  <a:pt x="85908" y="43952"/>
                </a:lnTo>
                <a:lnTo>
                  <a:pt x="86120" y="44116"/>
                </a:lnTo>
                <a:lnTo>
                  <a:pt x="86338" y="44273"/>
                </a:lnTo>
                <a:lnTo>
                  <a:pt x="86560" y="44422"/>
                </a:lnTo>
                <a:lnTo>
                  <a:pt x="86788" y="44564"/>
                </a:lnTo>
                <a:lnTo>
                  <a:pt x="87022" y="44698"/>
                </a:lnTo>
                <a:lnTo>
                  <a:pt x="87260" y="44824"/>
                </a:lnTo>
                <a:lnTo>
                  <a:pt x="87504" y="44943"/>
                </a:lnTo>
                <a:lnTo>
                  <a:pt x="87753" y="45054"/>
                </a:lnTo>
                <a:lnTo>
                  <a:pt x="88008" y="45157"/>
                </a:lnTo>
                <a:lnTo>
                  <a:pt x="88267" y="45253"/>
                </a:lnTo>
                <a:lnTo>
                  <a:pt x="88532" y="45341"/>
                </a:lnTo>
                <a:lnTo>
                  <a:pt x="88803" y="45421"/>
                </a:lnTo>
                <a:lnTo>
                  <a:pt x="89079" y="45494"/>
                </a:lnTo>
                <a:lnTo>
                  <a:pt x="89359" y="45559"/>
                </a:lnTo>
                <a:lnTo>
                  <a:pt x="89646" y="45616"/>
                </a:lnTo>
                <a:lnTo>
                  <a:pt x="89937" y="45666"/>
                </a:lnTo>
                <a:lnTo>
                  <a:pt x="90234" y="45708"/>
                </a:lnTo>
                <a:lnTo>
                  <a:pt x="90536" y="45742"/>
                </a:lnTo>
                <a:lnTo>
                  <a:pt x="90844" y="45769"/>
                </a:lnTo>
                <a:lnTo>
                  <a:pt x="91157" y="45788"/>
                </a:lnTo>
                <a:lnTo>
                  <a:pt x="91475" y="45800"/>
                </a:lnTo>
                <a:lnTo>
                  <a:pt x="91798" y="45804"/>
                </a:lnTo>
                <a:lnTo>
                  <a:pt x="92153" y="45798"/>
                </a:lnTo>
                <a:lnTo>
                  <a:pt x="92503" y="45783"/>
                </a:lnTo>
                <a:lnTo>
                  <a:pt x="92847" y="45757"/>
                </a:lnTo>
                <a:lnTo>
                  <a:pt x="93186" y="45720"/>
                </a:lnTo>
                <a:lnTo>
                  <a:pt x="93519" y="45673"/>
                </a:lnTo>
                <a:lnTo>
                  <a:pt x="93847" y="45615"/>
                </a:lnTo>
                <a:lnTo>
                  <a:pt x="94169" y="45547"/>
                </a:lnTo>
                <a:lnTo>
                  <a:pt x="94486" y="45469"/>
                </a:lnTo>
                <a:lnTo>
                  <a:pt x="94797" y="45380"/>
                </a:lnTo>
                <a:lnTo>
                  <a:pt x="95103" y="45281"/>
                </a:lnTo>
                <a:lnTo>
                  <a:pt x="95404" y="45171"/>
                </a:lnTo>
                <a:lnTo>
                  <a:pt x="95699" y="45051"/>
                </a:lnTo>
                <a:lnTo>
                  <a:pt x="95988" y="44920"/>
                </a:lnTo>
                <a:lnTo>
                  <a:pt x="96272" y="44779"/>
                </a:lnTo>
                <a:lnTo>
                  <a:pt x="96551" y="44627"/>
                </a:lnTo>
                <a:lnTo>
                  <a:pt x="96824" y="44465"/>
                </a:lnTo>
                <a:lnTo>
                  <a:pt x="97091" y="44292"/>
                </a:lnTo>
                <a:lnTo>
                  <a:pt x="97354" y="44109"/>
                </a:lnTo>
                <a:lnTo>
                  <a:pt x="97610" y="43916"/>
                </a:lnTo>
                <a:lnTo>
                  <a:pt x="97862" y="43712"/>
                </a:lnTo>
                <a:lnTo>
                  <a:pt x="98107" y="43498"/>
                </a:lnTo>
                <a:lnTo>
                  <a:pt x="98348" y="43273"/>
                </a:lnTo>
                <a:lnTo>
                  <a:pt x="98582" y="43038"/>
                </a:lnTo>
                <a:lnTo>
                  <a:pt x="98812" y="42792"/>
                </a:lnTo>
                <a:lnTo>
                  <a:pt x="99034" y="42534"/>
                </a:lnTo>
                <a:lnTo>
                  <a:pt x="99246" y="42261"/>
                </a:lnTo>
                <a:lnTo>
                  <a:pt x="99449" y="41975"/>
                </a:lnTo>
                <a:lnTo>
                  <a:pt x="99643" y="41674"/>
                </a:lnTo>
                <a:lnTo>
                  <a:pt x="99827" y="41359"/>
                </a:lnTo>
                <a:lnTo>
                  <a:pt x="100002" y="41031"/>
                </a:lnTo>
                <a:lnTo>
                  <a:pt x="100167" y="40688"/>
                </a:lnTo>
                <a:lnTo>
                  <a:pt x="100323" y="40331"/>
                </a:lnTo>
                <a:lnTo>
                  <a:pt x="100469" y="39960"/>
                </a:lnTo>
                <a:lnTo>
                  <a:pt x="100606" y="39574"/>
                </a:lnTo>
                <a:lnTo>
                  <a:pt x="100733" y="39175"/>
                </a:lnTo>
                <a:lnTo>
                  <a:pt x="100851" y="38762"/>
                </a:lnTo>
                <a:lnTo>
                  <a:pt x="100960" y="38334"/>
                </a:lnTo>
                <a:lnTo>
                  <a:pt x="101059" y="37892"/>
                </a:lnTo>
                <a:lnTo>
                  <a:pt x="101149" y="37437"/>
                </a:lnTo>
                <a:lnTo>
                  <a:pt x="101229" y="36967"/>
                </a:lnTo>
                <a:lnTo>
                  <a:pt x="101300" y="36483"/>
                </a:lnTo>
                <a:lnTo>
                  <a:pt x="101361" y="35985"/>
                </a:lnTo>
                <a:lnTo>
                  <a:pt x="101413" y="35473"/>
                </a:lnTo>
                <a:lnTo>
                  <a:pt x="101456" y="34947"/>
                </a:lnTo>
                <a:lnTo>
                  <a:pt x="101489" y="34406"/>
                </a:lnTo>
                <a:lnTo>
                  <a:pt x="101512" y="33852"/>
                </a:lnTo>
                <a:lnTo>
                  <a:pt x="101527" y="33283"/>
                </a:lnTo>
                <a:lnTo>
                  <a:pt x="101531" y="32701"/>
                </a:lnTo>
                <a:lnTo>
                  <a:pt x="101531" y="16061"/>
                </a:lnTo>
                <a:lnTo>
                  <a:pt x="101527" y="15478"/>
                </a:lnTo>
                <a:lnTo>
                  <a:pt x="101512" y="14910"/>
                </a:lnTo>
                <a:lnTo>
                  <a:pt x="101489" y="14356"/>
                </a:lnTo>
                <a:lnTo>
                  <a:pt x="101456" y="13816"/>
                </a:lnTo>
                <a:lnTo>
                  <a:pt x="101413" y="13290"/>
                </a:lnTo>
                <a:lnTo>
                  <a:pt x="101361" y="12779"/>
                </a:lnTo>
                <a:lnTo>
                  <a:pt x="101300" y="12282"/>
                </a:lnTo>
                <a:lnTo>
                  <a:pt x="101229" y="11799"/>
                </a:lnTo>
                <a:lnTo>
                  <a:pt x="101149" y="11330"/>
                </a:lnTo>
                <a:lnTo>
                  <a:pt x="101059" y="10876"/>
                </a:lnTo>
                <a:lnTo>
                  <a:pt x="100960" y="10436"/>
                </a:lnTo>
                <a:lnTo>
                  <a:pt x="100851" y="10011"/>
                </a:lnTo>
                <a:lnTo>
                  <a:pt x="100733" y="9599"/>
                </a:lnTo>
                <a:lnTo>
                  <a:pt x="100606" y="9202"/>
                </a:lnTo>
                <a:lnTo>
                  <a:pt x="100469" y="8819"/>
                </a:lnTo>
                <a:lnTo>
                  <a:pt x="100323" y="8451"/>
                </a:lnTo>
                <a:lnTo>
                  <a:pt x="100167" y="8097"/>
                </a:lnTo>
                <a:lnTo>
                  <a:pt x="100002" y="7757"/>
                </a:lnTo>
                <a:lnTo>
                  <a:pt x="99827" y="7431"/>
                </a:lnTo>
                <a:lnTo>
                  <a:pt x="99643" y="7120"/>
                </a:lnTo>
                <a:lnTo>
                  <a:pt x="99449" y="6823"/>
                </a:lnTo>
                <a:lnTo>
                  <a:pt x="99246" y="6540"/>
                </a:lnTo>
                <a:lnTo>
                  <a:pt x="99034" y="6272"/>
                </a:lnTo>
                <a:lnTo>
                  <a:pt x="98812" y="6018"/>
                </a:lnTo>
                <a:lnTo>
                  <a:pt x="98582" y="5776"/>
                </a:lnTo>
                <a:lnTo>
                  <a:pt x="98348" y="5544"/>
                </a:lnTo>
                <a:lnTo>
                  <a:pt x="98107" y="5323"/>
                </a:lnTo>
                <a:lnTo>
                  <a:pt x="97862" y="5112"/>
                </a:lnTo>
                <a:lnTo>
                  <a:pt x="97610" y="4911"/>
                </a:lnTo>
                <a:lnTo>
                  <a:pt x="97354" y="4721"/>
                </a:lnTo>
                <a:lnTo>
                  <a:pt x="97091" y="4541"/>
                </a:lnTo>
                <a:lnTo>
                  <a:pt x="96824" y="4371"/>
                </a:lnTo>
                <a:lnTo>
                  <a:pt x="96551" y="4211"/>
                </a:lnTo>
                <a:lnTo>
                  <a:pt x="96272" y="4062"/>
                </a:lnTo>
                <a:lnTo>
                  <a:pt x="95988" y="3923"/>
                </a:lnTo>
                <a:lnTo>
                  <a:pt x="95699" y="3795"/>
                </a:lnTo>
                <a:lnTo>
                  <a:pt x="95404" y="3676"/>
                </a:lnTo>
                <a:lnTo>
                  <a:pt x="95103" y="3568"/>
                </a:lnTo>
                <a:lnTo>
                  <a:pt x="94797" y="3470"/>
                </a:lnTo>
                <a:lnTo>
                  <a:pt x="94486" y="3383"/>
                </a:lnTo>
                <a:lnTo>
                  <a:pt x="94169" y="3306"/>
                </a:lnTo>
                <a:lnTo>
                  <a:pt x="93847" y="3239"/>
                </a:lnTo>
                <a:lnTo>
                  <a:pt x="93519" y="3182"/>
                </a:lnTo>
                <a:lnTo>
                  <a:pt x="93186" y="3136"/>
                </a:lnTo>
                <a:lnTo>
                  <a:pt x="92847" y="3100"/>
                </a:lnTo>
                <a:lnTo>
                  <a:pt x="92503" y="3074"/>
                </a:lnTo>
                <a:lnTo>
                  <a:pt x="92153" y="3059"/>
                </a:lnTo>
                <a:lnTo>
                  <a:pt x="91798" y="3054"/>
                </a:lnTo>
                <a:lnTo>
                  <a:pt x="91592" y="3056"/>
                </a:lnTo>
                <a:lnTo>
                  <a:pt x="91387" y="3062"/>
                </a:lnTo>
                <a:lnTo>
                  <a:pt x="91183" y="3073"/>
                </a:lnTo>
                <a:lnTo>
                  <a:pt x="90980" y="3088"/>
                </a:lnTo>
                <a:lnTo>
                  <a:pt x="90779" y="3107"/>
                </a:lnTo>
                <a:lnTo>
                  <a:pt x="90578" y="3131"/>
                </a:lnTo>
                <a:lnTo>
                  <a:pt x="90379" y="3159"/>
                </a:lnTo>
                <a:lnTo>
                  <a:pt x="90181" y="3191"/>
                </a:lnTo>
                <a:lnTo>
                  <a:pt x="89984" y="3228"/>
                </a:lnTo>
                <a:lnTo>
                  <a:pt x="89789" y="3269"/>
                </a:lnTo>
                <a:lnTo>
                  <a:pt x="89594" y="3314"/>
                </a:lnTo>
                <a:lnTo>
                  <a:pt x="89401" y="3364"/>
                </a:lnTo>
                <a:lnTo>
                  <a:pt x="89208" y="3418"/>
                </a:lnTo>
                <a:lnTo>
                  <a:pt x="89017" y="3476"/>
                </a:lnTo>
                <a:lnTo>
                  <a:pt x="88827" y="3538"/>
                </a:lnTo>
                <a:lnTo>
                  <a:pt x="88639" y="3605"/>
                </a:lnTo>
                <a:lnTo>
                  <a:pt x="88451" y="3676"/>
                </a:lnTo>
                <a:lnTo>
                  <a:pt x="88264" y="3751"/>
                </a:lnTo>
                <a:lnTo>
                  <a:pt x="88079" y="3831"/>
                </a:lnTo>
                <a:lnTo>
                  <a:pt x="87895" y="3915"/>
                </a:lnTo>
                <a:lnTo>
                  <a:pt x="87712" y="4003"/>
                </a:lnTo>
                <a:lnTo>
                  <a:pt x="87530" y="4096"/>
                </a:lnTo>
                <a:lnTo>
                  <a:pt x="87350" y="4193"/>
                </a:lnTo>
                <a:lnTo>
                  <a:pt x="87170" y="4294"/>
                </a:lnTo>
                <a:lnTo>
                  <a:pt x="86992" y="4400"/>
                </a:lnTo>
                <a:lnTo>
                  <a:pt x="86815" y="4509"/>
                </a:lnTo>
                <a:lnTo>
                  <a:pt x="86638" y="4624"/>
                </a:lnTo>
                <a:lnTo>
                  <a:pt x="86464" y="4742"/>
                </a:lnTo>
                <a:lnTo>
                  <a:pt x="86290" y="4865"/>
                </a:lnTo>
                <a:lnTo>
                  <a:pt x="86117" y="4992"/>
                </a:lnTo>
                <a:lnTo>
                  <a:pt x="85946" y="5123"/>
                </a:lnTo>
                <a:lnTo>
                  <a:pt x="85776" y="5259"/>
                </a:lnTo>
                <a:lnTo>
                  <a:pt x="85607" y="5399"/>
                </a:lnTo>
                <a:lnTo>
                  <a:pt x="85439" y="5543"/>
                </a:lnTo>
                <a:lnTo>
                  <a:pt x="85272" y="5692"/>
                </a:lnTo>
                <a:lnTo>
                  <a:pt x="85106" y="5845"/>
                </a:lnTo>
                <a:lnTo>
                  <a:pt x="84942" y="6002"/>
                </a:lnTo>
                <a:lnTo>
                  <a:pt x="84779" y="6163"/>
                </a:lnTo>
                <a:lnTo>
                  <a:pt x="84617" y="6329"/>
                </a:lnTo>
                <a:lnTo>
                  <a:pt x="84456" y="6499"/>
                </a:lnTo>
                <a:lnTo>
                  <a:pt x="84296" y="6674"/>
                </a:lnTo>
                <a:lnTo>
                  <a:pt x="84137" y="6853"/>
                </a:lnTo>
                <a:lnTo>
                  <a:pt x="83980" y="7036"/>
                </a:lnTo>
                <a:lnTo>
                  <a:pt x="83824" y="7223"/>
                </a:lnTo>
                <a:lnTo>
                  <a:pt x="83668" y="7415"/>
                </a:lnTo>
                <a:lnTo>
                  <a:pt x="83514" y="7611"/>
                </a:lnTo>
                <a:lnTo>
                  <a:pt x="83362" y="7811"/>
                </a:lnTo>
                <a:lnTo>
                  <a:pt x="83210" y="8016"/>
                </a:lnTo>
                <a:lnTo>
                  <a:pt x="82675" y="7681"/>
                </a:lnTo>
                <a:lnTo>
                  <a:pt x="82137" y="7354"/>
                </a:lnTo>
                <a:lnTo>
                  <a:pt x="81596" y="7034"/>
                </a:lnTo>
                <a:close/>
                <a:moveTo>
                  <a:pt x="224446" y="54514"/>
                </a:moveTo>
                <a:lnTo>
                  <a:pt x="224245" y="52438"/>
                </a:lnTo>
                <a:lnTo>
                  <a:pt x="223986" y="50392"/>
                </a:lnTo>
                <a:lnTo>
                  <a:pt x="223670" y="48377"/>
                </a:lnTo>
                <a:lnTo>
                  <a:pt x="223296" y="46393"/>
                </a:lnTo>
                <a:lnTo>
                  <a:pt x="222865" y="44439"/>
                </a:lnTo>
                <a:lnTo>
                  <a:pt x="222376" y="42516"/>
                </a:lnTo>
                <a:lnTo>
                  <a:pt x="221830" y="40624"/>
                </a:lnTo>
                <a:lnTo>
                  <a:pt x="221227" y="38763"/>
                </a:lnTo>
                <a:lnTo>
                  <a:pt x="220566" y="36932"/>
                </a:lnTo>
                <a:lnTo>
                  <a:pt x="219847" y="35132"/>
                </a:lnTo>
                <a:lnTo>
                  <a:pt x="219071" y="33363"/>
                </a:lnTo>
                <a:lnTo>
                  <a:pt x="218237" y="31625"/>
                </a:lnTo>
                <a:lnTo>
                  <a:pt x="217346" y="29917"/>
                </a:lnTo>
                <a:lnTo>
                  <a:pt x="216398" y="28240"/>
                </a:lnTo>
                <a:lnTo>
                  <a:pt x="215392" y="26594"/>
                </a:lnTo>
                <a:lnTo>
                  <a:pt x="214328" y="24978"/>
                </a:lnTo>
                <a:lnTo>
                  <a:pt x="213207" y="23393"/>
                </a:lnTo>
                <a:lnTo>
                  <a:pt x="212029" y="21839"/>
                </a:lnTo>
                <a:lnTo>
                  <a:pt x="210793" y="20316"/>
                </a:lnTo>
                <a:lnTo>
                  <a:pt x="209499" y="18823"/>
                </a:lnTo>
                <a:lnTo>
                  <a:pt x="208149" y="17361"/>
                </a:lnTo>
                <a:lnTo>
                  <a:pt x="206760" y="15945"/>
                </a:lnTo>
                <a:lnTo>
                  <a:pt x="205353" y="14588"/>
                </a:lnTo>
                <a:lnTo>
                  <a:pt x="203928" y="13292"/>
                </a:lnTo>
                <a:lnTo>
                  <a:pt x="202485" y="12056"/>
                </a:lnTo>
                <a:lnTo>
                  <a:pt x="201024" y="10881"/>
                </a:lnTo>
                <a:lnTo>
                  <a:pt x="199545" y="9766"/>
                </a:lnTo>
                <a:lnTo>
                  <a:pt x="198048" y="8711"/>
                </a:lnTo>
                <a:lnTo>
                  <a:pt x="196533" y="7716"/>
                </a:lnTo>
                <a:lnTo>
                  <a:pt x="195000" y="6782"/>
                </a:lnTo>
                <a:lnTo>
                  <a:pt x="193449" y="5908"/>
                </a:lnTo>
                <a:lnTo>
                  <a:pt x="191880" y="5094"/>
                </a:lnTo>
                <a:lnTo>
                  <a:pt x="190292" y="4340"/>
                </a:lnTo>
                <a:lnTo>
                  <a:pt x="188687" y="3647"/>
                </a:lnTo>
                <a:lnTo>
                  <a:pt x="187063" y="3014"/>
                </a:lnTo>
                <a:lnTo>
                  <a:pt x="185422" y="2441"/>
                </a:lnTo>
                <a:lnTo>
                  <a:pt x="183762" y="1929"/>
                </a:lnTo>
                <a:lnTo>
                  <a:pt x="182085" y="1477"/>
                </a:lnTo>
                <a:lnTo>
                  <a:pt x="180389" y="1085"/>
                </a:lnTo>
                <a:lnTo>
                  <a:pt x="178675" y="754"/>
                </a:lnTo>
                <a:lnTo>
                  <a:pt x="176943" y="482"/>
                </a:lnTo>
                <a:lnTo>
                  <a:pt x="175194" y="271"/>
                </a:lnTo>
                <a:lnTo>
                  <a:pt x="173426" y="121"/>
                </a:lnTo>
                <a:lnTo>
                  <a:pt x="171640" y="30"/>
                </a:lnTo>
                <a:lnTo>
                  <a:pt x="169836" y="0"/>
                </a:lnTo>
                <a:lnTo>
                  <a:pt x="168212" y="25"/>
                </a:lnTo>
                <a:lnTo>
                  <a:pt x="166602" y="100"/>
                </a:lnTo>
                <a:lnTo>
                  <a:pt x="165005" y="226"/>
                </a:lnTo>
                <a:lnTo>
                  <a:pt x="163421" y="401"/>
                </a:lnTo>
                <a:lnTo>
                  <a:pt x="161851" y="627"/>
                </a:lnTo>
                <a:lnTo>
                  <a:pt x="160293" y="903"/>
                </a:lnTo>
                <a:lnTo>
                  <a:pt x="158749" y="1229"/>
                </a:lnTo>
                <a:lnTo>
                  <a:pt x="157218" y="1605"/>
                </a:lnTo>
                <a:lnTo>
                  <a:pt x="155701" y="2031"/>
                </a:lnTo>
                <a:lnTo>
                  <a:pt x="154197" y="2507"/>
                </a:lnTo>
                <a:lnTo>
                  <a:pt x="152706" y="3034"/>
                </a:lnTo>
                <a:lnTo>
                  <a:pt x="151228" y="3610"/>
                </a:lnTo>
                <a:lnTo>
                  <a:pt x="149763" y="4237"/>
                </a:lnTo>
                <a:lnTo>
                  <a:pt x="148312" y="4914"/>
                </a:lnTo>
                <a:lnTo>
                  <a:pt x="146874" y="5641"/>
                </a:lnTo>
                <a:lnTo>
                  <a:pt x="145450" y="6419"/>
                </a:lnTo>
                <a:lnTo>
                  <a:pt x="144038" y="7246"/>
                </a:lnTo>
                <a:lnTo>
                  <a:pt x="142640" y="8124"/>
                </a:lnTo>
                <a:lnTo>
                  <a:pt x="141255" y="9051"/>
                </a:lnTo>
                <a:lnTo>
                  <a:pt x="139883" y="10029"/>
                </a:lnTo>
                <a:lnTo>
                  <a:pt x="138525" y="11057"/>
                </a:lnTo>
                <a:lnTo>
                  <a:pt x="137179" y="12135"/>
                </a:lnTo>
                <a:lnTo>
                  <a:pt x="135847" y="13263"/>
                </a:lnTo>
                <a:lnTo>
                  <a:pt x="134529" y="14442"/>
                </a:lnTo>
                <a:lnTo>
                  <a:pt x="132940" y="15959"/>
                </a:lnTo>
                <a:lnTo>
                  <a:pt x="131419" y="17512"/>
                </a:lnTo>
                <a:lnTo>
                  <a:pt x="129966" y="19102"/>
                </a:lnTo>
                <a:lnTo>
                  <a:pt x="128581" y="20729"/>
                </a:lnTo>
                <a:lnTo>
                  <a:pt x="127263" y="22392"/>
                </a:lnTo>
                <a:lnTo>
                  <a:pt x="126012" y="24091"/>
                </a:lnTo>
                <a:lnTo>
                  <a:pt x="124829" y="25828"/>
                </a:lnTo>
                <a:lnTo>
                  <a:pt x="123714" y="27600"/>
                </a:lnTo>
                <a:lnTo>
                  <a:pt x="122666" y="29409"/>
                </a:lnTo>
                <a:lnTo>
                  <a:pt x="121686" y="31255"/>
                </a:lnTo>
                <a:lnTo>
                  <a:pt x="120774" y="33137"/>
                </a:lnTo>
                <a:lnTo>
                  <a:pt x="119929" y="35056"/>
                </a:lnTo>
                <a:lnTo>
                  <a:pt x="119152" y="37011"/>
                </a:lnTo>
                <a:lnTo>
                  <a:pt x="118442" y="39003"/>
                </a:lnTo>
                <a:lnTo>
                  <a:pt x="117800" y="41031"/>
                </a:lnTo>
                <a:lnTo>
                  <a:pt x="117225" y="43096"/>
                </a:lnTo>
                <a:lnTo>
                  <a:pt x="116718" y="45197"/>
                </a:lnTo>
                <a:lnTo>
                  <a:pt x="116279" y="47335"/>
                </a:lnTo>
                <a:lnTo>
                  <a:pt x="115907" y="49509"/>
                </a:lnTo>
                <a:lnTo>
                  <a:pt x="115603" y="51720"/>
                </a:lnTo>
                <a:lnTo>
                  <a:pt x="115366" y="53967"/>
                </a:lnTo>
                <a:lnTo>
                  <a:pt x="115197" y="56251"/>
                </a:lnTo>
                <a:lnTo>
                  <a:pt x="115096" y="58571"/>
                </a:lnTo>
                <a:lnTo>
                  <a:pt x="115062" y="60928"/>
                </a:lnTo>
                <a:lnTo>
                  <a:pt x="115096" y="63285"/>
                </a:lnTo>
                <a:lnTo>
                  <a:pt x="115197" y="65605"/>
                </a:lnTo>
                <a:lnTo>
                  <a:pt x="115366" y="67889"/>
                </a:lnTo>
                <a:lnTo>
                  <a:pt x="115603" y="70135"/>
                </a:lnTo>
                <a:lnTo>
                  <a:pt x="115907" y="72345"/>
                </a:lnTo>
                <a:lnTo>
                  <a:pt x="116279" y="74517"/>
                </a:lnTo>
                <a:lnTo>
                  <a:pt x="116718" y="76653"/>
                </a:lnTo>
                <a:lnTo>
                  <a:pt x="117225" y="78752"/>
                </a:lnTo>
                <a:lnTo>
                  <a:pt x="117800" y="80814"/>
                </a:lnTo>
                <a:lnTo>
                  <a:pt x="118442" y="82839"/>
                </a:lnTo>
                <a:lnTo>
                  <a:pt x="119152" y="84827"/>
                </a:lnTo>
                <a:lnTo>
                  <a:pt x="119929" y="86779"/>
                </a:lnTo>
                <a:lnTo>
                  <a:pt x="120774" y="88693"/>
                </a:lnTo>
                <a:lnTo>
                  <a:pt x="121686" y="90571"/>
                </a:lnTo>
                <a:lnTo>
                  <a:pt x="122666" y="92412"/>
                </a:lnTo>
                <a:lnTo>
                  <a:pt x="123714" y="94216"/>
                </a:lnTo>
                <a:lnTo>
                  <a:pt x="124829" y="95983"/>
                </a:lnTo>
                <a:lnTo>
                  <a:pt x="126012" y="97713"/>
                </a:lnTo>
                <a:lnTo>
                  <a:pt x="127263" y="99406"/>
                </a:lnTo>
                <a:lnTo>
                  <a:pt x="128581" y="101062"/>
                </a:lnTo>
                <a:lnTo>
                  <a:pt x="129966" y="102682"/>
                </a:lnTo>
                <a:lnTo>
                  <a:pt x="131419" y="104265"/>
                </a:lnTo>
                <a:lnTo>
                  <a:pt x="132940" y="105811"/>
                </a:lnTo>
                <a:lnTo>
                  <a:pt x="134529" y="107319"/>
                </a:lnTo>
                <a:lnTo>
                  <a:pt x="135847" y="108498"/>
                </a:lnTo>
                <a:lnTo>
                  <a:pt x="137179" y="109626"/>
                </a:lnTo>
                <a:lnTo>
                  <a:pt x="138525" y="110704"/>
                </a:lnTo>
                <a:lnTo>
                  <a:pt x="139883" y="111732"/>
                </a:lnTo>
                <a:lnTo>
                  <a:pt x="141255" y="112710"/>
                </a:lnTo>
                <a:lnTo>
                  <a:pt x="142640" y="113638"/>
                </a:lnTo>
                <a:lnTo>
                  <a:pt x="144038" y="114515"/>
                </a:lnTo>
                <a:lnTo>
                  <a:pt x="145450" y="115343"/>
                </a:lnTo>
                <a:lnTo>
                  <a:pt x="146874" y="116120"/>
                </a:lnTo>
                <a:lnTo>
                  <a:pt x="148312" y="116847"/>
                </a:lnTo>
                <a:lnTo>
                  <a:pt x="149763" y="117524"/>
                </a:lnTo>
                <a:lnTo>
                  <a:pt x="151228" y="118151"/>
                </a:lnTo>
                <a:lnTo>
                  <a:pt x="152706" y="118728"/>
                </a:lnTo>
                <a:lnTo>
                  <a:pt x="154197" y="119254"/>
                </a:lnTo>
                <a:lnTo>
                  <a:pt x="155701" y="119730"/>
                </a:lnTo>
                <a:lnTo>
                  <a:pt x="157218" y="120157"/>
                </a:lnTo>
                <a:lnTo>
                  <a:pt x="158749" y="120533"/>
                </a:lnTo>
                <a:lnTo>
                  <a:pt x="160293" y="120859"/>
                </a:lnTo>
                <a:lnTo>
                  <a:pt x="161851" y="121135"/>
                </a:lnTo>
                <a:lnTo>
                  <a:pt x="163421" y="121360"/>
                </a:lnTo>
                <a:lnTo>
                  <a:pt x="165005" y="121536"/>
                </a:lnTo>
                <a:lnTo>
                  <a:pt x="166602" y="121661"/>
                </a:lnTo>
                <a:lnTo>
                  <a:pt x="168212" y="121736"/>
                </a:lnTo>
                <a:lnTo>
                  <a:pt x="169836" y="121761"/>
                </a:lnTo>
                <a:lnTo>
                  <a:pt x="171640" y="121731"/>
                </a:lnTo>
                <a:lnTo>
                  <a:pt x="173426" y="121641"/>
                </a:lnTo>
                <a:lnTo>
                  <a:pt x="175194" y="121490"/>
                </a:lnTo>
                <a:lnTo>
                  <a:pt x="176943" y="121279"/>
                </a:lnTo>
                <a:lnTo>
                  <a:pt x="178675" y="121008"/>
                </a:lnTo>
                <a:lnTo>
                  <a:pt x="180389" y="120676"/>
                </a:lnTo>
                <a:lnTo>
                  <a:pt x="182085" y="120285"/>
                </a:lnTo>
                <a:lnTo>
                  <a:pt x="183762" y="119833"/>
                </a:lnTo>
                <a:lnTo>
                  <a:pt x="185422" y="119320"/>
                </a:lnTo>
                <a:lnTo>
                  <a:pt x="187063" y="118748"/>
                </a:lnTo>
                <a:lnTo>
                  <a:pt x="188687" y="118115"/>
                </a:lnTo>
                <a:lnTo>
                  <a:pt x="190292" y="117422"/>
                </a:lnTo>
                <a:lnTo>
                  <a:pt x="191880" y="116668"/>
                </a:lnTo>
                <a:lnTo>
                  <a:pt x="193449" y="115855"/>
                </a:lnTo>
                <a:lnTo>
                  <a:pt x="195000" y="114981"/>
                </a:lnTo>
                <a:lnTo>
                  <a:pt x="196533" y="114047"/>
                </a:lnTo>
                <a:lnTo>
                  <a:pt x="198048" y="113052"/>
                </a:lnTo>
                <a:lnTo>
                  <a:pt x="199545" y="111997"/>
                </a:lnTo>
                <a:lnTo>
                  <a:pt x="201024" y="110882"/>
                </a:lnTo>
                <a:lnTo>
                  <a:pt x="202485" y="109707"/>
                </a:lnTo>
                <a:lnTo>
                  <a:pt x="203928" y="108471"/>
                </a:lnTo>
                <a:lnTo>
                  <a:pt x="205353" y="107176"/>
                </a:lnTo>
                <a:lnTo>
                  <a:pt x="206760" y="105819"/>
                </a:lnTo>
                <a:lnTo>
                  <a:pt x="208149" y="104403"/>
                </a:lnTo>
                <a:lnTo>
                  <a:pt x="209499" y="102941"/>
                </a:lnTo>
                <a:lnTo>
                  <a:pt x="210793" y="101449"/>
                </a:lnTo>
                <a:lnTo>
                  <a:pt x="212029" y="99926"/>
                </a:lnTo>
                <a:lnTo>
                  <a:pt x="213207" y="98373"/>
                </a:lnTo>
                <a:lnTo>
                  <a:pt x="214328" y="96789"/>
                </a:lnTo>
                <a:lnTo>
                  <a:pt x="215392" y="95175"/>
                </a:lnTo>
                <a:lnTo>
                  <a:pt x="216398" y="93531"/>
                </a:lnTo>
                <a:lnTo>
                  <a:pt x="217346" y="91856"/>
                </a:lnTo>
                <a:lnTo>
                  <a:pt x="218237" y="90151"/>
                </a:lnTo>
                <a:lnTo>
                  <a:pt x="219071" y="88416"/>
                </a:lnTo>
                <a:lnTo>
                  <a:pt x="219847" y="86650"/>
                </a:lnTo>
                <a:lnTo>
                  <a:pt x="220566" y="84854"/>
                </a:lnTo>
                <a:lnTo>
                  <a:pt x="221227" y="83027"/>
                </a:lnTo>
                <a:lnTo>
                  <a:pt x="221830" y="81170"/>
                </a:lnTo>
                <a:lnTo>
                  <a:pt x="222376" y="79283"/>
                </a:lnTo>
                <a:lnTo>
                  <a:pt x="222865" y="77365"/>
                </a:lnTo>
                <a:lnTo>
                  <a:pt x="223296" y="75417"/>
                </a:lnTo>
                <a:lnTo>
                  <a:pt x="223670" y="73438"/>
                </a:lnTo>
                <a:lnTo>
                  <a:pt x="223986" y="71429"/>
                </a:lnTo>
                <a:lnTo>
                  <a:pt x="224245" y="69390"/>
                </a:lnTo>
                <a:lnTo>
                  <a:pt x="224446" y="67320"/>
                </a:lnTo>
                <a:lnTo>
                  <a:pt x="224590" y="65220"/>
                </a:lnTo>
                <a:lnTo>
                  <a:pt x="224676" y="63089"/>
                </a:lnTo>
                <a:lnTo>
                  <a:pt x="224705" y="60928"/>
                </a:lnTo>
                <a:lnTo>
                  <a:pt x="224676" y="58760"/>
                </a:lnTo>
                <a:lnTo>
                  <a:pt x="224590" y="56622"/>
                </a:lnTo>
                <a:lnTo>
                  <a:pt x="224446" y="54514"/>
                </a:lnTo>
                <a:close/>
                <a:moveTo>
                  <a:pt x="204974" y="65298"/>
                </a:moveTo>
                <a:lnTo>
                  <a:pt x="204843" y="66711"/>
                </a:lnTo>
                <a:lnTo>
                  <a:pt x="204675" y="68103"/>
                </a:lnTo>
                <a:lnTo>
                  <a:pt x="204469" y="69473"/>
                </a:lnTo>
                <a:lnTo>
                  <a:pt x="204225" y="70822"/>
                </a:lnTo>
                <a:lnTo>
                  <a:pt x="203945" y="72149"/>
                </a:lnTo>
                <a:lnTo>
                  <a:pt x="203626" y="73454"/>
                </a:lnTo>
                <a:lnTo>
                  <a:pt x="203271" y="74738"/>
                </a:lnTo>
                <a:lnTo>
                  <a:pt x="202877" y="76001"/>
                </a:lnTo>
                <a:lnTo>
                  <a:pt x="202447" y="77241"/>
                </a:lnTo>
                <a:lnTo>
                  <a:pt x="201979" y="78461"/>
                </a:lnTo>
                <a:lnTo>
                  <a:pt x="201473" y="79658"/>
                </a:lnTo>
                <a:lnTo>
                  <a:pt x="200931" y="80835"/>
                </a:lnTo>
                <a:lnTo>
                  <a:pt x="200350" y="81989"/>
                </a:lnTo>
                <a:lnTo>
                  <a:pt x="199732" y="83122"/>
                </a:lnTo>
                <a:lnTo>
                  <a:pt x="199077" y="84234"/>
                </a:lnTo>
                <a:lnTo>
                  <a:pt x="198385" y="85324"/>
                </a:lnTo>
                <a:lnTo>
                  <a:pt x="197655" y="86392"/>
                </a:lnTo>
                <a:lnTo>
                  <a:pt x="196887" y="87439"/>
                </a:lnTo>
                <a:lnTo>
                  <a:pt x="196082" y="88464"/>
                </a:lnTo>
                <a:lnTo>
                  <a:pt x="195240" y="89468"/>
                </a:lnTo>
                <a:lnTo>
                  <a:pt x="194360" y="90450"/>
                </a:lnTo>
                <a:lnTo>
                  <a:pt x="193456" y="91401"/>
                </a:lnTo>
                <a:lnTo>
                  <a:pt x="192542" y="92312"/>
                </a:lnTo>
                <a:lnTo>
                  <a:pt x="191618" y="93182"/>
                </a:lnTo>
                <a:lnTo>
                  <a:pt x="190683" y="94011"/>
                </a:lnTo>
                <a:lnTo>
                  <a:pt x="189738" y="94800"/>
                </a:lnTo>
                <a:lnTo>
                  <a:pt x="188783" y="95549"/>
                </a:lnTo>
                <a:lnTo>
                  <a:pt x="187818" y="96257"/>
                </a:lnTo>
                <a:lnTo>
                  <a:pt x="186842" y="96925"/>
                </a:lnTo>
                <a:lnTo>
                  <a:pt x="185857" y="97552"/>
                </a:lnTo>
                <a:lnTo>
                  <a:pt x="184860" y="98138"/>
                </a:lnTo>
                <a:lnTo>
                  <a:pt x="183854" y="98685"/>
                </a:lnTo>
                <a:lnTo>
                  <a:pt x="182837" y="99191"/>
                </a:lnTo>
                <a:lnTo>
                  <a:pt x="181810" y="99656"/>
                </a:lnTo>
                <a:lnTo>
                  <a:pt x="180773" y="100081"/>
                </a:lnTo>
                <a:lnTo>
                  <a:pt x="179726" y="100465"/>
                </a:lnTo>
                <a:lnTo>
                  <a:pt x="178668" y="100809"/>
                </a:lnTo>
                <a:lnTo>
                  <a:pt x="177600" y="101113"/>
                </a:lnTo>
                <a:lnTo>
                  <a:pt x="176521" y="101376"/>
                </a:lnTo>
                <a:lnTo>
                  <a:pt x="175433" y="101598"/>
                </a:lnTo>
                <a:lnTo>
                  <a:pt x="174334" y="101780"/>
                </a:lnTo>
                <a:lnTo>
                  <a:pt x="173225" y="101922"/>
                </a:lnTo>
                <a:lnTo>
                  <a:pt x="172105" y="102023"/>
                </a:lnTo>
                <a:lnTo>
                  <a:pt x="170976" y="102084"/>
                </a:lnTo>
                <a:lnTo>
                  <a:pt x="169836" y="102104"/>
                </a:lnTo>
                <a:lnTo>
                  <a:pt x="168704" y="102084"/>
                </a:lnTo>
                <a:lnTo>
                  <a:pt x="167581" y="102023"/>
                </a:lnTo>
                <a:lnTo>
                  <a:pt x="166469" y="101921"/>
                </a:lnTo>
                <a:lnTo>
                  <a:pt x="165367" y="101779"/>
                </a:lnTo>
                <a:lnTo>
                  <a:pt x="164274" y="101596"/>
                </a:lnTo>
                <a:lnTo>
                  <a:pt x="163192" y="101373"/>
                </a:lnTo>
                <a:lnTo>
                  <a:pt x="162119" y="101109"/>
                </a:lnTo>
                <a:lnTo>
                  <a:pt x="161057" y="100804"/>
                </a:lnTo>
                <a:lnTo>
                  <a:pt x="160004" y="100458"/>
                </a:lnTo>
                <a:lnTo>
                  <a:pt x="158961" y="100072"/>
                </a:lnTo>
                <a:lnTo>
                  <a:pt x="157929" y="99646"/>
                </a:lnTo>
                <a:lnTo>
                  <a:pt x="156906" y="99179"/>
                </a:lnTo>
                <a:lnTo>
                  <a:pt x="155893" y="98671"/>
                </a:lnTo>
                <a:lnTo>
                  <a:pt x="154890" y="98122"/>
                </a:lnTo>
                <a:lnTo>
                  <a:pt x="153897" y="97533"/>
                </a:lnTo>
                <a:lnTo>
                  <a:pt x="152914" y="96903"/>
                </a:lnTo>
                <a:lnTo>
                  <a:pt x="151941" y="96233"/>
                </a:lnTo>
                <a:lnTo>
                  <a:pt x="150977" y="95522"/>
                </a:lnTo>
                <a:lnTo>
                  <a:pt x="150024" y="94770"/>
                </a:lnTo>
                <a:lnTo>
                  <a:pt x="149081" y="93978"/>
                </a:lnTo>
                <a:lnTo>
                  <a:pt x="148148" y="93145"/>
                </a:lnTo>
                <a:lnTo>
                  <a:pt x="147224" y="92272"/>
                </a:lnTo>
                <a:lnTo>
                  <a:pt x="146311" y="91357"/>
                </a:lnTo>
                <a:lnTo>
                  <a:pt x="145407" y="90403"/>
                </a:lnTo>
                <a:lnTo>
                  <a:pt x="144527" y="89417"/>
                </a:lnTo>
                <a:lnTo>
                  <a:pt x="143685" y="88410"/>
                </a:lnTo>
                <a:lnTo>
                  <a:pt x="142880" y="87382"/>
                </a:lnTo>
                <a:lnTo>
                  <a:pt x="142112" y="86333"/>
                </a:lnTo>
                <a:lnTo>
                  <a:pt x="141382" y="85262"/>
                </a:lnTo>
                <a:lnTo>
                  <a:pt x="140690" y="84171"/>
                </a:lnTo>
                <a:lnTo>
                  <a:pt x="140034" y="83059"/>
                </a:lnTo>
                <a:lnTo>
                  <a:pt x="139417" y="81926"/>
                </a:lnTo>
                <a:lnTo>
                  <a:pt x="138836" y="80771"/>
                </a:lnTo>
                <a:lnTo>
                  <a:pt x="138293" y="79596"/>
                </a:lnTo>
                <a:lnTo>
                  <a:pt x="137788" y="78399"/>
                </a:lnTo>
                <a:lnTo>
                  <a:pt x="137320" y="77182"/>
                </a:lnTo>
                <a:lnTo>
                  <a:pt x="136889" y="75943"/>
                </a:lnTo>
                <a:lnTo>
                  <a:pt x="136496" y="74684"/>
                </a:lnTo>
                <a:lnTo>
                  <a:pt x="136141" y="73403"/>
                </a:lnTo>
                <a:lnTo>
                  <a:pt x="135822" y="72101"/>
                </a:lnTo>
                <a:lnTo>
                  <a:pt x="135541" y="70778"/>
                </a:lnTo>
                <a:lnTo>
                  <a:pt x="135298" y="69434"/>
                </a:lnTo>
                <a:lnTo>
                  <a:pt x="135092" y="68069"/>
                </a:lnTo>
                <a:lnTo>
                  <a:pt x="134924" y="66683"/>
                </a:lnTo>
                <a:lnTo>
                  <a:pt x="134793" y="65276"/>
                </a:lnTo>
                <a:lnTo>
                  <a:pt x="134699" y="63848"/>
                </a:lnTo>
                <a:lnTo>
                  <a:pt x="134643" y="62399"/>
                </a:lnTo>
                <a:lnTo>
                  <a:pt x="134624" y="60928"/>
                </a:lnTo>
                <a:lnTo>
                  <a:pt x="134643" y="59458"/>
                </a:lnTo>
                <a:lnTo>
                  <a:pt x="134699" y="58009"/>
                </a:lnTo>
                <a:lnTo>
                  <a:pt x="134793" y="56580"/>
                </a:lnTo>
                <a:lnTo>
                  <a:pt x="134924" y="55172"/>
                </a:lnTo>
                <a:lnTo>
                  <a:pt x="135092" y="53786"/>
                </a:lnTo>
                <a:lnTo>
                  <a:pt x="135298" y="52420"/>
                </a:lnTo>
                <a:lnTo>
                  <a:pt x="135541" y="51075"/>
                </a:lnTo>
                <a:lnTo>
                  <a:pt x="135822" y="49751"/>
                </a:lnTo>
                <a:lnTo>
                  <a:pt x="136141" y="48448"/>
                </a:lnTo>
                <a:lnTo>
                  <a:pt x="136496" y="47165"/>
                </a:lnTo>
                <a:lnTo>
                  <a:pt x="136889" y="45904"/>
                </a:lnTo>
                <a:lnTo>
                  <a:pt x="137320" y="44664"/>
                </a:lnTo>
                <a:lnTo>
                  <a:pt x="137788" y="43444"/>
                </a:lnTo>
                <a:lnTo>
                  <a:pt x="138293" y="42246"/>
                </a:lnTo>
                <a:lnTo>
                  <a:pt x="138836" y="41068"/>
                </a:lnTo>
                <a:lnTo>
                  <a:pt x="139417" y="39911"/>
                </a:lnTo>
                <a:lnTo>
                  <a:pt x="140034" y="38775"/>
                </a:lnTo>
                <a:lnTo>
                  <a:pt x="140690" y="37660"/>
                </a:lnTo>
                <a:lnTo>
                  <a:pt x="141382" y="36566"/>
                </a:lnTo>
                <a:lnTo>
                  <a:pt x="142112" y="35493"/>
                </a:lnTo>
                <a:lnTo>
                  <a:pt x="142880" y="34441"/>
                </a:lnTo>
                <a:lnTo>
                  <a:pt x="143685" y="33409"/>
                </a:lnTo>
                <a:lnTo>
                  <a:pt x="144527" y="32399"/>
                </a:lnTo>
                <a:lnTo>
                  <a:pt x="145407" y="31409"/>
                </a:lnTo>
                <a:lnTo>
                  <a:pt x="146311" y="30451"/>
                </a:lnTo>
                <a:lnTo>
                  <a:pt x="147224" y="29532"/>
                </a:lnTo>
                <a:lnTo>
                  <a:pt x="148148" y="28655"/>
                </a:lnTo>
                <a:lnTo>
                  <a:pt x="149081" y="27819"/>
                </a:lnTo>
                <a:lnTo>
                  <a:pt x="150024" y="27023"/>
                </a:lnTo>
                <a:lnTo>
                  <a:pt x="150977" y="26268"/>
                </a:lnTo>
                <a:lnTo>
                  <a:pt x="151941" y="25554"/>
                </a:lnTo>
                <a:lnTo>
                  <a:pt x="152914" y="24881"/>
                </a:lnTo>
                <a:lnTo>
                  <a:pt x="153897" y="24248"/>
                </a:lnTo>
                <a:lnTo>
                  <a:pt x="154890" y="23656"/>
                </a:lnTo>
                <a:lnTo>
                  <a:pt x="155893" y="23105"/>
                </a:lnTo>
                <a:lnTo>
                  <a:pt x="156906" y="22595"/>
                </a:lnTo>
                <a:lnTo>
                  <a:pt x="157929" y="22126"/>
                </a:lnTo>
                <a:lnTo>
                  <a:pt x="158961" y="21698"/>
                </a:lnTo>
                <a:lnTo>
                  <a:pt x="160004" y="21310"/>
                </a:lnTo>
                <a:lnTo>
                  <a:pt x="161057" y="20963"/>
                </a:lnTo>
                <a:lnTo>
                  <a:pt x="162119" y="20657"/>
                </a:lnTo>
                <a:lnTo>
                  <a:pt x="163192" y="20392"/>
                </a:lnTo>
                <a:lnTo>
                  <a:pt x="164274" y="20167"/>
                </a:lnTo>
                <a:lnTo>
                  <a:pt x="165367" y="19984"/>
                </a:lnTo>
                <a:lnTo>
                  <a:pt x="166469" y="19841"/>
                </a:lnTo>
                <a:lnTo>
                  <a:pt x="167581" y="19739"/>
                </a:lnTo>
                <a:lnTo>
                  <a:pt x="168704" y="19678"/>
                </a:lnTo>
                <a:lnTo>
                  <a:pt x="169836" y="19657"/>
                </a:lnTo>
                <a:lnTo>
                  <a:pt x="170976" y="19678"/>
                </a:lnTo>
                <a:lnTo>
                  <a:pt x="172105" y="19739"/>
                </a:lnTo>
                <a:lnTo>
                  <a:pt x="173225" y="19840"/>
                </a:lnTo>
                <a:lnTo>
                  <a:pt x="174334" y="19983"/>
                </a:lnTo>
                <a:lnTo>
                  <a:pt x="175433" y="20165"/>
                </a:lnTo>
                <a:lnTo>
                  <a:pt x="176521" y="20389"/>
                </a:lnTo>
                <a:lnTo>
                  <a:pt x="177600" y="20653"/>
                </a:lnTo>
                <a:lnTo>
                  <a:pt x="178668" y="20958"/>
                </a:lnTo>
                <a:lnTo>
                  <a:pt x="179726" y="21303"/>
                </a:lnTo>
                <a:lnTo>
                  <a:pt x="180773" y="21689"/>
                </a:lnTo>
                <a:lnTo>
                  <a:pt x="181810" y="22116"/>
                </a:lnTo>
                <a:lnTo>
                  <a:pt x="182837" y="22583"/>
                </a:lnTo>
                <a:lnTo>
                  <a:pt x="183854" y="23091"/>
                </a:lnTo>
                <a:lnTo>
                  <a:pt x="184860" y="23640"/>
                </a:lnTo>
                <a:lnTo>
                  <a:pt x="185857" y="24229"/>
                </a:lnTo>
                <a:lnTo>
                  <a:pt x="186842" y="24859"/>
                </a:lnTo>
                <a:lnTo>
                  <a:pt x="187818" y="25530"/>
                </a:lnTo>
                <a:lnTo>
                  <a:pt x="188783" y="26241"/>
                </a:lnTo>
                <a:lnTo>
                  <a:pt x="189738" y="26993"/>
                </a:lnTo>
                <a:lnTo>
                  <a:pt x="190683" y="27785"/>
                </a:lnTo>
                <a:lnTo>
                  <a:pt x="191618" y="28619"/>
                </a:lnTo>
                <a:lnTo>
                  <a:pt x="192542" y="29492"/>
                </a:lnTo>
                <a:lnTo>
                  <a:pt x="193456" y="30407"/>
                </a:lnTo>
                <a:lnTo>
                  <a:pt x="194360" y="31362"/>
                </a:lnTo>
                <a:lnTo>
                  <a:pt x="195240" y="32348"/>
                </a:lnTo>
                <a:lnTo>
                  <a:pt x="196082" y="33355"/>
                </a:lnTo>
                <a:lnTo>
                  <a:pt x="196887" y="34383"/>
                </a:lnTo>
                <a:lnTo>
                  <a:pt x="197655" y="35433"/>
                </a:lnTo>
                <a:lnTo>
                  <a:pt x="198385" y="36505"/>
                </a:lnTo>
                <a:lnTo>
                  <a:pt x="199077" y="37598"/>
                </a:lnTo>
                <a:lnTo>
                  <a:pt x="199732" y="38712"/>
                </a:lnTo>
                <a:lnTo>
                  <a:pt x="200350" y="39848"/>
                </a:lnTo>
                <a:lnTo>
                  <a:pt x="200931" y="41005"/>
                </a:lnTo>
                <a:lnTo>
                  <a:pt x="201473" y="42183"/>
                </a:lnTo>
                <a:lnTo>
                  <a:pt x="201979" y="43383"/>
                </a:lnTo>
                <a:lnTo>
                  <a:pt x="202447" y="44604"/>
                </a:lnTo>
                <a:lnTo>
                  <a:pt x="202877" y="45847"/>
                </a:lnTo>
                <a:lnTo>
                  <a:pt x="203271" y="47111"/>
                </a:lnTo>
                <a:lnTo>
                  <a:pt x="203626" y="48396"/>
                </a:lnTo>
                <a:lnTo>
                  <a:pt x="203945" y="49703"/>
                </a:lnTo>
                <a:lnTo>
                  <a:pt x="204225" y="51031"/>
                </a:lnTo>
                <a:lnTo>
                  <a:pt x="204469" y="52381"/>
                </a:lnTo>
                <a:lnTo>
                  <a:pt x="204675" y="53752"/>
                </a:lnTo>
                <a:lnTo>
                  <a:pt x="204843" y="55145"/>
                </a:lnTo>
                <a:lnTo>
                  <a:pt x="204974" y="56558"/>
                </a:lnTo>
                <a:lnTo>
                  <a:pt x="205068" y="57994"/>
                </a:lnTo>
                <a:lnTo>
                  <a:pt x="205124" y="59450"/>
                </a:lnTo>
                <a:lnTo>
                  <a:pt x="205143" y="60928"/>
                </a:lnTo>
                <a:lnTo>
                  <a:pt x="205124" y="62406"/>
                </a:lnTo>
                <a:lnTo>
                  <a:pt x="205068" y="63863"/>
                </a:lnTo>
                <a:lnTo>
                  <a:pt x="204974" y="652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AGE">
            <a:extLst xmlns:a="http://schemas.openxmlformats.org/drawingml/2006/main">
              <a:ext uri="{FF2B5EF4-FFF2-40B4-BE49-F238E27FC236}">
                <a16:creationId xmlns:a16="http://schemas.microsoft.com/office/drawing/2014/main" id="{12634A31-6B5A-4E17-BC91-4BD59F9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162" y="3081509"/>
            <a:ext cx="346925" cy="121761"/>
          </a:xfrm>
          <a:custGeom xmlns:a="http://schemas.openxmlformats.org/drawingml/2006/main">
            <a:pathLst>
              <a:path w="346925" h="121761">
                <a:moveTo>
                  <a:pt x="86931" y="87218"/>
                </a:moveTo>
                <a:lnTo>
                  <a:pt x="39410" y="87218"/>
                </a:lnTo>
                <a:lnTo>
                  <a:pt x="34639" y="99050"/>
                </a:lnTo>
                <a:lnTo>
                  <a:pt x="39410" y="99050"/>
                </a:lnTo>
                <a:cubicBezTo>
                  <a:pt x="44118" y="99050"/>
                  <a:pt x="47474" y="99957"/>
                  <a:pt x="49477" y="101770"/>
                </a:cubicBezTo>
                <a:cubicBezTo>
                  <a:pt x="51481" y="103583"/>
                  <a:pt x="52483" y="105953"/>
                  <a:pt x="52483" y="108879"/>
                </a:cubicBezTo>
                <a:cubicBezTo>
                  <a:pt x="52483" y="111805"/>
                  <a:pt x="51481" y="114175"/>
                  <a:pt x="49477" y="115988"/>
                </a:cubicBezTo>
                <a:cubicBezTo>
                  <a:pt x="47474" y="117801"/>
                  <a:pt x="44118" y="118708"/>
                  <a:pt x="39410" y="118708"/>
                </a:cubicBezTo>
                <a:lnTo>
                  <a:pt x="13073" y="118708"/>
                </a:lnTo>
                <a:cubicBezTo>
                  <a:pt x="8366" y="118708"/>
                  <a:pt x="5010" y="117785"/>
                  <a:pt x="3006" y="115940"/>
                </a:cubicBezTo>
                <a:cubicBezTo>
                  <a:pt x="1002" y="114096"/>
                  <a:pt x="0" y="111710"/>
                  <a:pt x="0" y="108784"/>
                </a:cubicBezTo>
                <a:cubicBezTo>
                  <a:pt x="0" y="105857"/>
                  <a:pt x="1050" y="103503"/>
                  <a:pt x="3149" y="101722"/>
                </a:cubicBezTo>
                <a:cubicBezTo>
                  <a:pt x="5248" y="99941"/>
                  <a:pt x="8715" y="99050"/>
                  <a:pt x="13550" y="99050"/>
                </a:cubicBezTo>
                <a:lnTo>
                  <a:pt x="44277" y="22520"/>
                </a:lnTo>
                <a:lnTo>
                  <a:pt x="31490" y="22520"/>
                </a:lnTo>
                <a:cubicBezTo>
                  <a:pt x="26782" y="22520"/>
                  <a:pt x="23427" y="21614"/>
                  <a:pt x="21423" y="19801"/>
                </a:cubicBezTo>
                <a:cubicBezTo>
                  <a:pt x="19419" y="17987"/>
                  <a:pt x="18417" y="15618"/>
                  <a:pt x="18417" y="12691"/>
                </a:cubicBezTo>
                <a:cubicBezTo>
                  <a:pt x="18417" y="9765"/>
                  <a:pt x="19419" y="7395"/>
                  <a:pt x="21423" y="5582"/>
                </a:cubicBezTo>
                <a:cubicBezTo>
                  <a:pt x="23427" y="3769"/>
                  <a:pt x="26782" y="2863"/>
                  <a:pt x="31490" y="2863"/>
                </a:cubicBezTo>
                <a:lnTo>
                  <a:pt x="73763" y="3054"/>
                </a:lnTo>
                <a:lnTo>
                  <a:pt x="112696" y="99050"/>
                </a:lnTo>
                <a:cubicBezTo>
                  <a:pt x="117276" y="99050"/>
                  <a:pt x="120298" y="99643"/>
                  <a:pt x="121761" y="100828"/>
                </a:cubicBezTo>
                <a:cubicBezTo>
                  <a:pt x="124688" y="103269"/>
                  <a:pt x="126151" y="105953"/>
                  <a:pt x="126151" y="108879"/>
                </a:cubicBezTo>
                <a:cubicBezTo>
                  <a:pt x="126151" y="111805"/>
                  <a:pt x="125165" y="114175"/>
                  <a:pt x="123193" y="115988"/>
                </a:cubicBezTo>
                <a:cubicBezTo>
                  <a:pt x="121221" y="117801"/>
                  <a:pt x="117881" y="118708"/>
                  <a:pt x="113173" y="118708"/>
                </a:cubicBezTo>
                <a:lnTo>
                  <a:pt x="86836" y="118708"/>
                </a:lnTo>
                <a:cubicBezTo>
                  <a:pt x="82128" y="118708"/>
                  <a:pt x="78773" y="117785"/>
                  <a:pt x="76769" y="115940"/>
                </a:cubicBezTo>
                <a:cubicBezTo>
                  <a:pt x="74765" y="114096"/>
                  <a:pt x="73763" y="111710"/>
                  <a:pt x="73763" y="108784"/>
                </a:cubicBezTo>
                <a:cubicBezTo>
                  <a:pt x="73763" y="105857"/>
                  <a:pt x="74765" y="103503"/>
                  <a:pt x="76769" y="101722"/>
                </a:cubicBezTo>
                <a:cubicBezTo>
                  <a:pt x="78773" y="99941"/>
                  <a:pt x="82128" y="99050"/>
                  <a:pt x="86836" y="99050"/>
                </a:cubicBezTo>
                <a:lnTo>
                  <a:pt x="91607" y="99050"/>
                </a:lnTo>
                <a:lnTo>
                  <a:pt x="86931" y="87218"/>
                </a:lnTo>
                <a:moveTo>
                  <a:pt x="78820" y="67560"/>
                </a:moveTo>
                <a:lnTo>
                  <a:pt x="63075" y="28818"/>
                </a:lnTo>
                <a:lnTo>
                  <a:pt x="47235" y="67560"/>
                </a:lnTo>
                <a:lnTo>
                  <a:pt x="78820" y="67560"/>
                </a:lnTo>
                <a:close/>
                <a:moveTo>
                  <a:pt x="229572" y="83210"/>
                </a:moveTo>
                <a:lnTo>
                  <a:pt x="229572" y="109326"/>
                </a:lnTo>
                <a:cubicBezTo>
                  <a:pt x="220729" y="114109"/>
                  <a:pt x="213207" y="117378"/>
                  <a:pt x="207004" y="119131"/>
                </a:cubicBezTo>
                <a:cubicBezTo>
                  <a:pt x="200802" y="120885"/>
                  <a:pt x="194106" y="121761"/>
                  <a:pt x="186917" y="121761"/>
                </a:cubicBezTo>
                <a:cubicBezTo>
                  <a:pt x="176930" y="121761"/>
                  <a:pt x="167674" y="120262"/>
                  <a:pt x="159149" y="117264"/>
                </a:cubicBezTo>
                <a:cubicBezTo>
                  <a:pt x="152469" y="114970"/>
                  <a:pt x="147205" y="112070"/>
                  <a:pt x="143356" y="108563"/>
                </a:cubicBezTo>
                <a:cubicBezTo>
                  <a:pt x="139508" y="105054"/>
                  <a:pt x="135961" y="99872"/>
                  <a:pt x="132717" y="93018"/>
                </a:cubicBezTo>
                <a:cubicBezTo>
                  <a:pt x="129472" y="86163"/>
                  <a:pt x="127850" y="78495"/>
                  <a:pt x="127850" y="70015"/>
                </a:cubicBezTo>
                <a:lnTo>
                  <a:pt x="127850" y="55859"/>
                </a:lnTo>
                <a:cubicBezTo>
                  <a:pt x="127850" y="42788"/>
                  <a:pt x="131826" y="31118"/>
                  <a:pt x="139778" y="20850"/>
                </a:cubicBezTo>
                <a:cubicBezTo>
                  <a:pt x="150465" y="6950"/>
                  <a:pt x="165002" y="0"/>
                  <a:pt x="183387" y="0"/>
                </a:cubicBezTo>
                <a:cubicBezTo>
                  <a:pt x="188731" y="0"/>
                  <a:pt x="193804" y="541"/>
                  <a:pt x="198607" y="1622"/>
                </a:cubicBezTo>
                <a:cubicBezTo>
                  <a:pt x="203410" y="2704"/>
                  <a:pt x="207974" y="4326"/>
                  <a:pt x="212300" y="6489"/>
                </a:cubicBezTo>
                <a:cubicBezTo>
                  <a:pt x="214909" y="4199"/>
                  <a:pt x="217453" y="3054"/>
                  <a:pt x="219934" y="3054"/>
                </a:cubicBezTo>
                <a:cubicBezTo>
                  <a:pt x="222797" y="3054"/>
                  <a:pt x="225119" y="4040"/>
                  <a:pt x="226900" y="6012"/>
                </a:cubicBezTo>
                <a:cubicBezTo>
                  <a:pt x="228681" y="7984"/>
                  <a:pt x="229572" y="11324"/>
                  <a:pt x="229572" y="16031"/>
                </a:cubicBezTo>
                <a:lnTo>
                  <a:pt x="229572" y="28723"/>
                </a:lnTo>
                <a:cubicBezTo>
                  <a:pt x="229572" y="33430"/>
                  <a:pt x="228666" y="36786"/>
                  <a:pt x="226853" y="38790"/>
                </a:cubicBezTo>
                <a:cubicBezTo>
                  <a:pt x="225039" y="40794"/>
                  <a:pt x="222702" y="41796"/>
                  <a:pt x="219839" y="41796"/>
                </a:cubicBezTo>
                <a:cubicBezTo>
                  <a:pt x="217549" y="41796"/>
                  <a:pt x="215577" y="41096"/>
                  <a:pt x="213923" y="39696"/>
                </a:cubicBezTo>
                <a:cubicBezTo>
                  <a:pt x="212650" y="38742"/>
                  <a:pt x="211585" y="36627"/>
                  <a:pt x="210726" y="33351"/>
                </a:cubicBezTo>
                <a:cubicBezTo>
                  <a:pt x="209867" y="30075"/>
                  <a:pt x="208897" y="27864"/>
                  <a:pt x="207815" y="26719"/>
                </a:cubicBezTo>
                <a:cubicBezTo>
                  <a:pt x="206098" y="24874"/>
                  <a:pt x="203060" y="23236"/>
                  <a:pt x="198702" y="21804"/>
                </a:cubicBezTo>
                <a:cubicBezTo>
                  <a:pt x="194345" y="20373"/>
                  <a:pt x="189462" y="19657"/>
                  <a:pt x="184055" y="19657"/>
                </a:cubicBezTo>
                <a:cubicBezTo>
                  <a:pt x="176294" y="19657"/>
                  <a:pt x="169550" y="21250"/>
                  <a:pt x="163825" y="24435"/>
                </a:cubicBezTo>
                <a:cubicBezTo>
                  <a:pt x="159753" y="26790"/>
                  <a:pt x="156000" y="30899"/>
                  <a:pt x="152565" y="36759"/>
                </a:cubicBezTo>
                <a:cubicBezTo>
                  <a:pt x="149129" y="42618"/>
                  <a:pt x="147412" y="48986"/>
                  <a:pt x="147412" y="55865"/>
                </a:cubicBezTo>
                <a:lnTo>
                  <a:pt x="147412" y="70006"/>
                </a:lnTo>
                <a:cubicBezTo>
                  <a:pt x="147412" y="80514"/>
                  <a:pt x="150450" y="88491"/>
                  <a:pt x="156525" y="93936"/>
                </a:cubicBezTo>
                <a:cubicBezTo>
                  <a:pt x="162600" y="99381"/>
                  <a:pt x="172254" y="102104"/>
                  <a:pt x="185486" y="102104"/>
                </a:cubicBezTo>
                <a:cubicBezTo>
                  <a:pt x="194456" y="102104"/>
                  <a:pt x="202631" y="100430"/>
                  <a:pt x="210010" y="97082"/>
                </a:cubicBezTo>
                <a:lnTo>
                  <a:pt x="210010" y="83019"/>
                </a:lnTo>
                <a:lnTo>
                  <a:pt x="190066" y="83019"/>
                </a:lnTo>
                <a:cubicBezTo>
                  <a:pt x="185359" y="83019"/>
                  <a:pt x="182003" y="82113"/>
                  <a:pt x="179999" y="80299"/>
                </a:cubicBezTo>
                <a:cubicBezTo>
                  <a:pt x="177995" y="78486"/>
                  <a:pt x="176993" y="76117"/>
                  <a:pt x="176993" y="73190"/>
                </a:cubicBezTo>
                <a:cubicBezTo>
                  <a:pt x="176993" y="70264"/>
                  <a:pt x="177995" y="67894"/>
                  <a:pt x="179999" y="66081"/>
                </a:cubicBezTo>
                <a:cubicBezTo>
                  <a:pt x="182003" y="64268"/>
                  <a:pt x="185359" y="63362"/>
                  <a:pt x="190066" y="63362"/>
                </a:cubicBezTo>
                <a:lnTo>
                  <a:pt x="224801" y="63553"/>
                </a:lnTo>
                <a:cubicBezTo>
                  <a:pt x="229509" y="63553"/>
                  <a:pt x="232864" y="64443"/>
                  <a:pt x="234868" y="66224"/>
                </a:cubicBezTo>
                <a:cubicBezTo>
                  <a:pt x="236872" y="68006"/>
                  <a:pt x="237874" y="70359"/>
                  <a:pt x="237874" y="73286"/>
                </a:cubicBezTo>
                <a:cubicBezTo>
                  <a:pt x="237874" y="76212"/>
                  <a:pt x="237190" y="78598"/>
                  <a:pt x="235822" y="80443"/>
                </a:cubicBezTo>
                <a:cubicBezTo>
                  <a:pt x="234455" y="82288"/>
                  <a:pt x="232371" y="83210"/>
                  <a:pt x="229572" y="83210"/>
                </a:cubicBezTo>
                <a:close/>
                <a:moveTo>
                  <a:pt x="277456" y="70423"/>
                </a:moveTo>
                <a:lnTo>
                  <a:pt x="277456" y="99050"/>
                </a:lnTo>
                <a:lnTo>
                  <a:pt x="327363" y="99050"/>
                </a:lnTo>
                <a:lnTo>
                  <a:pt x="327363" y="88363"/>
                </a:lnTo>
                <a:cubicBezTo>
                  <a:pt x="327363" y="83464"/>
                  <a:pt x="328269" y="80013"/>
                  <a:pt x="330082" y="78009"/>
                </a:cubicBezTo>
                <a:cubicBezTo>
                  <a:pt x="331895" y="76005"/>
                  <a:pt x="334265" y="75003"/>
                  <a:pt x="337192" y="75003"/>
                </a:cubicBezTo>
                <a:cubicBezTo>
                  <a:pt x="340054" y="75003"/>
                  <a:pt x="342392" y="76005"/>
                  <a:pt x="344205" y="78009"/>
                </a:cubicBezTo>
                <a:cubicBezTo>
                  <a:pt x="346018" y="80013"/>
                  <a:pt x="346925" y="83464"/>
                  <a:pt x="346925" y="88363"/>
                </a:cubicBezTo>
                <a:lnTo>
                  <a:pt x="346925" y="118708"/>
                </a:lnTo>
                <a:lnTo>
                  <a:pt x="254840" y="118708"/>
                </a:lnTo>
                <a:cubicBezTo>
                  <a:pt x="250133" y="118708"/>
                  <a:pt x="246777" y="117785"/>
                  <a:pt x="244773" y="115940"/>
                </a:cubicBezTo>
                <a:cubicBezTo>
                  <a:pt x="242769" y="114096"/>
                  <a:pt x="241767" y="111710"/>
                  <a:pt x="241767" y="108784"/>
                </a:cubicBezTo>
                <a:cubicBezTo>
                  <a:pt x="241767" y="105857"/>
                  <a:pt x="242785" y="103503"/>
                  <a:pt x="244821" y="101722"/>
                </a:cubicBezTo>
                <a:cubicBezTo>
                  <a:pt x="246857" y="99941"/>
                  <a:pt x="250196" y="99050"/>
                  <a:pt x="254840" y="99050"/>
                </a:cubicBezTo>
                <a:lnTo>
                  <a:pt x="257894" y="99050"/>
                </a:lnTo>
                <a:lnTo>
                  <a:pt x="257894" y="22520"/>
                </a:lnTo>
                <a:lnTo>
                  <a:pt x="254840" y="22520"/>
                </a:lnTo>
                <a:cubicBezTo>
                  <a:pt x="250133" y="22520"/>
                  <a:pt x="246777" y="21614"/>
                  <a:pt x="244773" y="19801"/>
                </a:cubicBezTo>
                <a:cubicBezTo>
                  <a:pt x="242769" y="17987"/>
                  <a:pt x="241767" y="15618"/>
                  <a:pt x="241767" y="12691"/>
                </a:cubicBezTo>
                <a:cubicBezTo>
                  <a:pt x="241767" y="9765"/>
                  <a:pt x="242769" y="7395"/>
                  <a:pt x="244773" y="5582"/>
                </a:cubicBezTo>
                <a:cubicBezTo>
                  <a:pt x="246777" y="3769"/>
                  <a:pt x="250133" y="2863"/>
                  <a:pt x="254840" y="2863"/>
                </a:cubicBezTo>
                <a:lnTo>
                  <a:pt x="342631" y="2958"/>
                </a:lnTo>
                <a:lnTo>
                  <a:pt x="342631" y="32826"/>
                </a:lnTo>
                <a:cubicBezTo>
                  <a:pt x="342631" y="37724"/>
                  <a:pt x="341740" y="41176"/>
                  <a:pt x="339959" y="43179"/>
                </a:cubicBezTo>
                <a:cubicBezTo>
                  <a:pt x="338178" y="45183"/>
                  <a:pt x="335824" y="46185"/>
                  <a:pt x="332897" y="46185"/>
                </a:cubicBezTo>
                <a:cubicBezTo>
                  <a:pt x="329971" y="46185"/>
                  <a:pt x="327601" y="45183"/>
                  <a:pt x="325788" y="43179"/>
                </a:cubicBezTo>
                <a:cubicBezTo>
                  <a:pt x="323975" y="41176"/>
                  <a:pt x="323069" y="37724"/>
                  <a:pt x="323069" y="32826"/>
                </a:cubicBezTo>
                <a:lnTo>
                  <a:pt x="323069" y="22520"/>
                </a:lnTo>
                <a:lnTo>
                  <a:pt x="277456" y="22520"/>
                </a:lnTo>
                <a:lnTo>
                  <a:pt x="277456" y="50766"/>
                </a:lnTo>
                <a:lnTo>
                  <a:pt x="294632" y="50766"/>
                </a:lnTo>
                <a:cubicBezTo>
                  <a:pt x="294632" y="45867"/>
                  <a:pt x="295109" y="42778"/>
                  <a:pt x="296064" y="41498"/>
                </a:cubicBezTo>
                <a:cubicBezTo>
                  <a:pt x="298036" y="38770"/>
                  <a:pt x="300835" y="37406"/>
                  <a:pt x="304461" y="37406"/>
                </a:cubicBezTo>
                <a:cubicBezTo>
                  <a:pt x="307324" y="37406"/>
                  <a:pt x="309662" y="38408"/>
                  <a:pt x="311475" y="40412"/>
                </a:cubicBezTo>
                <a:cubicBezTo>
                  <a:pt x="313288" y="42416"/>
                  <a:pt x="314194" y="45867"/>
                  <a:pt x="314194" y="50766"/>
                </a:cubicBezTo>
                <a:lnTo>
                  <a:pt x="314194" y="70423"/>
                </a:lnTo>
                <a:cubicBezTo>
                  <a:pt x="314194" y="75322"/>
                  <a:pt x="313685" y="78429"/>
                  <a:pt x="312667" y="79745"/>
                </a:cubicBezTo>
                <a:cubicBezTo>
                  <a:pt x="310632" y="82437"/>
                  <a:pt x="307896" y="83782"/>
                  <a:pt x="304461" y="83782"/>
                </a:cubicBezTo>
                <a:cubicBezTo>
                  <a:pt x="300835" y="83782"/>
                  <a:pt x="298036" y="82419"/>
                  <a:pt x="296064" y="79691"/>
                </a:cubicBezTo>
                <a:cubicBezTo>
                  <a:pt x="295109" y="78411"/>
                  <a:pt x="294632" y="75322"/>
                  <a:pt x="294632" y="70423"/>
                </a:cubicBezTo>
                <a:lnTo>
                  <a:pt x="277456" y="70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A">
            <a:extLst xmlns:a="http://schemas.openxmlformats.org/drawingml/2006/main">
              <a:ext uri="{FF2B5EF4-FFF2-40B4-BE49-F238E27FC236}">
                <a16:creationId xmlns:a16="http://schemas.microsoft.com/office/drawing/2014/main" id="{C568BF8F-2AFD-4179-86A4-7E6628D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875" y="3344944"/>
            <a:ext cx="126151" cy="115845"/>
          </a:xfrm>
          <a:custGeom xmlns:a="http://schemas.openxmlformats.org/drawingml/2006/main">
            <a:pathLst>
              <a:path w="126151" h="115845">
                <a:moveTo>
                  <a:pt x="86931" y="84355"/>
                </a:moveTo>
                <a:lnTo>
                  <a:pt x="39410" y="84355"/>
                </a:lnTo>
                <a:lnTo>
                  <a:pt x="34639" y="96188"/>
                </a:lnTo>
                <a:lnTo>
                  <a:pt x="39410" y="96188"/>
                </a:lnTo>
                <a:cubicBezTo>
                  <a:pt x="44118" y="96188"/>
                  <a:pt x="47474" y="97094"/>
                  <a:pt x="49477" y="98907"/>
                </a:cubicBezTo>
                <a:cubicBezTo>
                  <a:pt x="51481" y="100720"/>
                  <a:pt x="52483" y="103090"/>
                  <a:pt x="52483" y="106016"/>
                </a:cubicBezTo>
                <a:cubicBezTo>
                  <a:pt x="52483" y="108943"/>
                  <a:pt x="51481" y="111312"/>
                  <a:pt x="49477" y="113125"/>
                </a:cubicBezTo>
                <a:cubicBezTo>
                  <a:pt x="47474" y="114938"/>
                  <a:pt x="44118" y="115845"/>
                  <a:pt x="39410" y="115845"/>
                </a:cubicBezTo>
                <a:lnTo>
                  <a:pt x="13073" y="115845"/>
                </a:lnTo>
                <a:cubicBezTo>
                  <a:pt x="8366" y="115845"/>
                  <a:pt x="5010" y="114923"/>
                  <a:pt x="3006" y="113078"/>
                </a:cubicBezTo>
                <a:cubicBezTo>
                  <a:pt x="1002" y="111233"/>
                  <a:pt x="0" y="108847"/>
                  <a:pt x="0" y="105921"/>
                </a:cubicBezTo>
                <a:cubicBezTo>
                  <a:pt x="0" y="102995"/>
                  <a:pt x="1050" y="100641"/>
                  <a:pt x="3149" y="98860"/>
                </a:cubicBezTo>
                <a:cubicBezTo>
                  <a:pt x="5248" y="97078"/>
                  <a:pt x="8715" y="96188"/>
                  <a:pt x="13550" y="96188"/>
                </a:cubicBezTo>
                <a:lnTo>
                  <a:pt x="44277" y="19657"/>
                </a:lnTo>
                <a:lnTo>
                  <a:pt x="31490" y="19657"/>
                </a:lnTo>
                <a:cubicBezTo>
                  <a:pt x="26782" y="19657"/>
                  <a:pt x="23427" y="18751"/>
                  <a:pt x="21423" y="16938"/>
                </a:cubicBezTo>
                <a:cubicBezTo>
                  <a:pt x="19419" y="15125"/>
                  <a:pt x="18417" y="12755"/>
                  <a:pt x="18417" y="9829"/>
                </a:cubicBezTo>
                <a:cubicBezTo>
                  <a:pt x="18417" y="6902"/>
                  <a:pt x="19419" y="4533"/>
                  <a:pt x="21423" y="2720"/>
                </a:cubicBezTo>
                <a:cubicBezTo>
                  <a:pt x="23427" y="907"/>
                  <a:pt x="26782" y="0"/>
                  <a:pt x="31490" y="0"/>
                </a:cubicBezTo>
                <a:lnTo>
                  <a:pt x="73763" y="191"/>
                </a:lnTo>
                <a:lnTo>
                  <a:pt x="112696" y="96188"/>
                </a:lnTo>
                <a:cubicBezTo>
                  <a:pt x="117276" y="96188"/>
                  <a:pt x="120298" y="96780"/>
                  <a:pt x="121761" y="97965"/>
                </a:cubicBezTo>
                <a:cubicBezTo>
                  <a:pt x="124688" y="100406"/>
                  <a:pt x="126151" y="103090"/>
                  <a:pt x="126151" y="106016"/>
                </a:cubicBezTo>
                <a:cubicBezTo>
                  <a:pt x="126151" y="108943"/>
                  <a:pt x="125165" y="111312"/>
                  <a:pt x="123193" y="113125"/>
                </a:cubicBezTo>
                <a:cubicBezTo>
                  <a:pt x="121221" y="114938"/>
                  <a:pt x="117881" y="115845"/>
                  <a:pt x="113173" y="115845"/>
                </a:cubicBezTo>
                <a:lnTo>
                  <a:pt x="86836" y="115845"/>
                </a:lnTo>
                <a:cubicBezTo>
                  <a:pt x="82128" y="115845"/>
                  <a:pt x="78773" y="114923"/>
                  <a:pt x="76769" y="113078"/>
                </a:cubicBezTo>
                <a:cubicBezTo>
                  <a:pt x="74765" y="111233"/>
                  <a:pt x="73763" y="108847"/>
                  <a:pt x="73763" y="105921"/>
                </a:cubicBezTo>
                <a:cubicBezTo>
                  <a:pt x="73763" y="102995"/>
                  <a:pt x="74765" y="100641"/>
                  <a:pt x="76769" y="98860"/>
                </a:cubicBezTo>
                <a:cubicBezTo>
                  <a:pt x="78773" y="97078"/>
                  <a:pt x="82128" y="96188"/>
                  <a:pt x="86836" y="96188"/>
                </a:cubicBezTo>
                <a:lnTo>
                  <a:pt x="91607" y="96188"/>
                </a:lnTo>
                <a:lnTo>
                  <a:pt x="86931" y="84355"/>
                </a:lnTo>
                <a:moveTo>
                  <a:pt x="78820" y="64698"/>
                </a:moveTo>
                <a:lnTo>
                  <a:pt x="63075" y="25955"/>
                </a:lnTo>
                <a:lnTo>
                  <a:pt x="47235" y="64698"/>
                </a:lnTo>
                <a:lnTo>
                  <a:pt x="78820" y="64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NALYZER">
            <a:extLst xmlns:a="http://schemas.openxmlformats.org/drawingml/2006/main">
              <a:ext uri="{FF2B5EF4-FFF2-40B4-BE49-F238E27FC236}">
                <a16:creationId xmlns:a16="http://schemas.microsoft.com/office/drawing/2014/main" id="{18CDAC1A-B352-489C-B551-639431EA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95" y="3344753"/>
            <a:ext cx="826452" cy="116036"/>
          </a:xfrm>
          <a:custGeom xmlns:a="http://schemas.openxmlformats.org/drawingml/2006/main">
            <a:pathLst>
              <a:path w="826452" h="116036">
                <a:moveTo>
                  <a:pt x="35689" y="37311"/>
                </a:moveTo>
                <a:lnTo>
                  <a:pt x="35689" y="96378"/>
                </a:lnTo>
                <a:lnTo>
                  <a:pt x="42750" y="96378"/>
                </a:lnTo>
                <a:cubicBezTo>
                  <a:pt x="47458" y="96378"/>
                  <a:pt x="50813" y="97285"/>
                  <a:pt x="52817" y="99098"/>
                </a:cubicBezTo>
                <a:cubicBezTo>
                  <a:pt x="54821" y="100911"/>
                  <a:pt x="55823" y="103281"/>
                  <a:pt x="55823" y="106207"/>
                </a:cubicBezTo>
                <a:cubicBezTo>
                  <a:pt x="55823" y="109134"/>
                  <a:pt x="54821" y="111503"/>
                  <a:pt x="52817" y="113316"/>
                </a:cubicBezTo>
                <a:cubicBezTo>
                  <a:pt x="50813" y="115129"/>
                  <a:pt x="47458" y="116036"/>
                  <a:pt x="42750" y="116036"/>
                </a:cubicBezTo>
                <a:lnTo>
                  <a:pt x="17081" y="116036"/>
                </a:lnTo>
                <a:cubicBezTo>
                  <a:pt x="12373" y="116036"/>
                  <a:pt x="9018" y="115113"/>
                  <a:pt x="7014" y="113269"/>
                </a:cubicBezTo>
                <a:cubicBezTo>
                  <a:pt x="5010" y="111424"/>
                  <a:pt x="4008" y="109038"/>
                  <a:pt x="4008" y="106112"/>
                </a:cubicBezTo>
                <a:cubicBezTo>
                  <a:pt x="4008" y="103185"/>
                  <a:pt x="4994" y="100832"/>
                  <a:pt x="6966" y="99050"/>
                </a:cubicBezTo>
                <a:cubicBezTo>
                  <a:pt x="8938" y="97269"/>
                  <a:pt x="11992" y="96378"/>
                  <a:pt x="16127" y="96378"/>
                </a:cubicBezTo>
                <a:lnTo>
                  <a:pt x="16127" y="19848"/>
                </a:lnTo>
                <a:lnTo>
                  <a:pt x="13073" y="19848"/>
                </a:lnTo>
                <a:cubicBezTo>
                  <a:pt x="8366" y="19848"/>
                  <a:pt x="5010" y="18942"/>
                  <a:pt x="3006" y="17129"/>
                </a:cubicBezTo>
                <a:cubicBezTo>
                  <a:pt x="1002" y="15316"/>
                  <a:pt x="0" y="12946"/>
                  <a:pt x="0" y="10020"/>
                </a:cubicBezTo>
                <a:cubicBezTo>
                  <a:pt x="0" y="7093"/>
                  <a:pt x="1002" y="4723"/>
                  <a:pt x="3006" y="2910"/>
                </a:cubicBezTo>
                <a:cubicBezTo>
                  <a:pt x="5010" y="1097"/>
                  <a:pt x="8366" y="191"/>
                  <a:pt x="13073" y="191"/>
                </a:cubicBezTo>
                <a:lnTo>
                  <a:pt x="35689" y="382"/>
                </a:lnTo>
                <a:lnTo>
                  <a:pt x="85691" y="78820"/>
                </a:lnTo>
                <a:lnTo>
                  <a:pt x="85691" y="19848"/>
                </a:lnTo>
                <a:lnTo>
                  <a:pt x="78630" y="19848"/>
                </a:lnTo>
                <a:cubicBezTo>
                  <a:pt x="73922" y="19848"/>
                  <a:pt x="70566" y="18942"/>
                  <a:pt x="68562" y="17129"/>
                </a:cubicBezTo>
                <a:cubicBezTo>
                  <a:pt x="66558" y="15316"/>
                  <a:pt x="65556" y="12946"/>
                  <a:pt x="65556" y="10020"/>
                </a:cubicBezTo>
                <a:cubicBezTo>
                  <a:pt x="65556" y="7093"/>
                  <a:pt x="66558" y="4723"/>
                  <a:pt x="68562" y="2910"/>
                </a:cubicBezTo>
                <a:cubicBezTo>
                  <a:pt x="70566" y="1097"/>
                  <a:pt x="73922" y="191"/>
                  <a:pt x="78630" y="191"/>
                </a:cubicBezTo>
                <a:lnTo>
                  <a:pt x="104299" y="382"/>
                </a:lnTo>
                <a:cubicBezTo>
                  <a:pt x="109006" y="382"/>
                  <a:pt x="112362" y="1272"/>
                  <a:pt x="114366" y="3054"/>
                </a:cubicBezTo>
                <a:cubicBezTo>
                  <a:pt x="116370" y="4835"/>
                  <a:pt x="117372" y="7189"/>
                  <a:pt x="117372" y="10115"/>
                </a:cubicBezTo>
                <a:cubicBezTo>
                  <a:pt x="117372" y="13041"/>
                  <a:pt x="116386" y="15427"/>
                  <a:pt x="114414" y="17272"/>
                </a:cubicBezTo>
                <a:cubicBezTo>
                  <a:pt x="112442" y="19117"/>
                  <a:pt x="109420" y="20039"/>
                  <a:pt x="105348" y="20039"/>
                </a:cubicBezTo>
                <a:lnTo>
                  <a:pt x="105348" y="116036"/>
                </a:lnTo>
                <a:lnTo>
                  <a:pt x="85977" y="116036"/>
                </a:lnTo>
                <a:lnTo>
                  <a:pt x="35689" y="37311"/>
                </a:lnTo>
                <a:close/>
                <a:moveTo>
                  <a:pt x="201327" y="84546"/>
                </a:moveTo>
                <a:lnTo>
                  <a:pt x="153806" y="84546"/>
                </a:lnTo>
                <a:lnTo>
                  <a:pt x="149034" y="96378"/>
                </a:lnTo>
                <a:lnTo>
                  <a:pt x="153806" y="96378"/>
                </a:lnTo>
                <a:cubicBezTo>
                  <a:pt x="158513" y="96378"/>
                  <a:pt x="161869" y="97285"/>
                  <a:pt x="163873" y="99098"/>
                </a:cubicBezTo>
                <a:cubicBezTo>
                  <a:pt x="165877" y="100911"/>
                  <a:pt x="166879" y="103281"/>
                  <a:pt x="166879" y="106207"/>
                </a:cubicBezTo>
                <a:cubicBezTo>
                  <a:pt x="166879" y="109134"/>
                  <a:pt x="165877" y="111503"/>
                  <a:pt x="163873" y="113316"/>
                </a:cubicBezTo>
                <a:cubicBezTo>
                  <a:pt x="161869" y="115129"/>
                  <a:pt x="158513" y="116036"/>
                  <a:pt x="153806" y="116036"/>
                </a:cubicBezTo>
                <a:lnTo>
                  <a:pt x="127468" y="116036"/>
                </a:lnTo>
                <a:cubicBezTo>
                  <a:pt x="122761" y="116036"/>
                  <a:pt x="119405" y="115113"/>
                  <a:pt x="117401" y="113269"/>
                </a:cubicBezTo>
                <a:cubicBezTo>
                  <a:pt x="115397" y="111424"/>
                  <a:pt x="114395" y="109038"/>
                  <a:pt x="114395" y="106112"/>
                </a:cubicBezTo>
                <a:cubicBezTo>
                  <a:pt x="114395" y="103185"/>
                  <a:pt x="115445" y="100832"/>
                  <a:pt x="117544" y="99050"/>
                </a:cubicBezTo>
                <a:cubicBezTo>
                  <a:pt x="119644" y="97269"/>
                  <a:pt x="123111" y="96378"/>
                  <a:pt x="127946" y="96378"/>
                </a:cubicBezTo>
                <a:lnTo>
                  <a:pt x="158672" y="19848"/>
                </a:lnTo>
                <a:lnTo>
                  <a:pt x="145885" y="19848"/>
                </a:lnTo>
                <a:cubicBezTo>
                  <a:pt x="141178" y="19848"/>
                  <a:pt x="137822" y="18942"/>
                  <a:pt x="135818" y="17129"/>
                </a:cubicBezTo>
                <a:cubicBezTo>
                  <a:pt x="133814" y="15316"/>
                  <a:pt x="132812" y="12946"/>
                  <a:pt x="132812" y="10020"/>
                </a:cubicBezTo>
                <a:cubicBezTo>
                  <a:pt x="132812" y="7093"/>
                  <a:pt x="133814" y="4723"/>
                  <a:pt x="135818" y="2910"/>
                </a:cubicBezTo>
                <a:cubicBezTo>
                  <a:pt x="137822" y="1097"/>
                  <a:pt x="141178" y="191"/>
                  <a:pt x="145885" y="191"/>
                </a:cubicBezTo>
                <a:lnTo>
                  <a:pt x="188158" y="382"/>
                </a:lnTo>
                <a:lnTo>
                  <a:pt x="227091" y="96378"/>
                </a:lnTo>
                <a:cubicBezTo>
                  <a:pt x="231672" y="96378"/>
                  <a:pt x="234694" y="96971"/>
                  <a:pt x="236157" y="98156"/>
                </a:cubicBezTo>
                <a:cubicBezTo>
                  <a:pt x="239083" y="100597"/>
                  <a:pt x="240546" y="103281"/>
                  <a:pt x="240546" y="106207"/>
                </a:cubicBezTo>
                <a:cubicBezTo>
                  <a:pt x="240546" y="109134"/>
                  <a:pt x="239560" y="111503"/>
                  <a:pt x="237588" y="113316"/>
                </a:cubicBezTo>
                <a:cubicBezTo>
                  <a:pt x="235616" y="115129"/>
                  <a:pt x="232276" y="116036"/>
                  <a:pt x="227568" y="116036"/>
                </a:cubicBezTo>
                <a:lnTo>
                  <a:pt x="201231" y="116036"/>
                </a:lnTo>
                <a:cubicBezTo>
                  <a:pt x="196524" y="116036"/>
                  <a:pt x="193168" y="115113"/>
                  <a:pt x="191164" y="113269"/>
                </a:cubicBezTo>
                <a:cubicBezTo>
                  <a:pt x="189160" y="111424"/>
                  <a:pt x="188158" y="109038"/>
                  <a:pt x="188158" y="106112"/>
                </a:cubicBezTo>
                <a:cubicBezTo>
                  <a:pt x="188158" y="103185"/>
                  <a:pt x="189160" y="100832"/>
                  <a:pt x="191164" y="99050"/>
                </a:cubicBezTo>
                <a:cubicBezTo>
                  <a:pt x="193168" y="97269"/>
                  <a:pt x="196524" y="96378"/>
                  <a:pt x="201231" y="96378"/>
                </a:cubicBezTo>
                <a:lnTo>
                  <a:pt x="206003" y="96378"/>
                </a:lnTo>
                <a:lnTo>
                  <a:pt x="201327" y="84546"/>
                </a:lnTo>
                <a:moveTo>
                  <a:pt x="193216" y="64888"/>
                </a:moveTo>
                <a:lnTo>
                  <a:pt x="177471" y="26146"/>
                </a:lnTo>
                <a:lnTo>
                  <a:pt x="161630" y="64888"/>
                </a:lnTo>
                <a:lnTo>
                  <a:pt x="193216" y="64888"/>
                </a:lnTo>
                <a:close/>
                <a:moveTo>
                  <a:pt x="286521" y="20039"/>
                </a:moveTo>
                <a:lnTo>
                  <a:pt x="286521" y="96378"/>
                </a:lnTo>
                <a:lnTo>
                  <a:pt x="328699" y="96378"/>
                </a:lnTo>
                <a:lnTo>
                  <a:pt x="328699" y="77866"/>
                </a:lnTo>
                <a:cubicBezTo>
                  <a:pt x="328699" y="72968"/>
                  <a:pt x="329605" y="69517"/>
                  <a:pt x="331418" y="67513"/>
                </a:cubicBezTo>
                <a:cubicBezTo>
                  <a:pt x="333231" y="65509"/>
                  <a:pt x="335601" y="64507"/>
                  <a:pt x="338527" y="64507"/>
                </a:cubicBezTo>
                <a:cubicBezTo>
                  <a:pt x="341390" y="64507"/>
                  <a:pt x="343728" y="65509"/>
                  <a:pt x="345541" y="67513"/>
                </a:cubicBezTo>
                <a:cubicBezTo>
                  <a:pt x="347354" y="69517"/>
                  <a:pt x="348261" y="72968"/>
                  <a:pt x="348261" y="77866"/>
                </a:cubicBezTo>
                <a:lnTo>
                  <a:pt x="348261" y="116036"/>
                </a:lnTo>
                <a:lnTo>
                  <a:pt x="255604" y="116036"/>
                </a:lnTo>
                <a:cubicBezTo>
                  <a:pt x="250896" y="116036"/>
                  <a:pt x="247540" y="115113"/>
                  <a:pt x="245537" y="113269"/>
                </a:cubicBezTo>
                <a:cubicBezTo>
                  <a:pt x="243533" y="111424"/>
                  <a:pt x="242531" y="109038"/>
                  <a:pt x="242531" y="106112"/>
                </a:cubicBezTo>
                <a:cubicBezTo>
                  <a:pt x="242531" y="103185"/>
                  <a:pt x="243533" y="100832"/>
                  <a:pt x="245537" y="99050"/>
                </a:cubicBezTo>
                <a:cubicBezTo>
                  <a:pt x="247540" y="97269"/>
                  <a:pt x="250896" y="96378"/>
                  <a:pt x="255604" y="96378"/>
                </a:cubicBezTo>
                <a:lnTo>
                  <a:pt x="266959" y="96378"/>
                </a:lnTo>
                <a:lnTo>
                  <a:pt x="266959" y="19848"/>
                </a:lnTo>
                <a:lnTo>
                  <a:pt x="255604" y="19848"/>
                </a:lnTo>
                <a:cubicBezTo>
                  <a:pt x="250896" y="19848"/>
                  <a:pt x="247540" y="18942"/>
                  <a:pt x="245537" y="17129"/>
                </a:cubicBezTo>
                <a:cubicBezTo>
                  <a:pt x="243533" y="15316"/>
                  <a:pt x="242531" y="12946"/>
                  <a:pt x="242531" y="10020"/>
                </a:cubicBezTo>
                <a:cubicBezTo>
                  <a:pt x="242531" y="7093"/>
                  <a:pt x="243533" y="4723"/>
                  <a:pt x="245537" y="2910"/>
                </a:cubicBezTo>
                <a:cubicBezTo>
                  <a:pt x="247540" y="1097"/>
                  <a:pt x="250896" y="191"/>
                  <a:pt x="255604" y="191"/>
                </a:cubicBezTo>
                <a:lnTo>
                  <a:pt x="297972" y="382"/>
                </a:lnTo>
                <a:cubicBezTo>
                  <a:pt x="302680" y="382"/>
                  <a:pt x="306035" y="1272"/>
                  <a:pt x="308039" y="3054"/>
                </a:cubicBezTo>
                <a:cubicBezTo>
                  <a:pt x="310043" y="4835"/>
                  <a:pt x="311045" y="7189"/>
                  <a:pt x="311045" y="10115"/>
                </a:cubicBezTo>
                <a:cubicBezTo>
                  <a:pt x="311045" y="13041"/>
                  <a:pt x="310043" y="15427"/>
                  <a:pt x="308039" y="17272"/>
                </a:cubicBezTo>
                <a:cubicBezTo>
                  <a:pt x="306035" y="19117"/>
                  <a:pt x="302680" y="20039"/>
                  <a:pt x="297972" y="20039"/>
                </a:cubicBezTo>
                <a:lnTo>
                  <a:pt x="286521" y="20039"/>
                </a:lnTo>
                <a:close/>
                <a:moveTo>
                  <a:pt x="421814" y="67426"/>
                </a:moveTo>
                <a:lnTo>
                  <a:pt x="421814" y="96378"/>
                </a:lnTo>
                <a:lnTo>
                  <a:pt x="434983" y="96378"/>
                </a:lnTo>
                <a:cubicBezTo>
                  <a:pt x="439691" y="96378"/>
                  <a:pt x="443046" y="97285"/>
                  <a:pt x="445050" y="99098"/>
                </a:cubicBezTo>
                <a:cubicBezTo>
                  <a:pt x="447054" y="100911"/>
                  <a:pt x="448056" y="103281"/>
                  <a:pt x="448056" y="106207"/>
                </a:cubicBezTo>
                <a:cubicBezTo>
                  <a:pt x="448056" y="109134"/>
                  <a:pt x="447054" y="111503"/>
                  <a:pt x="445050" y="113316"/>
                </a:cubicBezTo>
                <a:cubicBezTo>
                  <a:pt x="443046" y="115129"/>
                  <a:pt x="439691" y="116036"/>
                  <a:pt x="434983" y="116036"/>
                </a:cubicBezTo>
                <a:lnTo>
                  <a:pt x="389084" y="116036"/>
                </a:lnTo>
                <a:cubicBezTo>
                  <a:pt x="384440" y="116036"/>
                  <a:pt x="381116" y="115113"/>
                  <a:pt x="379112" y="113269"/>
                </a:cubicBezTo>
                <a:cubicBezTo>
                  <a:pt x="377108" y="111424"/>
                  <a:pt x="376106" y="109038"/>
                  <a:pt x="376106" y="106112"/>
                </a:cubicBezTo>
                <a:cubicBezTo>
                  <a:pt x="376106" y="103185"/>
                  <a:pt x="377108" y="100832"/>
                  <a:pt x="379112" y="99050"/>
                </a:cubicBezTo>
                <a:cubicBezTo>
                  <a:pt x="381116" y="97269"/>
                  <a:pt x="384440" y="96378"/>
                  <a:pt x="389084" y="96378"/>
                </a:cubicBezTo>
                <a:lnTo>
                  <a:pt x="402253" y="96378"/>
                </a:lnTo>
                <a:lnTo>
                  <a:pt x="402253" y="67426"/>
                </a:lnTo>
                <a:lnTo>
                  <a:pt x="369904" y="19657"/>
                </a:lnTo>
                <a:cubicBezTo>
                  <a:pt x="365578" y="19657"/>
                  <a:pt x="362413" y="18751"/>
                  <a:pt x="360409" y="16938"/>
                </a:cubicBezTo>
                <a:cubicBezTo>
                  <a:pt x="358405" y="15125"/>
                  <a:pt x="357403" y="12755"/>
                  <a:pt x="357403" y="9829"/>
                </a:cubicBezTo>
                <a:cubicBezTo>
                  <a:pt x="357403" y="6902"/>
                  <a:pt x="358405" y="4533"/>
                  <a:pt x="360409" y="2720"/>
                </a:cubicBezTo>
                <a:cubicBezTo>
                  <a:pt x="362413" y="907"/>
                  <a:pt x="365769" y="0"/>
                  <a:pt x="370476" y="0"/>
                </a:cubicBezTo>
                <a:lnTo>
                  <a:pt x="388225" y="191"/>
                </a:lnTo>
                <a:cubicBezTo>
                  <a:pt x="392933" y="191"/>
                  <a:pt x="396289" y="1081"/>
                  <a:pt x="398292" y="2863"/>
                </a:cubicBezTo>
                <a:cubicBezTo>
                  <a:pt x="400296" y="4644"/>
                  <a:pt x="401298" y="6998"/>
                  <a:pt x="401298" y="9924"/>
                </a:cubicBezTo>
                <a:cubicBezTo>
                  <a:pt x="401298" y="14355"/>
                  <a:pt x="398722" y="17663"/>
                  <a:pt x="393569" y="19848"/>
                </a:cubicBezTo>
                <a:lnTo>
                  <a:pt x="412081" y="47178"/>
                </a:lnTo>
                <a:lnTo>
                  <a:pt x="430212" y="19848"/>
                </a:lnTo>
                <a:cubicBezTo>
                  <a:pt x="427349" y="19848"/>
                  <a:pt x="425313" y="18942"/>
                  <a:pt x="424105" y="17129"/>
                </a:cubicBezTo>
                <a:cubicBezTo>
                  <a:pt x="422896" y="15316"/>
                  <a:pt x="422292" y="12946"/>
                  <a:pt x="422292" y="10020"/>
                </a:cubicBezTo>
                <a:cubicBezTo>
                  <a:pt x="422292" y="7093"/>
                  <a:pt x="423294" y="4723"/>
                  <a:pt x="425297" y="2910"/>
                </a:cubicBezTo>
                <a:cubicBezTo>
                  <a:pt x="427301" y="1097"/>
                  <a:pt x="430657" y="191"/>
                  <a:pt x="435365" y="191"/>
                </a:cubicBezTo>
                <a:lnTo>
                  <a:pt x="453782" y="191"/>
                </a:lnTo>
                <a:cubicBezTo>
                  <a:pt x="458489" y="191"/>
                  <a:pt x="461845" y="1081"/>
                  <a:pt x="463849" y="2863"/>
                </a:cubicBezTo>
                <a:cubicBezTo>
                  <a:pt x="465853" y="4644"/>
                  <a:pt x="466855" y="6998"/>
                  <a:pt x="466855" y="9924"/>
                </a:cubicBezTo>
                <a:cubicBezTo>
                  <a:pt x="466855" y="12850"/>
                  <a:pt x="465837" y="15236"/>
                  <a:pt x="463801" y="17081"/>
                </a:cubicBezTo>
                <a:cubicBezTo>
                  <a:pt x="461765" y="18926"/>
                  <a:pt x="458457" y="19848"/>
                  <a:pt x="453877" y="19848"/>
                </a:cubicBezTo>
                <a:lnTo>
                  <a:pt x="421814" y="67426"/>
                </a:lnTo>
                <a:close/>
                <a:moveTo>
                  <a:pt x="509967" y="96378"/>
                </a:moveTo>
                <a:lnTo>
                  <a:pt x="554340" y="96378"/>
                </a:lnTo>
                <a:lnTo>
                  <a:pt x="554340" y="81874"/>
                </a:lnTo>
                <a:cubicBezTo>
                  <a:pt x="554340" y="76976"/>
                  <a:pt x="555246" y="73524"/>
                  <a:pt x="557059" y="71520"/>
                </a:cubicBezTo>
                <a:cubicBezTo>
                  <a:pt x="558872" y="69517"/>
                  <a:pt x="561242" y="68515"/>
                  <a:pt x="564168" y="68515"/>
                </a:cubicBezTo>
                <a:cubicBezTo>
                  <a:pt x="567095" y="68515"/>
                  <a:pt x="569464" y="69517"/>
                  <a:pt x="571277" y="71520"/>
                </a:cubicBezTo>
                <a:cubicBezTo>
                  <a:pt x="573090" y="73524"/>
                  <a:pt x="573997" y="76976"/>
                  <a:pt x="573997" y="81874"/>
                </a:cubicBezTo>
                <a:lnTo>
                  <a:pt x="573902" y="116036"/>
                </a:lnTo>
                <a:lnTo>
                  <a:pt x="484966" y="116036"/>
                </a:lnTo>
                <a:lnTo>
                  <a:pt x="484966" y="96378"/>
                </a:lnTo>
                <a:lnTo>
                  <a:pt x="544606" y="19848"/>
                </a:lnTo>
                <a:lnTo>
                  <a:pt x="508536" y="19848"/>
                </a:lnTo>
                <a:lnTo>
                  <a:pt x="508536" y="33971"/>
                </a:lnTo>
                <a:cubicBezTo>
                  <a:pt x="508536" y="38869"/>
                  <a:pt x="507645" y="42321"/>
                  <a:pt x="505864" y="44325"/>
                </a:cubicBezTo>
                <a:cubicBezTo>
                  <a:pt x="504083" y="46328"/>
                  <a:pt x="501729" y="47330"/>
                  <a:pt x="498803" y="47330"/>
                </a:cubicBezTo>
                <a:cubicBezTo>
                  <a:pt x="495876" y="47330"/>
                  <a:pt x="493507" y="46328"/>
                  <a:pt x="491694" y="44325"/>
                </a:cubicBezTo>
                <a:cubicBezTo>
                  <a:pt x="489881" y="42321"/>
                  <a:pt x="488974" y="38869"/>
                  <a:pt x="488974" y="33971"/>
                </a:cubicBezTo>
                <a:lnTo>
                  <a:pt x="488974" y="191"/>
                </a:lnTo>
                <a:lnTo>
                  <a:pt x="569894" y="382"/>
                </a:lnTo>
                <a:lnTo>
                  <a:pt x="569894" y="19276"/>
                </a:lnTo>
                <a:lnTo>
                  <a:pt x="509967" y="96378"/>
                </a:lnTo>
                <a:close/>
                <a:moveTo>
                  <a:pt x="626366" y="67751"/>
                </a:moveTo>
                <a:lnTo>
                  <a:pt x="626366" y="96378"/>
                </a:lnTo>
                <a:lnTo>
                  <a:pt x="676273" y="96378"/>
                </a:lnTo>
                <a:lnTo>
                  <a:pt x="676273" y="85691"/>
                </a:lnTo>
                <a:cubicBezTo>
                  <a:pt x="676273" y="80793"/>
                  <a:pt x="677180" y="77341"/>
                  <a:pt x="678993" y="75337"/>
                </a:cubicBezTo>
                <a:cubicBezTo>
                  <a:pt x="680806" y="73334"/>
                  <a:pt x="683176" y="72332"/>
                  <a:pt x="686102" y="72332"/>
                </a:cubicBezTo>
                <a:cubicBezTo>
                  <a:pt x="688965" y="72332"/>
                  <a:pt x="691302" y="73334"/>
                  <a:pt x="693116" y="75337"/>
                </a:cubicBezTo>
                <a:cubicBezTo>
                  <a:pt x="694929" y="77341"/>
                  <a:pt x="695835" y="80793"/>
                  <a:pt x="695835" y="85691"/>
                </a:cubicBezTo>
                <a:lnTo>
                  <a:pt x="695835" y="116036"/>
                </a:lnTo>
                <a:lnTo>
                  <a:pt x="603751" y="116036"/>
                </a:lnTo>
                <a:cubicBezTo>
                  <a:pt x="599043" y="116036"/>
                  <a:pt x="595687" y="115113"/>
                  <a:pt x="593684" y="113269"/>
                </a:cubicBezTo>
                <a:cubicBezTo>
                  <a:pt x="591680" y="111424"/>
                  <a:pt x="590678" y="109038"/>
                  <a:pt x="590678" y="106112"/>
                </a:cubicBezTo>
                <a:cubicBezTo>
                  <a:pt x="590678" y="103185"/>
                  <a:pt x="591696" y="100832"/>
                  <a:pt x="593731" y="99050"/>
                </a:cubicBezTo>
                <a:cubicBezTo>
                  <a:pt x="595767" y="97269"/>
                  <a:pt x="599107" y="96378"/>
                  <a:pt x="603751" y="96378"/>
                </a:cubicBezTo>
                <a:lnTo>
                  <a:pt x="606804" y="96378"/>
                </a:lnTo>
                <a:lnTo>
                  <a:pt x="606804" y="19848"/>
                </a:lnTo>
                <a:lnTo>
                  <a:pt x="603751" y="19848"/>
                </a:lnTo>
                <a:cubicBezTo>
                  <a:pt x="599043" y="19848"/>
                  <a:pt x="595687" y="18942"/>
                  <a:pt x="593684" y="17129"/>
                </a:cubicBezTo>
                <a:cubicBezTo>
                  <a:pt x="591680" y="15316"/>
                  <a:pt x="590678" y="12946"/>
                  <a:pt x="590678" y="10020"/>
                </a:cubicBezTo>
                <a:cubicBezTo>
                  <a:pt x="590678" y="7093"/>
                  <a:pt x="591680" y="4723"/>
                  <a:pt x="593684" y="2910"/>
                </a:cubicBezTo>
                <a:cubicBezTo>
                  <a:pt x="595687" y="1097"/>
                  <a:pt x="599043" y="191"/>
                  <a:pt x="603751" y="191"/>
                </a:cubicBezTo>
                <a:lnTo>
                  <a:pt x="691541" y="286"/>
                </a:lnTo>
                <a:lnTo>
                  <a:pt x="691541" y="30154"/>
                </a:lnTo>
                <a:cubicBezTo>
                  <a:pt x="691541" y="35052"/>
                  <a:pt x="690650" y="38504"/>
                  <a:pt x="688869" y="40508"/>
                </a:cubicBezTo>
                <a:cubicBezTo>
                  <a:pt x="687088" y="42511"/>
                  <a:pt x="684734" y="43513"/>
                  <a:pt x="681808" y="43513"/>
                </a:cubicBezTo>
                <a:cubicBezTo>
                  <a:pt x="678881" y="43513"/>
                  <a:pt x="676512" y="42511"/>
                  <a:pt x="674699" y="40508"/>
                </a:cubicBezTo>
                <a:cubicBezTo>
                  <a:pt x="672886" y="38504"/>
                  <a:pt x="671979" y="35052"/>
                  <a:pt x="671979" y="30154"/>
                </a:cubicBezTo>
                <a:lnTo>
                  <a:pt x="671979" y="19848"/>
                </a:lnTo>
                <a:lnTo>
                  <a:pt x="626366" y="19848"/>
                </a:lnTo>
                <a:lnTo>
                  <a:pt x="626366" y="48094"/>
                </a:lnTo>
                <a:lnTo>
                  <a:pt x="643543" y="48094"/>
                </a:lnTo>
                <a:cubicBezTo>
                  <a:pt x="643543" y="43195"/>
                  <a:pt x="644020" y="40106"/>
                  <a:pt x="644974" y="38826"/>
                </a:cubicBezTo>
                <a:cubicBezTo>
                  <a:pt x="646946" y="36098"/>
                  <a:pt x="649745" y="34734"/>
                  <a:pt x="653371" y="34734"/>
                </a:cubicBezTo>
                <a:cubicBezTo>
                  <a:pt x="656234" y="34734"/>
                  <a:pt x="658572" y="35736"/>
                  <a:pt x="660385" y="37740"/>
                </a:cubicBezTo>
                <a:cubicBezTo>
                  <a:pt x="662198" y="39744"/>
                  <a:pt x="663105" y="43195"/>
                  <a:pt x="663105" y="48094"/>
                </a:cubicBezTo>
                <a:lnTo>
                  <a:pt x="663105" y="67751"/>
                </a:lnTo>
                <a:cubicBezTo>
                  <a:pt x="663105" y="72650"/>
                  <a:pt x="662596" y="75757"/>
                  <a:pt x="661578" y="77073"/>
                </a:cubicBezTo>
                <a:cubicBezTo>
                  <a:pt x="659542" y="79765"/>
                  <a:pt x="656807" y="81111"/>
                  <a:pt x="653371" y="81111"/>
                </a:cubicBezTo>
                <a:cubicBezTo>
                  <a:pt x="649745" y="81111"/>
                  <a:pt x="646946" y="79747"/>
                  <a:pt x="644974" y="77019"/>
                </a:cubicBezTo>
                <a:cubicBezTo>
                  <a:pt x="644020" y="75739"/>
                  <a:pt x="643543" y="72650"/>
                  <a:pt x="643543" y="67751"/>
                </a:cubicBezTo>
                <a:lnTo>
                  <a:pt x="626366" y="67751"/>
                </a:lnTo>
                <a:close/>
                <a:moveTo>
                  <a:pt x="743528" y="71950"/>
                </a:moveTo>
                <a:lnTo>
                  <a:pt x="743528" y="96378"/>
                </a:lnTo>
                <a:lnTo>
                  <a:pt x="750590" y="96378"/>
                </a:lnTo>
                <a:cubicBezTo>
                  <a:pt x="755297" y="96378"/>
                  <a:pt x="758653" y="97285"/>
                  <a:pt x="760657" y="99098"/>
                </a:cubicBezTo>
                <a:cubicBezTo>
                  <a:pt x="762661" y="100911"/>
                  <a:pt x="763663" y="103281"/>
                  <a:pt x="763663" y="106207"/>
                </a:cubicBezTo>
                <a:cubicBezTo>
                  <a:pt x="763663" y="109134"/>
                  <a:pt x="762661" y="111503"/>
                  <a:pt x="760657" y="113316"/>
                </a:cubicBezTo>
                <a:cubicBezTo>
                  <a:pt x="758653" y="115129"/>
                  <a:pt x="755297" y="116036"/>
                  <a:pt x="750590" y="116036"/>
                </a:cubicBezTo>
                <a:lnTo>
                  <a:pt x="720913" y="116036"/>
                </a:lnTo>
                <a:cubicBezTo>
                  <a:pt x="716205" y="116036"/>
                  <a:pt x="712849" y="115113"/>
                  <a:pt x="710845" y="113269"/>
                </a:cubicBezTo>
                <a:cubicBezTo>
                  <a:pt x="708841" y="111424"/>
                  <a:pt x="707839" y="109038"/>
                  <a:pt x="707839" y="106112"/>
                </a:cubicBezTo>
                <a:cubicBezTo>
                  <a:pt x="707839" y="103185"/>
                  <a:pt x="708857" y="100832"/>
                  <a:pt x="710893" y="99050"/>
                </a:cubicBezTo>
                <a:cubicBezTo>
                  <a:pt x="712929" y="97269"/>
                  <a:pt x="716269" y="96378"/>
                  <a:pt x="720913" y="96378"/>
                </a:cubicBezTo>
                <a:lnTo>
                  <a:pt x="723966" y="96378"/>
                </a:lnTo>
                <a:lnTo>
                  <a:pt x="723966" y="19848"/>
                </a:lnTo>
                <a:lnTo>
                  <a:pt x="720913" y="19848"/>
                </a:lnTo>
                <a:cubicBezTo>
                  <a:pt x="716205" y="19848"/>
                  <a:pt x="712849" y="18942"/>
                  <a:pt x="710845" y="17129"/>
                </a:cubicBezTo>
                <a:cubicBezTo>
                  <a:pt x="708841" y="15316"/>
                  <a:pt x="707839" y="12946"/>
                  <a:pt x="707839" y="10020"/>
                </a:cubicBezTo>
                <a:cubicBezTo>
                  <a:pt x="707839" y="7093"/>
                  <a:pt x="708841" y="4723"/>
                  <a:pt x="710845" y="2910"/>
                </a:cubicBezTo>
                <a:cubicBezTo>
                  <a:pt x="712849" y="1097"/>
                  <a:pt x="716205" y="191"/>
                  <a:pt x="720913" y="191"/>
                </a:cubicBezTo>
                <a:lnTo>
                  <a:pt x="765189" y="382"/>
                </a:lnTo>
                <a:cubicBezTo>
                  <a:pt x="778994" y="382"/>
                  <a:pt x="789698" y="3805"/>
                  <a:pt x="797300" y="10652"/>
                </a:cubicBezTo>
                <a:cubicBezTo>
                  <a:pt x="804902" y="17496"/>
                  <a:pt x="808703" y="25822"/>
                  <a:pt x="808703" y="35629"/>
                </a:cubicBezTo>
                <a:cubicBezTo>
                  <a:pt x="808703" y="41742"/>
                  <a:pt x="806922" y="47299"/>
                  <a:pt x="803359" y="52298"/>
                </a:cubicBezTo>
                <a:cubicBezTo>
                  <a:pt x="799797" y="57296"/>
                  <a:pt x="794421" y="61737"/>
                  <a:pt x="787232" y="65622"/>
                </a:cubicBezTo>
                <a:cubicBezTo>
                  <a:pt x="791367" y="69230"/>
                  <a:pt x="795789" y="73850"/>
                  <a:pt x="800496" y="79482"/>
                </a:cubicBezTo>
                <a:cubicBezTo>
                  <a:pt x="803423" y="83089"/>
                  <a:pt x="807367" y="88721"/>
                  <a:pt x="812329" y="96378"/>
                </a:cubicBezTo>
                <a:cubicBezTo>
                  <a:pt x="817291" y="96378"/>
                  <a:pt x="820567" y="96996"/>
                  <a:pt x="822158" y="98230"/>
                </a:cubicBezTo>
                <a:cubicBezTo>
                  <a:pt x="825020" y="100622"/>
                  <a:pt x="826452" y="103281"/>
                  <a:pt x="826452" y="106207"/>
                </a:cubicBezTo>
                <a:cubicBezTo>
                  <a:pt x="826452" y="109134"/>
                  <a:pt x="825466" y="111503"/>
                  <a:pt x="823494" y="113316"/>
                </a:cubicBezTo>
                <a:cubicBezTo>
                  <a:pt x="821522" y="115129"/>
                  <a:pt x="818182" y="116036"/>
                  <a:pt x="813474" y="116036"/>
                </a:cubicBezTo>
                <a:lnTo>
                  <a:pt x="802309" y="116036"/>
                </a:lnTo>
                <a:cubicBezTo>
                  <a:pt x="786469" y="91597"/>
                  <a:pt x="773332" y="76902"/>
                  <a:pt x="762899" y="71950"/>
                </a:cubicBezTo>
                <a:lnTo>
                  <a:pt x="743528" y="71950"/>
                </a:lnTo>
                <a:moveTo>
                  <a:pt x="743528" y="52292"/>
                </a:moveTo>
                <a:lnTo>
                  <a:pt x="758796" y="52292"/>
                </a:lnTo>
                <a:cubicBezTo>
                  <a:pt x="764458" y="52292"/>
                  <a:pt x="769515" y="51437"/>
                  <a:pt x="773968" y="49725"/>
                </a:cubicBezTo>
                <a:cubicBezTo>
                  <a:pt x="779948" y="47441"/>
                  <a:pt x="783972" y="45030"/>
                  <a:pt x="786040" y="42494"/>
                </a:cubicBezTo>
                <a:cubicBezTo>
                  <a:pt x="788107" y="39955"/>
                  <a:pt x="789141" y="37449"/>
                  <a:pt x="789141" y="34976"/>
                </a:cubicBezTo>
                <a:cubicBezTo>
                  <a:pt x="789141" y="31298"/>
                  <a:pt x="787169" y="27890"/>
                  <a:pt x="783225" y="24751"/>
                </a:cubicBezTo>
                <a:cubicBezTo>
                  <a:pt x="779280" y="21610"/>
                  <a:pt x="773523" y="20039"/>
                  <a:pt x="765953" y="20039"/>
                </a:cubicBezTo>
                <a:lnTo>
                  <a:pt x="743528" y="19848"/>
                </a:lnTo>
                <a:lnTo>
                  <a:pt x="743528" y="52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EF2D8-2A24-47D0-BEF7-42FFA4A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051" y="2946322"/>
            <a:ext cx="1791431" cy="651429"/>
          </a:xfrm>
          <a:custGeom xmlns:a="http://schemas.openxmlformats.org/drawingml/2006/main">
            <a:pathLst>
              <a:path w="1791431" h="651429" fill="none">
                <a:moveTo>
                  <a:pt x="0" y="0"/>
                </a:moveTo>
                <a:lnTo>
                  <a:pt x="1791431" y="0"/>
                </a:lnTo>
                <a:lnTo>
                  <a:pt x="1791431" y="651429"/>
                </a:lnTo>
                <a:lnTo>
                  <a:pt x="0" y="651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21" name="Text DIAGNOZER">
            <a:extLst xmlns:a="http://schemas.openxmlformats.org/drawingml/2006/main">
              <a:ext uri="{FF2B5EF4-FFF2-40B4-BE49-F238E27FC236}">
                <a16:creationId xmlns:a16="http://schemas.microsoft.com/office/drawing/2014/main" id="{B1C3E41F-DD6B-40E4-B2AF-32AC9803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651" y="3211795"/>
            <a:ext cx="1056672" cy="121761"/>
          </a:xfrm>
          <a:custGeom xmlns:a="http://schemas.openxmlformats.org/drawingml/2006/main">
            <a:pathLst>
              <a:path w="1056672" h="121761">
                <a:moveTo>
                  <a:pt x="12119" y="99050"/>
                </a:moveTo>
                <a:lnTo>
                  <a:pt x="12119" y="22520"/>
                </a:lnTo>
                <a:cubicBezTo>
                  <a:pt x="7984" y="22520"/>
                  <a:pt x="4930" y="21614"/>
                  <a:pt x="2958" y="19801"/>
                </a:cubicBezTo>
                <a:cubicBezTo>
                  <a:pt x="986" y="17987"/>
                  <a:pt x="0" y="15618"/>
                  <a:pt x="0" y="12691"/>
                </a:cubicBezTo>
                <a:cubicBezTo>
                  <a:pt x="0" y="9765"/>
                  <a:pt x="1002" y="7395"/>
                  <a:pt x="3006" y="5582"/>
                </a:cubicBezTo>
                <a:cubicBezTo>
                  <a:pt x="5010" y="3769"/>
                  <a:pt x="8366" y="2863"/>
                  <a:pt x="13073" y="2863"/>
                </a:cubicBezTo>
                <a:lnTo>
                  <a:pt x="54010" y="2958"/>
                </a:lnTo>
                <a:cubicBezTo>
                  <a:pt x="60372" y="2958"/>
                  <a:pt x="66590" y="4136"/>
                  <a:pt x="72666" y="6492"/>
                </a:cubicBezTo>
                <a:cubicBezTo>
                  <a:pt x="78741" y="8848"/>
                  <a:pt x="83623" y="11840"/>
                  <a:pt x="87313" y="15468"/>
                </a:cubicBezTo>
                <a:cubicBezTo>
                  <a:pt x="90112" y="18207"/>
                  <a:pt x="93023" y="21964"/>
                  <a:pt x="96044" y="26740"/>
                </a:cubicBezTo>
                <a:cubicBezTo>
                  <a:pt x="99066" y="31515"/>
                  <a:pt x="101341" y="36258"/>
                  <a:pt x="102867" y="40970"/>
                </a:cubicBezTo>
                <a:cubicBezTo>
                  <a:pt x="104394" y="45679"/>
                  <a:pt x="105158" y="51441"/>
                  <a:pt x="105158" y="58254"/>
                </a:cubicBezTo>
                <a:lnTo>
                  <a:pt x="105158" y="67614"/>
                </a:lnTo>
                <a:cubicBezTo>
                  <a:pt x="105158" y="75890"/>
                  <a:pt x="103758" y="83228"/>
                  <a:pt x="100959" y="89627"/>
                </a:cubicBezTo>
                <a:cubicBezTo>
                  <a:pt x="98160" y="96027"/>
                  <a:pt x="94486" y="101248"/>
                  <a:pt x="89937" y="105292"/>
                </a:cubicBezTo>
                <a:cubicBezTo>
                  <a:pt x="85389" y="109333"/>
                  <a:pt x="81111" y="112309"/>
                  <a:pt x="77103" y="114220"/>
                </a:cubicBezTo>
                <a:cubicBezTo>
                  <a:pt x="70741" y="117212"/>
                  <a:pt x="62503" y="118708"/>
                  <a:pt x="52388" y="118708"/>
                </a:cubicBezTo>
                <a:lnTo>
                  <a:pt x="13073" y="118708"/>
                </a:lnTo>
                <a:cubicBezTo>
                  <a:pt x="8366" y="118708"/>
                  <a:pt x="5010" y="117785"/>
                  <a:pt x="3006" y="115940"/>
                </a:cubicBezTo>
                <a:cubicBezTo>
                  <a:pt x="1002" y="114096"/>
                  <a:pt x="0" y="111710"/>
                  <a:pt x="0" y="108784"/>
                </a:cubicBezTo>
                <a:cubicBezTo>
                  <a:pt x="0" y="105857"/>
                  <a:pt x="1002" y="103503"/>
                  <a:pt x="3006" y="101722"/>
                </a:cubicBezTo>
                <a:cubicBezTo>
                  <a:pt x="5010" y="99941"/>
                  <a:pt x="8047" y="99050"/>
                  <a:pt x="12119" y="99050"/>
                </a:cubicBezTo>
                <a:moveTo>
                  <a:pt x="31681" y="99050"/>
                </a:moveTo>
                <a:lnTo>
                  <a:pt x="52483" y="99050"/>
                </a:lnTo>
                <a:cubicBezTo>
                  <a:pt x="60244" y="99050"/>
                  <a:pt x="66097" y="97937"/>
                  <a:pt x="70041" y="95711"/>
                </a:cubicBezTo>
                <a:cubicBezTo>
                  <a:pt x="75194" y="92784"/>
                  <a:pt x="79075" y="89063"/>
                  <a:pt x="81683" y="84546"/>
                </a:cubicBezTo>
                <a:cubicBezTo>
                  <a:pt x="84291" y="80029"/>
                  <a:pt x="85596" y="74176"/>
                  <a:pt x="85596" y="66988"/>
                </a:cubicBezTo>
                <a:lnTo>
                  <a:pt x="85596" y="57732"/>
                </a:lnTo>
                <a:cubicBezTo>
                  <a:pt x="85596" y="51561"/>
                  <a:pt x="84419" y="46154"/>
                  <a:pt x="82065" y="41510"/>
                </a:cubicBezTo>
                <a:cubicBezTo>
                  <a:pt x="78375" y="34257"/>
                  <a:pt x="74224" y="29279"/>
                  <a:pt x="69612" y="26576"/>
                </a:cubicBezTo>
                <a:cubicBezTo>
                  <a:pt x="65000" y="23872"/>
                  <a:pt x="59227" y="22520"/>
                  <a:pt x="52292" y="22520"/>
                </a:cubicBezTo>
                <a:lnTo>
                  <a:pt x="31681" y="22520"/>
                </a:lnTo>
                <a:lnTo>
                  <a:pt x="31681" y="99050"/>
                </a:lnTo>
                <a:close/>
                <a:moveTo>
                  <a:pt x="182910" y="22711"/>
                </a:moveTo>
                <a:lnTo>
                  <a:pt x="182910" y="99050"/>
                </a:lnTo>
                <a:lnTo>
                  <a:pt x="202663" y="99050"/>
                </a:lnTo>
                <a:cubicBezTo>
                  <a:pt x="207370" y="99050"/>
                  <a:pt x="210726" y="99957"/>
                  <a:pt x="212730" y="101770"/>
                </a:cubicBezTo>
                <a:cubicBezTo>
                  <a:pt x="214734" y="103583"/>
                  <a:pt x="215736" y="105953"/>
                  <a:pt x="215736" y="108879"/>
                </a:cubicBezTo>
                <a:cubicBezTo>
                  <a:pt x="215736" y="111805"/>
                  <a:pt x="214734" y="114175"/>
                  <a:pt x="212730" y="115988"/>
                </a:cubicBezTo>
                <a:cubicBezTo>
                  <a:pt x="210726" y="117801"/>
                  <a:pt x="207370" y="118708"/>
                  <a:pt x="202663" y="118708"/>
                </a:cubicBezTo>
                <a:lnTo>
                  <a:pt x="143595" y="118708"/>
                </a:lnTo>
                <a:cubicBezTo>
                  <a:pt x="138888" y="118708"/>
                  <a:pt x="135532" y="117785"/>
                  <a:pt x="133528" y="115940"/>
                </a:cubicBezTo>
                <a:cubicBezTo>
                  <a:pt x="131524" y="114096"/>
                  <a:pt x="130522" y="111710"/>
                  <a:pt x="130522" y="108784"/>
                </a:cubicBezTo>
                <a:cubicBezTo>
                  <a:pt x="130522" y="105857"/>
                  <a:pt x="131524" y="103503"/>
                  <a:pt x="133528" y="101722"/>
                </a:cubicBezTo>
                <a:cubicBezTo>
                  <a:pt x="135532" y="99941"/>
                  <a:pt x="138888" y="99050"/>
                  <a:pt x="143595" y="99050"/>
                </a:cubicBezTo>
                <a:lnTo>
                  <a:pt x="163348" y="99050"/>
                </a:lnTo>
                <a:lnTo>
                  <a:pt x="163348" y="22520"/>
                </a:lnTo>
                <a:lnTo>
                  <a:pt x="143595" y="22520"/>
                </a:lnTo>
                <a:cubicBezTo>
                  <a:pt x="138888" y="22520"/>
                  <a:pt x="135532" y="21614"/>
                  <a:pt x="133528" y="19801"/>
                </a:cubicBezTo>
                <a:cubicBezTo>
                  <a:pt x="131524" y="17987"/>
                  <a:pt x="130522" y="15618"/>
                  <a:pt x="130522" y="12691"/>
                </a:cubicBezTo>
                <a:cubicBezTo>
                  <a:pt x="130522" y="9765"/>
                  <a:pt x="131524" y="7395"/>
                  <a:pt x="133528" y="5582"/>
                </a:cubicBezTo>
                <a:cubicBezTo>
                  <a:pt x="135532" y="3769"/>
                  <a:pt x="138888" y="2863"/>
                  <a:pt x="143595" y="2863"/>
                </a:cubicBezTo>
                <a:lnTo>
                  <a:pt x="202663" y="3054"/>
                </a:lnTo>
                <a:cubicBezTo>
                  <a:pt x="207370" y="3054"/>
                  <a:pt x="210726" y="3944"/>
                  <a:pt x="212730" y="5725"/>
                </a:cubicBezTo>
                <a:cubicBezTo>
                  <a:pt x="214734" y="7507"/>
                  <a:pt x="215736" y="9861"/>
                  <a:pt x="215736" y="12787"/>
                </a:cubicBezTo>
                <a:cubicBezTo>
                  <a:pt x="215736" y="15713"/>
                  <a:pt x="214734" y="18099"/>
                  <a:pt x="212730" y="19944"/>
                </a:cubicBezTo>
                <a:cubicBezTo>
                  <a:pt x="210726" y="21789"/>
                  <a:pt x="207370" y="22711"/>
                  <a:pt x="202663" y="22711"/>
                </a:cubicBezTo>
                <a:lnTo>
                  <a:pt x="182910" y="22711"/>
                </a:lnTo>
                <a:close/>
                <a:moveTo>
                  <a:pt x="314290" y="87218"/>
                </a:moveTo>
                <a:lnTo>
                  <a:pt x="266768" y="87218"/>
                </a:lnTo>
                <a:lnTo>
                  <a:pt x="261997" y="99050"/>
                </a:lnTo>
                <a:lnTo>
                  <a:pt x="266768" y="99050"/>
                </a:lnTo>
                <a:cubicBezTo>
                  <a:pt x="271476" y="99050"/>
                  <a:pt x="274832" y="99957"/>
                  <a:pt x="276836" y="101770"/>
                </a:cubicBezTo>
                <a:cubicBezTo>
                  <a:pt x="278840" y="103583"/>
                  <a:pt x="279842" y="105953"/>
                  <a:pt x="279842" y="108879"/>
                </a:cubicBezTo>
                <a:cubicBezTo>
                  <a:pt x="279842" y="111805"/>
                  <a:pt x="278840" y="114175"/>
                  <a:pt x="276836" y="115988"/>
                </a:cubicBezTo>
                <a:cubicBezTo>
                  <a:pt x="274832" y="117801"/>
                  <a:pt x="271476" y="118708"/>
                  <a:pt x="266768" y="118708"/>
                </a:cubicBezTo>
                <a:lnTo>
                  <a:pt x="240431" y="118708"/>
                </a:lnTo>
                <a:cubicBezTo>
                  <a:pt x="235724" y="118708"/>
                  <a:pt x="232368" y="117785"/>
                  <a:pt x="230364" y="115940"/>
                </a:cubicBezTo>
                <a:cubicBezTo>
                  <a:pt x="228360" y="114096"/>
                  <a:pt x="227358" y="111710"/>
                  <a:pt x="227358" y="108784"/>
                </a:cubicBezTo>
                <a:cubicBezTo>
                  <a:pt x="227358" y="105857"/>
                  <a:pt x="228408" y="103503"/>
                  <a:pt x="230507" y="101722"/>
                </a:cubicBezTo>
                <a:cubicBezTo>
                  <a:pt x="232607" y="99941"/>
                  <a:pt x="236074" y="99050"/>
                  <a:pt x="240908" y="99050"/>
                </a:cubicBezTo>
                <a:lnTo>
                  <a:pt x="271635" y="22520"/>
                </a:lnTo>
                <a:lnTo>
                  <a:pt x="258848" y="22520"/>
                </a:lnTo>
                <a:cubicBezTo>
                  <a:pt x="254141" y="22520"/>
                  <a:pt x="250785" y="21614"/>
                  <a:pt x="248781" y="19801"/>
                </a:cubicBezTo>
                <a:cubicBezTo>
                  <a:pt x="246777" y="17987"/>
                  <a:pt x="245775" y="15618"/>
                  <a:pt x="245775" y="12691"/>
                </a:cubicBezTo>
                <a:cubicBezTo>
                  <a:pt x="245775" y="9765"/>
                  <a:pt x="246777" y="7395"/>
                  <a:pt x="248781" y="5582"/>
                </a:cubicBezTo>
                <a:cubicBezTo>
                  <a:pt x="250785" y="3769"/>
                  <a:pt x="254141" y="2863"/>
                  <a:pt x="258848" y="2863"/>
                </a:cubicBezTo>
                <a:lnTo>
                  <a:pt x="301121" y="3054"/>
                </a:lnTo>
                <a:lnTo>
                  <a:pt x="340054" y="99050"/>
                </a:lnTo>
                <a:cubicBezTo>
                  <a:pt x="344635" y="99050"/>
                  <a:pt x="347656" y="99643"/>
                  <a:pt x="349120" y="100828"/>
                </a:cubicBezTo>
                <a:cubicBezTo>
                  <a:pt x="352046" y="103269"/>
                  <a:pt x="353509" y="105953"/>
                  <a:pt x="353509" y="108879"/>
                </a:cubicBezTo>
                <a:cubicBezTo>
                  <a:pt x="353509" y="111805"/>
                  <a:pt x="352523" y="114175"/>
                  <a:pt x="350551" y="115988"/>
                </a:cubicBezTo>
                <a:cubicBezTo>
                  <a:pt x="348579" y="117801"/>
                  <a:pt x="345239" y="118708"/>
                  <a:pt x="340531" y="118708"/>
                </a:cubicBezTo>
                <a:lnTo>
                  <a:pt x="314194" y="118708"/>
                </a:lnTo>
                <a:cubicBezTo>
                  <a:pt x="309487" y="118708"/>
                  <a:pt x="306131" y="117785"/>
                  <a:pt x="304127" y="115940"/>
                </a:cubicBezTo>
                <a:cubicBezTo>
                  <a:pt x="302123" y="114096"/>
                  <a:pt x="301121" y="111710"/>
                  <a:pt x="301121" y="108784"/>
                </a:cubicBezTo>
                <a:cubicBezTo>
                  <a:pt x="301121" y="105857"/>
                  <a:pt x="302123" y="103503"/>
                  <a:pt x="304127" y="101722"/>
                </a:cubicBezTo>
                <a:cubicBezTo>
                  <a:pt x="306131" y="99941"/>
                  <a:pt x="309487" y="99050"/>
                  <a:pt x="314194" y="99050"/>
                </a:cubicBezTo>
                <a:lnTo>
                  <a:pt x="318965" y="99050"/>
                </a:lnTo>
                <a:lnTo>
                  <a:pt x="314290" y="87218"/>
                </a:lnTo>
                <a:moveTo>
                  <a:pt x="306179" y="67560"/>
                </a:moveTo>
                <a:lnTo>
                  <a:pt x="290434" y="28818"/>
                </a:lnTo>
                <a:lnTo>
                  <a:pt x="274593" y="67560"/>
                </a:lnTo>
                <a:lnTo>
                  <a:pt x="306179" y="67560"/>
                </a:lnTo>
                <a:close/>
                <a:moveTo>
                  <a:pt x="456929" y="83210"/>
                </a:moveTo>
                <a:lnTo>
                  <a:pt x="456929" y="109326"/>
                </a:lnTo>
                <a:cubicBezTo>
                  <a:pt x="448087" y="114109"/>
                  <a:pt x="440564" y="117378"/>
                  <a:pt x="434361" y="119131"/>
                </a:cubicBezTo>
                <a:cubicBezTo>
                  <a:pt x="428159" y="120885"/>
                  <a:pt x="421463" y="121761"/>
                  <a:pt x="414275" y="121761"/>
                </a:cubicBezTo>
                <a:cubicBezTo>
                  <a:pt x="404287" y="121761"/>
                  <a:pt x="395031" y="120262"/>
                  <a:pt x="386506" y="117264"/>
                </a:cubicBezTo>
                <a:cubicBezTo>
                  <a:pt x="379826" y="114970"/>
                  <a:pt x="374562" y="112070"/>
                  <a:pt x="370713" y="108563"/>
                </a:cubicBezTo>
                <a:cubicBezTo>
                  <a:pt x="366865" y="105054"/>
                  <a:pt x="363318" y="99872"/>
                  <a:pt x="360074" y="93018"/>
                </a:cubicBezTo>
                <a:cubicBezTo>
                  <a:pt x="356829" y="86163"/>
                  <a:pt x="355207" y="78495"/>
                  <a:pt x="355207" y="70015"/>
                </a:cubicBezTo>
                <a:lnTo>
                  <a:pt x="355207" y="55859"/>
                </a:lnTo>
                <a:cubicBezTo>
                  <a:pt x="355207" y="42788"/>
                  <a:pt x="359183" y="31118"/>
                  <a:pt x="367135" y="20850"/>
                </a:cubicBezTo>
                <a:cubicBezTo>
                  <a:pt x="377822" y="6950"/>
                  <a:pt x="392359" y="0"/>
                  <a:pt x="410744" y="0"/>
                </a:cubicBezTo>
                <a:cubicBezTo>
                  <a:pt x="416088" y="0"/>
                  <a:pt x="421161" y="541"/>
                  <a:pt x="425964" y="1622"/>
                </a:cubicBezTo>
                <a:cubicBezTo>
                  <a:pt x="430767" y="2704"/>
                  <a:pt x="435332" y="4326"/>
                  <a:pt x="439657" y="6489"/>
                </a:cubicBezTo>
                <a:cubicBezTo>
                  <a:pt x="442266" y="4199"/>
                  <a:pt x="444810" y="3054"/>
                  <a:pt x="447291" y="3054"/>
                </a:cubicBezTo>
                <a:cubicBezTo>
                  <a:pt x="450154" y="3054"/>
                  <a:pt x="452476" y="4040"/>
                  <a:pt x="454257" y="6012"/>
                </a:cubicBezTo>
                <a:cubicBezTo>
                  <a:pt x="456039" y="7984"/>
                  <a:pt x="456929" y="11324"/>
                  <a:pt x="456929" y="16031"/>
                </a:cubicBezTo>
                <a:lnTo>
                  <a:pt x="456929" y="28723"/>
                </a:lnTo>
                <a:cubicBezTo>
                  <a:pt x="456929" y="33430"/>
                  <a:pt x="456023" y="36786"/>
                  <a:pt x="454210" y="38790"/>
                </a:cubicBezTo>
                <a:cubicBezTo>
                  <a:pt x="452397" y="40794"/>
                  <a:pt x="450059" y="41796"/>
                  <a:pt x="447196" y="41796"/>
                </a:cubicBezTo>
                <a:cubicBezTo>
                  <a:pt x="444906" y="41796"/>
                  <a:pt x="442934" y="41096"/>
                  <a:pt x="441280" y="39696"/>
                </a:cubicBezTo>
                <a:cubicBezTo>
                  <a:pt x="440007" y="38742"/>
                  <a:pt x="438942" y="36627"/>
                  <a:pt x="438083" y="33351"/>
                </a:cubicBezTo>
                <a:cubicBezTo>
                  <a:pt x="437224" y="30075"/>
                  <a:pt x="436254" y="27864"/>
                  <a:pt x="435172" y="26719"/>
                </a:cubicBezTo>
                <a:cubicBezTo>
                  <a:pt x="433455" y="24874"/>
                  <a:pt x="430417" y="23236"/>
                  <a:pt x="426059" y="21804"/>
                </a:cubicBezTo>
                <a:cubicBezTo>
                  <a:pt x="421702" y="20373"/>
                  <a:pt x="416819" y="19657"/>
                  <a:pt x="411412" y="19657"/>
                </a:cubicBezTo>
                <a:cubicBezTo>
                  <a:pt x="403651" y="19657"/>
                  <a:pt x="396907" y="21250"/>
                  <a:pt x="391182" y="24435"/>
                </a:cubicBezTo>
                <a:cubicBezTo>
                  <a:pt x="387110" y="26790"/>
                  <a:pt x="383357" y="30899"/>
                  <a:pt x="379922" y="36759"/>
                </a:cubicBezTo>
                <a:cubicBezTo>
                  <a:pt x="376487" y="42618"/>
                  <a:pt x="374769" y="48986"/>
                  <a:pt x="374769" y="55865"/>
                </a:cubicBezTo>
                <a:lnTo>
                  <a:pt x="374769" y="70006"/>
                </a:lnTo>
                <a:cubicBezTo>
                  <a:pt x="374769" y="80514"/>
                  <a:pt x="377807" y="88491"/>
                  <a:pt x="383882" y="93936"/>
                </a:cubicBezTo>
                <a:cubicBezTo>
                  <a:pt x="389957" y="99381"/>
                  <a:pt x="399611" y="102104"/>
                  <a:pt x="412843" y="102104"/>
                </a:cubicBezTo>
                <a:cubicBezTo>
                  <a:pt x="421813" y="102104"/>
                  <a:pt x="429988" y="100430"/>
                  <a:pt x="437367" y="97082"/>
                </a:cubicBezTo>
                <a:lnTo>
                  <a:pt x="437367" y="83019"/>
                </a:lnTo>
                <a:lnTo>
                  <a:pt x="417424" y="83019"/>
                </a:lnTo>
                <a:cubicBezTo>
                  <a:pt x="412716" y="83019"/>
                  <a:pt x="409360" y="82113"/>
                  <a:pt x="407356" y="80299"/>
                </a:cubicBezTo>
                <a:cubicBezTo>
                  <a:pt x="405352" y="78486"/>
                  <a:pt x="404350" y="76117"/>
                  <a:pt x="404350" y="73190"/>
                </a:cubicBezTo>
                <a:cubicBezTo>
                  <a:pt x="404350" y="70264"/>
                  <a:pt x="405352" y="67894"/>
                  <a:pt x="407356" y="66081"/>
                </a:cubicBezTo>
                <a:cubicBezTo>
                  <a:pt x="409360" y="64268"/>
                  <a:pt x="412716" y="63362"/>
                  <a:pt x="417424" y="63362"/>
                </a:cubicBezTo>
                <a:lnTo>
                  <a:pt x="452158" y="63553"/>
                </a:lnTo>
                <a:cubicBezTo>
                  <a:pt x="456866" y="63553"/>
                  <a:pt x="460221" y="64443"/>
                  <a:pt x="462225" y="66224"/>
                </a:cubicBezTo>
                <a:cubicBezTo>
                  <a:pt x="464229" y="68006"/>
                  <a:pt x="465231" y="70359"/>
                  <a:pt x="465231" y="73286"/>
                </a:cubicBezTo>
                <a:cubicBezTo>
                  <a:pt x="465231" y="76212"/>
                  <a:pt x="464547" y="78598"/>
                  <a:pt x="463179" y="80443"/>
                </a:cubicBezTo>
                <a:cubicBezTo>
                  <a:pt x="461812" y="82288"/>
                  <a:pt x="459728" y="83210"/>
                  <a:pt x="456929" y="83210"/>
                </a:cubicBezTo>
                <a:close/>
                <a:moveTo>
                  <a:pt x="500425" y="39983"/>
                </a:moveTo>
                <a:lnTo>
                  <a:pt x="500425" y="99050"/>
                </a:lnTo>
                <a:lnTo>
                  <a:pt x="507486" y="99050"/>
                </a:lnTo>
                <a:cubicBezTo>
                  <a:pt x="512194" y="99050"/>
                  <a:pt x="515549" y="99957"/>
                  <a:pt x="517553" y="101770"/>
                </a:cubicBezTo>
                <a:cubicBezTo>
                  <a:pt x="519557" y="103583"/>
                  <a:pt x="520559" y="105953"/>
                  <a:pt x="520559" y="108879"/>
                </a:cubicBezTo>
                <a:cubicBezTo>
                  <a:pt x="520559" y="111805"/>
                  <a:pt x="519557" y="114175"/>
                  <a:pt x="517553" y="115988"/>
                </a:cubicBezTo>
                <a:cubicBezTo>
                  <a:pt x="515549" y="117801"/>
                  <a:pt x="512194" y="118708"/>
                  <a:pt x="507486" y="118708"/>
                </a:cubicBezTo>
                <a:lnTo>
                  <a:pt x="481817" y="118708"/>
                </a:lnTo>
                <a:cubicBezTo>
                  <a:pt x="477109" y="118708"/>
                  <a:pt x="473754" y="117785"/>
                  <a:pt x="471750" y="115940"/>
                </a:cubicBezTo>
                <a:cubicBezTo>
                  <a:pt x="469746" y="114096"/>
                  <a:pt x="468744" y="111710"/>
                  <a:pt x="468744" y="108784"/>
                </a:cubicBezTo>
                <a:cubicBezTo>
                  <a:pt x="468744" y="105857"/>
                  <a:pt x="469730" y="103503"/>
                  <a:pt x="471702" y="101722"/>
                </a:cubicBezTo>
                <a:cubicBezTo>
                  <a:pt x="473674" y="99941"/>
                  <a:pt x="476728" y="99050"/>
                  <a:pt x="480863" y="99050"/>
                </a:cubicBezTo>
                <a:lnTo>
                  <a:pt x="480863" y="22520"/>
                </a:lnTo>
                <a:lnTo>
                  <a:pt x="477809" y="22520"/>
                </a:lnTo>
                <a:cubicBezTo>
                  <a:pt x="473101" y="22520"/>
                  <a:pt x="469746" y="21614"/>
                  <a:pt x="467742" y="19801"/>
                </a:cubicBezTo>
                <a:cubicBezTo>
                  <a:pt x="465738" y="17987"/>
                  <a:pt x="464736" y="15618"/>
                  <a:pt x="464736" y="12691"/>
                </a:cubicBezTo>
                <a:cubicBezTo>
                  <a:pt x="464736" y="9765"/>
                  <a:pt x="465738" y="7395"/>
                  <a:pt x="467742" y="5582"/>
                </a:cubicBezTo>
                <a:cubicBezTo>
                  <a:pt x="469746" y="3769"/>
                  <a:pt x="473101" y="2863"/>
                  <a:pt x="477809" y="2863"/>
                </a:cubicBezTo>
                <a:lnTo>
                  <a:pt x="500425" y="3054"/>
                </a:lnTo>
                <a:lnTo>
                  <a:pt x="550427" y="81492"/>
                </a:lnTo>
                <a:lnTo>
                  <a:pt x="550427" y="22520"/>
                </a:lnTo>
                <a:lnTo>
                  <a:pt x="543366" y="22520"/>
                </a:lnTo>
                <a:cubicBezTo>
                  <a:pt x="538658" y="22520"/>
                  <a:pt x="535302" y="21614"/>
                  <a:pt x="533298" y="19801"/>
                </a:cubicBezTo>
                <a:cubicBezTo>
                  <a:pt x="531294" y="17987"/>
                  <a:pt x="530292" y="15618"/>
                  <a:pt x="530292" y="12691"/>
                </a:cubicBezTo>
                <a:cubicBezTo>
                  <a:pt x="530292" y="9765"/>
                  <a:pt x="531294" y="7395"/>
                  <a:pt x="533298" y="5582"/>
                </a:cubicBezTo>
                <a:cubicBezTo>
                  <a:pt x="535302" y="3769"/>
                  <a:pt x="538658" y="2863"/>
                  <a:pt x="543366" y="2863"/>
                </a:cubicBezTo>
                <a:lnTo>
                  <a:pt x="569035" y="3054"/>
                </a:lnTo>
                <a:cubicBezTo>
                  <a:pt x="573742" y="3054"/>
                  <a:pt x="577098" y="3944"/>
                  <a:pt x="579102" y="5725"/>
                </a:cubicBezTo>
                <a:cubicBezTo>
                  <a:pt x="581106" y="7507"/>
                  <a:pt x="582108" y="9861"/>
                  <a:pt x="582108" y="12787"/>
                </a:cubicBezTo>
                <a:cubicBezTo>
                  <a:pt x="582108" y="15713"/>
                  <a:pt x="581122" y="18099"/>
                  <a:pt x="579150" y="19944"/>
                </a:cubicBezTo>
                <a:cubicBezTo>
                  <a:pt x="577178" y="21789"/>
                  <a:pt x="574156" y="22711"/>
                  <a:pt x="570084" y="22711"/>
                </a:cubicBezTo>
                <a:lnTo>
                  <a:pt x="570084" y="118708"/>
                </a:lnTo>
                <a:lnTo>
                  <a:pt x="550713" y="118708"/>
                </a:lnTo>
                <a:lnTo>
                  <a:pt x="500425" y="39983"/>
                </a:lnTo>
                <a:close/>
                <a:moveTo>
                  <a:pt x="697074" y="60928"/>
                </a:moveTo>
                <a:cubicBezTo>
                  <a:pt x="697074" y="78337"/>
                  <a:pt x="691556" y="92829"/>
                  <a:pt x="680518" y="104403"/>
                </a:cubicBezTo>
                <a:cubicBezTo>
                  <a:pt x="669481" y="115975"/>
                  <a:pt x="656710" y="121761"/>
                  <a:pt x="642205" y="121761"/>
                </a:cubicBezTo>
                <a:cubicBezTo>
                  <a:pt x="629164" y="121761"/>
                  <a:pt x="617395" y="116947"/>
                  <a:pt x="606898" y="107319"/>
                </a:cubicBezTo>
                <a:cubicBezTo>
                  <a:pt x="593921" y="95395"/>
                  <a:pt x="587432" y="79932"/>
                  <a:pt x="587432" y="60928"/>
                </a:cubicBezTo>
                <a:cubicBezTo>
                  <a:pt x="587432" y="41927"/>
                  <a:pt x="593921" y="26432"/>
                  <a:pt x="606898" y="14442"/>
                </a:cubicBezTo>
                <a:cubicBezTo>
                  <a:pt x="617395" y="4814"/>
                  <a:pt x="629164" y="0"/>
                  <a:pt x="642205" y="0"/>
                </a:cubicBezTo>
                <a:cubicBezTo>
                  <a:pt x="656710" y="0"/>
                  <a:pt x="669481" y="5787"/>
                  <a:pt x="680518" y="17361"/>
                </a:cubicBezTo>
                <a:cubicBezTo>
                  <a:pt x="691556" y="28933"/>
                  <a:pt x="697074" y="43456"/>
                  <a:pt x="697074" y="60928"/>
                </a:cubicBezTo>
                <a:moveTo>
                  <a:pt x="677512" y="60928"/>
                </a:moveTo>
                <a:cubicBezTo>
                  <a:pt x="677512" y="49018"/>
                  <a:pt x="673918" y="39163"/>
                  <a:pt x="666729" y="31362"/>
                </a:cubicBezTo>
                <a:cubicBezTo>
                  <a:pt x="659541" y="23559"/>
                  <a:pt x="651366" y="19657"/>
                  <a:pt x="642205" y="19657"/>
                </a:cubicBezTo>
                <a:cubicBezTo>
                  <a:pt x="633108" y="19657"/>
                  <a:pt x="624965" y="23575"/>
                  <a:pt x="617777" y="31409"/>
                </a:cubicBezTo>
                <a:cubicBezTo>
                  <a:pt x="610588" y="39242"/>
                  <a:pt x="606994" y="49082"/>
                  <a:pt x="606994" y="60928"/>
                </a:cubicBezTo>
                <a:cubicBezTo>
                  <a:pt x="606994" y="72775"/>
                  <a:pt x="610588" y="82600"/>
                  <a:pt x="617777" y="90403"/>
                </a:cubicBezTo>
                <a:cubicBezTo>
                  <a:pt x="624965" y="98203"/>
                  <a:pt x="633108" y="102104"/>
                  <a:pt x="642205" y="102104"/>
                </a:cubicBezTo>
                <a:cubicBezTo>
                  <a:pt x="651366" y="102104"/>
                  <a:pt x="659541" y="98219"/>
                  <a:pt x="666729" y="90450"/>
                </a:cubicBezTo>
                <a:cubicBezTo>
                  <a:pt x="673918" y="82679"/>
                  <a:pt x="677512" y="72839"/>
                  <a:pt x="677512" y="60928"/>
                </a:cubicBezTo>
                <a:close/>
                <a:moveTo>
                  <a:pt x="740188" y="99050"/>
                </a:moveTo>
                <a:lnTo>
                  <a:pt x="784560" y="99050"/>
                </a:lnTo>
                <a:lnTo>
                  <a:pt x="784560" y="84546"/>
                </a:lnTo>
                <a:cubicBezTo>
                  <a:pt x="784560" y="79647"/>
                  <a:pt x="785467" y="76196"/>
                  <a:pt x="787280" y="74192"/>
                </a:cubicBezTo>
                <a:cubicBezTo>
                  <a:pt x="789093" y="72188"/>
                  <a:pt x="791463" y="71186"/>
                  <a:pt x="794389" y="71186"/>
                </a:cubicBezTo>
                <a:cubicBezTo>
                  <a:pt x="797315" y="71186"/>
                  <a:pt x="799685" y="72188"/>
                  <a:pt x="801498" y="74192"/>
                </a:cubicBezTo>
                <a:cubicBezTo>
                  <a:pt x="803311" y="76196"/>
                  <a:pt x="804218" y="79647"/>
                  <a:pt x="804218" y="84546"/>
                </a:cubicBezTo>
                <a:lnTo>
                  <a:pt x="804122" y="118708"/>
                </a:lnTo>
                <a:lnTo>
                  <a:pt x="715187" y="118708"/>
                </a:lnTo>
                <a:lnTo>
                  <a:pt x="715187" y="99050"/>
                </a:lnTo>
                <a:lnTo>
                  <a:pt x="774827" y="22520"/>
                </a:lnTo>
                <a:lnTo>
                  <a:pt x="738757" y="22520"/>
                </a:lnTo>
                <a:lnTo>
                  <a:pt x="738757" y="36643"/>
                </a:lnTo>
                <a:cubicBezTo>
                  <a:pt x="738757" y="41541"/>
                  <a:pt x="737866" y="44993"/>
                  <a:pt x="736085" y="46996"/>
                </a:cubicBezTo>
                <a:cubicBezTo>
                  <a:pt x="734303" y="49000"/>
                  <a:pt x="731950" y="50002"/>
                  <a:pt x="729023" y="50002"/>
                </a:cubicBezTo>
                <a:cubicBezTo>
                  <a:pt x="726097" y="50002"/>
                  <a:pt x="723727" y="49000"/>
                  <a:pt x="721914" y="46996"/>
                </a:cubicBezTo>
                <a:cubicBezTo>
                  <a:pt x="720101" y="44993"/>
                  <a:pt x="719195" y="41541"/>
                  <a:pt x="719195" y="36643"/>
                </a:cubicBezTo>
                <a:lnTo>
                  <a:pt x="719195" y="2863"/>
                </a:lnTo>
                <a:lnTo>
                  <a:pt x="800114" y="3054"/>
                </a:lnTo>
                <a:lnTo>
                  <a:pt x="800114" y="21948"/>
                </a:lnTo>
                <a:lnTo>
                  <a:pt x="740188" y="99050"/>
                </a:lnTo>
                <a:close/>
                <a:moveTo>
                  <a:pt x="856586" y="70423"/>
                </a:moveTo>
                <a:lnTo>
                  <a:pt x="856586" y="99050"/>
                </a:lnTo>
                <a:lnTo>
                  <a:pt x="906493" y="99050"/>
                </a:lnTo>
                <a:lnTo>
                  <a:pt x="906493" y="88363"/>
                </a:lnTo>
                <a:cubicBezTo>
                  <a:pt x="906493" y="83464"/>
                  <a:pt x="907399" y="80013"/>
                  <a:pt x="909212" y="78009"/>
                </a:cubicBezTo>
                <a:cubicBezTo>
                  <a:pt x="911025" y="76005"/>
                  <a:pt x="913395" y="75003"/>
                  <a:pt x="916321" y="75003"/>
                </a:cubicBezTo>
                <a:cubicBezTo>
                  <a:pt x="919184" y="75003"/>
                  <a:pt x="921522" y="76005"/>
                  <a:pt x="923335" y="78009"/>
                </a:cubicBezTo>
                <a:cubicBezTo>
                  <a:pt x="925148" y="80013"/>
                  <a:pt x="926055" y="83464"/>
                  <a:pt x="926055" y="88363"/>
                </a:cubicBezTo>
                <a:lnTo>
                  <a:pt x="926055" y="118708"/>
                </a:lnTo>
                <a:lnTo>
                  <a:pt x="833970" y="118708"/>
                </a:lnTo>
                <a:cubicBezTo>
                  <a:pt x="829263" y="118708"/>
                  <a:pt x="825907" y="117785"/>
                  <a:pt x="823903" y="115940"/>
                </a:cubicBezTo>
                <a:cubicBezTo>
                  <a:pt x="821899" y="114096"/>
                  <a:pt x="820897" y="111710"/>
                  <a:pt x="820897" y="108784"/>
                </a:cubicBezTo>
                <a:cubicBezTo>
                  <a:pt x="820897" y="105857"/>
                  <a:pt x="821915" y="103503"/>
                  <a:pt x="823951" y="101722"/>
                </a:cubicBezTo>
                <a:cubicBezTo>
                  <a:pt x="825986" y="99941"/>
                  <a:pt x="829326" y="99050"/>
                  <a:pt x="833970" y="99050"/>
                </a:cubicBezTo>
                <a:lnTo>
                  <a:pt x="837024" y="99050"/>
                </a:lnTo>
                <a:lnTo>
                  <a:pt x="837024" y="22520"/>
                </a:lnTo>
                <a:lnTo>
                  <a:pt x="833970" y="22520"/>
                </a:lnTo>
                <a:cubicBezTo>
                  <a:pt x="829263" y="22520"/>
                  <a:pt x="825907" y="21614"/>
                  <a:pt x="823903" y="19801"/>
                </a:cubicBezTo>
                <a:cubicBezTo>
                  <a:pt x="821899" y="17987"/>
                  <a:pt x="820897" y="15618"/>
                  <a:pt x="820897" y="12691"/>
                </a:cubicBezTo>
                <a:cubicBezTo>
                  <a:pt x="820897" y="9765"/>
                  <a:pt x="821899" y="7395"/>
                  <a:pt x="823903" y="5582"/>
                </a:cubicBezTo>
                <a:cubicBezTo>
                  <a:pt x="825907" y="3769"/>
                  <a:pt x="829263" y="2863"/>
                  <a:pt x="833970" y="2863"/>
                </a:cubicBezTo>
                <a:lnTo>
                  <a:pt x="921761" y="2958"/>
                </a:lnTo>
                <a:lnTo>
                  <a:pt x="921761" y="32826"/>
                </a:lnTo>
                <a:cubicBezTo>
                  <a:pt x="921761" y="37724"/>
                  <a:pt x="920870" y="41176"/>
                  <a:pt x="919089" y="43179"/>
                </a:cubicBezTo>
                <a:cubicBezTo>
                  <a:pt x="917307" y="45183"/>
                  <a:pt x="914954" y="46185"/>
                  <a:pt x="912027" y="46185"/>
                </a:cubicBezTo>
                <a:cubicBezTo>
                  <a:pt x="909101" y="46185"/>
                  <a:pt x="906731" y="45183"/>
                  <a:pt x="904918" y="43179"/>
                </a:cubicBezTo>
                <a:cubicBezTo>
                  <a:pt x="903105" y="41176"/>
                  <a:pt x="902199" y="37724"/>
                  <a:pt x="902199" y="32826"/>
                </a:cubicBezTo>
                <a:lnTo>
                  <a:pt x="902199" y="22520"/>
                </a:lnTo>
                <a:lnTo>
                  <a:pt x="856586" y="22520"/>
                </a:lnTo>
                <a:lnTo>
                  <a:pt x="856586" y="50766"/>
                </a:lnTo>
                <a:lnTo>
                  <a:pt x="873762" y="50766"/>
                </a:lnTo>
                <a:cubicBezTo>
                  <a:pt x="873762" y="45867"/>
                  <a:pt x="874239" y="42778"/>
                  <a:pt x="875194" y="41498"/>
                </a:cubicBezTo>
                <a:cubicBezTo>
                  <a:pt x="877166" y="38770"/>
                  <a:pt x="879965" y="37406"/>
                  <a:pt x="883591" y="37406"/>
                </a:cubicBezTo>
                <a:cubicBezTo>
                  <a:pt x="886454" y="37406"/>
                  <a:pt x="888791" y="38408"/>
                  <a:pt x="890605" y="40412"/>
                </a:cubicBezTo>
                <a:cubicBezTo>
                  <a:pt x="892418" y="42416"/>
                  <a:pt x="893324" y="45867"/>
                  <a:pt x="893324" y="50766"/>
                </a:cubicBezTo>
                <a:lnTo>
                  <a:pt x="893324" y="70423"/>
                </a:lnTo>
                <a:cubicBezTo>
                  <a:pt x="893324" y="75322"/>
                  <a:pt x="892815" y="78429"/>
                  <a:pt x="891797" y="79745"/>
                </a:cubicBezTo>
                <a:cubicBezTo>
                  <a:pt x="889762" y="82437"/>
                  <a:pt x="887026" y="83782"/>
                  <a:pt x="883591" y="83782"/>
                </a:cubicBezTo>
                <a:cubicBezTo>
                  <a:pt x="879965" y="83782"/>
                  <a:pt x="877166" y="82419"/>
                  <a:pt x="875194" y="79691"/>
                </a:cubicBezTo>
                <a:cubicBezTo>
                  <a:pt x="874239" y="78411"/>
                  <a:pt x="873762" y="75322"/>
                  <a:pt x="873762" y="70423"/>
                </a:cubicBezTo>
                <a:lnTo>
                  <a:pt x="856586" y="70423"/>
                </a:lnTo>
                <a:close/>
                <a:moveTo>
                  <a:pt x="973749" y="74622"/>
                </a:moveTo>
                <a:lnTo>
                  <a:pt x="973749" y="99050"/>
                </a:lnTo>
                <a:lnTo>
                  <a:pt x="980810" y="99050"/>
                </a:lnTo>
                <a:cubicBezTo>
                  <a:pt x="985518" y="99050"/>
                  <a:pt x="988874" y="99957"/>
                  <a:pt x="990877" y="101770"/>
                </a:cubicBezTo>
                <a:cubicBezTo>
                  <a:pt x="992881" y="103583"/>
                  <a:pt x="993883" y="105953"/>
                  <a:pt x="993883" y="108879"/>
                </a:cubicBezTo>
                <a:cubicBezTo>
                  <a:pt x="993883" y="111805"/>
                  <a:pt x="992881" y="114175"/>
                  <a:pt x="990877" y="115988"/>
                </a:cubicBezTo>
                <a:cubicBezTo>
                  <a:pt x="988874" y="117801"/>
                  <a:pt x="985518" y="118708"/>
                  <a:pt x="980810" y="118708"/>
                </a:cubicBezTo>
                <a:lnTo>
                  <a:pt x="951133" y="118708"/>
                </a:lnTo>
                <a:cubicBezTo>
                  <a:pt x="946426" y="118708"/>
                  <a:pt x="943070" y="117785"/>
                  <a:pt x="941066" y="115940"/>
                </a:cubicBezTo>
                <a:cubicBezTo>
                  <a:pt x="939062" y="114096"/>
                  <a:pt x="938060" y="111710"/>
                  <a:pt x="938060" y="108784"/>
                </a:cubicBezTo>
                <a:cubicBezTo>
                  <a:pt x="938060" y="105857"/>
                  <a:pt x="939078" y="103503"/>
                  <a:pt x="941114" y="101722"/>
                </a:cubicBezTo>
                <a:cubicBezTo>
                  <a:pt x="943149" y="99941"/>
                  <a:pt x="946489" y="99050"/>
                  <a:pt x="951133" y="99050"/>
                </a:cubicBezTo>
                <a:lnTo>
                  <a:pt x="954187" y="99050"/>
                </a:lnTo>
                <a:lnTo>
                  <a:pt x="954187" y="22520"/>
                </a:lnTo>
                <a:lnTo>
                  <a:pt x="951133" y="22520"/>
                </a:lnTo>
                <a:cubicBezTo>
                  <a:pt x="946426" y="22520"/>
                  <a:pt x="943070" y="21614"/>
                  <a:pt x="941066" y="19801"/>
                </a:cubicBezTo>
                <a:cubicBezTo>
                  <a:pt x="939062" y="17987"/>
                  <a:pt x="938060" y="15618"/>
                  <a:pt x="938060" y="12691"/>
                </a:cubicBezTo>
                <a:cubicBezTo>
                  <a:pt x="938060" y="9765"/>
                  <a:pt x="939062" y="7395"/>
                  <a:pt x="941066" y="5582"/>
                </a:cubicBezTo>
                <a:cubicBezTo>
                  <a:pt x="943070" y="3769"/>
                  <a:pt x="946426" y="2863"/>
                  <a:pt x="951133" y="2863"/>
                </a:cubicBezTo>
                <a:lnTo>
                  <a:pt x="995410" y="3054"/>
                </a:lnTo>
                <a:cubicBezTo>
                  <a:pt x="1009215" y="3054"/>
                  <a:pt x="1019918" y="6477"/>
                  <a:pt x="1027520" y="13324"/>
                </a:cubicBezTo>
                <a:cubicBezTo>
                  <a:pt x="1035122" y="20168"/>
                  <a:pt x="1038924" y="28494"/>
                  <a:pt x="1038924" y="38301"/>
                </a:cubicBezTo>
                <a:cubicBezTo>
                  <a:pt x="1038924" y="44414"/>
                  <a:pt x="1037142" y="49970"/>
                  <a:pt x="1033580" y="54970"/>
                </a:cubicBezTo>
                <a:cubicBezTo>
                  <a:pt x="1030017" y="59968"/>
                  <a:pt x="1024642" y="64409"/>
                  <a:pt x="1017453" y="68294"/>
                </a:cubicBezTo>
                <a:cubicBezTo>
                  <a:pt x="1021588" y="71902"/>
                  <a:pt x="1026009" y="76522"/>
                  <a:pt x="1030717" y="82154"/>
                </a:cubicBezTo>
                <a:cubicBezTo>
                  <a:pt x="1033643" y="85761"/>
                  <a:pt x="1037588" y="91393"/>
                  <a:pt x="1042550" y="99050"/>
                </a:cubicBezTo>
                <a:cubicBezTo>
                  <a:pt x="1047512" y="99050"/>
                  <a:pt x="1050788" y="99668"/>
                  <a:pt x="1052378" y="100902"/>
                </a:cubicBezTo>
                <a:cubicBezTo>
                  <a:pt x="1055241" y="103294"/>
                  <a:pt x="1056672" y="105953"/>
                  <a:pt x="1056672" y="108879"/>
                </a:cubicBezTo>
                <a:cubicBezTo>
                  <a:pt x="1056672" y="111805"/>
                  <a:pt x="1055686" y="114175"/>
                  <a:pt x="1053714" y="115988"/>
                </a:cubicBezTo>
                <a:cubicBezTo>
                  <a:pt x="1051742" y="117801"/>
                  <a:pt x="1048402" y="118708"/>
                  <a:pt x="1043695" y="118708"/>
                </a:cubicBezTo>
                <a:lnTo>
                  <a:pt x="1032530" y="118708"/>
                </a:lnTo>
                <a:cubicBezTo>
                  <a:pt x="1016690" y="94269"/>
                  <a:pt x="1003553" y="79574"/>
                  <a:pt x="993120" y="74622"/>
                </a:cubicBezTo>
                <a:lnTo>
                  <a:pt x="973749" y="74622"/>
                </a:lnTo>
                <a:moveTo>
                  <a:pt x="973749" y="54964"/>
                </a:moveTo>
                <a:lnTo>
                  <a:pt x="989017" y="54964"/>
                </a:lnTo>
                <a:cubicBezTo>
                  <a:pt x="994678" y="54964"/>
                  <a:pt x="999736" y="54109"/>
                  <a:pt x="1004189" y="52397"/>
                </a:cubicBezTo>
                <a:cubicBezTo>
                  <a:pt x="1010169" y="50113"/>
                  <a:pt x="1014193" y="47702"/>
                  <a:pt x="1016260" y="45165"/>
                </a:cubicBezTo>
                <a:cubicBezTo>
                  <a:pt x="1018328" y="42627"/>
                  <a:pt x="1019362" y="40121"/>
                  <a:pt x="1019362" y="37648"/>
                </a:cubicBezTo>
                <a:cubicBezTo>
                  <a:pt x="1019362" y="33970"/>
                  <a:pt x="1017389" y="30562"/>
                  <a:pt x="1013445" y="27423"/>
                </a:cubicBezTo>
                <a:cubicBezTo>
                  <a:pt x="1009501" y="24281"/>
                  <a:pt x="1003744" y="22711"/>
                  <a:pt x="996173" y="22711"/>
                </a:cubicBezTo>
                <a:lnTo>
                  <a:pt x="973749" y="22520"/>
                </a:lnTo>
                <a:lnTo>
                  <a:pt x="973749" y="54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DBF03-3115-4779-B130-F9F6958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31" y="5041319"/>
            <a:ext cx="1148959" cy="914281"/>
          </a:xfrm>
          <a:custGeom xmlns:a="http://schemas.openxmlformats.org/drawingml/2006/main">
            <a:pathLst>
              <a:path w="1148959" h="914281">
                <a:moveTo>
                  <a:pt x="45437" y="0"/>
                </a:moveTo>
                <a:cubicBezTo>
                  <a:pt x="20357" y="0"/>
                  <a:pt x="0" y="20846"/>
                  <a:pt x="0" y="45926"/>
                </a:cubicBezTo>
                <a:lnTo>
                  <a:pt x="0" y="698821"/>
                </a:lnTo>
                <a:cubicBezTo>
                  <a:pt x="0" y="736115"/>
                  <a:pt x="29803" y="766407"/>
                  <a:pt x="66446" y="766407"/>
                </a:cubicBezTo>
                <a:lnTo>
                  <a:pt x="423429" y="766407"/>
                </a:lnTo>
                <a:lnTo>
                  <a:pt x="423429" y="827967"/>
                </a:lnTo>
                <a:cubicBezTo>
                  <a:pt x="383203" y="835458"/>
                  <a:pt x="352586" y="871287"/>
                  <a:pt x="352586" y="914281"/>
                </a:cubicBezTo>
                <a:lnTo>
                  <a:pt x="796698" y="914281"/>
                </a:lnTo>
                <a:cubicBezTo>
                  <a:pt x="796698" y="871287"/>
                  <a:pt x="766081" y="835458"/>
                  <a:pt x="725530" y="827967"/>
                </a:cubicBezTo>
                <a:lnTo>
                  <a:pt x="725530" y="766407"/>
                </a:lnTo>
                <a:lnTo>
                  <a:pt x="1082839" y="766407"/>
                </a:lnTo>
                <a:cubicBezTo>
                  <a:pt x="1119481" y="766407"/>
                  <a:pt x="1148959" y="736115"/>
                  <a:pt x="1148959" y="698821"/>
                </a:cubicBezTo>
                <a:lnTo>
                  <a:pt x="1148959" y="45926"/>
                </a:lnTo>
                <a:cubicBezTo>
                  <a:pt x="1148959" y="20846"/>
                  <a:pt x="1128927" y="0"/>
                  <a:pt x="1103684" y="0"/>
                </a:cubicBezTo>
                <a:lnTo>
                  <a:pt x="454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043F0-CCCA-4E07-ABAC-BD3464E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42" y="5092293"/>
            <a:ext cx="1046033" cy="661527"/>
          </a:xfrm>
          <a:custGeom xmlns:a="http://schemas.openxmlformats.org/drawingml/2006/main">
            <a:pathLst>
              <a:path w="1046033" h="661527">
                <a:moveTo>
                  <a:pt x="0" y="597524"/>
                </a:moveTo>
                <a:lnTo>
                  <a:pt x="1046033" y="597524"/>
                </a:lnTo>
                <a:lnTo>
                  <a:pt x="1046033" y="661527"/>
                </a:lnTo>
                <a:lnTo>
                  <a:pt x="0" y="661527"/>
                </a:lnTo>
                <a:lnTo>
                  <a:pt x="0" y="597524"/>
                </a:lnTo>
                <a:close/>
                <a:moveTo>
                  <a:pt x="1140" y="0"/>
                </a:moveTo>
                <a:lnTo>
                  <a:pt x="1044893" y="0"/>
                </a:lnTo>
                <a:lnTo>
                  <a:pt x="1044893" y="576189"/>
                </a:lnTo>
                <a:lnTo>
                  <a:pt x="1140" y="576189"/>
                </a:lnTo>
                <a:lnTo>
                  <a:pt x="114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4A5C5-F43B-4253-A432-0EA82290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482" y="5083464"/>
            <a:ext cx="502252" cy="500842"/>
          </a:xfrm>
          <a:custGeom xmlns:a="http://schemas.openxmlformats.org/drawingml/2006/main">
            <a:pathLst>
              <a:path w="502252" h="500842">
                <a:moveTo>
                  <a:pt x="282784" y="367127"/>
                </a:moveTo>
                <a:cubicBezTo>
                  <a:pt x="349640" y="349213"/>
                  <a:pt x="386979" y="281546"/>
                  <a:pt x="369444" y="216106"/>
                </a:cubicBezTo>
                <a:cubicBezTo>
                  <a:pt x="353680" y="157273"/>
                  <a:pt x="292569" y="110421"/>
                  <a:pt x="216903" y="130696"/>
                </a:cubicBezTo>
                <a:cubicBezTo>
                  <a:pt x="162789" y="145196"/>
                  <a:pt x="113011" y="206080"/>
                  <a:pt x="132906" y="280329"/>
                </a:cubicBezTo>
                <a:cubicBezTo>
                  <a:pt x="149514" y="342308"/>
                  <a:pt x="214512" y="385420"/>
                  <a:pt x="282784" y="367127"/>
                </a:cubicBezTo>
                <a:close/>
                <a:moveTo>
                  <a:pt x="283728" y="498384"/>
                </a:moveTo>
                <a:cubicBezTo>
                  <a:pt x="264794" y="500085"/>
                  <a:pt x="245608" y="500842"/>
                  <a:pt x="226806" y="498630"/>
                </a:cubicBezTo>
                <a:lnTo>
                  <a:pt x="217201" y="458379"/>
                </a:lnTo>
                <a:cubicBezTo>
                  <a:pt x="203310" y="456874"/>
                  <a:pt x="188829" y="453168"/>
                  <a:pt x="173504" y="446315"/>
                </a:cubicBezTo>
                <a:lnTo>
                  <a:pt x="143674" y="476563"/>
                </a:lnTo>
                <a:cubicBezTo>
                  <a:pt x="127832" y="467151"/>
                  <a:pt x="112075" y="458054"/>
                  <a:pt x="95317" y="445852"/>
                </a:cubicBezTo>
                <a:lnTo>
                  <a:pt x="109295" y="405520"/>
                </a:lnTo>
                <a:cubicBezTo>
                  <a:pt x="99372" y="398063"/>
                  <a:pt x="87115" y="385667"/>
                  <a:pt x="78223" y="371358"/>
                </a:cubicBezTo>
                <a:lnTo>
                  <a:pt x="38025" y="381792"/>
                </a:lnTo>
                <a:cubicBezTo>
                  <a:pt x="29478" y="366885"/>
                  <a:pt x="21097" y="350078"/>
                  <a:pt x="13320" y="329232"/>
                </a:cubicBezTo>
                <a:lnTo>
                  <a:pt x="46682" y="304613"/>
                </a:lnTo>
                <a:cubicBezTo>
                  <a:pt x="42312" y="291453"/>
                  <a:pt x="39299" y="272028"/>
                  <a:pt x="38191" y="257825"/>
                </a:cubicBezTo>
                <a:lnTo>
                  <a:pt x="0" y="244285"/>
                </a:lnTo>
                <a:cubicBezTo>
                  <a:pt x="911" y="225663"/>
                  <a:pt x="2651" y="206988"/>
                  <a:pt x="7392" y="188183"/>
                </a:cubicBezTo>
                <a:lnTo>
                  <a:pt x="48899" y="185154"/>
                </a:lnTo>
                <a:cubicBezTo>
                  <a:pt x="52092" y="170642"/>
                  <a:pt x="58841" y="156188"/>
                  <a:pt x="67405" y="141586"/>
                </a:cubicBezTo>
                <a:lnTo>
                  <a:pt x="41906" y="109977"/>
                </a:lnTo>
                <a:cubicBezTo>
                  <a:pt x="51675" y="94208"/>
                  <a:pt x="64225" y="79380"/>
                  <a:pt x="78287" y="65159"/>
                </a:cubicBezTo>
                <a:lnTo>
                  <a:pt x="115153" y="84449"/>
                </a:lnTo>
                <a:cubicBezTo>
                  <a:pt x="127413" y="73577"/>
                  <a:pt x="142551" y="64631"/>
                  <a:pt x="154285" y="59970"/>
                </a:cubicBezTo>
                <a:lnTo>
                  <a:pt x="149944" y="17971"/>
                </a:lnTo>
                <a:cubicBezTo>
                  <a:pt x="167820" y="9809"/>
                  <a:pt x="187557" y="4183"/>
                  <a:pt x="205052" y="1519"/>
                </a:cubicBezTo>
                <a:lnTo>
                  <a:pt x="224407" y="36628"/>
                </a:lnTo>
                <a:cubicBezTo>
                  <a:pt x="239512" y="35110"/>
                  <a:pt x="255026" y="34494"/>
                  <a:pt x="271488" y="36152"/>
                </a:cubicBezTo>
                <a:lnTo>
                  <a:pt x="290632" y="0"/>
                </a:lnTo>
                <a:cubicBezTo>
                  <a:pt x="309288" y="2926"/>
                  <a:pt x="327989" y="8537"/>
                  <a:pt x="345170" y="15398"/>
                </a:cubicBezTo>
                <a:lnTo>
                  <a:pt x="343277" y="55527"/>
                </a:lnTo>
                <a:cubicBezTo>
                  <a:pt x="358195" y="64006"/>
                  <a:pt x="372713" y="72255"/>
                  <a:pt x="382071" y="81381"/>
                </a:cubicBezTo>
                <a:lnTo>
                  <a:pt x="418627" y="61133"/>
                </a:lnTo>
                <a:cubicBezTo>
                  <a:pt x="433225" y="74082"/>
                  <a:pt x="445432" y="88177"/>
                  <a:pt x="456192" y="103165"/>
                </a:cubicBezTo>
                <a:lnTo>
                  <a:pt x="432292" y="136040"/>
                </a:lnTo>
                <a:cubicBezTo>
                  <a:pt x="440586" y="150004"/>
                  <a:pt x="447655" y="166318"/>
                  <a:pt x="452181" y="179437"/>
                </a:cubicBezTo>
                <a:lnTo>
                  <a:pt x="493569" y="180992"/>
                </a:lnTo>
                <a:cubicBezTo>
                  <a:pt x="497714" y="199608"/>
                  <a:pt x="502252" y="222839"/>
                  <a:pt x="502217" y="237180"/>
                </a:cubicBezTo>
                <a:lnTo>
                  <a:pt x="463410" y="252805"/>
                </a:lnTo>
                <a:cubicBezTo>
                  <a:pt x="463766" y="269233"/>
                  <a:pt x="461612" y="284478"/>
                  <a:pt x="458021" y="298760"/>
                </a:cubicBezTo>
                <a:lnTo>
                  <a:pt x="491578" y="323320"/>
                </a:lnTo>
                <a:cubicBezTo>
                  <a:pt x="487242" y="337970"/>
                  <a:pt x="478811" y="358101"/>
                  <a:pt x="468708" y="375139"/>
                </a:cubicBezTo>
                <a:lnTo>
                  <a:pt x="427994" y="366659"/>
                </a:lnTo>
                <a:cubicBezTo>
                  <a:pt x="421388" y="377871"/>
                  <a:pt x="411060" y="390923"/>
                  <a:pt x="398043" y="401492"/>
                </a:cubicBezTo>
                <a:lnTo>
                  <a:pt x="412851" y="441024"/>
                </a:lnTo>
                <a:cubicBezTo>
                  <a:pt x="399300" y="452748"/>
                  <a:pt x="383713" y="463163"/>
                  <a:pt x="366258" y="472898"/>
                </a:cubicBezTo>
                <a:lnTo>
                  <a:pt x="336366" y="443140"/>
                </a:lnTo>
                <a:cubicBezTo>
                  <a:pt x="324729" y="448788"/>
                  <a:pt x="305759" y="455388"/>
                  <a:pt x="291525" y="457010"/>
                </a:cubicBezTo>
                <a:lnTo>
                  <a:pt x="283728" y="498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30A34-5173-4D5B-AC10-0FE14A01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875" y="5394737"/>
            <a:ext cx="273237" cy="272861"/>
          </a:xfrm>
          <a:custGeom xmlns:a="http://schemas.openxmlformats.org/drawingml/2006/main">
            <a:pathLst>
              <a:path w="273237" h="272861">
                <a:moveTo>
                  <a:pt x="194825" y="170451"/>
                </a:moveTo>
                <a:cubicBezTo>
                  <a:pt x="213635" y="137871"/>
                  <a:pt x="201978" y="97479"/>
                  <a:pt x="170103" y="79076"/>
                </a:cubicBezTo>
                <a:cubicBezTo>
                  <a:pt x="141472" y="62546"/>
                  <a:pt x="99916" y="68078"/>
                  <a:pt x="78663" y="104889"/>
                </a:cubicBezTo>
                <a:cubicBezTo>
                  <a:pt x="63355" y="131404"/>
                  <a:pt x="67589" y="173904"/>
                  <a:pt x="103836" y="194831"/>
                </a:cubicBezTo>
                <a:cubicBezTo>
                  <a:pt x="134019" y="212257"/>
                  <a:pt x="175608" y="203736"/>
                  <a:pt x="194825" y="170451"/>
                </a:cubicBezTo>
                <a:close/>
                <a:moveTo>
                  <a:pt x="245669" y="220491"/>
                </a:moveTo>
                <a:cubicBezTo>
                  <a:pt x="238987" y="228481"/>
                  <a:pt x="232024" y="236307"/>
                  <a:pt x="223916" y="242533"/>
                </a:cubicBezTo>
                <a:lnTo>
                  <a:pt x="204697" y="230873"/>
                </a:lnTo>
                <a:cubicBezTo>
                  <a:pt x="198798" y="235553"/>
                  <a:pt x="191830" y="239805"/>
                  <a:pt x="183251" y="242938"/>
                </a:cubicBezTo>
                <a:lnTo>
                  <a:pt x="183390" y="266149"/>
                </a:lnTo>
                <a:cubicBezTo>
                  <a:pt x="173683" y="268631"/>
                  <a:pt x="164117" y="271194"/>
                  <a:pt x="153000" y="272861"/>
                </a:cubicBezTo>
                <a:lnTo>
                  <a:pt x="142871" y="251970"/>
                </a:lnTo>
                <a:cubicBezTo>
                  <a:pt x="136100" y="252949"/>
                  <a:pt x="126686" y="252968"/>
                  <a:pt x="117768" y="250828"/>
                </a:cubicBezTo>
                <a:lnTo>
                  <a:pt x="106389" y="270210"/>
                </a:lnTo>
                <a:cubicBezTo>
                  <a:pt x="97270" y="267765"/>
                  <a:pt x="87689" y="264490"/>
                  <a:pt x="76601" y="259593"/>
                </a:cubicBezTo>
                <a:lnTo>
                  <a:pt x="80053" y="237328"/>
                </a:lnTo>
                <a:cubicBezTo>
                  <a:pt x="73180" y="233924"/>
                  <a:pt x="64583" y="227643"/>
                  <a:pt x="58687" y="222547"/>
                </a:cubicBezTo>
                <a:lnTo>
                  <a:pt x="38929" y="232014"/>
                </a:lnTo>
                <a:cubicBezTo>
                  <a:pt x="32014" y="224448"/>
                  <a:pt x="25625" y="216622"/>
                  <a:pt x="20110" y="207609"/>
                </a:cubicBezTo>
                <a:lnTo>
                  <a:pt x="34852" y="190545"/>
                </a:lnTo>
                <a:cubicBezTo>
                  <a:pt x="30519" y="183718"/>
                  <a:pt x="27586" y="175443"/>
                  <a:pt x="25343" y="166626"/>
                </a:cubicBezTo>
                <a:lnTo>
                  <a:pt x="3376" y="164286"/>
                </a:lnTo>
                <a:cubicBezTo>
                  <a:pt x="975" y="154438"/>
                  <a:pt x="154" y="143809"/>
                  <a:pt x="0" y="133001"/>
                </a:cubicBezTo>
                <a:lnTo>
                  <a:pt x="21704" y="126351"/>
                </a:lnTo>
                <a:cubicBezTo>
                  <a:pt x="22168" y="117404"/>
                  <a:pt x="24553" y="108062"/>
                  <a:pt x="27409" y="101813"/>
                </a:cubicBezTo>
                <a:lnTo>
                  <a:pt x="9455" y="87310"/>
                </a:lnTo>
                <a:cubicBezTo>
                  <a:pt x="13197" y="77247"/>
                  <a:pt x="18593" y="67574"/>
                  <a:pt x="24384" y="59823"/>
                </a:cubicBezTo>
                <a:lnTo>
                  <a:pt x="45325" y="65896"/>
                </a:lnTo>
                <a:cubicBezTo>
                  <a:pt x="50525" y="59495"/>
                  <a:pt x="56370" y="53279"/>
                  <a:pt x="63284" y="47493"/>
                </a:cubicBezTo>
                <a:lnTo>
                  <a:pt x="56672" y="26374"/>
                </a:lnTo>
                <a:cubicBezTo>
                  <a:pt x="64920" y="20230"/>
                  <a:pt x="74335" y="15322"/>
                  <a:pt x="83484" y="11202"/>
                </a:cubicBezTo>
                <a:lnTo>
                  <a:pt x="98199" y="27407"/>
                </a:lnTo>
                <a:cubicBezTo>
                  <a:pt x="107320" y="24963"/>
                  <a:pt x="116077" y="22498"/>
                  <a:pt x="123228" y="22489"/>
                </a:cubicBezTo>
                <a:lnTo>
                  <a:pt x="129285" y="599"/>
                </a:lnTo>
                <a:cubicBezTo>
                  <a:pt x="139973" y="0"/>
                  <a:pt x="150152" y="611"/>
                  <a:pt x="160042" y="2372"/>
                </a:cubicBezTo>
                <a:lnTo>
                  <a:pt x="163480" y="24102"/>
                </a:lnTo>
                <a:cubicBezTo>
                  <a:pt x="172177" y="26303"/>
                  <a:pt x="181008" y="29897"/>
                  <a:pt x="187740" y="33220"/>
                </a:cubicBezTo>
                <a:lnTo>
                  <a:pt x="204271" y="17941"/>
                </a:lnTo>
                <a:cubicBezTo>
                  <a:pt x="213054" y="23576"/>
                  <a:pt x="223789" y="30714"/>
                  <a:pt x="229299" y="36152"/>
                </a:cubicBezTo>
                <a:lnTo>
                  <a:pt x="220378" y="57141"/>
                </a:lnTo>
                <a:cubicBezTo>
                  <a:pt x="226795" y="63290"/>
                  <a:pt x="231795" y="69938"/>
                  <a:pt x="235905" y="76824"/>
                </a:cubicBezTo>
                <a:lnTo>
                  <a:pt x="258363" y="73430"/>
                </a:lnTo>
                <a:cubicBezTo>
                  <a:pt x="262229" y="80739"/>
                  <a:pt x="266685" y="91586"/>
                  <a:pt x="269405" y="102183"/>
                </a:cubicBezTo>
                <a:lnTo>
                  <a:pt x="250423" y="114542"/>
                </a:lnTo>
                <a:cubicBezTo>
                  <a:pt x="252271" y="121438"/>
                  <a:pt x="253342" y="130331"/>
                  <a:pt x="252433" y="139397"/>
                </a:cubicBezTo>
                <a:lnTo>
                  <a:pt x="273237" y="148964"/>
                </a:lnTo>
                <a:cubicBezTo>
                  <a:pt x="272588" y="158556"/>
                  <a:pt x="270524" y="168647"/>
                  <a:pt x="267487" y="179117"/>
                </a:cubicBezTo>
                <a:lnTo>
                  <a:pt x="244722" y="179137"/>
                </a:lnTo>
                <a:cubicBezTo>
                  <a:pt x="242348" y="185853"/>
                  <a:pt x="237598" y="195710"/>
                  <a:pt x="232784" y="201769"/>
                </a:cubicBezTo>
                <a:lnTo>
                  <a:pt x="245669" y="2204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54940-1959-42A7-9EC3-74F4FC6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618" y="5485105"/>
            <a:ext cx="988870" cy="1954"/>
          </a:xfrm>
          <a:custGeom xmlns:a="http://schemas.openxmlformats.org/drawingml/2006/main">
            <a:pathLst>
              <a:path w="988870" h="1954" fill="none">
                <a:moveTo>
                  <a:pt x="0" y="163"/>
                </a:moveTo>
                <a:lnTo>
                  <a:pt x="651592" y="0"/>
                </a:lnTo>
                <a:lnTo>
                  <a:pt x="988870" y="1954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A1225-6F58-4324-A42F-7966CB08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62" y="5448951"/>
            <a:ext cx="114326" cy="76054"/>
          </a:xfrm>
          <a:custGeom xmlns:a="http://schemas.openxmlformats.org/drawingml/2006/main">
            <a:pathLst>
              <a:path w="114326" h="76054">
                <a:moveTo>
                  <a:pt x="114326" y="38760"/>
                </a:moveTo>
                <a:lnTo>
                  <a:pt x="0" y="76054"/>
                </a:lnTo>
                <a:lnTo>
                  <a:pt x="489" y="0"/>
                </a:lnTo>
                <a:lnTo>
                  <a:pt x="114326" y="38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AC82B-14D4-4A6A-9C3A-F718CAC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162" y="5448951"/>
            <a:ext cx="114326" cy="76054"/>
          </a:xfrm>
          <a:custGeom xmlns:a="http://schemas.openxmlformats.org/drawingml/2006/main">
            <a:pathLst>
              <a:path w="114326" h="76054" fill="none">
                <a:moveTo>
                  <a:pt x="114326" y="38760"/>
                </a:moveTo>
                <a:lnTo>
                  <a:pt x="0" y="76054"/>
                </a:lnTo>
                <a:lnTo>
                  <a:pt x="489" y="0"/>
                </a:lnTo>
                <a:lnTo>
                  <a:pt x="114326" y="387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4E0C6-0697-4166-AF66-0BCC3486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455" y="5446508"/>
            <a:ext cx="570326" cy="569838"/>
          </a:xfrm>
          <a:custGeom xmlns:a="http://schemas.openxmlformats.org/drawingml/2006/main">
            <a:pathLst>
              <a:path w="570326" h="569838">
                <a:moveTo>
                  <a:pt x="187286" y="0"/>
                </a:moveTo>
                <a:cubicBezTo>
                  <a:pt x="180772" y="163"/>
                  <a:pt x="175723" y="5374"/>
                  <a:pt x="175723" y="11889"/>
                </a:cubicBezTo>
                <a:lnTo>
                  <a:pt x="175723" y="67260"/>
                </a:lnTo>
                <a:lnTo>
                  <a:pt x="97552" y="67260"/>
                </a:lnTo>
                <a:cubicBezTo>
                  <a:pt x="81754" y="67260"/>
                  <a:pt x="68563" y="80289"/>
                  <a:pt x="68563" y="96086"/>
                </a:cubicBezTo>
                <a:lnTo>
                  <a:pt x="68563" y="176863"/>
                </a:lnTo>
                <a:lnTo>
                  <a:pt x="12540" y="176863"/>
                </a:lnTo>
                <a:cubicBezTo>
                  <a:pt x="8306" y="176700"/>
                  <a:pt x="4397" y="178980"/>
                  <a:pt x="2117" y="182563"/>
                </a:cubicBezTo>
                <a:cubicBezTo>
                  <a:pt x="0" y="186309"/>
                  <a:pt x="0" y="190869"/>
                  <a:pt x="2117" y="194452"/>
                </a:cubicBezTo>
                <a:cubicBezTo>
                  <a:pt x="4397" y="198197"/>
                  <a:pt x="8306" y="200315"/>
                  <a:pt x="12540" y="200315"/>
                </a:cubicBezTo>
                <a:lnTo>
                  <a:pt x="68563" y="200315"/>
                </a:lnTo>
                <a:lnTo>
                  <a:pt x="68563" y="241680"/>
                </a:lnTo>
                <a:lnTo>
                  <a:pt x="12540" y="241680"/>
                </a:lnTo>
                <a:cubicBezTo>
                  <a:pt x="6189" y="241680"/>
                  <a:pt x="814" y="246892"/>
                  <a:pt x="814" y="253406"/>
                </a:cubicBezTo>
                <a:cubicBezTo>
                  <a:pt x="814" y="259920"/>
                  <a:pt x="6189" y="265132"/>
                  <a:pt x="12540" y="265132"/>
                </a:cubicBezTo>
                <a:lnTo>
                  <a:pt x="68563" y="265132"/>
                </a:lnTo>
                <a:lnTo>
                  <a:pt x="68563" y="306498"/>
                </a:lnTo>
                <a:lnTo>
                  <a:pt x="12540" y="306498"/>
                </a:lnTo>
                <a:cubicBezTo>
                  <a:pt x="8306" y="306498"/>
                  <a:pt x="4397" y="308615"/>
                  <a:pt x="2117" y="312360"/>
                </a:cubicBezTo>
                <a:cubicBezTo>
                  <a:pt x="0" y="315943"/>
                  <a:pt x="0" y="320503"/>
                  <a:pt x="2117" y="324249"/>
                </a:cubicBezTo>
                <a:cubicBezTo>
                  <a:pt x="4397" y="327832"/>
                  <a:pt x="8306" y="330112"/>
                  <a:pt x="12540" y="329949"/>
                </a:cubicBezTo>
                <a:lnTo>
                  <a:pt x="68563" y="329949"/>
                </a:lnTo>
                <a:lnTo>
                  <a:pt x="68563" y="371478"/>
                </a:lnTo>
                <a:lnTo>
                  <a:pt x="12540" y="371478"/>
                </a:lnTo>
                <a:cubicBezTo>
                  <a:pt x="6189" y="371478"/>
                  <a:pt x="814" y="376689"/>
                  <a:pt x="814" y="383040"/>
                </a:cubicBezTo>
                <a:cubicBezTo>
                  <a:pt x="814" y="389555"/>
                  <a:pt x="6189" y="394766"/>
                  <a:pt x="12540" y="394766"/>
                </a:cubicBezTo>
                <a:lnTo>
                  <a:pt x="68563" y="394766"/>
                </a:lnTo>
                <a:lnTo>
                  <a:pt x="68563" y="470006"/>
                </a:lnTo>
                <a:cubicBezTo>
                  <a:pt x="68563" y="485803"/>
                  <a:pt x="81754" y="498995"/>
                  <a:pt x="97552" y="498995"/>
                </a:cubicBezTo>
                <a:lnTo>
                  <a:pt x="175723" y="498995"/>
                </a:lnTo>
                <a:lnTo>
                  <a:pt x="175723" y="557624"/>
                </a:lnTo>
                <a:cubicBezTo>
                  <a:pt x="175723" y="563975"/>
                  <a:pt x="180935" y="569186"/>
                  <a:pt x="187449" y="569186"/>
                </a:cubicBezTo>
                <a:cubicBezTo>
                  <a:pt x="193963" y="569186"/>
                  <a:pt x="199175" y="563975"/>
                  <a:pt x="199175" y="557624"/>
                </a:cubicBezTo>
                <a:lnTo>
                  <a:pt x="199175" y="498995"/>
                </a:lnTo>
                <a:lnTo>
                  <a:pt x="240866" y="498995"/>
                </a:lnTo>
                <a:lnTo>
                  <a:pt x="240866" y="557624"/>
                </a:lnTo>
                <a:cubicBezTo>
                  <a:pt x="240866" y="563975"/>
                  <a:pt x="246240" y="569186"/>
                  <a:pt x="252755" y="569186"/>
                </a:cubicBezTo>
                <a:cubicBezTo>
                  <a:pt x="259106" y="569186"/>
                  <a:pt x="264480" y="563975"/>
                  <a:pt x="264480" y="557624"/>
                </a:cubicBezTo>
                <a:lnTo>
                  <a:pt x="264480" y="498995"/>
                </a:lnTo>
                <a:lnTo>
                  <a:pt x="306172" y="498995"/>
                </a:lnTo>
                <a:lnTo>
                  <a:pt x="306172" y="557624"/>
                </a:lnTo>
                <a:cubicBezTo>
                  <a:pt x="306172" y="561695"/>
                  <a:pt x="308452" y="565604"/>
                  <a:pt x="312035" y="567721"/>
                </a:cubicBezTo>
                <a:cubicBezTo>
                  <a:pt x="315618" y="569838"/>
                  <a:pt x="320178" y="569838"/>
                  <a:pt x="323760" y="567721"/>
                </a:cubicBezTo>
                <a:cubicBezTo>
                  <a:pt x="327343" y="565604"/>
                  <a:pt x="329623" y="561695"/>
                  <a:pt x="329623" y="557624"/>
                </a:cubicBezTo>
                <a:lnTo>
                  <a:pt x="329623" y="498995"/>
                </a:lnTo>
                <a:lnTo>
                  <a:pt x="371315" y="498995"/>
                </a:lnTo>
                <a:lnTo>
                  <a:pt x="371315" y="557624"/>
                </a:lnTo>
                <a:cubicBezTo>
                  <a:pt x="371315" y="563975"/>
                  <a:pt x="376526" y="569186"/>
                  <a:pt x="383040" y="569186"/>
                </a:cubicBezTo>
                <a:cubicBezTo>
                  <a:pt x="389555" y="569186"/>
                  <a:pt x="394766" y="563975"/>
                  <a:pt x="394766" y="557624"/>
                </a:cubicBezTo>
                <a:lnTo>
                  <a:pt x="394766" y="498995"/>
                </a:lnTo>
                <a:lnTo>
                  <a:pt x="473426" y="498995"/>
                </a:lnTo>
                <a:cubicBezTo>
                  <a:pt x="489223" y="498995"/>
                  <a:pt x="502415" y="485803"/>
                  <a:pt x="502415" y="470006"/>
                </a:cubicBezTo>
                <a:lnTo>
                  <a:pt x="502415" y="394766"/>
                </a:lnTo>
                <a:lnTo>
                  <a:pt x="557786" y="394766"/>
                </a:lnTo>
                <a:cubicBezTo>
                  <a:pt x="564138" y="394766"/>
                  <a:pt x="569512" y="389555"/>
                  <a:pt x="569512" y="383040"/>
                </a:cubicBezTo>
                <a:cubicBezTo>
                  <a:pt x="569512" y="376689"/>
                  <a:pt x="564138" y="371478"/>
                  <a:pt x="557786" y="371478"/>
                </a:cubicBezTo>
                <a:lnTo>
                  <a:pt x="502415" y="371478"/>
                </a:lnTo>
                <a:lnTo>
                  <a:pt x="502415" y="329949"/>
                </a:lnTo>
                <a:lnTo>
                  <a:pt x="557786" y="329949"/>
                </a:lnTo>
                <a:cubicBezTo>
                  <a:pt x="562021" y="330112"/>
                  <a:pt x="565929" y="327832"/>
                  <a:pt x="568209" y="324249"/>
                </a:cubicBezTo>
                <a:cubicBezTo>
                  <a:pt x="570326" y="320503"/>
                  <a:pt x="570326" y="315943"/>
                  <a:pt x="568209" y="312360"/>
                </a:cubicBezTo>
                <a:cubicBezTo>
                  <a:pt x="565929" y="308615"/>
                  <a:pt x="562021" y="306498"/>
                  <a:pt x="557786" y="306498"/>
                </a:cubicBezTo>
                <a:lnTo>
                  <a:pt x="502415" y="306498"/>
                </a:lnTo>
                <a:lnTo>
                  <a:pt x="502415" y="265132"/>
                </a:lnTo>
                <a:lnTo>
                  <a:pt x="557786" y="265132"/>
                </a:lnTo>
                <a:cubicBezTo>
                  <a:pt x="564138" y="265132"/>
                  <a:pt x="569512" y="259920"/>
                  <a:pt x="569512" y="253406"/>
                </a:cubicBezTo>
                <a:cubicBezTo>
                  <a:pt x="569512" y="246892"/>
                  <a:pt x="564138" y="241680"/>
                  <a:pt x="557786" y="241680"/>
                </a:cubicBezTo>
                <a:lnTo>
                  <a:pt x="502415" y="241680"/>
                </a:lnTo>
                <a:lnTo>
                  <a:pt x="502415" y="200315"/>
                </a:lnTo>
                <a:lnTo>
                  <a:pt x="557786" y="200315"/>
                </a:lnTo>
                <a:cubicBezTo>
                  <a:pt x="562021" y="200315"/>
                  <a:pt x="565929" y="198197"/>
                  <a:pt x="568209" y="194452"/>
                </a:cubicBezTo>
                <a:cubicBezTo>
                  <a:pt x="570326" y="190869"/>
                  <a:pt x="570326" y="186309"/>
                  <a:pt x="568209" y="182563"/>
                </a:cubicBezTo>
                <a:cubicBezTo>
                  <a:pt x="565929" y="178980"/>
                  <a:pt x="562021" y="176700"/>
                  <a:pt x="557786" y="176863"/>
                </a:cubicBezTo>
                <a:lnTo>
                  <a:pt x="502415" y="176863"/>
                </a:lnTo>
                <a:lnTo>
                  <a:pt x="502415" y="96086"/>
                </a:lnTo>
                <a:cubicBezTo>
                  <a:pt x="502415" y="80289"/>
                  <a:pt x="489223" y="67260"/>
                  <a:pt x="473426" y="67260"/>
                </a:cubicBezTo>
                <a:lnTo>
                  <a:pt x="394766" y="67260"/>
                </a:lnTo>
                <a:lnTo>
                  <a:pt x="394766" y="11889"/>
                </a:lnTo>
                <a:cubicBezTo>
                  <a:pt x="394929" y="8794"/>
                  <a:pt x="393626" y="5700"/>
                  <a:pt x="391346" y="3420"/>
                </a:cubicBezTo>
                <a:cubicBezTo>
                  <a:pt x="389066" y="1303"/>
                  <a:pt x="386135" y="0"/>
                  <a:pt x="382878" y="0"/>
                </a:cubicBezTo>
                <a:cubicBezTo>
                  <a:pt x="376363" y="163"/>
                  <a:pt x="371315" y="5374"/>
                  <a:pt x="371315" y="11889"/>
                </a:cubicBezTo>
                <a:lnTo>
                  <a:pt x="371315" y="67260"/>
                </a:lnTo>
                <a:lnTo>
                  <a:pt x="329623" y="67260"/>
                </a:lnTo>
                <a:lnTo>
                  <a:pt x="329623" y="11889"/>
                </a:lnTo>
                <a:cubicBezTo>
                  <a:pt x="329623" y="8794"/>
                  <a:pt x="328483" y="5700"/>
                  <a:pt x="326203" y="3420"/>
                </a:cubicBezTo>
                <a:cubicBezTo>
                  <a:pt x="323923" y="1303"/>
                  <a:pt x="320829" y="0"/>
                  <a:pt x="317735" y="0"/>
                </a:cubicBezTo>
                <a:cubicBezTo>
                  <a:pt x="311220" y="163"/>
                  <a:pt x="306009" y="5374"/>
                  <a:pt x="306172" y="11889"/>
                </a:cubicBezTo>
                <a:lnTo>
                  <a:pt x="306172" y="67260"/>
                </a:lnTo>
                <a:lnTo>
                  <a:pt x="264480" y="67260"/>
                </a:lnTo>
                <a:lnTo>
                  <a:pt x="264480" y="11889"/>
                </a:lnTo>
                <a:cubicBezTo>
                  <a:pt x="264480" y="8794"/>
                  <a:pt x="263177" y="5700"/>
                  <a:pt x="261060" y="3420"/>
                </a:cubicBezTo>
                <a:cubicBezTo>
                  <a:pt x="258780" y="1303"/>
                  <a:pt x="255686" y="0"/>
                  <a:pt x="252592" y="0"/>
                </a:cubicBezTo>
                <a:cubicBezTo>
                  <a:pt x="246077" y="163"/>
                  <a:pt x="240866" y="5374"/>
                  <a:pt x="240866" y="11889"/>
                </a:cubicBezTo>
                <a:lnTo>
                  <a:pt x="240866" y="67260"/>
                </a:lnTo>
                <a:lnTo>
                  <a:pt x="199175" y="67260"/>
                </a:lnTo>
                <a:lnTo>
                  <a:pt x="199175" y="11889"/>
                </a:lnTo>
                <a:cubicBezTo>
                  <a:pt x="199337" y="8794"/>
                  <a:pt x="198035" y="5700"/>
                  <a:pt x="195755" y="3420"/>
                </a:cubicBezTo>
                <a:cubicBezTo>
                  <a:pt x="193475" y="1303"/>
                  <a:pt x="190543" y="0"/>
                  <a:pt x="187286" y="0"/>
                </a:cubicBezTo>
                <a:close/>
                <a:moveTo>
                  <a:pt x="97552" y="90712"/>
                </a:moveTo>
                <a:lnTo>
                  <a:pt x="473426" y="90712"/>
                </a:lnTo>
                <a:cubicBezTo>
                  <a:pt x="476683" y="90712"/>
                  <a:pt x="478801" y="92992"/>
                  <a:pt x="478801" y="96086"/>
                </a:cubicBezTo>
                <a:lnTo>
                  <a:pt x="478801" y="470006"/>
                </a:lnTo>
                <a:cubicBezTo>
                  <a:pt x="478801" y="473263"/>
                  <a:pt x="476683" y="475543"/>
                  <a:pt x="473426" y="475543"/>
                </a:cubicBezTo>
                <a:lnTo>
                  <a:pt x="97552" y="475543"/>
                </a:lnTo>
                <a:cubicBezTo>
                  <a:pt x="94294" y="475543"/>
                  <a:pt x="92014" y="473263"/>
                  <a:pt x="92014" y="470006"/>
                </a:cubicBezTo>
                <a:lnTo>
                  <a:pt x="92014" y="96086"/>
                </a:lnTo>
                <a:cubicBezTo>
                  <a:pt x="92014" y="92992"/>
                  <a:pt x="94294" y="90712"/>
                  <a:pt x="97552" y="90712"/>
                </a:cubicBezTo>
                <a:close/>
                <a:moveTo>
                  <a:pt x="339395" y="115954"/>
                </a:moveTo>
                <a:cubicBezTo>
                  <a:pt x="332880" y="115954"/>
                  <a:pt x="327669" y="121166"/>
                  <a:pt x="327669" y="127680"/>
                </a:cubicBezTo>
                <a:cubicBezTo>
                  <a:pt x="327669" y="134194"/>
                  <a:pt x="332880" y="139406"/>
                  <a:pt x="339395" y="139406"/>
                </a:cubicBezTo>
                <a:lnTo>
                  <a:pt x="425709" y="139406"/>
                </a:lnTo>
                <a:lnTo>
                  <a:pt x="425709" y="226372"/>
                </a:lnTo>
                <a:cubicBezTo>
                  <a:pt x="425546" y="230606"/>
                  <a:pt x="427826" y="234515"/>
                  <a:pt x="431572" y="236632"/>
                </a:cubicBezTo>
                <a:cubicBezTo>
                  <a:pt x="435155" y="238912"/>
                  <a:pt x="439715" y="238912"/>
                  <a:pt x="443461" y="236632"/>
                </a:cubicBezTo>
                <a:cubicBezTo>
                  <a:pt x="447043" y="234515"/>
                  <a:pt x="449323" y="230606"/>
                  <a:pt x="449161" y="226372"/>
                </a:cubicBezTo>
                <a:lnTo>
                  <a:pt x="449161" y="127680"/>
                </a:lnTo>
                <a:cubicBezTo>
                  <a:pt x="449161" y="121166"/>
                  <a:pt x="443949" y="115954"/>
                  <a:pt x="437435" y="115954"/>
                </a:cubicBezTo>
                <a:lnTo>
                  <a:pt x="339395" y="115954"/>
                </a:lnTo>
                <a:close/>
                <a:moveTo>
                  <a:pt x="131589" y="116443"/>
                </a:moveTo>
                <a:cubicBezTo>
                  <a:pt x="125237" y="116443"/>
                  <a:pt x="119863" y="121654"/>
                  <a:pt x="119863" y="128169"/>
                </a:cubicBezTo>
                <a:lnTo>
                  <a:pt x="119863" y="225883"/>
                </a:lnTo>
                <a:cubicBezTo>
                  <a:pt x="119863" y="232235"/>
                  <a:pt x="125237" y="237609"/>
                  <a:pt x="131589" y="237609"/>
                </a:cubicBezTo>
                <a:cubicBezTo>
                  <a:pt x="138103" y="237609"/>
                  <a:pt x="143477" y="232235"/>
                  <a:pt x="143477" y="225883"/>
                </a:cubicBezTo>
                <a:lnTo>
                  <a:pt x="143477" y="139894"/>
                </a:lnTo>
                <a:lnTo>
                  <a:pt x="230769" y="139894"/>
                </a:lnTo>
                <a:cubicBezTo>
                  <a:pt x="235003" y="139894"/>
                  <a:pt x="238912" y="137777"/>
                  <a:pt x="241192" y="134032"/>
                </a:cubicBezTo>
                <a:cubicBezTo>
                  <a:pt x="243309" y="130449"/>
                  <a:pt x="243309" y="125889"/>
                  <a:pt x="241192" y="122143"/>
                </a:cubicBezTo>
                <a:cubicBezTo>
                  <a:pt x="238912" y="118560"/>
                  <a:pt x="235003" y="116280"/>
                  <a:pt x="230769" y="116443"/>
                </a:cubicBezTo>
                <a:lnTo>
                  <a:pt x="131589" y="116443"/>
                </a:lnTo>
                <a:close/>
                <a:moveTo>
                  <a:pt x="131914" y="326855"/>
                </a:moveTo>
                <a:cubicBezTo>
                  <a:pt x="125400" y="327018"/>
                  <a:pt x="120352" y="332229"/>
                  <a:pt x="120352" y="338743"/>
                </a:cubicBezTo>
                <a:lnTo>
                  <a:pt x="120352" y="437435"/>
                </a:lnTo>
                <a:cubicBezTo>
                  <a:pt x="120352" y="443786"/>
                  <a:pt x="125726" y="449161"/>
                  <a:pt x="132077" y="449161"/>
                </a:cubicBezTo>
                <a:lnTo>
                  <a:pt x="230280" y="449161"/>
                </a:lnTo>
                <a:cubicBezTo>
                  <a:pt x="236632" y="449161"/>
                  <a:pt x="242006" y="443786"/>
                  <a:pt x="242006" y="437435"/>
                </a:cubicBezTo>
                <a:cubicBezTo>
                  <a:pt x="242006" y="430921"/>
                  <a:pt x="236632" y="425709"/>
                  <a:pt x="230280" y="425709"/>
                </a:cubicBezTo>
                <a:lnTo>
                  <a:pt x="143803" y="425709"/>
                </a:lnTo>
                <a:lnTo>
                  <a:pt x="143803" y="338743"/>
                </a:lnTo>
                <a:cubicBezTo>
                  <a:pt x="143966" y="335486"/>
                  <a:pt x="142663" y="332555"/>
                  <a:pt x="140383" y="330275"/>
                </a:cubicBezTo>
                <a:cubicBezTo>
                  <a:pt x="138266" y="327995"/>
                  <a:pt x="135172" y="326855"/>
                  <a:pt x="131914" y="326855"/>
                </a:cubicBezTo>
                <a:close/>
                <a:moveTo>
                  <a:pt x="437761" y="327343"/>
                </a:moveTo>
                <a:cubicBezTo>
                  <a:pt x="431246" y="327506"/>
                  <a:pt x="426035" y="332718"/>
                  <a:pt x="426198" y="339232"/>
                </a:cubicBezTo>
                <a:lnTo>
                  <a:pt x="426198" y="425221"/>
                </a:lnTo>
                <a:lnTo>
                  <a:pt x="338906" y="425221"/>
                </a:lnTo>
                <a:cubicBezTo>
                  <a:pt x="332392" y="425221"/>
                  <a:pt x="327180" y="430432"/>
                  <a:pt x="327180" y="436946"/>
                </a:cubicBezTo>
                <a:cubicBezTo>
                  <a:pt x="327180" y="443298"/>
                  <a:pt x="332392" y="448672"/>
                  <a:pt x="338906" y="448672"/>
                </a:cubicBezTo>
                <a:lnTo>
                  <a:pt x="437923" y="448672"/>
                </a:lnTo>
                <a:cubicBezTo>
                  <a:pt x="444438" y="448672"/>
                  <a:pt x="449649" y="443298"/>
                  <a:pt x="449649" y="436946"/>
                </a:cubicBezTo>
                <a:lnTo>
                  <a:pt x="449649" y="339232"/>
                </a:lnTo>
                <a:cubicBezTo>
                  <a:pt x="449649" y="335975"/>
                  <a:pt x="448509" y="333043"/>
                  <a:pt x="446229" y="330763"/>
                </a:cubicBezTo>
                <a:cubicBezTo>
                  <a:pt x="443949" y="328483"/>
                  <a:pt x="440855" y="327343"/>
                  <a:pt x="437761" y="32734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DUT">
            <a:extLst xmlns:a="http://schemas.openxmlformats.org/drawingml/2006/main">
              <a:ext uri="{FF2B5EF4-FFF2-40B4-BE49-F238E27FC236}">
                <a16:creationId xmlns:a16="http://schemas.microsoft.com/office/drawing/2014/main" id="{787382A1-EAE6-4DC3-833B-4B9AFF0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2" y="6064661"/>
            <a:ext cx="340913" cy="118899"/>
          </a:xfrm>
          <a:custGeom xmlns:a="http://schemas.openxmlformats.org/drawingml/2006/main">
            <a:pathLst>
              <a:path w="340913" h="118899">
                <a:moveTo>
                  <a:pt x="12119" y="96188"/>
                </a:moveTo>
                <a:lnTo>
                  <a:pt x="12119" y="19657"/>
                </a:lnTo>
                <a:cubicBezTo>
                  <a:pt x="7984" y="19657"/>
                  <a:pt x="4930" y="18751"/>
                  <a:pt x="2958" y="16938"/>
                </a:cubicBezTo>
                <a:cubicBezTo>
                  <a:pt x="986" y="15125"/>
                  <a:pt x="0" y="12755"/>
                  <a:pt x="0" y="9829"/>
                </a:cubicBezTo>
                <a:cubicBezTo>
                  <a:pt x="0" y="6902"/>
                  <a:pt x="1002" y="4533"/>
                  <a:pt x="3006" y="2720"/>
                </a:cubicBezTo>
                <a:cubicBezTo>
                  <a:pt x="5010" y="907"/>
                  <a:pt x="8366" y="0"/>
                  <a:pt x="13073" y="0"/>
                </a:cubicBezTo>
                <a:lnTo>
                  <a:pt x="54010" y="95"/>
                </a:lnTo>
                <a:cubicBezTo>
                  <a:pt x="60372" y="95"/>
                  <a:pt x="66590" y="1273"/>
                  <a:pt x="72666" y="3629"/>
                </a:cubicBezTo>
                <a:cubicBezTo>
                  <a:pt x="78741" y="5985"/>
                  <a:pt x="83623" y="8977"/>
                  <a:pt x="87313" y="12605"/>
                </a:cubicBezTo>
                <a:cubicBezTo>
                  <a:pt x="90112" y="15344"/>
                  <a:pt x="93023" y="19102"/>
                  <a:pt x="96044" y="23877"/>
                </a:cubicBezTo>
                <a:cubicBezTo>
                  <a:pt x="99066" y="28652"/>
                  <a:pt x="101341" y="33396"/>
                  <a:pt x="102867" y="38107"/>
                </a:cubicBezTo>
                <a:cubicBezTo>
                  <a:pt x="104394" y="42817"/>
                  <a:pt x="105158" y="48578"/>
                  <a:pt x="105158" y="55391"/>
                </a:cubicBezTo>
                <a:lnTo>
                  <a:pt x="105158" y="64751"/>
                </a:lnTo>
                <a:cubicBezTo>
                  <a:pt x="105158" y="73027"/>
                  <a:pt x="103758" y="80365"/>
                  <a:pt x="100959" y="86764"/>
                </a:cubicBezTo>
                <a:cubicBezTo>
                  <a:pt x="98160" y="93164"/>
                  <a:pt x="94486" y="98385"/>
                  <a:pt x="89937" y="102429"/>
                </a:cubicBezTo>
                <a:cubicBezTo>
                  <a:pt x="85389" y="106471"/>
                  <a:pt x="81111" y="109447"/>
                  <a:pt x="77103" y="111357"/>
                </a:cubicBezTo>
                <a:cubicBezTo>
                  <a:pt x="70741" y="114349"/>
                  <a:pt x="62503" y="115845"/>
                  <a:pt x="52388" y="115845"/>
                </a:cubicBezTo>
                <a:lnTo>
                  <a:pt x="13073" y="115845"/>
                </a:lnTo>
                <a:cubicBezTo>
                  <a:pt x="8366" y="115845"/>
                  <a:pt x="5010" y="114923"/>
                  <a:pt x="3006" y="113078"/>
                </a:cubicBezTo>
                <a:cubicBezTo>
                  <a:pt x="1002" y="111233"/>
                  <a:pt x="0" y="108847"/>
                  <a:pt x="0" y="105921"/>
                </a:cubicBezTo>
                <a:cubicBezTo>
                  <a:pt x="0" y="102995"/>
                  <a:pt x="1002" y="100641"/>
                  <a:pt x="3006" y="98860"/>
                </a:cubicBezTo>
                <a:cubicBezTo>
                  <a:pt x="5010" y="97078"/>
                  <a:pt x="8047" y="96188"/>
                  <a:pt x="12119" y="96188"/>
                </a:cubicBezTo>
                <a:moveTo>
                  <a:pt x="31681" y="96188"/>
                </a:moveTo>
                <a:lnTo>
                  <a:pt x="52483" y="96188"/>
                </a:lnTo>
                <a:cubicBezTo>
                  <a:pt x="60244" y="96188"/>
                  <a:pt x="66097" y="95074"/>
                  <a:pt x="70041" y="92848"/>
                </a:cubicBezTo>
                <a:cubicBezTo>
                  <a:pt x="75194" y="89921"/>
                  <a:pt x="79075" y="86200"/>
                  <a:pt x="81683" y="81683"/>
                </a:cubicBezTo>
                <a:cubicBezTo>
                  <a:pt x="84291" y="77166"/>
                  <a:pt x="85596" y="71314"/>
                  <a:pt x="85596" y="64125"/>
                </a:cubicBezTo>
                <a:lnTo>
                  <a:pt x="85596" y="54869"/>
                </a:lnTo>
                <a:cubicBezTo>
                  <a:pt x="85596" y="48698"/>
                  <a:pt x="84419" y="43291"/>
                  <a:pt x="82065" y="38647"/>
                </a:cubicBezTo>
                <a:cubicBezTo>
                  <a:pt x="78375" y="31395"/>
                  <a:pt x="74224" y="26417"/>
                  <a:pt x="69612" y="23713"/>
                </a:cubicBezTo>
                <a:cubicBezTo>
                  <a:pt x="65000" y="21009"/>
                  <a:pt x="59227" y="19657"/>
                  <a:pt x="52292" y="19657"/>
                </a:cubicBezTo>
                <a:lnTo>
                  <a:pt x="31681" y="19657"/>
                </a:lnTo>
                <a:lnTo>
                  <a:pt x="31681" y="96188"/>
                </a:lnTo>
                <a:close/>
                <a:moveTo>
                  <a:pt x="217835" y="19848"/>
                </a:moveTo>
                <a:lnTo>
                  <a:pt x="217835" y="75343"/>
                </a:lnTo>
                <a:cubicBezTo>
                  <a:pt x="217835" y="87442"/>
                  <a:pt x="213493" y="97726"/>
                  <a:pt x="204810" y="106195"/>
                </a:cubicBezTo>
                <a:cubicBezTo>
                  <a:pt x="196126" y="114664"/>
                  <a:pt x="185677" y="118899"/>
                  <a:pt x="173463" y="118899"/>
                </a:cubicBezTo>
                <a:cubicBezTo>
                  <a:pt x="167419" y="118899"/>
                  <a:pt x="161741" y="117832"/>
                  <a:pt x="156429" y="115699"/>
                </a:cubicBezTo>
                <a:cubicBezTo>
                  <a:pt x="151117" y="113566"/>
                  <a:pt x="146346" y="110430"/>
                  <a:pt x="142116" y="106291"/>
                </a:cubicBezTo>
                <a:cubicBezTo>
                  <a:pt x="137885" y="102152"/>
                  <a:pt x="134593" y="97838"/>
                  <a:pt x="132239" y="93349"/>
                </a:cubicBezTo>
                <a:cubicBezTo>
                  <a:pt x="129886" y="88860"/>
                  <a:pt x="128709" y="82858"/>
                  <a:pt x="128709" y="75343"/>
                </a:cubicBezTo>
                <a:lnTo>
                  <a:pt x="128709" y="19848"/>
                </a:lnTo>
                <a:cubicBezTo>
                  <a:pt x="124574" y="19848"/>
                  <a:pt x="121520" y="18926"/>
                  <a:pt x="119548" y="17081"/>
                </a:cubicBezTo>
                <a:cubicBezTo>
                  <a:pt x="117576" y="15236"/>
                  <a:pt x="116590" y="12850"/>
                  <a:pt x="116590" y="9924"/>
                </a:cubicBezTo>
                <a:cubicBezTo>
                  <a:pt x="116590" y="6998"/>
                  <a:pt x="117576" y="4644"/>
                  <a:pt x="119548" y="2863"/>
                </a:cubicBezTo>
                <a:cubicBezTo>
                  <a:pt x="121520" y="1081"/>
                  <a:pt x="124892" y="191"/>
                  <a:pt x="129663" y="191"/>
                </a:cubicBezTo>
                <a:lnTo>
                  <a:pt x="155332" y="0"/>
                </a:lnTo>
                <a:cubicBezTo>
                  <a:pt x="160040" y="0"/>
                  <a:pt x="163395" y="907"/>
                  <a:pt x="165399" y="2720"/>
                </a:cubicBezTo>
                <a:cubicBezTo>
                  <a:pt x="167403" y="4533"/>
                  <a:pt x="168405" y="6902"/>
                  <a:pt x="168405" y="9829"/>
                </a:cubicBezTo>
                <a:cubicBezTo>
                  <a:pt x="168405" y="12755"/>
                  <a:pt x="167403" y="15125"/>
                  <a:pt x="165399" y="16938"/>
                </a:cubicBezTo>
                <a:cubicBezTo>
                  <a:pt x="163395" y="18751"/>
                  <a:pt x="160040" y="19657"/>
                  <a:pt x="155332" y="19657"/>
                </a:cubicBezTo>
                <a:lnTo>
                  <a:pt x="148271" y="19657"/>
                </a:lnTo>
                <a:lnTo>
                  <a:pt x="148271" y="76954"/>
                </a:lnTo>
                <a:cubicBezTo>
                  <a:pt x="148271" y="82820"/>
                  <a:pt x="150704" y="88002"/>
                  <a:pt x="155571" y="92499"/>
                </a:cubicBezTo>
                <a:cubicBezTo>
                  <a:pt x="160437" y="96994"/>
                  <a:pt x="166306" y="99241"/>
                  <a:pt x="173176" y="99241"/>
                </a:cubicBezTo>
                <a:cubicBezTo>
                  <a:pt x="177757" y="99241"/>
                  <a:pt x="182051" y="98158"/>
                  <a:pt x="186059" y="95991"/>
                </a:cubicBezTo>
                <a:cubicBezTo>
                  <a:pt x="190066" y="93822"/>
                  <a:pt x="193343" y="90665"/>
                  <a:pt x="195887" y="86520"/>
                </a:cubicBezTo>
                <a:cubicBezTo>
                  <a:pt x="197478" y="83906"/>
                  <a:pt x="198273" y="80717"/>
                  <a:pt x="198273" y="76954"/>
                </a:cubicBezTo>
                <a:lnTo>
                  <a:pt x="198273" y="19657"/>
                </a:lnTo>
                <a:lnTo>
                  <a:pt x="191212" y="19657"/>
                </a:lnTo>
                <a:cubicBezTo>
                  <a:pt x="186504" y="19657"/>
                  <a:pt x="183148" y="18751"/>
                  <a:pt x="181144" y="16938"/>
                </a:cubicBezTo>
                <a:cubicBezTo>
                  <a:pt x="179140" y="15125"/>
                  <a:pt x="178138" y="12755"/>
                  <a:pt x="178138" y="9829"/>
                </a:cubicBezTo>
                <a:cubicBezTo>
                  <a:pt x="178138" y="6902"/>
                  <a:pt x="179140" y="4533"/>
                  <a:pt x="181144" y="2720"/>
                </a:cubicBezTo>
                <a:cubicBezTo>
                  <a:pt x="183148" y="907"/>
                  <a:pt x="186504" y="0"/>
                  <a:pt x="191212" y="0"/>
                </a:cubicBezTo>
                <a:lnTo>
                  <a:pt x="216881" y="191"/>
                </a:lnTo>
                <a:cubicBezTo>
                  <a:pt x="221588" y="191"/>
                  <a:pt x="224944" y="1081"/>
                  <a:pt x="226948" y="2863"/>
                </a:cubicBezTo>
                <a:cubicBezTo>
                  <a:pt x="228952" y="4644"/>
                  <a:pt x="229954" y="6998"/>
                  <a:pt x="229954" y="9924"/>
                </a:cubicBezTo>
                <a:cubicBezTo>
                  <a:pt x="229954" y="12850"/>
                  <a:pt x="228968" y="15236"/>
                  <a:pt x="226996" y="17081"/>
                </a:cubicBezTo>
                <a:cubicBezTo>
                  <a:pt x="225024" y="18926"/>
                  <a:pt x="221970" y="19848"/>
                  <a:pt x="217835" y="19848"/>
                </a:cubicBezTo>
                <a:close/>
                <a:moveTo>
                  <a:pt x="299881" y="19657"/>
                </a:moveTo>
                <a:lnTo>
                  <a:pt x="299881" y="96188"/>
                </a:lnTo>
                <a:lnTo>
                  <a:pt x="313049" y="96188"/>
                </a:lnTo>
                <a:cubicBezTo>
                  <a:pt x="317757" y="96188"/>
                  <a:pt x="321113" y="97094"/>
                  <a:pt x="323116" y="98907"/>
                </a:cubicBezTo>
                <a:cubicBezTo>
                  <a:pt x="325120" y="100720"/>
                  <a:pt x="326122" y="103090"/>
                  <a:pt x="326122" y="106016"/>
                </a:cubicBezTo>
                <a:cubicBezTo>
                  <a:pt x="326122" y="108943"/>
                  <a:pt x="325120" y="111312"/>
                  <a:pt x="323116" y="113125"/>
                </a:cubicBezTo>
                <a:cubicBezTo>
                  <a:pt x="321113" y="114938"/>
                  <a:pt x="317757" y="115845"/>
                  <a:pt x="313049" y="115845"/>
                </a:cubicBezTo>
                <a:lnTo>
                  <a:pt x="267246" y="115845"/>
                </a:lnTo>
                <a:cubicBezTo>
                  <a:pt x="262538" y="115845"/>
                  <a:pt x="259182" y="114923"/>
                  <a:pt x="257178" y="113078"/>
                </a:cubicBezTo>
                <a:cubicBezTo>
                  <a:pt x="255174" y="111233"/>
                  <a:pt x="254172" y="108847"/>
                  <a:pt x="254172" y="105921"/>
                </a:cubicBezTo>
                <a:cubicBezTo>
                  <a:pt x="254172" y="102995"/>
                  <a:pt x="255174" y="100641"/>
                  <a:pt x="257178" y="98860"/>
                </a:cubicBezTo>
                <a:cubicBezTo>
                  <a:pt x="259182" y="97078"/>
                  <a:pt x="262538" y="96188"/>
                  <a:pt x="267246" y="96188"/>
                </a:cubicBezTo>
                <a:lnTo>
                  <a:pt x="280319" y="96188"/>
                </a:lnTo>
                <a:lnTo>
                  <a:pt x="280319" y="19657"/>
                </a:lnTo>
                <a:lnTo>
                  <a:pt x="259134" y="19657"/>
                </a:lnTo>
                <a:lnTo>
                  <a:pt x="259134" y="38170"/>
                </a:lnTo>
                <a:cubicBezTo>
                  <a:pt x="259134" y="43068"/>
                  <a:pt x="258228" y="46519"/>
                  <a:pt x="256415" y="48523"/>
                </a:cubicBezTo>
                <a:cubicBezTo>
                  <a:pt x="254602" y="50527"/>
                  <a:pt x="252232" y="51529"/>
                  <a:pt x="249306" y="51529"/>
                </a:cubicBezTo>
                <a:cubicBezTo>
                  <a:pt x="246443" y="51529"/>
                  <a:pt x="244105" y="50527"/>
                  <a:pt x="242292" y="48523"/>
                </a:cubicBezTo>
                <a:cubicBezTo>
                  <a:pt x="240479" y="46519"/>
                  <a:pt x="239573" y="43068"/>
                  <a:pt x="239573" y="38170"/>
                </a:cubicBezTo>
                <a:lnTo>
                  <a:pt x="239573" y="0"/>
                </a:lnTo>
                <a:lnTo>
                  <a:pt x="340913" y="0"/>
                </a:lnTo>
                <a:lnTo>
                  <a:pt x="340913" y="38170"/>
                </a:lnTo>
                <a:cubicBezTo>
                  <a:pt x="340913" y="43068"/>
                  <a:pt x="340007" y="46519"/>
                  <a:pt x="338193" y="48523"/>
                </a:cubicBezTo>
                <a:cubicBezTo>
                  <a:pt x="336380" y="50527"/>
                  <a:pt x="334011" y="51529"/>
                  <a:pt x="331084" y="51529"/>
                </a:cubicBezTo>
                <a:cubicBezTo>
                  <a:pt x="328222" y="51529"/>
                  <a:pt x="325884" y="50527"/>
                  <a:pt x="324071" y="48523"/>
                </a:cubicBezTo>
                <a:cubicBezTo>
                  <a:pt x="322258" y="46519"/>
                  <a:pt x="321351" y="43068"/>
                  <a:pt x="321351" y="38170"/>
                </a:cubicBezTo>
                <a:lnTo>
                  <a:pt x="321351" y="19657"/>
                </a:lnTo>
                <a:lnTo>
                  <a:pt x="299881" y="1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Simulation">
            <a:extLst xmlns:a="http://schemas.openxmlformats.org/drawingml/2006/main">
              <a:ext uri="{FF2B5EF4-FFF2-40B4-BE49-F238E27FC236}">
                <a16:creationId xmlns:a16="http://schemas.microsoft.com/office/drawing/2014/main" id="{180ECC20-75E7-40A8-BB09-E0E5794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073" y="6317217"/>
            <a:ext cx="1155417" cy="126914"/>
          </a:xfrm>
          <a:custGeom xmlns:a="http://schemas.openxmlformats.org/drawingml/2006/main">
            <a:pathLst>
              <a:path w="1155417" h="126914">
                <a:moveTo>
                  <a:pt x="17940" y="119089"/>
                </a:moveTo>
                <a:cubicBezTo>
                  <a:pt x="16222" y="121125"/>
                  <a:pt x="14838" y="122429"/>
                  <a:pt x="13789" y="123002"/>
                </a:cubicBezTo>
                <a:cubicBezTo>
                  <a:pt x="12739" y="123574"/>
                  <a:pt x="11451" y="123861"/>
                  <a:pt x="9924" y="123861"/>
                </a:cubicBezTo>
                <a:cubicBezTo>
                  <a:pt x="6934" y="123861"/>
                  <a:pt x="4533" y="122857"/>
                  <a:pt x="2720" y="120849"/>
                </a:cubicBezTo>
                <a:cubicBezTo>
                  <a:pt x="907" y="118839"/>
                  <a:pt x="0" y="115506"/>
                  <a:pt x="0" y="110850"/>
                </a:cubicBezTo>
                <a:lnTo>
                  <a:pt x="0" y="97652"/>
                </a:lnTo>
                <a:cubicBezTo>
                  <a:pt x="0" y="92932"/>
                  <a:pt x="907" y="89569"/>
                  <a:pt x="2720" y="87561"/>
                </a:cubicBezTo>
                <a:cubicBezTo>
                  <a:pt x="4533" y="85551"/>
                  <a:pt x="6934" y="84546"/>
                  <a:pt x="9924" y="84546"/>
                </a:cubicBezTo>
                <a:cubicBezTo>
                  <a:pt x="12214" y="84546"/>
                  <a:pt x="14139" y="85150"/>
                  <a:pt x="15697" y="86359"/>
                </a:cubicBezTo>
                <a:cubicBezTo>
                  <a:pt x="17256" y="87568"/>
                  <a:pt x="18449" y="89587"/>
                  <a:pt x="19276" y="92418"/>
                </a:cubicBezTo>
                <a:cubicBezTo>
                  <a:pt x="20103" y="95249"/>
                  <a:pt x="20962" y="97174"/>
                  <a:pt x="21852" y="98192"/>
                </a:cubicBezTo>
                <a:cubicBezTo>
                  <a:pt x="23697" y="100164"/>
                  <a:pt x="26973" y="102168"/>
                  <a:pt x="31681" y="104203"/>
                </a:cubicBezTo>
                <a:cubicBezTo>
                  <a:pt x="36388" y="106239"/>
                  <a:pt x="41541" y="107257"/>
                  <a:pt x="47140" y="107257"/>
                </a:cubicBezTo>
                <a:cubicBezTo>
                  <a:pt x="55855" y="107257"/>
                  <a:pt x="63012" y="105219"/>
                  <a:pt x="68610" y="101144"/>
                </a:cubicBezTo>
                <a:cubicBezTo>
                  <a:pt x="72173" y="98659"/>
                  <a:pt x="73954" y="95601"/>
                  <a:pt x="73954" y="91971"/>
                </a:cubicBezTo>
                <a:cubicBezTo>
                  <a:pt x="73954" y="89550"/>
                  <a:pt x="73095" y="87272"/>
                  <a:pt x="71377" y="85139"/>
                </a:cubicBezTo>
                <a:cubicBezTo>
                  <a:pt x="69660" y="83006"/>
                  <a:pt x="66861" y="81239"/>
                  <a:pt x="62980" y="79837"/>
                </a:cubicBezTo>
                <a:cubicBezTo>
                  <a:pt x="60435" y="78883"/>
                  <a:pt x="54742" y="77578"/>
                  <a:pt x="45899" y="75922"/>
                </a:cubicBezTo>
                <a:cubicBezTo>
                  <a:pt x="35212" y="73948"/>
                  <a:pt x="27132" y="71558"/>
                  <a:pt x="21661" y="68753"/>
                </a:cubicBezTo>
                <a:cubicBezTo>
                  <a:pt x="16190" y="65948"/>
                  <a:pt x="11864" y="61995"/>
                  <a:pt x="8684" y="56894"/>
                </a:cubicBezTo>
                <a:cubicBezTo>
                  <a:pt x="5503" y="51793"/>
                  <a:pt x="3912" y="46277"/>
                  <a:pt x="3912" y="40347"/>
                </a:cubicBezTo>
                <a:cubicBezTo>
                  <a:pt x="3912" y="30975"/>
                  <a:pt x="7825" y="22767"/>
                  <a:pt x="15650" y="15721"/>
                </a:cubicBezTo>
                <a:cubicBezTo>
                  <a:pt x="23474" y="8676"/>
                  <a:pt x="33653" y="5153"/>
                  <a:pt x="46185" y="5153"/>
                </a:cubicBezTo>
                <a:cubicBezTo>
                  <a:pt x="51211" y="5153"/>
                  <a:pt x="55871" y="5718"/>
                  <a:pt x="60165" y="6847"/>
                </a:cubicBezTo>
                <a:cubicBezTo>
                  <a:pt x="64459" y="7976"/>
                  <a:pt x="68356" y="9701"/>
                  <a:pt x="71854" y="12023"/>
                </a:cubicBezTo>
                <a:cubicBezTo>
                  <a:pt x="74399" y="9479"/>
                  <a:pt x="76944" y="8206"/>
                  <a:pt x="79488" y="8206"/>
                </a:cubicBezTo>
                <a:cubicBezTo>
                  <a:pt x="82351" y="8206"/>
                  <a:pt x="84689" y="9211"/>
                  <a:pt x="86502" y="11221"/>
                </a:cubicBezTo>
                <a:cubicBezTo>
                  <a:pt x="88315" y="13229"/>
                  <a:pt x="89222" y="16560"/>
                  <a:pt x="89222" y="21214"/>
                </a:cubicBezTo>
                <a:lnTo>
                  <a:pt x="89222" y="35945"/>
                </a:lnTo>
                <a:cubicBezTo>
                  <a:pt x="89222" y="40663"/>
                  <a:pt x="88315" y="44026"/>
                  <a:pt x="86502" y="46036"/>
                </a:cubicBezTo>
                <a:cubicBezTo>
                  <a:pt x="84689" y="48044"/>
                  <a:pt x="82351" y="49048"/>
                  <a:pt x="79488" y="49048"/>
                </a:cubicBezTo>
                <a:cubicBezTo>
                  <a:pt x="77071" y="49048"/>
                  <a:pt x="74972" y="48316"/>
                  <a:pt x="73190" y="46853"/>
                </a:cubicBezTo>
                <a:cubicBezTo>
                  <a:pt x="71791" y="45772"/>
                  <a:pt x="70741" y="43609"/>
                  <a:pt x="70041" y="40364"/>
                </a:cubicBezTo>
                <a:cubicBezTo>
                  <a:pt x="69342" y="37120"/>
                  <a:pt x="68451" y="34798"/>
                  <a:pt x="67370" y="33398"/>
                </a:cubicBezTo>
                <a:cubicBezTo>
                  <a:pt x="65525" y="30981"/>
                  <a:pt x="62757" y="28945"/>
                  <a:pt x="59068" y="27291"/>
                </a:cubicBezTo>
                <a:cubicBezTo>
                  <a:pt x="55378" y="25637"/>
                  <a:pt x="51116" y="24810"/>
                  <a:pt x="46281" y="24810"/>
                </a:cubicBezTo>
                <a:cubicBezTo>
                  <a:pt x="39219" y="24810"/>
                  <a:pt x="33637" y="26450"/>
                  <a:pt x="29534" y="29731"/>
                </a:cubicBezTo>
                <a:cubicBezTo>
                  <a:pt x="25431" y="33011"/>
                  <a:pt x="23379" y="36434"/>
                  <a:pt x="23379" y="40001"/>
                </a:cubicBezTo>
                <a:cubicBezTo>
                  <a:pt x="23379" y="42422"/>
                  <a:pt x="24222" y="44763"/>
                  <a:pt x="25908" y="47023"/>
                </a:cubicBezTo>
                <a:cubicBezTo>
                  <a:pt x="27594" y="49284"/>
                  <a:pt x="30059" y="51051"/>
                  <a:pt x="33303" y="52325"/>
                </a:cubicBezTo>
                <a:cubicBezTo>
                  <a:pt x="35466" y="53216"/>
                  <a:pt x="41557" y="54648"/>
                  <a:pt x="51577" y="56622"/>
                </a:cubicBezTo>
                <a:cubicBezTo>
                  <a:pt x="61596" y="58596"/>
                  <a:pt x="69294" y="60763"/>
                  <a:pt x="74669" y="63123"/>
                </a:cubicBezTo>
                <a:cubicBezTo>
                  <a:pt x="80045" y="65481"/>
                  <a:pt x="84514" y="69179"/>
                  <a:pt x="88077" y="74216"/>
                </a:cubicBezTo>
                <a:cubicBezTo>
                  <a:pt x="91639" y="79254"/>
                  <a:pt x="93420" y="85248"/>
                  <a:pt x="93420" y="92198"/>
                </a:cubicBezTo>
                <a:cubicBezTo>
                  <a:pt x="93420" y="101889"/>
                  <a:pt x="90017" y="109635"/>
                  <a:pt x="83210" y="115436"/>
                </a:cubicBezTo>
                <a:cubicBezTo>
                  <a:pt x="74176" y="123088"/>
                  <a:pt x="62662" y="126914"/>
                  <a:pt x="48666" y="126914"/>
                </a:cubicBezTo>
                <a:cubicBezTo>
                  <a:pt x="43259" y="126914"/>
                  <a:pt x="37995" y="126262"/>
                  <a:pt x="32874" y="124958"/>
                </a:cubicBezTo>
                <a:cubicBezTo>
                  <a:pt x="27753" y="123654"/>
                  <a:pt x="22775" y="121698"/>
                  <a:pt x="17940" y="119089"/>
                </a:cubicBezTo>
                <a:close/>
                <a:moveTo>
                  <a:pt x="170790" y="0"/>
                </a:moveTo>
                <a:lnTo>
                  <a:pt x="170790" y="20802"/>
                </a:lnTo>
                <a:lnTo>
                  <a:pt x="147506" y="20802"/>
                </a:lnTo>
                <a:lnTo>
                  <a:pt x="147506" y="0"/>
                </a:lnTo>
                <a:lnTo>
                  <a:pt x="170790" y="0"/>
                </a:lnTo>
                <a:moveTo>
                  <a:pt x="173462" y="37215"/>
                </a:moveTo>
                <a:lnTo>
                  <a:pt x="173462" y="104203"/>
                </a:lnTo>
                <a:lnTo>
                  <a:pt x="196936" y="104203"/>
                </a:lnTo>
                <a:cubicBezTo>
                  <a:pt x="201644" y="104203"/>
                  <a:pt x="205000" y="105110"/>
                  <a:pt x="207003" y="106923"/>
                </a:cubicBezTo>
                <a:cubicBezTo>
                  <a:pt x="209007" y="108736"/>
                  <a:pt x="210009" y="111106"/>
                  <a:pt x="210009" y="114032"/>
                </a:cubicBezTo>
                <a:cubicBezTo>
                  <a:pt x="210009" y="116958"/>
                  <a:pt x="209007" y="119328"/>
                  <a:pt x="207003" y="121141"/>
                </a:cubicBezTo>
                <a:cubicBezTo>
                  <a:pt x="205000" y="122954"/>
                  <a:pt x="201644" y="123861"/>
                  <a:pt x="196936" y="123861"/>
                </a:cubicBezTo>
                <a:lnTo>
                  <a:pt x="130425" y="123861"/>
                </a:lnTo>
                <a:cubicBezTo>
                  <a:pt x="125718" y="123861"/>
                  <a:pt x="122362" y="122938"/>
                  <a:pt x="120358" y="121093"/>
                </a:cubicBezTo>
                <a:cubicBezTo>
                  <a:pt x="118354" y="119248"/>
                  <a:pt x="117352" y="116863"/>
                  <a:pt x="117352" y="113937"/>
                </a:cubicBezTo>
                <a:cubicBezTo>
                  <a:pt x="117352" y="111010"/>
                  <a:pt x="118354" y="108656"/>
                  <a:pt x="120358" y="106875"/>
                </a:cubicBezTo>
                <a:cubicBezTo>
                  <a:pt x="122362" y="105094"/>
                  <a:pt x="125718" y="104203"/>
                  <a:pt x="130425" y="104203"/>
                </a:cubicBezTo>
                <a:lnTo>
                  <a:pt x="153900" y="104203"/>
                </a:lnTo>
                <a:lnTo>
                  <a:pt x="153900" y="56873"/>
                </a:lnTo>
                <a:lnTo>
                  <a:pt x="138155" y="56873"/>
                </a:lnTo>
                <a:cubicBezTo>
                  <a:pt x="133511" y="56873"/>
                  <a:pt x="130171" y="55950"/>
                  <a:pt x="128135" y="54106"/>
                </a:cubicBezTo>
                <a:cubicBezTo>
                  <a:pt x="126100" y="52261"/>
                  <a:pt x="125082" y="49875"/>
                  <a:pt x="125082" y="46949"/>
                </a:cubicBezTo>
                <a:cubicBezTo>
                  <a:pt x="125082" y="44022"/>
                  <a:pt x="126084" y="41669"/>
                  <a:pt x="128088" y="39887"/>
                </a:cubicBezTo>
                <a:cubicBezTo>
                  <a:pt x="130092" y="38106"/>
                  <a:pt x="133447" y="37215"/>
                  <a:pt x="138155" y="37215"/>
                </a:cubicBezTo>
                <a:lnTo>
                  <a:pt x="173462" y="37215"/>
                </a:lnTo>
                <a:close/>
                <a:moveTo>
                  <a:pt x="250833" y="37215"/>
                </a:moveTo>
                <a:lnTo>
                  <a:pt x="250833" y="42750"/>
                </a:lnTo>
                <a:cubicBezTo>
                  <a:pt x="254013" y="39561"/>
                  <a:pt x="256892" y="37365"/>
                  <a:pt x="259468" y="36160"/>
                </a:cubicBezTo>
                <a:cubicBezTo>
                  <a:pt x="262045" y="34955"/>
                  <a:pt x="265019" y="34353"/>
                  <a:pt x="268391" y="34353"/>
                </a:cubicBezTo>
                <a:cubicBezTo>
                  <a:pt x="271253" y="34353"/>
                  <a:pt x="274084" y="35068"/>
                  <a:pt x="276883" y="36500"/>
                </a:cubicBezTo>
                <a:cubicBezTo>
                  <a:pt x="279682" y="37931"/>
                  <a:pt x="282418" y="40078"/>
                  <a:pt x="285090" y="42941"/>
                </a:cubicBezTo>
                <a:cubicBezTo>
                  <a:pt x="288462" y="40110"/>
                  <a:pt x="291881" y="38003"/>
                  <a:pt x="295348" y="36619"/>
                </a:cubicBezTo>
                <a:cubicBezTo>
                  <a:pt x="298815" y="35235"/>
                  <a:pt x="302362" y="34544"/>
                  <a:pt x="305988" y="34544"/>
                </a:cubicBezTo>
                <a:cubicBezTo>
                  <a:pt x="313240" y="34544"/>
                  <a:pt x="319125" y="36484"/>
                  <a:pt x="323641" y="40364"/>
                </a:cubicBezTo>
                <a:cubicBezTo>
                  <a:pt x="329621" y="45454"/>
                  <a:pt x="332611" y="52133"/>
                  <a:pt x="332611" y="60404"/>
                </a:cubicBezTo>
                <a:lnTo>
                  <a:pt x="332611" y="104203"/>
                </a:lnTo>
                <a:cubicBezTo>
                  <a:pt x="336683" y="104203"/>
                  <a:pt x="339704" y="105110"/>
                  <a:pt x="341676" y="106923"/>
                </a:cubicBezTo>
                <a:cubicBezTo>
                  <a:pt x="343649" y="108736"/>
                  <a:pt x="344635" y="111106"/>
                  <a:pt x="344635" y="114032"/>
                </a:cubicBezTo>
                <a:cubicBezTo>
                  <a:pt x="344635" y="116958"/>
                  <a:pt x="343649" y="119328"/>
                  <a:pt x="341676" y="121141"/>
                </a:cubicBezTo>
                <a:cubicBezTo>
                  <a:pt x="339704" y="122954"/>
                  <a:pt x="336364" y="123861"/>
                  <a:pt x="331657" y="123861"/>
                </a:cubicBezTo>
                <a:lnTo>
                  <a:pt x="313049" y="123861"/>
                </a:lnTo>
                <a:lnTo>
                  <a:pt x="313049" y="62121"/>
                </a:lnTo>
                <a:cubicBezTo>
                  <a:pt x="313049" y="59131"/>
                  <a:pt x="312508" y="57064"/>
                  <a:pt x="311427" y="55919"/>
                </a:cubicBezTo>
                <a:cubicBezTo>
                  <a:pt x="310345" y="54774"/>
                  <a:pt x="308691" y="54201"/>
                  <a:pt x="306465" y="54201"/>
                </a:cubicBezTo>
                <a:cubicBezTo>
                  <a:pt x="304302" y="54201"/>
                  <a:pt x="302298" y="54765"/>
                  <a:pt x="300453" y="55892"/>
                </a:cubicBezTo>
                <a:cubicBezTo>
                  <a:pt x="298099" y="57458"/>
                  <a:pt x="295237" y="60404"/>
                  <a:pt x="291865" y="64727"/>
                </a:cubicBezTo>
                <a:lnTo>
                  <a:pt x="291865" y="104203"/>
                </a:lnTo>
                <a:cubicBezTo>
                  <a:pt x="295936" y="104203"/>
                  <a:pt x="298958" y="105110"/>
                  <a:pt x="300930" y="106923"/>
                </a:cubicBezTo>
                <a:cubicBezTo>
                  <a:pt x="302902" y="108736"/>
                  <a:pt x="303888" y="111106"/>
                  <a:pt x="303888" y="114032"/>
                </a:cubicBezTo>
                <a:cubicBezTo>
                  <a:pt x="303888" y="116958"/>
                  <a:pt x="302902" y="119328"/>
                  <a:pt x="300930" y="121141"/>
                </a:cubicBezTo>
                <a:cubicBezTo>
                  <a:pt x="298958" y="122954"/>
                  <a:pt x="295618" y="123861"/>
                  <a:pt x="290911" y="123861"/>
                </a:cubicBezTo>
                <a:lnTo>
                  <a:pt x="272303" y="123861"/>
                </a:lnTo>
                <a:lnTo>
                  <a:pt x="272303" y="61951"/>
                </a:lnTo>
                <a:cubicBezTo>
                  <a:pt x="272303" y="59017"/>
                  <a:pt x="271746" y="56960"/>
                  <a:pt x="270633" y="55781"/>
                </a:cubicBezTo>
                <a:cubicBezTo>
                  <a:pt x="269520" y="54601"/>
                  <a:pt x="267850" y="54010"/>
                  <a:pt x="265623" y="54010"/>
                </a:cubicBezTo>
                <a:cubicBezTo>
                  <a:pt x="263333" y="54010"/>
                  <a:pt x="261075" y="54728"/>
                  <a:pt x="258848" y="56163"/>
                </a:cubicBezTo>
                <a:cubicBezTo>
                  <a:pt x="256622" y="57598"/>
                  <a:pt x="253950" y="60453"/>
                  <a:pt x="250833" y="64727"/>
                </a:cubicBezTo>
                <a:lnTo>
                  <a:pt x="250833" y="104203"/>
                </a:lnTo>
                <a:cubicBezTo>
                  <a:pt x="254904" y="104203"/>
                  <a:pt x="257942" y="105110"/>
                  <a:pt x="259946" y="106923"/>
                </a:cubicBezTo>
                <a:cubicBezTo>
                  <a:pt x="261949" y="108736"/>
                  <a:pt x="262951" y="111106"/>
                  <a:pt x="262951" y="114032"/>
                </a:cubicBezTo>
                <a:cubicBezTo>
                  <a:pt x="262951" y="116958"/>
                  <a:pt x="261949" y="119328"/>
                  <a:pt x="259946" y="121141"/>
                </a:cubicBezTo>
                <a:cubicBezTo>
                  <a:pt x="257942" y="122954"/>
                  <a:pt x="254586" y="123861"/>
                  <a:pt x="249878" y="123861"/>
                </a:cubicBezTo>
                <a:lnTo>
                  <a:pt x="232225" y="123861"/>
                </a:lnTo>
                <a:cubicBezTo>
                  <a:pt x="227517" y="123861"/>
                  <a:pt x="224161" y="122938"/>
                  <a:pt x="222158" y="121093"/>
                </a:cubicBezTo>
                <a:cubicBezTo>
                  <a:pt x="220154" y="119248"/>
                  <a:pt x="219152" y="116863"/>
                  <a:pt x="219152" y="113937"/>
                </a:cubicBezTo>
                <a:cubicBezTo>
                  <a:pt x="219152" y="111010"/>
                  <a:pt x="220138" y="108656"/>
                  <a:pt x="222110" y="106875"/>
                </a:cubicBezTo>
                <a:cubicBezTo>
                  <a:pt x="224082" y="105094"/>
                  <a:pt x="227136" y="104203"/>
                  <a:pt x="231271" y="104203"/>
                </a:cubicBezTo>
                <a:lnTo>
                  <a:pt x="231271" y="56873"/>
                </a:lnTo>
                <a:cubicBezTo>
                  <a:pt x="227136" y="56873"/>
                  <a:pt x="224082" y="55950"/>
                  <a:pt x="222110" y="54106"/>
                </a:cubicBezTo>
                <a:cubicBezTo>
                  <a:pt x="220138" y="52261"/>
                  <a:pt x="219152" y="49875"/>
                  <a:pt x="219152" y="46949"/>
                </a:cubicBezTo>
                <a:cubicBezTo>
                  <a:pt x="219152" y="44022"/>
                  <a:pt x="220154" y="41669"/>
                  <a:pt x="222158" y="39887"/>
                </a:cubicBezTo>
                <a:cubicBezTo>
                  <a:pt x="224161" y="38106"/>
                  <a:pt x="227517" y="37215"/>
                  <a:pt x="232225" y="37215"/>
                </a:cubicBezTo>
                <a:lnTo>
                  <a:pt x="250833" y="37215"/>
                </a:lnTo>
                <a:close/>
                <a:moveTo>
                  <a:pt x="439849" y="37215"/>
                </a:moveTo>
                <a:lnTo>
                  <a:pt x="439849" y="104203"/>
                </a:lnTo>
                <a:cubicBezTo>
                  <a:pt x="443984" y="104203"/>
                  <a:pt x="447037" y="105110"/>
                  <a:pt x="449009" y="106923"/>
                </a:cubicBezTo>
                <a:cubicBezTo>
                  <a:pt x="450981" y="108736"/>
                  <a:pt x="451967" y="111106"/>
                  <a:pt x="451967" y="114032"/>
                </a:cubicBezTo>
                <a:cubicBezTo>
                  <a:pt x="451967" y="116958"/>
                  <a:pt x="450965" y="119328"/>
                  <a:pt x="448962" y="121141"/>
                </a:cubicBezTo>
                <a:cubicBezTo>
                  <a:pt x="446958" y="122954"/>
                  <a:pt x="443602" y="123861"/>
                  <a:pt x="438894" y="123861"/>
                </a:cubicBezTo>
                <a:lnTo>
                  <a:pt x="420287" y="123861"/>
                </a:lnTo>
                <a:lnTo>
                  <a:pt x="420287" y="119280"/>
                </a:lnTo>
                <a:cubicBezTo>
                  <a:pt x="414688" y="121825"/>
                  <a:pt x="409345" y="123733"/>
                  <a:pt x="404255" y="125006"/>
                </a:cubicBezTo>
                <a:cubicBezTo>
                  <a:pt x="399166" y="126278"/>
                  <a:pt x="394331" y="126914"/>
                  <a:pt x="389751" y="126914"/>
                </a:cubicBezTo>
                <a:cubicBezTo>
                  <a:pt x="383326" y="126914"/>
                  <a:pt x="377759" y="125566"/>
                  <a:pt x="373052" y="122871"/>
                </a:cubicBezTo>
                <a:cubicBezTo>
                  <a:pt x="368344" y="120173"/>
                  <a:pt x="364622" y="116445"/>
                  <a:pt x="361887" y="111688"/>
                </a:cubicBezTo>
                <a:cubicBezTo>
                  <a:pt x="359915" y="108263"/>
                  <a:pt x="358929" y="103981"/>
                  <a:pt x="358929" y="98842"/>
                </a:cubicBezTo>
                <a:lnTo>
                  <a:pt x="358929" y="56873"/>
                </a:lnTo>
                <a:lnTo>
                  <a:pt x="355589" y="56873"/>
                </a:lnTo>
                <a:cubicBezTo>
                  <a:pt x="350881" y="56873"/>
                  <a:pt x="347526" y="55950"/>
                  <a:pt x="345522" y="54106"/>
                </a:cubicBezTo>
                <a:cubicBezTo>
                  <a:pt x="343518" y="52261"/>
                  <a:pt x="342516" y="49875"/>
                  <a:pt x="342516" y="46949"/>
                </a:cubicBezTo>
                <a:cubicBezTo>
                  <a:pt x="342516" y="44022"/>
                  <a:pt x="343518" y="41669"/>
                  <a:pt x="345522" y="39887"/>
                </a:cubicBezTo>
                <a:cubicBezTo>
                  <a:pt x="347526" y="38106"/>
                  <a:pt x="350881" y="37215"/>
                  <a:pt x="355589" y="37215"/>
                </a:cubicBezTo>
                <a:lnTo>
                  <a:pt x="378491" y="37215"/>
                </a:lnTo>
                <a:lnTo>
                  <a:pt x="378491" y="95266"/>
                </a:lnTo>
                <a:cubicBezTo>
                  <a:pt x="378491" y="99389"/>
                  <a:pt x="379493" y="102419"/>
                  <a:pt x="381497" y="104355"/>
                </a:cubicBezTo>
                <a:cubicBezTo>
                  <a:pt x="383501" y="106290"/>
                  <a:pt x="386570" y="107257"/>
                  <a:pt x="390705" y="107257"/>
                </a:cubicBezTo>
                <a:cubicBezTo>
                  <a:pt x="394649" y="107257"/>
                  <a:pt x="398896" y="106480"/>
                  <a:pt x="403444" y="104925"/>
                </a:cubicBezTo>
                <a:cubicBezTo>
                  <a:pt x="407993" y="103370"/>
                  <a:pt x="413607" y="100563"/>
                  <a:pt x="420287" y="96504"/>
                </a:cubicBezTo>
                <a:lnTo>
                  <a:pt x="420287" y="56873"/>
                </a:lnTo>
                <a:lnTo>
                  <a:pt x="413225" y="56873"/>
                </a:lnTo>
                <a:cubicBezTo>
                  <a:pt x="408518" y="56873"/>
                  <a:pt x="405162" y="55950"/>
                  <a:pt x="403158" y="54106"/>
                </a:cubicBezTo>
                <a:cubicBezTo>
                  <a:pt x="401154" y="52261"/>
                  <a:pt x="400152" y="49875"/>
                  <a:pt x="400152" y="46949"/>
                </a:cubicBezTo>
                <a:cubicBezTo>
                  <a:pt x="400152" y="44022"/>
                  <a:pt x="401154" y="41669"/>
                  <a:pt x="403158" y="39887"/>
                </a:cubicBezTo>
                <a:cubicBezTo>
                  <a:pt x="405162" y="38106"/>
                  <a:pt x="408518" y="37215"/>
                  <a:pt x="413225" y="37215"/>
                </a:cubicBezTo>
                <a:lnTo>
                  <a:pt x="439849" y="37215"/>
                </a:lnTo>
                <a:close/>
                <a:moveTo>
                  <a:pt x="525329" y="0"/>
                </a:moveTo>
                <a:lnTo>
                  <a:pt x="525329" y="104203"/>
                </a:lnTo>
                <a:lnTo>
                  <a:pt x="548804" y="104203"/>
                </a:lnTo>
                <a:cubicBezTo>
                  <a:pt x="553511" y="104203"/>
                  <a:pt x="556867" y="105110"/>
                  <a:pt x="558871" y="106923"/>
                </a:cubicBezTo>
                <a:cubicBezTo>
                  <a:pt x="560875" y="108736"/>
                  <a:pt x="561877" y="111106"/>
                  <a:pt x="561877" y="114032"/>
                </a:cubicBezTo>
                <a:cubicBezTo>
                  <a:pt x="561877" y="116958"/>
                  <a:pt x="560875" y="119328"/>
                  <a:pt x="558871" y="121141"/>
                </a:cubicBezTo>
                <a:cubicBezTo>
                  <a:pt x="556867" y="122954"/>
                  <a:pt x="553511" y="123861"/>
                  <a:pt x="548804" y="123861"/>
                </a:cubicBezTo>
                <a:lnTo>
                  <a:pt x="482293" y="123861"/>
                </a:lnTo>
                <a:cubicBezTo>
                  <a:pt x="477586" y="123861"/>
                  <a:pt x="474230" y="122938"/>
                  <a:pt x="472226" y="121093"/>
                </a:cubicBezTo>
                <a:cubicBezTo>
                  <a:pt x="470222" y="119248"/>
                  <a:pt x="469220" y="116863"/>
                  <a:pt x="469220" y="113937"/>
                </a:cubicBezTo>
                <a:cubicBezTo>
                  <a:pt x="469220" y="111010"/>
                  <a:pt x="470222" y="108656"/>
                  <a:pt x="472226" y="106875"/>
                </a:cubicBezTo>
                <a:cubicBezTo>
                  <a:pt x="474230" y="105094"/>
                  <a:pt x="477586" y="104203"/>
                  <a:pt x="482293" y="104203"/>
                </a:cubicBezTo>
                <a:lnTo>
                  <a:pt x="505768" y="104203"/>
                </a:lnTo>
                <a:lnTo>
                  <a:pt x="505768" y="19657"/>
                </a:lnTo>
                <a:lnTo>
                  <a:pt x="490023" y="19657"/>
                </a:lnTo>
                <a:cubicBezTo>
                  <a:pt x="485379" y="19657"/>
                  <a:pt x="482039" y="18735"/>
                  <a:pt x="480003" y="16890"/>
                </a:cubicBezTo>
                <a:cubicBezTo>
                  <a:pt x="477967" y="15045"/>
                  <a:pt x="476949" y="12660"/>
                  <a:pt x="476949" y="9733"/>
                </a:cubicBezTo>
                <a:cubicBezTo>
                  <a:pt x="476949" y="6807"/>
                  <a:pt x="477951" y="4453"/>
                  <a:pt x="479955" y="2672"/>
                </a:cubicBezTo>
                <a:cubicBezTo>
                  <a:pt x="481959" y="891"/>
                  <a:pt x="485315" y="0"/>
                  <a:pt x="490023" y="0"/>
                </a:cubicBezTo>
                <a:lnTo>
                  <a:pt x="525329" y="0"/>
                </a:lnTo>
                <a:close/>
                <a:moveTo>
                  <a:pt x="650412" y="123861"/>
                </a:moveTo>
                <a:lnTo>
                  <a:pt x="650412" y="119280"/>
                </a:lnTo>
                <a:cubicBezTo>
                  <a:pt x="645514" y="121825"/>
                  <a:pt x="640106" y="123733"/>
                  <a:pt x="634190" y="125006"/>
                </a:cubicBezTo>
                <a:cubicBezTo>
                  <a:pt x="628274" y="126278"/>
                  <a:pt x="622898" y="126914"/>
                  <a:pt x="618063" y="126914"/>
                </a:cubicBezTo>
                <a:cubicBezTo>
                  <a:pt x="607567" y="126914"/>
                  <a:pt x="599042" y="124136"/>
                  <a:pt x="592490" y="118580"/>
                </a:cubicBezTo>
                <a:cubicBezTo>
                  <a:pt x="585937" y="113021"/>
                  <a:pt x="582661" y="106875"/>
                  <a:pt x="582661" y="100142"/>
                </a:cubicBezTo>
                <a:cubicBezTo>
                  <a:pt x="582661" y="91949"/>
                  <a:pt x="586844" y="84344"/>
                  <a:pt x="595209" y="77326"/>
                </a:cubicBezTo>
                <a:cubicBezTo>
                  <a:pt x="603575" y="70307"/>
                  <a:pt x="615137" y="66797"/>
                  <a:pt x="629896" y="66797"/>
                </a:cubicBezTo>
                <a:cubicBezTo>
                  <a:pt x="635812" y="66797"/>
                  <a:pt x="642651" y="67433"/>
                  <a:pt x="650412" y="68705"/>
                </a:cubicBezTo>
                <a:lnTo>
                  <a:pt x="650412" y="64059"/>
                </a:lnTo>
                <a:cubicBezTo>
                  <a:pt x="650412" y="61153"/>
                  <a:pt x="649156" y="58783"/>
                  <a:pt x="646643" y="56950"/>
                </a:cubicBezTo>
                <a:cubicBezTo>
                  <a:pt x="644130" y="55117"/>
                  <a:pt x="639343" y="54201"/>
                  <a:pt x="632281" y="54201"/>
                </a:cubicBezTo>
                <a:cubicBezTo>
                  <a:pt x="626492" y="54201"/>
                  <a:pt x="618986" y="55322"/>
                  <a:pt x="609761" y="57565"/>
                </a:cubicBezTo>
                <a:cubicBezTo>
                  <a:pt x="606326" y="58376"/>
                  <a:pt x="603654" y="58781"/>
                  <a:pt x="601746" y="58781"/>
                </a:cubicBezTo>
                <a:cubicBezTo>
                  <a:pt x="599137" y="58781"/>
                  <a:pt x="596927" y="57843"/>
                  <a:pt x="595114" y="55966"/>
                </a:cubicBezTo>
                <a:cubicBezTo>
                  <a:pt x="593301" y="54090"/>
                  <a:pt x="592394" y="51688"/>
                  <a:pt x="592394" y="48762"/>
                </a:cubicBezTo>
                <a:cubicBezTo>
                  <a:pt x="592394" y="47108"/>
                  <a:pt x="592712" y="45676"/>
                  <a:pt x="593348" y="44468"/>
                </a:cubicBezTo>
                <a:cubicBezTo>
                  <a:pt x="593985" y="43259"/>
                  <a:pt x="594875" y="42289"/>
                  <a:pt x="596020" y="41557"/>
                </a:cubicBezTo>
                <a:cubicBezTo>
                  <a:pt x="597165" y="40826"/>
                  <a:pt x="599551" y="39951"/>
                  <a:pt x="603177" y="38933"/>
                </a:cubicBezTo>
                <a:cubicBezTo>
                  <a:pt x="608012" y="37597"/>
                  <a:pt x="612942" y="36532"/>
                  <a:pt x="617968" y="35736"/>
                </a:cubicBezTo>
                <a:cubicBezTo>
                  <a:pt x="622994" y="34941"/>
                  <a:pt x="627542" y="34544"/>
                  <a:pt x="631613" y="34544"/>
                </a:cubicBezTo>
                <a:cubicBezTo>
                  <a:pt x="643764" y="34544"/>
                  <a:pt x="653195" y="37168"/>
                  <a:pt x="659907" y="42416"/>
                </a:cubicBezTo>
                <a:cubicBezTo>
                  <a:pt x="666618" y="47664"/>
                  <a:pt x="669974" y="54837"/>
                  <a:pt x="669974" y="63934"/>
                </a:cubicBezTo>
                <a:lnTo>
                  <a:pt x="669974" y="104203"/>
                </a:lnTo>
                <a:lnTo>
                  <a:pt x="673314" y="104203"/>
                </a:lnTo>
                <a:cubicBezTo>
                  <a:pt x="678021" y="104203"/>
                  <a:pt x="681377" y="105110"/>
                  <a:pt x="683381" y="106923"/>
                </a:cubicBezTo>
                <a:cubicBezTo>
                  <a:pt x="685385" y="108736"/>
                  <a:pt x="686387" y="111106"/>
                  <a:pt x="686387" y="114032"/>
                </a:cubicBezTo>
                <a:cubicBezTo>
                  <a:pt x="686387" y="116958"/>
                  <a:pt x="685385" y="119328"/>
                  <a:pt x="683381" y="121141"/>
                </a:cubicBezTo>
                <a:cubicBezTo>
                  <a:pt x="681377" y="122954"/>
                  <a:pt x="678021" y="123861"/>
                  <a:pt x="673314" y="123861"/>
                </a:cubicBezTo>
                <a:lnTo>
                  <a:pt x="650412" y="123861"/>
                </a:lnTo>
                <a:moveTo>
                  <a:pt x="650412" y="88724"/>
                </a:moveTo>
                <a:cubicBezTo>
                  <a:pt x="642587" y="87211"/>
                  <a:pt x="635367" y="86454"/>
                  <a:pt x="628751" y="86454"/>
                </a:cubicBezTo>
                <a:cubicBezTo>
                  <a:pt x="620799" y="86454"/>
                  <a:pt x="613960" y="88377"/>
                  <a:pt x="608235" y="92222"/>
                </a:cubicBezTo>
                <a:cubicBezTo>
                  <a:pt x="604672" y="94681"/>
                  <a:pt x="602891" y="97171"/>
                  <a:pt x="602891" y="99691"/>
                </a:cubicBezTo>
                <a:cubicBezTo>
                  <a:pt x="602891" y="101520"/>
                  <a:pt x="603750" y="103003"/>
                  <a:pt x="605467" y="104138"/>
                </a:cubicBezTo>
                <a:cubicBezTo>
                  <a:pt x="608648" y="106217"/>
                  <a:pt x="613006" y="107257"/>
                  <a:pt x="618540" y="107257"/>
                </a:cubicBezTo>
                <a:cubicBezTo>
                  <a:pt x="623248" y="107257"/>
                  <a:pt x="628576" y="106343"/>
                  <a:pt x="634524" y="104516"/>
                </a:cubicBezTo>
                <a:cubicBezTo>
                  <a:pt x="640472" y="102687"/>
                  <a:pt x="645768" y="100196"/>
                  <a:pt x="650412" y="97043"/>
                </a:cubicBezTo>
                <a:lnTo>
                  <a:pt x="650412" y="88724"/>
                </a:lnTo>
                <a:close/>
                <a:moveTo>
                  <a:pt x="745245" y="56873"/>
                </a:moveTo>
                <a:lnTo>
                  <a:pt x="745245" y="95872"/>
                </a:lnTo>
                <a:cubicBezTo>
                  <a:pt x="745245" y="100046"/>
                  <a:pt x="746103" y="102798"/>
                  <a:pt x="747821" y="104126"/>
                </a:cubicBezTo>
                <a:cubicBezTo>
                  <a:pt x="750493" y="106213"/>
                  <a:pt x="755264" y="107257"/>
                  <a:pt x="762135" y="107257"/>
                </a:cubicBezTo>
                <a:cubicBezTo>
                  <a:pt x="772122" y="107257"/>
                  <a:pt x="781347" y="105103"/>
                  <a:pt x="789808" y="100795"/>
                </a:cubicBezTo>
                <a:cubicBezTo>
                  <a:pt x="793052" y="99123"/>
                  <a:pt x="795597" y="98287"/>
                  <a:pt x="797442" y="98287"/>
                </a:cubicBezTo>
                <a:cubicBezTo>
                  <a:pt x="799986" y="98287"/>
                  <a:pt x="802197" y="99248"/>
                  <a:pt x="804074" y="101171"/>
                </a:cubicBezTo>
                <a:cubicBezTo>
                  <a:pt x="805950" y="103091"/>
                  <a:pt x="806889" y="105428"/>
                  <a:pt x="806889" y="108181"/>
                </a:cubicBezTo>
                <a:cubicBezTo>
                  <a:pt x="806889" y="110744"/>
                  <a:pt x="805871" y="112953"/>
                  <a:pt x="803835" y="114810"/>
                </a:cubicBezTo>
                <a:cubicBezTo>
                  <a:pt x="800718" y="117820"/>
                  <a:pt x="794563" y="120590"/>
                  <a:pt x="785370" y="123121"/>
                </a:cubicBezTo>
                <a:cubicBezTo>
                  <a:pt x="776178" y="125650"/>
                  <a:pt x="768433" y="126914"/>
                  <a:pt x="762135" y="126914"/>
                </a:cubicBezTo>
                <a:cubicBezTo>
                  <a:pt x="749984" y="126914"/>
                  <a:pt x="740871" y="124297"/>
                  <a:pt x="734796" y="119063"/>
                </a:cubicBezTo>
                <a:cubicBezTo>
                  <a:pt x="728720" y="113828"/>
                  <a:pt x="725683" y="107405"/>
                  <a:pt x="725683" y="99793"/>
                </a:cubicBezTo>
                <a:lnTo>
                  <a:pt x="725683" y="56873"/>
                </a:lnTo>
                <a:lnTo>
                  <a:pt x="718621" y="56873"/>
                </a:lnTo>
                <a:cubicBezTo>
                  <a:pt x="713914" y="56873"/>
                  <a:pt x="710558" y="55962"/>
                  <a:pt x="708554" y="54141"/>
                </a:cubicBezTo>
                <a:cubicBezTo>
                  <a:pt x="706550" y="52318"/>
                  <a:pt x="705548" y="49937"/>
                  <a:pt x="705548" y="46996"/>
                </a:cubicBezTo>
                <a:cubicBezTo>
                  <a:pt x="705548" y="44120"/>
                  <a:pt x="706550" y="41771"/>
                  <a:pt x="708554" y="39950"/>
                </a:cubicBezTo>
                <a:cubicBezTo>
                  <a:pt x="710558" y="38127"/>
                  <a:pt x="713914" y="37215"/>
                  <a:pt x="718621" y="37215"/>
                </a:cubicBezTo>
                <a:lnTo>
                  <a:pt x="725683" y="37215"/>
                </a:lnTo>
                <a:lnTo>
                  <a:pt x="725683" y="19562"/>
                </a:lnTo>
                <a:cubicBezTo>
                  <a:pt x="725683" y="14854"/>
                  <a:pt x="726589" y="11499"/>
                  <a:pt x="728402" y="9495"/>
                </a:cubicBezTo>
                <a:cubicBezTo>
                  <a:pt x="730215" y="7491"/>
                  <a:pt x="732585" y="6489"/>
                  <a:pt x="735511" y="6489"/>
                </a:cubicBezTo>
                <a:cubicBezTo>
                  <a:pt x="738374" y="6489"/>
                  <a:pt x="740712" y="7491"/>
                  <a:pt x="742525" y="9495"/>
                </a:cubicBezTo>
                <a:cubicBezTo>
                  <a:pt x="744338" y="11499"/>
                  <a:pt x="745245" y="14854"/>
                  <a:pt x="745245" y="19562"/>
                </a:cubicBezTo>
                <a:lnTo>
                  <a:pt x="745245" y="37215"/>
                </a:lnTo>
                <a:lnTo>
                  <a:pt x="781410" y="37215"/>
                </a:lnTo>
                <a:cubicBezTo>
                  <a:pt x="786118" y="37215"/>
                  <a:pt x="789474" y="38127"/>
                  <a:pt x="791478" y="39950"/>
                </a:cubicBezTo>
                <a:cubicBezTo>
                  <a:pt x="793482" y="41771"/>
                  <a:pt x="794484" y="44152"/>
                  <a:pt x="794484" y="47092"/>
                </a:cubicBezTo>
                <a:cubicBezTo>
                  <a:pt x="794484" y="49969"/>
                  <a:pt x="793482" y="52318"/>
                  <a:pt x="791478" y="54141"/>
                </a:cubicBezTo>
                <a:cubicBezTo>
                  <a:pt x="789474" y="55962"/>
                  <a:pt x="786118" y="56873"/>
                  <a:pt x="781410" y="56873"/>
                </a:cubicBezTo>
                <a:lnTo>
                  <a:pt x="745245" y="56873"/>
                </a:lnTo>
                <a:close/>
                <a:moveTo>
                  <a:pt x="874335" y="0"/>
                </a:moveTo>
                <a:lnTo>
                  <a:pt x="874335" y="20802"/>
                </a:lnTo>
                <a:lnTo>
                  <a:pt x="851051" y="20802"/>
                </a:lnTo>
                <a:lnTo>
                  <a:pt x="851051" y="0"/>
                </a:lnTo>
                <a:lnTo>
                  <a:pt x="874335" y="0"/>
                </a:lnTo>
                <a:moveTo>
                  <a:pt x="877007" y="37215"/>
                </a:moveTo>
                <a:lnTo>
                  <a:pt x="877007" y="104203"/>
                </a:lnTo>
                <a:lnTo>
                  <a:pt x="900481" y="104203"/>
                </a:lnTo>
                <a:cubicBezTo>
                  <a:pt x="905189" y="104203"/>
                  <a:pt x="908545" y="105110"/>
                  <a:pt x="910549" y="106923"/>
                </a:cubicBezTo>
                <a:cubicBezTo>
                  <a:pt x="912552" y="108736"/>
                  <a:pt x="913554" y="111106"/>
                  <a:pt x="913554" y="114032"/>
                </a:cubicBezTo>
                <a:cubicBezTo>
                  <a:pt x="913554" y="116958"/>
                  <a:pt x="912552" y="119328"/>
                  <a:pt x="910549" y="121141"/>
                </a:cubicBezTo>
                <a:cubicBezTo>
                  <a:pt x="908545" y="122954"/>
                  <a:pt x="905189" y="123861"/>
                  <a:pt x="900481" y="123861"/>
                </a:cubicBezTo>
                <a:lnTo>
                  <a:pt x="833971" y="123861"/>
                </a:lnTo>
                <a:cubicBezTo>
                  <a:pt x="829263" y="123861"/>
                  <a:pt x="825907" y="122938"/>
                  <a:pt x="823903" y="121093"/>
                </a:cubicBezTo>
                <a:cubicBezTo>
                  <a:pt x="821899" y="119248"/>
                  <a:pt x="820897" y="116863"/>
                  <a:pt x="820897" y="113937"/>
                </a:cubicBezTo>
                <a:cubicBezTo>
                  <a:pt x="820897" y="111010"/>
                  <a:pt x="821899" y="108656"/>
                  <a:pt x="823903" y="106875"/>
                </a:cubicBezTo>
                <a:cubicBezTo>
                  <a:pt x="825907" y="105094"/>
                  <a:pt x="829263" y="104203"/>
                  <a:pt x="833971" y="104203"/>
                </a:cubicBezTo>
                <a:lnTo>
                  <a:pt x="857445" y="104203"/>
                </a:lnTo>
                <a:lnTo>
                  <a:pt x="857445" y="56873"/>
                </a:lnTo>
                <a:lnTo>
                  <a:pt x="841700" y="56873"/>
                </a:lnTo>
                <a:cubicBezTo>
                  <a:pt x="837056" y="56873"/>
                  <a:pt x="833716" y="55950"/>
                  <a:pt x="831680" y="54106"/>
                </a:cubicBezTo>
                <a:cubicBezTo>
                  <a:pt x="829645" y="52261"/>
                  <a:pt x="828627" y="49875"/>
                  <a:pt x="828627" y="46949"/>
                </a:cubicBezTo>
                <a:cubicBezTo>
                  <a:pt x="828627" y="44022"/>
                  <a:pt x="829629" y="41669"/>
                  <a:pt x="831633" y="39887"/>
                </a:cubicBezTo>
                <a:cubicBezTo>
                  <a:pt x="833637" y="38106"/>
                  <a:pt x="836992" y="37215"/>
                  <a:pt x="841700" y="37215"/>
                </a:cubicBezTo>
                <a:lnTo>
                  <a:pt x="877007" y="37215"/>
                </a:lnTo>
                <a:close/>
                <a:moveTo>
                  <a:pt x="1035392" y="82065"/>
                </a:moveTo>
                <a:cubicBezTo>
                  <a:pt x="1035392" y="89572"/>
                  <a:pt x="1033309" y="96840"/>
                  <a:pt x="1029142" y="103869"/>
                </a:cubicBezTo>
                <a:cubicBezTo>
                  <a:pt x="1024975" y="110899"/>
                  <a:pt x="1018772" y="116497"/>
                  <a:pt x="1010534" y="120664"/>
                </a:cubicBezTo>
                <a:cubicBezTo>
                  <a:pt x="1002296" y="124831"/>
                  <a:pt x="993692" y="126914"/>
                  <a:pt x="984722" y="126914"/>
                </a:cubicBezTo>
                <a:cubicBezTo>
                  <a:pt x="975815" y="126914"/>
                  <a:pt x="967291" y="124863"/>
                  <a:pt x="959148" y="120759"/>
                </a:cubicBezTo>
                <a:cubicBezTo>
                  <a:pt x="951005" y="116656"/>
                  <a:pt x="944803" y="111074"/>
                  <a:pt x="940540" y="104012"/>
                </a:cubicBezTo>
                <a:cubicBezTo>
                  <a:pt x="936278" y="96951"/>
                  <a:pt x="934147" y="89572"/>
                  <a:pt x="934147" y="81874"/>
                </a:cubicBezTo>
                <a:cubicBezTo>
                  <a:pt x="934147" y="74049"/>
                  <a:pt x="936310" y="66368"/>
                  <a:pt x="940636" y="58829"/>
                </a:cubicBezTo>
                <a:cubicBezTo>
                  <a:pt x="944962" y="51291"/>
                  <a:pt x="951180" y="45358"/>
                  <a:pt x="959291" y="41032"/>
                </a:cubicBezTo>
                <a:cubicBezTo>
                  <a:pt x="967402" y="36707"/>
                  <a:pt x="975879" y="34544"/>
                  <a:pt x="984722" y="34544"/>
                </a:cubicBezTo>
                <a:cubicBezTo>
                  <a:pt x="993628" y="34544"/>
                  <a:pt x="1002200" y="36754"/>
                  <a:pt x="1010439" y="41176"/>
                </a:cubicBezTo>
                <a:cubicBezTo>
                  <a:pt x="1018677" y="45597"/>
                  <a:pt x="1024895" y="51545"/>
                  <a:pt x="1029094" y="59020"/>
                </a:cubicBezTo>
                <a:cubicBezTo>
                  <a:pt x="1033293" y="66495"/>
                  <a:pt x="1035392" y="74176"/>
                  <a:pt x="1035392" y="82065"/>
                </a:cubicBezTo>
                <a:moveTo>
                  <a:pt x="1015830" y="82154"/>
                </a:moveTo>
                <a:cubicBezTo>
                  <a:pt x="1015830" y="75880"/>
                  <a:pt x="1013572" y="70112"/>
                  <a:pt x="1009055" y="64850"/>
                </a:cubicBezTo>
                <a:cubicBezTo>
                  <a:pt x="1002884" y="57751"/>
                  <a:pt x="994773" y="54201"/>
                  <a:pt x="984722" y="54201"/>
                </a:cubicBezTo>
                <a:cubicBezTo>
                  <a:pt x="975879" y="54201"/>
                  <a:pt x="968500" y="57022"/>
                  <a:pt x="962583" y="62664"/>
                </a:cubicBezTo>
                <a:cubicBezTo>
                  <a:pt x="956667" y="68306"/>
                  <a:pt x="953709" y="74834"/>
                  <a:pt x="953709" y="82250"/>
                </a:cubicBezTo>
                <a:cubicBezTo>
                  <a:pt x="953709" y="88335"/>
                  <a:pt x="956699" y="94025"/>
                  <a:pt x="962679" y="99319"/>
                </a:cubicBezTo>
                <a:cubicBezTo>
                  <a:pt x="968659" y="104611"/>
                  <a:pt x="976006" y="107257"/>
                  <a:pt x="984722" y="107257"/>
                </a:cubicBezTo>
                <a:cubicBezTo>
                  <a:pt x="993501" y="107257"/>
                  <a:pt x="1000880" y="104611"/>
                  <a:pt x="1006860" y="99319"/>
                </a:cubicBezTo>
                <a:cubicBezTo>
                  <a:pt x="1012840" y="94025"/>
                  <a:pt x="1015830" y="88303"/>
                  <a:pt x="1015830" y="82154"/>
                </a:cubicBezTo>
                <a:close/>
                <a:moveTo>
                  <a:pt x="1082036" y="37215"/>
                </a:moveTo>
                <a:lnTo>
                  <a:pt x="1082036" y="43704"/>
                </a:lnTo>
                <a:cubicBezTo>
                  <a:pt x="1085598" y="40651"/>
                  <a:pt x="1089527" y="38361"/>
                  <a:pt x="1093821" y="36834"/>
                </a:cubicBezTo>
                <a:cubicBezTo>
                  <a:pt x="1098115" y="35307"/>
                  <a:pt x="1102775" y="34544"/>
                  <a:pt x="1107800" y="34544"/>
                </a:cubicBezTo>
                <a:cubicBezTo>
                  <a:pt x="1119379" y="34544"/>
                  <a:pt x="1128539" y="38138"/>
                  <a:pt x="1135283" y="45327"/>
                </a:cubicBezTo>
                <a:cubicBezTo>
                  <a:pt x="1140626" y="51052"/>
                  <a:pt x="1143298" y="58559"/>
                  <a:pt x="1143298" y="67847"/>
                </a:cubicBezTo>
                <a:lnTo>
                  <a:pt x="1143298" y="104203"/>
                </a:lnTo>
                <a:cubicBezTo>
                  <a:pt x="1147433" y="104203"/>
                  <a:pt x="1150487" y="105110"/>
                  <a:pt x="1152459" y="106923"/>
                </a:cubicBezTo>
                <a:cubicBezTo>
                  <a:pt x="1154431" y="108736"/>
                  <a:pt x="1155417" y="111106"/>
                  <a:pt x="1155417" y="114032"/>
                </a:cubicBezTo>
                <a:cubicBezTo>
                  <a:pt x="1155417" y="116958"/>
                  <a:pt x="1154415" y="119328"/>
                  <a:pt x="1152411" y="121141"/>
                </a:cubicBezTo>
                <a:cubicBezTo>
                  <a:pt x="1150407" y="122954"/>
                  <a:pt x="1147052" y="123861"/>
                  <a:pt x="1142344" y="123861"/>
                </a:cubicBezTo>
                <a:lnTo>
                  <a:pt x="1124690" y="123861"/>
                </a:lnTo>
                <a:cubicBezTo>
                  <a:pt x="1119983" y="123861"/>
                  <a:pt x="1116627" y="122938"/>
                  <a:pt x="1114623" y="121093"/>
                </a:cubicBezTo>
                <a:cubicBezTo>
                  <a:pt x="1112619" y="119248"/>
                  <a:pt x="1111617" y="116863"/>
                  <a:pt x="1111617" y="113937"/>
                </a:cubicBezTo>
                <a:cubicBezTo>
                  <a:pt x="1111617" y="111010"/>
                  <a:pt x="1112603" y="108656"/>
                  <a:pt x="1114575" y="106875"/>
                </a:cubicBezTo>
                <a:cubicBezTo>
                  <a:pt x="1116548" y="105094"/>
                  <a:pt x="1119601" y="104203"/>
                  <a:pt x="1123736" y="104203"/>
                </a:cubicBezTo>
                <a:lnTo>
                  <a:pt x="1123736" y="67346"/>
                </a:lnTo>
                <a:cubicBezTo>
                  <a:pt x="1123736" y="63091"/>
                  <a:pt x="1122591" y="59980"/>
                  <a:pt x="1120301" y="58012"/>
                </a:cubicBezTo>
                <a:cubicBezTo>
                  <a:pt x="1117311" y="55471"/>
                  <a:pt x="1112826" y="54201"/>
                  <a:pt x="1106846" y="54201"/>
                </a:cubicBezTo>
                <a:cubicBezTo>
                  <a:pt x="1102329" y="54201"/>
                  <a:pt x="1098369" y="55076"/>
                  <a:pt x="1094966" y="56825"/>
                </a:cubicBezTo>
                <a:cubicBezTo>
                  <a:pt x="1091562" y="58575"/>
                  <a:pt x="1087252" y="62280"/>
                  <a:pt x="1082036" y="67942"/>
                </a:cubicBezTo>
                <a:lnTo>
                  <a:pt x="1082036" y="104203"/>
                </a:lnTo>
                <a:cubicBezTo>
                  <a:pt x="1087062" y="104203"/>
                  <a:pt x="1090306" y="104808"/>
                  <a:pt x="1091769" y="106016"/>
                </a:cubicBezTo>
                <a:cubicBezTo>
                  <a:pt x="1094886" y="108434"/>
                  <a:pt x="1096445" y="111106"/>
                  <a:pt x="1096445" y="114032"/>
                </a:cubicBezTo>
                <a:cubicBezTo>
                  <a:pt x="1096445" y="116958"/>
                  <a:pt x="1095443" y="119328"/>
                  <a:pt x="1093439" y="121141"/>
                </a:cubicBezTo>
                <a:cubicBezTo>
                  <a:pt x="1091435" y="122954"/>
                  <a:pt x="1088079" y="123861"/>
                  <a:pt x="1083372" y="123861"/>
                </a:cubicBezTo>
                <a:lnTo>
                  <a:pt x="1061138" y="123861"/>
                </a:lnTo>
                <a:cubicBezTo>
                  <a:pt x="1056430" y="123861"/>
                  <a:pt x="1053075" y="122938"/>
                  <a:pt x="1051071" y="121093"/>
                </a:cubicBezTo>
                <a:cubicBezTo>
                  <a:pt x="1049067" y="119248"/>
                  <a:pt x="1048065" y="116863"/>
                  <a:pt x="1048065" y="113937"/>
                </a:cubicBezTo>
                <a:cubicBezTo>
                  <a:pt x="1048065" y="111010"/>
                  <a:pt x="1049592" y="108346"/>
                  <a:pt x="1052645" y="105945"/>
                </a:cubicBezTo>
                <a:cubicBezTo>
                  <a:pt x="1054172" y="104784"/>
                  <a:pt x="1057448" y="104203"/>
                  <a:pt x="1062474" y="104203"/>
                </a:cubicBezTo>
                <a:lnTo>
                  <a:pt x="1062474" y="56873"/>
                </a:lnTo>
                <a:cubicBezTo>
                  <a:pt x="1058339" y="56873"/>
                  <a:pt x="1055285" y="55950"/>
                  <a:pt x="1053313" y="54106"/>
                </a:cubicBezTo>
                <a:cubicBezTo>
                  <a:pt x="1051341" y="52261"/>
                  <a:pt x="1050355" y="49875"/>
                  <a:pt x="1050355" y="46949"/>
                </a:cubicBezTo>
                <a:cubicBezTo>
                  <a:pt x="1050355" y="44022"/>
                  <a:pt x="1051357" y="41669"/>
                  <a:pt x="1053361" y="39887"/>
                </a:cubicBezTo>
                <a:cubicBezTo>
                  <a:pt x="1055365" y="38106"/>
                  <a:pt x="1058721" y="37215"/>
                  <a:pt x="1063428" y="37215"/>
                </a:cubicBezTo>
                <a:lnTo>
                  <a:pt x="1082036" y="37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Timing">
            <a:extLst xmlns:a="http://schemas.openxmlformats.org/drawingml/2006/main">
              <a:ext uri="{FF2B5EF4-FFF2-40B4-BE49-F238E27FC236}">
                <a16:creationId xmlns:a16="http://schemas.microsoft.com/office/drawing/2014/main" id="{A2B0A3A7-0705-490F-A8D6-9958E685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44" y="5893788"/>
            <a:ext cx="694594" cy="164702"/>
          </a:xfrm>
          <a:custGeom xmlns:a="http://schemas.openxmlformats.org/drawingml/2006/main">
            <a:pathLst>
              <a:path w="694594" h="164702">
                <a:moveTo>
                  <a:pt x="60308" y="27673"/>
                </a:moveTo>
                <a:lnTo>
                  <a:pt x="60308" y="104203"/>
                </a:lnTo>
                <a:lnTo>
                  <a:pt x="73477" y="104203"/>
                </a:lnTo>
                <a:cubicBezTo>
                  <a:pt x="78184" y="104203"/>
                  <a:pt x="81540" y="105110"/>
                  <a:pt x="83544" y="106923"/>
                </a:cubicBezTo>
                <a:cubicBezTo>
                  <a:pt x="85548" y="108736"/>
                  <a:pt x="86550" y="111106"/>
                  <a:pt x="86550" y="114032"/>
                </a:cubicBezTo>
                <a:cubicBezTo>
                  <a:pt x="86550" y="116958"/>
                  <a:pt x="85548" y="119328"/>
                  <a:pt x="83544" y="121141"/>
                </a:cubicBezTo>
                <a:cubicBezTo>
                  <a:pt x="81540" y="122954"/>
                  <a:pt x="78184" y="123861"/>
                  <a:pt x="73477" y="123861"/>
                </a:cubicBezTo>
                <a:lnTo>
                  <a:pt x="27673" y="123861"/>
                </a:lnTo>
                <a:cubicBezTo>
                  <a:pt x="22965" y="123861"/>
                  <a:pt x="19610" y="122938"/>
                  <a:pt x="17606" y="121093"/>
                </a:cubicBezTo>
                <a:cubicBezTo>
                  <a:pt x="15602" y="119248"/>
                  <a:pt x="14600" y="116863"/>
                  <a:pt x="14600" y="113937"/>
                </a:cubicBezTo>
                <a:cubicBezTo>
                  <a:pt x="14600" y="111010"/>
                  <a:pt x="15602" y="108656"/>
                  <a:pt x="17606" y="106875"/>
                </a:cubicBezTo>
                <a:cubicBezTo>
                  <a:pt x="19610" y="105094"/>
                  <a:pt x="22965" y="104203"/>
                  <a:pt x="27673" y="104203"/>
                </a:cubicBezTo>
                <a:lnTo>
                  <a:pt x="40746" y="104203"/>
                </a:lnTo>
                <a:lnTo>
                  <a:pt x="40746" y="27673"/>
                </a:lnTo>
                <a:lnTo>
                  <a:pt x="19562" y="27673"/>
                </a:lnTo>
                <a:lnTo>
                  <a:pt x="19562" y="46185"/>
                </a:lnTo>
                <a:cubicBezTo>
                  <a:pt x="19562" y="51084"/>
                  <a:pt x="18655" y="54535"/>
                  <a:pt x="16842" y="56539"/>
                </a:cubicBezTo>
                <a:cubicBezTo>
                  <a:pt x="15029" y="58543"/>
                  <a:pt x="12660" y="59545"/>
                  <a:pt x="9733" y="59545"/>
                </a:cubicBezTo>
                <a:cubicBezTo>
                  <a:pt x="6871" y="59545"/>
                  <a:pt x="4533" y="58543"/>
                  <a:pt x="2720" y="56539"/>
                </a:cubicBezTo>
                <a:cubicBezTo>
                  <a:pt x="907" y="54535"/>
                  <a:pt x="0" y="51084"/>
                  <a:pt x="0" y="46185"/>
                </a:cubicBezTo>
                <a:lnTo>
                  <a:pt x="0" y="8016"/>
                </a:lnTo>
                <a:lnTo>
                  <a:pt x="101341" y="8016"/>
                </a:lnTo>
                <a:lnTo>
                  <a:pt x="101341" y="46185"/>
                </a:lnTo>
                <a:cubicBezTo>
                  <a:pt x="101341" y="51084"/>
                  <a:pt x="100434" y="54535"/>
                  <a:pt x="98621" y="56539"/>
                </a:cubicBezTo>
                <a:cubicBezTo>
                  <a:pt x="96808" y="58543"/>
                  <a:pt x="94438" y="59545"/>
                  <a:pt x="91512" y="59545"/>
                </a:cubicBezTo>
                <a:cubicBezTo>
                  <a:pt x="88649" y="59545"/>
                  <a:pt x="86311" y="58543"/>
                  <a:pt x="84498" y="56539"/>
                </a:cubicBezTo>
                <a:cubicBezTo>
                  <a:pt x="82685" y="54535"/>
                  <a:pt x="81779" y="51084"/>
                  <a:pt x="81779" y="46185"/>
                </a:cubicBezTo>
                <a:lnTo>
                  <a:pt x="81779" y="27673"/>
                </a:lnTo>
                <a:lnTo>
                  <a:pt x="60308" y="27673"/>
                </a:lnTo>
                <a:close/>
                <a:moveTo>
                  <a:pt x="175084" y="0"/>
                </a:moveTo>
                <a:lnTo>
                  <a:pt x="175084" y="20802"/>
                </a:lnTo>
                <a:lnTo>
                  <a:pt x="151801" y="20802"/>
                </a:lnTo>
                <a:lnTo>
                  <a:pt x="151801" y="0"/>
                </a:lnTo>
                <a:lnTo>
                  <a:pt x="175084" y="0"/>
                </a:lnTo>
                <a:moveTo>
                  <a:pt x="177756" y="37215"/>
                </a:moveTo>
                <a:lnTo>
                  <a:pt x="177756" y="104203"/>
                </a:lnTo>
                <a:lnTo>
                  <a:pt x="201231" y="104203"/>
                </a:lnTo>
                <a:cubicBezTo>
                  <a:pt x="205938" y="104203"/>
                  <a:pt x="209294" y="105110"/>
                  <a:pt x="211298" y="106923"/>
                </a:cubicBezTo>
                <a:cubicBezTo>
                  <a:pt x="213302" y="108736"/>
                  <a:pt x="214304" y="111106"/>
                  <a:pt x="214304" y="114032"/>
                </a:cubicBezTo>
                <a:cubicBezTo>
                  <a:pt x="214304" y="116958"/>
                  <a:pt x="213302" y="119328"/>
                  <a:pt x="211298" y="121141"/>
                </a:cubicBezTo>
                <a:cubicBezTo>
                  <a:pt x="209294" y="122954"/>
                  <a:pt x="205938" y="123861"/>
                  <a:pt x="201231" y="123861"/>
                </a:cubicBezTo>
                <a:lnTo>
                  <a:pt x="134720" y="123861"/>
                </a:lnTo>
                <a:cubicBezTo>
                  <a:pt x="130012" y="123861"/>
                  <a:pt x="126657" y="122938"/>
                  <a:pt x="124653" y="121093"/>
                </a:cubicBezTo>
                <a:cubicBezTo>
                  <a:pt x="122649" y="119248"/>
                  <a:pt x="121647" y="116863"/>
                  <a:pt x="121647" y="113937"/>
                </a:cubicBezTo>
                <a:cubicBezTo>
                  <a:pt x="121647" y="111010"/>
                  <a:pt x="122649" y="108656"/>
                  <a:pt x="124653" y="106875"/>
                </a:cubicBezTo>
                <a:cubicBezTo>
                  <a:pt x="126657" y="105094"/>
                  <a:pt x="130012" y="104203"/>
                  <a:pt x="134720" y="104203"/>
                </a:cubicBezTo>
                <a:lnTo>
                  <a:pt x="158194" y="104203"/>
                </a:lnTo>
                <a:lnTo>
                  <a:pt x="158194" y="56873"/>
                </a:lnTo>
                <a:lnTo>
                  <a:pt x="142449" y="56873"/>
                </a:lnTo>
                <a:cubicBezTo>
                  <a:pt x="137805" y="56873"/>
                  <a:pt x="134465" y="55950"/>
                  <a:pt x="132430" y="54106"/>
                </a:cubicBezTo>
                <a:cubicBezTo>
                  <a:pt x="130394" y="52261"/>
                  <a:pt x="129376" y="49875"/>
                  <a:pt x="129376" y="46949"/>
                </a:cubicBezTo>
                <a:cubicBezTo>
                  <a:pt x="129376" y="44022"/>
                  <a:pt x="130378" y="41669"/>
                  <a:pt x="132382" y="39887"/>
                </a:cubicBezTo>
                <a:cubicBezTo>
                  <a:pt x="134386" y="38106"/>
                  <a:pt x="137742" y="37215"/>
                  <a:pt x="142449" y="37215"/>
                </a:cubicBezTo>
                <a:lnTo>
                  <a:pt x="177756" y="37215"/>
                </a:lnTo>
                <a:close/>
                <a:moveTo>
                  <a:pt x="255127" y="37215"/>
                </a:moveTo>
                <a:lnTo>
                  <a:pt x="255127" y="42750"/>
                </a:lnTo>
                <a:cubicBezTo>
                  <a:pt x="258307" y="39561"/>
                  <a:pt x="261186" y="37365"/>
                  <a:pt x="263763" y="36160"/>
                </a:cubicBezTo>
                <a:cubicBezTo>
                  <a:pt x="266339" y="34955"/>
                  <a:pt x="269313" y="34353"/>
                  <a:pt x="272685" y="34353"/>
                </a:cubicBezTo>
                <a:cubicBezTo>
                  <a:pt x="275547" y="34353"/>
                  <a:pt x="278378" y="35068"/>
                  <a:pt x="281177" y="36500"/>
                </a:cubicBezTo>
                <a:cubicBezTo>
                  <a:pt x="283977" y="37931"/>
                  <a:pt x="286712" y="40078"/>
                  <a:pt x="289384" y="42941"/>
                </a:cubicBezTo>
                <a:cubicBezTo>
                  <a:pt x="292756" y="40110"/>
                  <a:pt x="296175" y="38003"/>
                  <a:pt x="299642" y="36619"/>
                </a:cubicBezTo>
                <a:cubicBezTo>
                  <a:pt x="303109" y="35235"/>
                  <a:pt x="306656" y="34544"/>
                  <a:pt x="310282" y="34544"/>
                </a:cubicBezTo>
                <a:cubicBezTo>
                  <a:pt x="317534" y="34544"/>
                  <a:pt x="323419" y="36484"/>
                  <a:pt x="327935" y="40364"/>
                </a:cubicBezTo>
                <a:cubicBezTo>
                  <a:pt x="333915" y="45454"/>
                  <a:pt x="336905" y="52133"/>
                  <a:pt x="336905" y="60404"/>
                </a:cubicBezTo>
                <a:lnTo>
                  <a:pt x="336905" y="104203"/>
                </a:lnTo>
                <a:cubicBezTo>
                  <a:pt x="340977" y="104203"/>
                  <a:pt x="343998" y="105110"/>
                  <a:pt x="345971" y="106923"/>
                </a:cubicBezTo>
                <a:cubicBezTo>
                  <a:pt x="347943" y="108736"/>
                  <a:pt x="348929" y="111106"/>
                  <a:pt x="348929" y="114032"/>
                </a:cubicBezTo>
                <a:cubicBezTo>
                  <a:pt x="348929" y="116958"/>
                  <a:pt x="347943" y="119328"/>
                  <a:pt x="345971" y="121141"/>
                </a:cubicBezTo>
                <a:cubicBezTo>
                  <a:pt x="343998" y="122954"/>
                  <a:pt x="340659" y="123861"/>
                  <a:pt x="335951" y="123861"/>
                </a:cubicBezTo>
                <a:lnTo>
                  <a:pt x="317343" y="123861"/>
                </a:lnTo>
                <a:lnTo>
                  <a:pt x="317343" y="62121"/>
                </a:lnTo>
                <a:cubicBezTo>
                  <a:pt x="317343" y="59131"/>
                  <a:pt x="316803" y="57064"/>
                  <a:pt x="315721" y="55919"/>
                </a:cubicBezTo>
                <a:cubicBezTo>
                  <a:pt x="314640" y="54774"/>
                  <a:pt x="312986" y="54201"/>
                  <a:pt x="310759" y="54201"/>
                </a:cubicBezTo>
                <a:cubicBezTo>
                  <a:pt x="308596" y="54201"/>
                  <a:pt x="306592" y="54765"/>
                  <a:pt x="304747" y="55892"/>
                </a:cubicBezTo>
                <a:cubicBezTo>
                  <a:pt x="302393" y="57458"/>
                  <a:pt x="299531" y="60404"/>
                  <a:pt x="296159" y="64727"/>
                </a:cubicBezTo>
                <a:lnTo>
                  <a:pt x="296159" y="104203"/>
                </a:lnTo>
                <a:cubicBezTo>
                  <a:pt x="300231" y="104203"/>
                  <a:pt x="303252" y="105110"/>
                  <a:pt x="305224" y="106923"/>
                </a:cubicBezTo>
                <a:cubicBezTo>
                  <a:pt x="307196" y="108736"/>
                  <a:pt x="308183" y="111106"/>
                  <a:pt x="308183" y="114032"/>
                </a:cubicBezTo>
                <a:cubicBezTo>
                  <a:pt x="308183" y="116958"/>
                  <a:pt x="307196" y="119328"/>
                  <a:pt x="305224" y="121141"/>
                </a:cubicBezTo>
                <a:cubicBezTo>
                  <a:pt x="303252" y="122954"/>
                  <a:pt x="299912" y="123861"/>
                  <a:pt x="295205" y="123861"/>
                </a:cubicBezTo>
                <a:lnTo>
                  <a:pt x="276597" y="123861"/>
                </a:lnTo>
                <a:lnTo>
                  <a:pt x="276597" y="61951"/>
                </a:lnTo>
                <a:cubicBezTo>
                  <a:pt x="276597" y="59017"/>
                  <a:pt x="276040" y="56960"/>
                  <a:pt x="274927" y="55781"/>
                </a:cubicBezTo>
                <a:cubicBezTo>
                  <a:pt x="273814" y="54601"/>
                  <a:pt x="272144" y="54010"/>
                  <a:pt x="269917" y="54010"/>
                </a:cubicBezTo>
                <a:cubicBezTo>
                  <a:pt x="267627" y="54010"/>
                  <a:pt x="265369" y="54728"/>
                  <a:pt x="263142" y="56163"/>
                </a:cubicBezTo>
                <a:cubicBezTo>
                  <a:pt x="260916" y="57598"/>
                  <a:pt x="258244" y="60453"/>
                  <a:pt x="255127" y="64727"/>
                </a:cubicBezTo>
                <a:lnTo>
                  <a:pt x="255127" y="104203"/>
                </a:lnTo>
                <a:cubicBezTo>
                  <a:pt x="259198" y="104203"/>
                  <a:pt x="262236" y="105110"/>
                  <a:pt x="264240" y="106923"/>
                </a:cubicBezTo>
                <a:cubicBezTo>
                  <a:pt x="266244" y="108736"/>
                  <a:pt x="267246" y="111106"/>
                  <a:pt x="267246" y="114032"/>
                </a:cubicBezTo>
                <a:cubicBezTo>
                  <a:pt x="267246" y="116958"/>
                  <a:pt x="266244" y="119328"/>
                  <a:pt x="264240" y="121141"/>
                </a:cubicBezTo>
                <a:cubicBezTo>
                  <a:pt x="262236" y="122954"/>
                  <a:pt x="258880" y="123861"/>
                  <a:pt x="254172" y="123861"/>
                </a:cubicBezTo>
                <a:lnTo>
                  <a:pt x="236519" y="123861"/>
                </a:lnTo>
                <a:cubicBezTo>
                  <a:pt x="231811" y="123861"/>
                  <a:pt x="228456" y="122938"/>
                  <a:pt x="226452" y="121093"/>
                </a:cubicBezTo>
                <a:cubicBezTo>
                  <a:pt x="224448" y="119248"/>
                  <a:pt x="223446" y="116863"/>
                  <a:pt x="223446" y="113937"/>
                </a:cubicBezTo>
                <a:cubicBezTo>
                  <a:pt x="223446" y="111010"/>
                  <a:pt x="224432" y="108656"/>
                  <a:pt x="226404" y="106875"/>
                </a:cubicBezTo>
                <a:cubicBezTo>
                  <a:pt x="228376" y="105094"/>
                  <a:pt x="231430" y="104203"/>
                  <a:pt x="235565" y="104203"/>
                </a:cubicBezTo>
                <a:lnTo>
                  <a:pt x="235565" y="56873"/>
                </a:lnTo>
                <a:cubicBezTo>
                  <a:pt x="231430" y="56873"/>
                  <a:pt x="228376" y="55950"/>
                  <a:pt x="226404" y="54106"/>
                </a:cubicBezTo>
                <a:cubicBezTo>
                  <a:pt x="224432" y="52261"/>
                  <a:pt x="223446" y="49875"/>
                  <a:pt x="223446" y="46949"/>
                </a:cubicBezTo>
                <a:cubicBezTo>
                  <a:pt x="223446" y="44022"/>
                  <a:pt x="224448" y="41669"/>
                  <a:pt x="226452" y="39887"/>
                </a:cubicBezTo>
                <a:cubicBezTo>
                  <a:pt x="228456" y="38106"/>
                  <a:pt x="231811" y="37215"/>
                  <a:pt x="236519" y="37215"/>
                </a:cubicBezTo>
                <a:lnTo>
                  <a:pt x="255127" y="37215"/>
                </a:lnTo>
                <a:close/>
                <a:moveTo>
                  <a:pt x="409599" y="0"/>
                </a:moveTo>
                <a:lnTo>
                  <a:pt x="409599" y="20802"/>
                </a:lnTo>
                <a:lnTo>
                  <a:pt x="386316" y="20802"/>
                </a:lnTo>
                <a:lnTo>
                  <a:pt x="386316" y="0"/>
                </a:lnTo>
                <a:lnTo>
                  <a:pt x="409599" y="0"/>
                </a:lnTo>
                <a:moveTo>
                  <a:pt x="412271" y="37215"/>
                </a:moveTo>
                <a:lnTo>
                  <a:pt x="412271" y="104203"/>
                </a:lnTo>
                <a:lnTo>
                  <a:pt x="435746" y="104203"/>
                </a:lnTo>
                <a:cubicBezTo>
                  <a:pt x="440453" y="104203"/>
                  <a:pt x="443809" y="105110"/>
                  <a:pt x="445813" y="106923"/>
                </a:cubicBezTo>
                <a:cubicBezTo>
                  <a:pt x="447817" y="108736"/>
                  <a:pt x="448819" y="111106"/>
                  <a:pt x="448819" y="114032"/>
                </a:cubicBezTo>
                <a:cubicBezTo>
                  <a:pt x="448819" y="116958"/>
                  <a:pt x="447817" y="119328"/>
                  <a:pt x="445813" y="121141"/>
                </a:cubicBezTo>
                <a:cubicBezTo>
                  <a:pt x="443809" y="122954"/>
                  <a:pt x="440453" y="123861"/>
                  <a:pt x="435746" y="123861"/>
                </a:cubicBezTo>
                <a:lnTo>
                  <a:pt x="369235" y="123861"/>
                </a:lnTo>
                <a:cubicBezTo>
                  <a:pt x="364527" y="123861"/>
                  <a:pt x="361172" y="122938"/>
                  <a:pt x="359168" y="121093"/>
                </a:cubicBezTo>
                <a:cubicBezTo>
                  <a:pt x="357164" y="119248"/>
                  <a:pt x="356162" y="116863"/>
                  <a:pt x="356162" y="113937"/>
                </a:cubicBezTo>
                <a:cubicBezTo>
                  <a:pt x="356162" y="111010"/>
                  <a:pt x="357164" y="108656"/>
                  <a:pt x="359168" y="106875"/>
                </a:cubicBezTo>
                <a:cubicBezTo>
                  <a:pt x="361172" y="105094"/>
                  <a:pt x="364527" y="104203"/>
                  <a:pt x="369235" y="104203"/>
                </a:cubicBezTo>
                <a:lnTo>
                  <a:pt x="392709" y="104203"/>
                </a:lnTo>
                <a:lnTo>
                  <a:pt x="392709" y="56873"/>
                </a:lnTo>
                <a:lnTo>
                  <a:pt x="376964" y="56873"/>
                </a:lnTo>
                <a:cubicBezTo>
                  <a:pt x="372320" y="56873"/>
                  <a:pt x="368980" y="55950"/>
                  <a:pt x="366945" y="54106"/>
                </a:cubicBezTo>
                <a:cubicBezTo>
                  <a:pt x="364909" y="52261"/>
                  <a:pt x="363891" y="49875"/>
                  <a:pt x="363891" y="46949"/>
                </a:cubicBezTo>
                <a:cubicBezTo>
                  <a:pt x="363891" y="44022"/>
                  <a:pt x="364893" y="41669"/>
                  <a:pt x="366897" y="39887"/>
                </a:cubicBezTo>
                <a:cubicBezTo>
                  <a:pt x="368901" y="38106"/>
                  <a:pt x="372257" y="37215"/>
                  <a:pt x="376964" y="37215"/>
                </a:cubicBezTo>
                <a:lnTo>
                  <a:pt x="412271" y="37215"/>
                </a:lnTo>
                <a:close/>
                <a:moveTo>
                  <a:pt x="500043" y="37215"/>
                </a:moveTo>
                <a:lnTo>
                  <a:pt x="500043" y="43704"/>
                </a:lnTo>
                <a:cubicBezTo>
                  <a:pt x="503605" y="40651"/>
                  <a:pt x="507534" y="38361"/>
                  <a:pt x="511828" y="36834"/>
                </a:cubicBezTo>
                <a:cubicBezTo>
                  <a:pt x="516122" y="35307"/>
                  <a:pt x="520782" y="34544"/>
                  <a:pt x="525807" y="34544"/>
                </a:cubicBezTo>
                <a:cubicBezTo>
                  <a:pt x="537386" y="34544"/>
                  <a:pt x="546546" y="38138"/>
                  <a:pt x="553290" y="45327"/>
                </a:cubicBezTo>
                <a:cubicBezTo>
                  <a:pt x="558633" y="51052"/>
                  <a:pt x="561305" y="58559"/>
                  <a:pt x="561305" y="67847"/>
                </a:cubicBezTo>
                <a:lnTo>
                  <a:pt x="561305" y="104203"/>
                </a:lnTo>
                <a:cubicBezTo>
                  <a:pt x="565440" y="104203"/>
                  <a:pt x="568494" y="105110"/>
                  <a:pt x="570466" y="106923"/>
                </a:cubicBezTo>
                <a:cubicBezTo>
                  <a:pt x="572438" y="108736"/>
                  <a:pt x="573424" y="111106"/>
                  <a:pt x="573424" y="114032"/>
                </a:cubicBezTo>
                <a:cubicBezTo>
                  <a:pt x="573424" y="116958"/>
                  <a:pt x="572422" y="119328"/>
                  <a:pt x="570418" y="121141"/>
                </a:cubicBezTo>
                <a:cubicBezTo>
                  <a:pt x="568414" y="122954"/>
                  <a:pt x="565059" y="123861"/>
                  <a:pt x="560351" y="123861"/>
                </a:cubicBezTo>
                <a:lnTo>
                  <a:pt x="542698" y="123861"/>
                </a:lnTo>
                <a:cubicBezTo>
                  <a:pt x="537990" y="123861"/>
                  <a:pt x="534634" y="122938"/>
                  <a:pt x="532630" y="121093"/>
                </a:cubicBezTo>
                <a:cubicBezTo>
                  <a:pt x="530626" y="119248"/>
                  <a:pt x="529624" y="116863"/>
                  <a:pt x="529624" y="113937"/>
                </a:cubicBezTo>
                <a:cubicBezTo>
                  <a:pt x="529624" y="111010"/>
                  <a:pt x="530610" y="108656"/>
                  <a:pt x="532583" y="106875"/>
                </a:cubicBezTo>
                <a:cubicBezTo>
                  <a:pt x="534555" y="105094"/>
                  <a:pt x="537608" y="104203"/>
                  <a:pt x="541743" y="104203"/>
                </a:cubicBezTo>
                <a:lnTo>
                  <a:pt x="541743" y="67346"/>
                </a:lnTo>
                <a:cubicBezTo>
                  <a:pt x="541743" y="63091"/>
                  <a:pt x="540598" y="59980"/>
                  <a:pt x="538308" y="58012"/>
                </a:cubicBezTo>
                <a:cubicBezTo>
                  <a:pt x="535318" y="55471"/>
                  <a:pt x="530833" y="54201"/>
                  <a:pt x="524853" y="54201"/>
                </a:cubicBezTo>
                <a:cubicBezTo>
                  <a:pt x="520336" y="54201"/>
                  <a:pt x="516376" y="55076"/>
                  <a:pt x="512973" y="56825"/>
                </a:cubicBezTo>
                <a:cubicBezTo>
                  <a:pt x="509569" y="58575"/>
                  <a:pt x="505259" y="62280"/>
                  <a:pt x="500043" y="67942"/>
                </a:cubicBezTo>
                <a:lnTo>
                  <a:pt x="500043" y="104203"/>
                </a:lnTo>
                <a:cubicBezTo>
                  <a:pt x="505069" y="104203"/>
                  <a:pt x="508313" y="104808"/>
                  <a:pt x="509776" y="106016"/>
                </a:cubicBezTo>
                <a:cubicBezTo>
                  <a:pt x="512893" y="108434"/>
                  <a:pt x="514452" y="111106"/>
                  <a:pt x="514452" y="114032"/>
                </a:cubicBezTo>
                <a:cubicBezTo>
                  <a:pt x="514452" y="116958"/>
                  <a:pt x="513450" y="119328"/>
                  <a:pt x="511446" y="121141"/>
                </a:cubicBezTo>
                <a:cubicBezTo>
                  <a:pt x="509442" y="122954"/>
                  <a:pt x="506086" y="123861"/>
                  <a:pt x="501379" y="123861"/>
                </a:cubicBezTo>
                <a:lnTo>
                  <a:pt x="479145" y="123861"/>
                </a:lnTo>
                <a:cubicBezTo>
                  <a:pt x="474437" y="123861"/>
                  <a:pt x="471082" y="122938"/>
                  <a:pt x="469078" y="121093"/>
                </a:cubicBezTo>
                <a:cubicBezTo>
                  <a:pt x="467074" y="119248"/>
                  <a:pt x="466072" y="116863"/>
                  <a:pt x="466072" y="113937"/>
                </a:cubicBezTo>
                <a:cubicBezTo>
                  <a:pt x="466072" y="111010"/>
                  <a:pt x="467599" y="108346"/>
                  <a:pt x="470652" y="105945"/>
                </a:cubicBezTo>
                <a:cubicBezTo>
                  <a:pt x="472179" y="104784"/>
                  <a:pt x="475455" y="104203"/>
                  <a:pt x="480481" y="104203"/>
                </a:cubicBezTo>
                <a:lnTo>
                  <a:pt x="480481" y="56873"/>
                </a:lnTo>
                <a:cubicBezTo>
                  <a:pt x="476346" y="56873"/>
                  <a:pt x="473292" y="55950"/>
                  <a:pt x="471320" y="54106"/>
                </a:cubicBezTo>
                <a:cubicBezTo>
                  <a:pt x="469348" y="52261"/>
                  <a:pt x="468362" y="49875"/>
                  <a:pt x="468362" y="46949"/>
                </a:cubicBezTo>
                <a:cubicBezTo>
                  <a:pt x="468362" y="44022"/>
                  <a:pt x="469364" y="41669"/>
                  <a:pt x="471368" y="39887"/>
                </a:cubicBezTo>
                <a:cubicBezTo>
                  <a:pt x="473372" y="38106"/>
                  <a:pt x="476728" y="37215"/>
                  <a:pt x="481435" y="37215"/>
                </a:cubicBezTo>
                <a:lnTo>
                  <a:pt x="500043" y="37215"/>
                </a:lnTo>
                <a:close/>
                <a:moveTo>
                  <a:pt x="658619" y="43132"/>
                </a:moveTo>
                <a:lnTo>
                  <a:pt x="658619" y="37215"/>
                </a:lnTo>
                <a:lnTo>
                  <a:pt x="681521" y="37215"/>
                </a:lnTo>
                <a:cubicBezTo>
                  <a:pt x="686229" y="37215"/>
                  <a:pt x="689584" y="38122"/>
                  <a:pt x="691588" y="39935"/>
                </a:cubicBezTo>
                <a:cubicBezTo>
                  <a:pt x="693592" y="41748"/>
                  <a:pt x="694594" y="44118"/>
                  <a:pt x="694594" y="47044"/>
                </a:cubicBezTo>
                <a:cubicBezTo>
                  <a:pt x="694594" y="49970"/>
                  <a:pt x="693592" y="52340"/>
                  <a:pt x="691588" y="54153"/>
                </a:cubicBezTo>
                <a:cubicBezTo>
                  <a:pt x="689584" y="55966"/>
                  <a:pt x="686229" y="56873"/>
                  <a:pt x="681521" y="56873"/>
                </a:cubicBezTo>
                <a:lnTo>
                  <a:pt x="678181" y="56873"/>
                </a:lnTo>
                <a:lnTo>
                  <a:pt x="678181" y="127997"/>
                </a:lnTo>
                <a:cubicBezTo>
                  <a:pt x="678181" y="134861"/>
                  <a:pt x="676734" y="140851"/>
                  <a:pt x="673839" y="145966"/>
                </a:cubicBezTo>
                <a:cubicBezTo>
                  <a:pt x="670945" y="151083"/>
                  <a:pt x="666508" y="155485"/>
                  <a:pt x="660528" y="159171"/>
                </a:cubicBezTo>
                <a:cubicBezTo>
                  <a:pt x="654548" y="162858"/>
                  <a:pt x="647804" y="164702"/>
                  <a:pt x="640298" y="164702"/>
                </a:cubicBezTo>
                <a:lnTo>
                  <a:pt x="618159" y="164702"/>
                </a:lnTo>
                <a:cubicBezTo>
                  <a:pt x="613452" y="164702"/>
                  <a:pt x="610096" y="163791"/>
                  <a:pt x="608092" y="161968"/>
                </a:cubicBezTo>
                <a:cubicBezTo>
                  <a:pt x="606088" y="160147"/>
                  <a:pt x="605086" y="157798"/>
                  <a:pt x="605086" y="154921"/>
                </a:cubicBezTo>
                <a:cubicBezTo>
                  <a:pt x="605086" y="151981"/>
                  <a:pt x="606088" y="149599"/>
                  <a:pt x="608092" y="147776"/>
                </a:cubicBezTo>
                <a:cubicBezTo>
                  <a:pt x="610096" y="145955"/>
                  <a:pt x="613452" y="145045"/>
                  <a:pt x="618159" y="145045"/>
                </a:cubicBezTo>
                <a:lnTo>
                  <a:pt x="639725" y="145045"/>
                </a:lnTo>
                <a:cubicBezTo>
                  <a:pt x="645705" y="145045"/>
                  <a:pt x="650349" y="143434"/>
                  <a:pt x="653657" y="140211"/>
                </a:cubicBezTo>
                <a:cubicBezTo>
                  <a:pt x="656965" y="136990"/>
                  <a:pt x="658619" y="132917"/>
                  <a:pt x="658619" y="127991"/>
                </a:cubicBezTo>
                <a:lnTo>
                  <a:pt x="658619" y="118517"/>
                </a:lnTo>
                <a:cubicBezTo>
                  <a:pt x="654293" y="121316"/>
                  <a:pt x="649888" y="123415"/>
                  <a:pt x="645403" y="124815"/>
                </a:cubicBezTo>
                <a:cubicBezTo>
                  <a:pt x="640918" y="126214"/>
                  <a:pt x="636322" y="126914"/>
                  <a:pt x="631614" y="126914"/>
                </a:cubicBezTo>
                <a:cubicBezTo>
                  <a:pt x="618318" y="126914"/>
                  <a:pt x="607185" y="122473"/>
                  <a:pt x="598216" y="113591"/>
                </a:cubicBezTo>
                <a:cubicBezTo>
                  <a:pt x="589246" y="104706"/>
                  <a:pt x="584761" y="93736"/>
                  <a:pt x="584761" y="80681"/>
                </a:cubicBezTo>
                <a:cubicBezTo>
                  <a:pt x="584761" y="67562"/>
                  <a:pt x="589246" y="56562"/>
                  <a:pt x="598216" y="47679"/>
                </a:cubicBezTo>
                <a:cubicBezTo>
                  <a:pt x="607185" y="38795"/>
                  <a:pt x="618318" y="34353"/>
                  <a:pt x="631614" y="34353"/>
                </a:cubicBezTo>
                <a:cubicBezTo>
                  <a:pt x="636576" y="34353"/>
                  <a:pt x="641300" y="35076"/>
                  <a:pt x="645785" y="36524"/>
                </a:cubicBezTo>
                <a:cubicBezTo>
                  <a:pt x="650270" y="37971"/>
                  <a:pt x="654548" y="40174"/>
                  <a:pt x="658619" y="43132"/>
                </a:cubicBezTo>
                <a:moveTo>
                  <a:pt x="658524" y="80633"/>
                </a:moveTo>
                <a:cubicBezTo>
                  <a:pt x="658524" y="73445"/>
                  <a:pt x="655868" y="67210"/>
                  <a:pt x="650556" y="61930"/>
                </a:cubicBezTo>
                <a:cubicBezTo>
                  <a:pt x="645244" y="56650"/>
                  <a:pt x="638866" y="54010"/>
                  <a:pt x="631423" y="54010"/>
                </a:cubicBezTo>
                <a:cubicBezTo>
                  <a:pt x="623980" y="54010"/>
                  <a:pt x="617603" y="56650"/>
                  <a:pt x="612291" y="61930"/>
                </a:cubicBezTo>
                <a:cubicBezTo>
                  <a:pt x="606979" y="67210"/>
                  <a:pt x="604323" y="73445"/>
                  <a:pt x="604323" y="80633"/>
                </a:cubicBezTo>
                <a:cubicBezTo>
                  <a:pt x="604323" y="87886"/>
                  <a:pt x="606979" y="94136"/>
                  <a:pt x="612291" y="99384"/>
                </a:cubicBezTo>
                <a:cubicBezTo>
                  <a:pt x="617603" y="104633"/>
                  <a:pt x="623980" y="107257"/>
                  <a:pt x="631423" y="107257"/>
                </a:cubicBezTo>
                <a:cubicBezTo>
                  <a:pt x="638866" y="107257"/>
                  <a:pt x="645244" y="104633"/>
                  <a:pt x="650556" y="99384"/>
                </a:cubicBezTo>
                <a:cubicBezTo>
                  <a:pt x="655868" y="94136"/>
                  <a:pt x="658524" y="87886"/>
                  <a:pt x="658524" y="80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vulnerabilities">
            <a:extLst xmlns:a="http://schemas.openxmlformats.org/drawingml/2006/main">
              <a:ext uri="{FF2B5EF4-FFF2-40B4-BE49-F238E27FC236}">
                <a16:creationId xmlns:a16="http://schemas.microsoft.com/office/drawing/2014/main" id="{4AE83550-5168-4FA3-BF29-DA05228E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960" y="6154360"/>
            <a:ext cx="1745044" cy="126914"/>
          </a:xfrm>
          <a:custGeom xmlns:a="http://schemas.openxmlformats.org/drawingml/2006/main">
            <a:pathLst>
              <a:path w="1745044" h="126914">
                <a:moveTo>
                  <a:pt x="58781" y="100028"/>
                </a:moveTo>
                <a:lnTo>
                  <a:pt x="79870" y="56873"/>
                </a:lnTo>
                <a:cubicBezTo>
                  <a:pt x="74654" y="56873"/>
                  <a:pt x="71314" y="56299"/>
                  <a:pt x="69851" y="55152"/>
                </a:cubicBezTo>
                <a:cubicBezTo>
                  <a:pt x="66670" y="52610"/>
                  <a:pt x="65079" y="49875"/>
                  <a:pt x="65079" y="46949"/>
                </a:cubicBezTo>
                <a:cubicBezTo>
                  <a:pt x="65079" y="44022"/>
                  <a:pt x="66081" y="41669"/>
                  <a:pt x="68085" y="39887"/>
                </a:cubicBezTo>
                <a:cubicBezTo>
                  <a:pt x="70089" y="38106"/>
                  <a:pt x="73445" y="37215"/>
                  <a:pt x="78152" y="37215"/>
                </a:cubicBezTo>
                <a:lnTo>
                  <a:pt x="104967" y="37215"/>
                </a:lnTo>
                <a:cubicBezTo>
                  <a:pt x="109674" y="37215"/>
                  <a:pt x="113030" y="38122"/>
                  <a:pt x="115034" y="39935"/>
                </a:cubicBezTo>
                <a:cubicBezTo>
                  <a:pt x="117038" y="41748"/>
                  <a:pt x="118040" y="44118"/>
                  <a:pt x="118040" y="47044"/>
                </a:cubicBezTo>
                <a:cubicBezTo>
                  <a:pt x="118040" y="49970"/>
                  <a:pt x="117038" y="52340"/>
                  <a:pt x="115034" y="54153"/>
                </a:cubicBezTo>
                <a:cubicBezTo>
                  <a:pt x="113030" y="55966"/>
                  <a:pt x="109674" y="56873"/>
                  <a:pt x="104967" y="56873"/>
                </a:cubicBezTo>
                <a:lnTo>
                  <a:pt x="101722" y="56873"/>
                </a:lnTo>
                <a:lnTo>
                  <a:pt x="68992" y="123861"/>
                </a:lnTo>
                <a:lnTo>
                  <a:pt x="48571" y="123861"/>
                </a:lnTo>
                <a:lnTo>
                  <a:pt x="15840" y="56873"/>
                </a:lnTo>
                <a:lnTo>
                  <a:pt x="13073" y="56873"/>
                </a:lnTo>
                <a:cubicBezTo>
                  <a:pt x="8366" y="56873"/>
                  <a:pt x="5010" y="55950"/>
                  <a:pt x="3006" y="54106"/>
                </a:cubicBezTo>
                <a:cubicBezTo>
                  <a:pt x="1002" y="52261"/>
                  <a:pt x="0" y="49875"/>
                  <a:pt x="0" y="46949"/>
                </a:cubicBezTo>
                <a:cubicBezTo>
                  <a:pt x="0" y="44022"/>
                  <a:pt x="1002" y="41669"/>
                  <a:pt x="3006" y="39887"/>
                </a:cubicBezTo>
                <a:cubicBezTo>
                  <a:pt x="5010" y="38106"/>
                  <a:pt x="8366" y="37215"/>
                  <a:pt x="13073" y="37215"/>
                </a:cubicBezTo>
                <a:lnTo>
                  <a:pt x="39315" y="37215"/>
                </a:lnTo>
                <a:cubicBezTo>
                  <a:pt x="43959" y="37215"/>
                  <a:pt x="47283" y="38122"/>
                  <a:pt x="49287" y="39935"/>
                </a:cubicBezTo>
                <a:cubicBezTo>
                  <a:pt x="51291" y="41748"/>
                  <a:pt x="52292" y="44118"/>
                  <a:pt x="52292" y="47044"/>
                </a:cubicBezTo>
                <a:cubicBezTo>
                  <a:pt x="52292" y="49970"/>
                  <a:pt x="50766" y="52642"/>
                  <a:pt x="47712" y="55060"/>
                </a:cubicBezTo>
                <a:cubicBezTo>
                  <a:pt x="46185" y="56268"/>
                  <a:pt x="42782" y="56873"/>
                  <a:pt x="37502" y="56873"/>
                </a:cubicBezTo>
                <a:lnTo>
                  <a:pt x="58781" y="100028"/>
                </a:lnTo>
                <a:close/>
                <a:moveTo>
                  <a:pt x="217452" y="37215"/>
                </a:moveTo>
                <a:lnTo>
                  <a:pt x="217452" y="104203"/>
                </a:lnTo>
                <a:cubicBezTo>
                  <a:pt x="221587" y="104203"/>
                  <a:pt x="224640" y="105110"/>
                  <a:pt x="226613" y="106923"/>
                </a:cubicBezTo>
                <a:cubicBezTo>
                  <a:pt x="228585" y="108736"/>
                  <a:pt x="229571" y="111106"/>
                  <a:pt x="229571" y="114032"/>
                </a:cubicBezTo>
                <a:cubicBezTo>
                  <a:pt x="229571" y="116958"/>
                  <a:pt x="228569" y="119328"/>
                  <a:pt x="226565" y="121141"/>
                </a:cubicBezTo>
                <a:cubicBezTo>
                  <a:pt x="224561" y="122954"/>
                  <a:pt x="221205" y="123861"/>
                  <a:pt x="216498" y="123861"/>
                </a:cubicBezTo>
                <a:lnTo>
                  <a:pt x="197890" y="123861"/>
                </a:lnTo>
                <a:lnTo>
                  <a:pt x="197890" y="119280"/>
                </a:lnTo>
                <a:cubicBezTo>
                  <a:pt x="192292" y="121825"/>
                  <a:pt x="186948" y="123733"/>
                  <a:pt x="181859" y="125006"/>
                </a:cubicBezTo>
                <a:cubicBezTo>
                  <a:pt x="176769" y="126278"/>
                  <a:pt x="171934" y="126914"/>
                  <a:pt x="167354" y="126914"/>
                </a:cubicBezTo>
                <a:cubicBezTo>
                  <a:pt x="160929" y="126914"/>
                  <a:pt x="155362" y="125566"/>
                  <a:pt x="150655" y="122871"/>
                </a:cubicBezTo>
                <a:cubicBezTo>
                  <a:pt x="145947" y="120173"/>
                  <a:pt x="142226" y="116445"/>
                  <a:pt x="139490" y="111688"/>
                </a:cubicBezTo>
                <a:cubicBezTo>
                  <a:pt x="137518" y="108263"/>
                  <a:pt x="136532" y="103981"/>
                  <a:pt x="136532" y="98842"/>
                </a:cubicBezTo>
                <a:lnTo>
                  <a:pt x="136532" y="56873"/>
                </a:lnTo>
                <a:lnTo>
                  <a:pt x="133192" y="56873"/>
                </a:lnTo>
                <a:cubicBezTo>
                  <a:pt x="128485" y="56873"/>
                  <a:pt x="125129" y="55950"/>
                  <a:pt x="123125" y="54106"/>
                </a:cubicBezTo>
                <a:cubicBezTo>
                  <a:pt x="121121" y="52261"/>
                  <a:pt x="120119" y="49875"/>
                  <a:pt x="120119" y="46949"/>
                </a:cubicBezTo>
                <a:cubicBezTo>
                  <a:pt x="120119" y="44022"/>
                  <a:pt x="121121" y="41669"/>
                  <a:pt x="123125" y="39887"/>
                </a:cubicBezTo>
                <a:cubicBezTo>
                  <a:pt x="125129" y="38106"/>
                  <a:pt x="128485" y="37215"/>
                  <a:pt x="133192" y="37215"/>
                </a:cubicBezTo>
                <a:lnTo>
                  <a:pt x="156094" y="37215"/>
                </a:lnTo>
                <a:lnTo>
                  <a:pt x="156094" y="95266"/>
                </a:lnTo>
                <a:cubicBezTo>
                  <a:pt x="156094" y="99389"/>
                  <a:pt x="157096" y="102419"/>
                  <a:pt x="159100" y="104355"/>
                </a:cubicBezTo>
                <a:cubicBezTo>
                  <a:pt x="161104" y="106290"/>
                  <a:pt x="164173" y="107257"/>
                  <a:pt x="168308" y="107257"/>
                </a:cubicBezTo>
                <a:cubicBezTo>
                  <a:pt x="172253" y="107257"/>
                  <a:pt x="176499" y="106480"/>
                  <a:pt x="181047" y="104925"/>
                </a:cubicBezTo>
                <a:cubicBezTo>
                  <a:pt x="185596" y="103370"/>
                  <a:pt x="191210" y="100563"/>
                  <a:pt x="197890" y="96504"/>
                </a:cubicBezTo>
                <a:lnTo>
                  <a:pt x="197890" y="56873"/>
                </a:lnTo>
                <a:lnTo>
                  <a:pt x="190828" y="56873"/>
                </a:lnTo>
                <a:cubicBezTo>
                  <a:pt x="186121" y="56873"/>
                  <a:pt x="182765" y="55950"/>
                  <a:pt x="180761" y="54106"/>
                </a:cubicBezTo>
                <a:cubicBezTo>
                  <a:pt x="178757" y="52261"/>
                  <a:pt x="177755" y="49875"/>
                  <a:pt x="177755" y="46949"/>
                </a:cubicBezTo>
                <a:cubicBezTo>
                  <a:pt x="177755" y="44022"/>
                  <a:pt x="178757" y="41669"/>
                  <a:pt x="180761" y="39887"/>
                </a:cubicBezTo>
                <a:cubicBezTo>
                  <a:pt x="182765" y="38106"/>
                  <a:pt x="186121" y="37215"/>
                  <a:pt x="190828" y="37215"/>
                </a:cubicBezTo>
                <a:lnTo>
                  <a:pt x="217452" y="37215"/>
                </a:lnTo>
                <a:close/>
                <a:moveTo>
                  <a:pt x="302934" y="0"/>
                </a:moveTo>
                <a:lnTo>
                  <a:pt x="302934" y="104203"/>
                </a:lnTo>
                <a:lnTo>
                  <a:pt x="326409" y="104203"/>
                </a:lnTo>
                <a:cubicBezTo>
                  <a:pt x="331116" y="104203"/>
                  <a:pt x="334472" y="105110"/>
                  <a:pt x="336476" y="106923"/>
                </a:cubicBezTo>
                <a:cubicBezTo>
                  <a:pt x="338480" y="108736"/>
                  <a:pt x="339482" y="111106"/>
                  <a:pt x="339482" y="114032"/>
                </a:cubicBezTo>
                <a:cubicBezTo>
                  <a:pt x="339482" y="116958"/>
                  <a:pt x="338480" y="119328"/>
                  <a:pt x="336476" y="121141"/>
                </a:cubicBezTo>
                <a:cubicBezTo>
                  <a:pt x="334472" y="122954"/>
                  <a:pt x="331116" y="123861"/>
                  <a:pt x="326409" y="123861"/>
                </a:cubicBezTo>
                <a:lnTo>
                  <a:pt x="259898" y="123861"/>
                </a:lnTo>
                <a:cubicBezTo>
                  <a:pt x="255190" y="123861"/>
                  <a:pt x="251835" y="122938"/>
                  <a:pt x="249831" y="121093"/>
                </a:cubicBezTo>
                <a:cubicBezTo>
                  <a:pt x="247827" y="119248"/>
                  <a:pt x="246825" y="116863"/>
                  <a:pt x="246825" y="113937"/>
                </a:cubicBezTo>
                <a:cubicBezTo>
                  <a:pt x="246825" y="111010"/>
                  <a:pt x="247827" y="108656"/>
                  <a:pt x="249831" y="106875"/>
                </a:cubicBezTo>
                <a:cubicBezTo>
                  <a:pt x="251835" y="105094"/>
                  <a:pt x="255190" y="104203"/>
                  <a:pt x="259898" y="104203"/>
                </a:cubicBezTo>
                <a:lnTo>
                  <a:pt x="283372" y="104203"/>
                </a:lnTo>
                <a:lnTo>
                  <a:pt x="283372" y="19657"/>
                </a:lnTo>
                <a:lnTo>
                  <a:pt x="267627" y="19657"/>
                </a:lnTo>
                <a:cubicBezTo>
                  <a:pt x="262983" y="19657"/>
                  <a:pt x="259643" y="18735"/>
                  <a:pt x="257608" y="16890"/>
                </a:cubicBezTo>
                <a:cubicBezTo>
                  <a:pt x="255572" y="15045"/>
                  <a:pt x="254554" y="12660"/>
                  <a:pt x="254554" y="9733"/>
                </a:cubicBezTo>
                <a:cubicBezTo>
                  <a:pt x="254554" y="6807"/>
                  <a:pt x="255556" y="4453"/>
                  <a:pt x="257560" y="2672"/>
                </a:cubicBezTo>
                <a:cubicBezTo>
                  <a:pt x="259564" y="891"/>
                  <a:pt x="262920" y="0"/>
                  <a:pt x="267627" y="0"/>
                </a:cubicBezTo>
                <a:lnTo>
                  <a:pt x="302934" y="0"/>
                </a:lnTo>
                <a:close/>
                <a:moveTo>
                  <a:pt x="390610" y="37215"/>
                </a:moveTo>
                <a:lnTo>
                  <a:pt x="390610" y="43704"/>
                </a:lnTo>
                <a:cubicBezTo>
                  <a:pt x="394172" y="40651"/>
                  <a:pt x="398101" y="38361"/>
                  <a:pt x="402395" y="36834"/>
                </a:cubicBezTo>
                <a:cubicBezTo>
                  <a:pt x="406689" y="35307"/>
                  <a:pt x="411349" y="34544"/>
                  <a:pt x="416374" y="34544"/>
                </a:cubicBezTo>
                <a:cubicBezTo>
                  <a:pt x="427953" y="34544"/>
                  <a:pt x="437113" y="38138"/>
                  <a:pt x="443857" y="45327"/>
                </a:cubicBezTo>
                <a:cubicBezTo>
                  <a:pt x="449200" y="51052"/>
                  <a:pt x="451872" y="58559"/>
                  <a:pt x="451872" y="67847"/>
                </a:cubicBezTo>
                <a:lnTo>
                  <a:pt x="451872" y="104203"/>
                </a:lnTo>
                <a:cubicBezTo>
                  <a:pt x="456007" y="104203"/>
                  <a:pt x="459061" y="105110"/>
                  <a:pt x="461033" y="106923"/>
                </a:cubicBezTo>
                <a:cubicBezTo>
                  <a:pt x="463005" y="108736"/>
                  <a:pt x="463991" y="111106"/>
                  <a:pt x="463991" y="114032"/>
                </a:cubicBezTo>
                <a:cubicBezTo>
                  <a:pt x="463991" y="116958"/>
                  <a:pt x="462989" y="119328"/>
                  <a:pt x="460985" y="121141"/>
                </a:cubicBezTo>
                <a:cubicBezTo>
                  <a:pt x="458981" y="122954"/>
                  <a:pt x="455626" y="123861"/>
                  <a:pt x="450918" y="123861"/>
                </a:cubicBezTo>
                <a:lnTo>
                  <a:pt x="433265" y="123861"/>
                </a:lnTo>
                <a:cubicBezTo>
                  <a:pt x="428557" y="123861"/>
                  <a:pt x="425201" y="122938"/>
                  <a:pt x="423197" y="121093"/>
                </a:cubicBezTo>
                <a:cubicBezTo>
                  <a:pt x="421193" y="119248"/>
                  <a:pt x="420191" y="116863"/>
                  <a:pt x="420191" y="113937"/>
                </a:cubicBezTo>
                <a:cubicBezTo>
                  <a:pt x="420191" y="111010"/>
                  <a:pt x="421177" y="108656"/>
                  <a:pt x="423150" y="106875"/>
                </a:cubicBezTo>
                <a:cubicBezTo>
                  <a:pt x="425122" y="105094"/>
                  <a:pt x="428175" y="104203"/>
                  <a:pt x="432310" y="104203"/>
                </a:cubicBezTo>
                <a:lnTo>
                  <a:pt x="432310" y="67346"/>
                </a:lnTo>
                <a:cubicBezTo>
                  <a:pt x="432310" y="63091"/>
                  <a:pt x="431165" y="59980"/>
                  <a:pt x="428875" y="58012"/>
                </a:cubicBezTo>
                <a:cubicBezTo>
                  <a:pt x="425885" y="55471"/>
                  <a:pt x="421400" y="54201"/>
                  <a:pt x="415420" y="54201"/>
                </a:cubicBezTo>
                <a:cubicBezTo>
                  <a:pt x="410903" y="54201"/>
                  <a:pt x="406943" y="55076"/>
                  <a:pt x="403540" y="56825"/>
                </a:cubicBezTo>
                <a:cubicBezTo>
                  <a:pt x="400136" y="58575"/>
                  <a:pt x="395826" y="62280"/>
                  <a:pt x="390610" y="67942"/>
                </a:cubicBezTo>
                <a:lnTo>
                  <a:pt x="390610" y="104203"/>
                </a:lnTo>
                <a:cubicBezTo>
                  <a:pt x="395636" y="104203"/>
                  <a:pt x="398880" y="104808"/>
                  <a:pt x="400343" y="106016"/>
                </a:cubicBezTo>
                <a:cubicBezTo>
                  <a:pt x="403460" y="108434"/>
                  <a:pt x="405019" y="111106"/>
                  <a:pt x="405019" y="114032"/>
                </a:cubicBezTo>
                <a:cubicBezTo>
                  <a:pt x="405019" y="116958"/>
                  <a:pt x="404017" y="119328"/>
                  <a:pt x="402013" y="121141"/>
                </a:cubicBezTo>
                <a:cubicBezTo>
                  <a:pt x="400009" y="122954"/>
                  <a:pt x="396653" y="123861"/>
                  <a:pt x="391946" y="123861"/>
                </a:cubicBezTo>
                <a:lnTo>
                  <a:pt x="369712" y="123861"/>
                </a:lnTo>
                <a:cubicBezTo>
                  <a:pt x="365004" y="123861"/>
                  <a:pt x="361649" y="122938"/>
                  <a:pt x="359645" y="121093"/>
                </a:cubicBezTo>
                <a:cubicBezTo>
                  <a:pt x="357641" y="119248"/>
                  <a:pt x="356639" y="116863"/>
                  <a:pt x="356639" y="113937"/>
                </a:cubicBezTo>
                <a:cubicBezTo>
                  <a:pt x="356639" y="111010"/>
                  <a:pt x="358166" y="108346"/>
                  <a:pt x="361219" y="105945"/>
                </a:cubicBezTo>
                <a:cubicBezTo>
                  <a:pt x="362746" y="104784"/>
                  <a:pt x="366022" y="104203"/>
                  <a:pt x="371048" y="104203"/>
                </a:cubicBezTo>
                <a:lnTo>
                  <a:pt x="371048" y="56873"/>
                </a:lnTo>
                <a:cubicBezTo>
                  <a:pt x="366913" y="56873"/>
                  <a:pt x="363859" y="55950"/>
                  <a:pt x="361887" y="54106"/>
                </a:cubicBezTo>
                <a:cubicBezTo>
                  <a:pt x="359915" y="52261"/>
                  <a:pt x="358929" y="49875"/>
                  <a:pt x="358929" y="46949"/>
                </a:cubicBezTo>
                <a:cubicBezTo>
                  <a:pt x="358929" y="44022"/>
                  <a:pt x="359931" y="41669"/>
                  <a:pt x="361935" y="39887"/>
                </a:cubicBezTo>
                <a:cubicBezTo>
                  <a:pt x="363939" y="38106"/>
                  <a:pt x="367295" y="37215"/>
                  <a:pt x="372002" y="37215"/>
                </a:cubicBezTo>
                <a:lnTo>
                  <a:pt x="390610" y="37215"/>
                </a:lnTo>
                <a:close/>
                <a:moveTo>
                  <a:pt x="576763" y="90271"/>
                </a:moveTo>
                <a:lnTo>
                  <a:pt x="496511" y="90271"/>
                </a:lnTo>
                <a:cubicBezTo>
                  <a:pt x="498547" y="95361"/>
                  <a:pt x="502157" y="99464"/>
                  <a:pt x="507342" y="102581"/>
                </a:cubicBezTo>
                <a:cubicBezTo>
                  <a:pt x="512526" y="105698"/>
                  <a:pt x="519540" y="107257"/>
                  <a:pt x="528383" y="107257"/>
                </a:cubicBezTo>
                <a:cubicBezTo>
                  <a:pt x="535635" y="107257"/>
                  <a:pt x="545273" y="105721"/>
                  <a:pt x="557296" y="102650"/>
                </a:cubicBezTo>
                <a:cubicBezTo>
                  <a:pt x="562258" y="101395"/>
                  <a:pt x="565694" y="100768"/>
                  <a:pt x="567602" y="100768"/>
                </a:cubicBezTo>
                <a:cubicBezTo>
                  <a:pt x="570210" y="100768"/>
                  <a:pt x="572405" y="101690"/>
                  <a:pt x="574186" y="103535"/>
                </a:cubicBezTo>
                <a:cubicBezTo>
                  <a:pt x="575968" y="105380"/>
                  <a:pt x="576858" y="107702"/>
                  <a:pt x="576858" y="110501"/>
                </a:cubicBezTo>
                <a:cubicBezTo>
                  <a:pt x="576858" y="113046"/>
                  <a:pt x="575904" y="115209"/>
                  <a:pt x="573996" y="116990"/>
                </a:cubicBezTo>
                <a:cubicBezTo>
                  <a:pt x="571451" y="119344"/>
                  <a:pt x="565248" y="121586"/>
                  <a:pt x="555388" y="123718"/>
                </a:cubicBezTo>
                <a:cubicBezTo>
                  <a:pt x="545527" y="125849"/>
                  <a:pt x="536049" y="126914"/>
                  <a:pt x="526951" y="126914"/>
                </a:cubicBezTo>
                <a:cubicBezTo>
                  <a:pt x="511302" y="126914"/>
                  <a:pt x="498785" y="122493"/>
                  <a:pt x="489402" y="113650"/>
                </a:cubicBezTo>
                <a:cubicBezTo>
                  <a:pt x="480019" y="104808"/>
                  <a:pt x="475327" y="93929"/>
                  <a:pt x="475327" y="81015"/>
                </a:cubicBezTo>
                <a:cubicBezTo>
                  <a:pt x="475327" y="67274"/>
                  <a:pt x="480400" y="56094"/>
                  <a:pt x="490547" y="47474"/>
                </a:cubicBezTo>
                <a:cubicBezTo>
                  <a:pt x="500694" y="38854"/>
                  <a:pt x="512383" y="34544"/>
                  <a:pt x="525615" y="34544"/>
                </a:cubicBezTo>
                <a:cubicBezTo>
                  <a:pt x="533567" y="34544"/>
                  <a:pt x="540867" y="35941"/>
                  <a:pt x="547515" y="38736"/>
                </a:cubicBezTo>
                <a:cubicBezTo>
                  <a:pt x="554163" y="41529"/>
                  <a:pt x="559109" y="44545"/>
                  <a:pt x="562354" y="47784"/>
                </a:cubicBezTo>
                <a:cubicBezTo>
                  <a:pt x="566934" y="52483"/>
                  <a:pt x="570719" y="58294"/>
                  <a:pt x="573709" y="65217"/>
                </a:cubicBezTo>
                <a:cubicBezTo>
                  <a:pt x="575745" y="70043"/>
                  <a:pt x="576763" y="75633"/>
                  <a:pt x="576763" y="81984"/>
                </a:cubicBezTo>
                <a:lnTo>
                  <a:pt x="576763" y="90271"/>
                </a:lnTo>
                <a:moveTo>
                  <a:pt x="555102" y="70614"/>
                </a:moveTo>
                <a:cubicBezTo>
                  <a:pt x="552112" y="65111"/>
                  <a:pt x="548199" y="61000"/>
                  <a:pt x="543364" y="58280"/>
                </a:cubicBezTo>
                <a:cubicBezTo>
                  <a:pt x="538530" y="55561"/>
                  <a:pt x="532772" y="54201"/>
                  <a:pt x="526093" y="54201"/>
                </a:cubicBezTo>
                <a:cubicBezTo>
                  <a:pt x="519477" y="54201"/>
                  <a:pt x="513751" y="55561"/>
                  <a:pt x="508916" y="58280"/>
                </a:cubicBezTo>
                <a:cubicBezTo>
                  <a:pt x="504081" y="61000"/>
                  <a:pt x="500137" y="65111"/>
                  <a:pt x="497084" y="70614"/>
                </a:cubicBezTo>
                <a:lnTo>
                  <a:pt x="555102" y="70614"/>
                </a:lnTo>
                <a:close/>
                <a:moveTo>
                  <a:pt x="640870" y="37215"/>
                </a:moveTo>
                <a:lnTo>
                  <a:pt x="640870" y="49430"/>
                </a:lnTo>
                <a:cubicBezTo>
                  <a:pt x="649076" y="43476"/>
                  <a:pt x="655549" y="39507"/>
                  <a:pt x="660289" y="37523"/>
                </a:cubicBezTo>
                <a:cubicBezTo>
                  <a:pt x="665028" y="35537"/>
                  <a:pt x="669465" y="34544"/>
                  <a:pt x="673600" y="34544"/>
                </a:cubicBezTo>
                <a:cubicBezTo>
                  <a:pt x="679962" y="34544"/>
                  <a:pt x="686133" y="36905"/>
                  <a:pt x="692113" y="41629"/>
                </a:cubicBezTo>
                <a:cubicBezTo>
                  <a:pt x="696184" y="44822"/>
                  <a:pt x="698220" y="48078"/>
                  <a:pt x="698220" y="51398"/>
                </a:cubicBezTo>
                <a:cubicBezTo>
                  <a:pt x="698220" y="54207"/>
                  <a:pt x="697250" y="56586"/>
                  <a:pt x="695309" y="58534"/>
                </a:cubicBezTo>
                <a:cubicBezTo>
                  <a:pt x="693369" y="60480"/>
                  <a:pt x="691031" y="61453"/>
                  <a:pt x="688296" y="61453"/>
                </a:cubicBezTo>
                <a:cubicBezTo>
                  <a:pt x="685878" y="61453"/>
                  <a:pt x="683334" y="60245"/>
                  <a:pt x="680662" y="57827"/>
                </a:cubicBezTo>
                <a:cubicBezTo>
                  <a:pt x="677990" y="55410"/>
                  <a:pt x="675604" y="54201"/>
                  <a:pt x="673505" y="54201"/>
                </a:cubicBezTo>
                <a:cubicBezTo>
                  <a:pt x="670770" y="54201"/>
                  <a:pt x="666682" y="55919"/>
                  <a:pt x="661243" y="59354"/>
                </a:cubicBezTo>
                <a:cubicBezTo>
                  <a:pt x="655804" y="62789"/>
                  <a:pt x="649013" y="67942"/>
                  <a:pt x="640870" y="74813"/>
                </a:cubicBezTo>
                <a:lnTo>
                  <a:pt x="640870" y="104203"/>
                </a:lnTo>
                <a:lnTo>
                  <a:pt x="668734" y="104203"/>
                </a:lnTo>
                <a:cubicBezTo>
                  <a:pt x="673441" y="104203"/>
                  <a:pt x="676797" y="105110"/>
                  <a:pt x="678801" y="106923"/>
                </a:cubicBezTo>
                <a:cubicBezTo>
                  <a:pt x="680805" y="108736"/>
                  <a:pt x="681807" y="111106"/>
                  <a:pt x="681807" y="114032"/>
                </a:cubicBezTo>
                <a:cubicBezTo>
                  <a:pt x="681807" y="116958"/>
                  <a:pt x="680805" y="119328"/>
                  <a:pt x="678801" y="121141"/>
                </a:cubicBezTo>
                <a:cubicBezTo>
                  <a:pt x="676797" y="122954"/>
                  <a:pt x="673441" y="123861"/>
                  <a:pt x="668734" y="123861"/>
                </a:cubicBezTo>
                <a:lnTo>
                  <a:pt x="609666" y="123861"/>
                </a:lnTo>
                <a:cubicBezTo>
                  <a:pt x="604959" y="123861"/>
                  <a:pt x="601603" y="122938"/>
                  <a:pt x="599599" y="121093"/>
                </a:cubicBezTo>
                <a:cubicBezTo>
                  <a:pt x="597595" y="119248"/>
                  <a:pt x="596593" y="116863"/>
                  <a:pt x="596593" y="113937"/>
                </a:cubicBezTo>
                <a:cubicBezTo>
                  <a:pt x="596593" y="111010"/>
                  <a:pt x="597595" y="108656"/>
                  <a:pt x="599599" y="106875"/>
                </a:cubicBezTo>
                <a:cubicBezTo>
                  <a:pt x="601603" y="105094"/>
                  <a:pt x="604959" y="104203"/>
                  <a:pt x="609666" y="104203"/>
                </a:cubicBezTo>
                <a:lnTo>
                  <a:pt x="621308" y="104203"/>
                </a:lnTo>
                <a:lnTo>
                  <a:pt x="621308" y="56873"/>
                </a:lnTo>
                <a:lnTo>
                  <a:pt x="614247" y="56873"/>
                </a:lnTo>
                <a:cubicBezTo>
                  <a:pt x="609539" y="56873"/>
                  <a:pt x="606183" y="55950"/>
                  <a:pt x="604179" y="54106"/>
                </a:cubicBezTo>
                <a:cubicBezTo>
                  <a:pt x="602175" y="52261"/>
                  <a:pt x="601173" y="49875"/>
                  <a:pt x="601173" y="46949"/>
                </a:cubicBezTo>
                <a:cubicBezTo>
                  <a:pt x="601173" y="44022"/>
                  <a:pt x="602175" y="41669"/>
                  <a:pt x="604179" y="39887"/>
                </a:cubicBezTo>
                <a:cubicBezTo>
                  <a:pt x="606183" y="38106"/>
                  <a:pt x="609539" y="37215"/>
                  <a:pt x="614247" y="37215"/>
                </a:cubicBezTo>
                <a:lnTo>
                  <a:pt x="640870" y="37215"/>
                </a:lnTo>
                <a:close/>
                <a:moveTo>
                  <a:pt x="779788" y="123861"/>
                </a:moveTo>
                <a:lnTo>
                  <a:pt x="779788" y="119280"/>
                </a:lnTo>
                <a:cubicBezTo>
                  <a:pt x="774889" y="121825"/>
                  <a:pt x="769482" y="123733"/>
                  <a:pt x="763566" y="125006"/>
                </a:cubicBezTo>
                <a:cubicBezTo>
                  <a:pt x="757649" y="126278"/>
                  <a:pt x="752274" y="126914"/>
                  <a:pt x="747439" y="126914"/>
                </a:cubicBezTo>
                <a:cubicBezTo>
                  <a:pt x="736942" y="126914"/>
                  <a:pt x="728418" y="124136"/>
                  <a:pt x="721865" y="118580"/>
                </a:cubicBezTo>
                <a:cubicBezTo>
                  <a:pt x="715313" y="113021"/>
                  <a:pt x="712037" y="106875"/>
                  <a:pt x="712037" y="100142"/>
                </a:cubicBezTo>
                <a:cubicBezTo>
                  <a:pt x="712037" y="91949"/>
                  <a:pt x="716219" y="84344"/>
                  <a:pt x="724585" y="77326"/>
                </a:cubicBezTo>
                <a:cubicBezTo>
                  <a:pt x="732950" y="70307"/>
                  <a:pt x="744513" y="66797"/>
                  <a:pt x="759272" y="66797"/>
                </a:cubicBezTo>
                <a:cubicBezTo>
                  <a:pt x="765188" y="66797"/>
                  <a:pt x="772027" y="67433"/>
                  <a:pt x="779788" y="68705"/>
                </a:cubicBezTo>
                <a:lnTo>
                  <a:pt x="779788" y="64059"/>
                </a:lnTo>
                <a:cubicBezTo>
                  <a:pt x="779788" y="61153"/>
                  <a:pt x="778531" y="58783"/>
                  <a:pt x="776019" y="56950"/>
                </a:cubicBezTo>
                <a:cubicBezTo>
                  <a:pt x="773506" y="55117"/>
                  <a:pt x="768719" y="54201"/>
                  <a:pt x="761657" y="54201"/>
                </a:cubicBezTo>
                <a:cubicBezTo>
                  <a:pt x="755868" y="54201"/>
                  <a:pt x="748362" y="55322"/>
                  <a:pt x="739137" y="57565"/>
                </a:cubicBezTo>
                <a:cubicBezTo>
                  <a:pt x="735702" y="58376"/>
                  <a:pt x="733030" y="58781"/>
                  <a:pt x="731122" y="58781"/>
                </a:cubicBezTo>
                <a:cubicBezTo>
                  <a:pt x="728513" y="58781"/>
                  <a:pt x="726303" y="57843"/>
                  <a:pt x="724490" y="55966"/>
                </a:cubicBezTo>
                <a:cubicBezTo>
                  <a:pt x="722676" y="54090"/>
                  <a:pt x="721770" y="51688"/>
                  <a:pt x="721770" y="48762"/>
                </a:cubicBezTo>
                <a:cubicBezTo>
                  <a:pt x="721770" y="47108"/>
                  <a:pt x="722088" y="45676"/>
                  <a:pt x="722724" y="44468"/>
                </a:cubicBezTo>
                <a:cubicBezTo>
                  <a:pt x="723360" y="43259"/>
                  <a:pt x="724251" y="42289"/>
                  <a:pt x="725396" y="41557"/>
                </a:cubicBezTo>
                <a:cubicBezTo>
                  <a:pt x="726541" y="40826"/>
                  <a:pt x="728927" y="39951"/>
                  <a:pt x="732553" y="38933"/>
                </a:cubicBezTo>
                <a:cubicBezTo>
                  <a:pt x="737388" y="37597"/>
                  <a:pt x="742318" y="36532"/>
                  <a:pt x="747344" y="35736"/>
                </a:cubicBezTo>
                <a:cubicBezTo>
                  <a:pt x="752369" y="34941"/>
                  <a:pt x="756918" y="34544"/>
                  <a:pt x="760989" y="34544"/>
                </a:cubicBezTo>
                <a:cubicBezTo>
                  <a:pt x="773140" y="34544"/>
                  <a:pt x="782571" y="37168"/>
                  <a:pt x="789283" y="42416"/>
                </a:cubicBezTo>
                <a:cubicBezTo>
                  <a:pt x="795994" y="47664"/>
                  <a:pt x="799350" y="54837"/>
                  <a:pt x="799350" y="63934"/>
                </a:cubicBezTo>
                <a:lnTo>
                  <a:pt x="799350" y="104203"/>
                </a:lnTo>
                <a:lnTo>
                  <a:pt x="802690" y="104203"/>
                </a:lnTo>
                <a:cubicBezTo>
                  <a:pt x="807397" y="104203"/>
                  <a:pt x="810753" y="105110"/>
                  <a:pt x="812757" y="106923"/>
                </a:cubicBezTo>
                <a:cubicBezTo>
                  <a:pt x="814761" y="108736"/>
                  <a:pt x="815763" y="111106"/>
                  <a:pt x="815763" y="114032"/>
                </a:cubicBezTo>
                <a:cubicBezTo>
                  <a:pt x="815763" y="116958"/>
                  <a:pt x="814761" y="119328"/>
                  <a:pt x="812757" y="121141"/>
                </a:cubicBezTo>
                <a:cubicBezTo>
                  <a:pt x="810753" y="122954"/>
                  <a:pt x="807397" y="123861"/>
                  <a:pt x="802690" y="123861"/>
                </a:cubicBezTo>
                <a:lnTo>
                  <a:pt x="779788" y="123861"/>
                </a:lnTo>
                <a:moveTo>
                  <a:pt x="779788" y="88724"/>
                </a:moveTo>
                <a:cubicBezTo>
                  <a:pt x="771963" y="87211"/>
                  <a:pt x="764743" y="86454"/>
                  <a:pt x="758127" y="86454"/>
                </a:cubicBezTo>
                <a:cubicBezTo>
                  <a:pt x="750175" y="86454"/>
                  <a:pt x="743336" y="88377"/>
                  <a:pt x="737610" y="92222"/>
                </a:cubicBezTo>
                <a:cubicBezTo>
                  <a:pt x="734048" y="94681"/>
                  <a:pt x="732267" y="97171"/>
                  <a:pt x="732267" y="99691"/>
                </a:cubicBezTo>
                <a:cubicBezTo>
                  <a:pt x="732267" y="101520"/>
                  <a:pt x="733125" y="103003"/>
                  <a:pt x="734843" y="104138"/>
                </a:cubicBezTo>
                <a:cubicBezTo>
                  <a:pt x="738024" y="106217"/>
                  <a:pt x="742382" y="107257"/>
                  <a:pt x="747916" y="107257"/>
                </a:cubicBezTo>
                <a:cubicBezTo>
                  <a:pt x="752624" y="107257"/>
                  <a:pt x="757952" y="106343"/>
                  <a:pt x="763900" y="104516"/>
                </a:cubicBezTo>
                <a:cubicBezTo>
                  <a:pt x="769848" y="102687"/>
                  <a:pt x="775144" y="100196"/>
                  <a:pt x="779788" y="97043"/>
                </a:cubicBezTo>
                <a:lnTo>
                  <a:pt x="779788" y="88724"/>
                </a:lnTo>
                <a:close/>
                <a:moveTo>
                  <a:pt x="854773" y="0"/>
                </a:moveTo>
                <a:lnTo>
                  <a:pt x="854773" y="43940"/>
                </a:lnTo>
                <a:cubicBezTo>
                  <a:pt x="859545" y="40809"/>
                  <a:pt x="864395" y="38460"/>
                  <a:pt x="869326" y="36893"/>
                </a:cubicBezTo>
                <a:cubicBezTo>
                  <a:pt x="874256" y="35327"/>
                  <a:pt x="879234" y="34544"/>
                  <a:pt x="884259" y="34544"/>
                </a:cubicBezTo>
                <a:cubicBezTo>
                  <a:pt x="897810" y="34544"/>
                  <a:pt x="909292" y="39219"/>
                  <a:pt x="918708" y="48571"/>
                </a:cubicBezTo>
                <a:cubicBezTo>
                  <a:pt x="928123" y="57923"/>
                  <a:pt x="932830" y="69214"/>
                  <a:pt x="932830" y="82447"/>
                </a:cubicBezTo>
                <a:cubicBezTo>
                  <a:pt x="932830" y="95106"/>
                  <a:pt x="928345" y="105682"/>
                  <a:pt x="919376" y="114175"/>
                </a:cubicBezTo>
                <a:cubicBezTo>
                  <a:pt x="910406" y="122668"/>
                  <a:pt x="898573" y="126914"/>
                  <a:pt x="883878" y="126914"/>
                </a:cubicBezTo>
                <a:cubicBezTo>
                  <a:pt x="878661" y="126914"/>
                  <a:pt x="873636" y="126241"/>
                  <a:pt x="868801" y="124895"/>
                </a:cubicBezTo>
                <a:cubicBezTo>
                  <a:pt x="863966" y="123550"/>
                  <a:pt x="859290" y="121564"/>
                  <a:pt x="854773" y="118937"/>
                </a:cubicBezTo>
                <a:lnTo>
                  <a:pt x="854773" y="123861"/>
                </a:lnTo>
                <a:lnTo>
                  <a:pt x="831872" y="123861"/>
                </a:lnTo>
                <a:cubicBezTo>
                  <a:pt x="827164" y="123861"/>
                  <a:pt x="823808" y="122938"/>
                  <a:pt x="821804" y="121093"/>
                </a:cubicBezTo>
                <a:cubicBezTo>
                  <a:pt x="819800" y="119248"/>
                  <a:pt x="818798" y="116863"/>
                  <a:pt x="818798" y="113937"/>
                </a:cubicBezTo>
                <a:cubicBezTo>
                  <a:pt x="818798" y="111010"/>
                  <a:pt x="819816" y="108656"/>
                  <a:pt x="821852" y="106875"/>
                </a:cubicBezTo>
                <a:cubicBezTo>
                  <a:pt x="823888" y="105094"/>
                  <a:pt x="827228" y="104203"/>
                  <a:pt x="831872" y="104203"/>
                </a:cubicBezTo>
                <a:lnTo>
                  <a:pt x="835211" y="104203"/>
                </a:lnTo>
                <a:lnTo>
                  <a:pt x="835211" y="19657"/>
                </a:lnTo>
                <a:lnTo>
                  <a:pt x="831872" y="19657"/>
                </a:lnTo>
                <a:cubicBezTo>
                  <a:pt x="827164" y="19657"/>
                  <a:pt x="823808" y="18735"/>
                  <a:pt x="821804" y="16890"/>
                </a:cubicBezTo>
                <a:cubicBezTo>
                  <a:pt x="819800" y="15045"/>
                  <a:pt x="818798" y="12660"/>
                  <a:pt x="818798" y="9733"/>
                </a:cubicBezTo>
                <a:cubicBezTo>
                  <a:pt x="818798" y="6807"/>
                  <a:pt x="819800" y="4453"/>
                  <a:pt x="821804" y="2672"/>
                </a:cubicBezTo>
                <a:cubicBezTo>
                  <a:pt x="823808" y="891"/>
                  <a:pt x="827164" y="0"/>
                  <a:pt x="831872" y="0"/>
                </a:cubicBezTo>
                <a:lnTo>
                  <a:pt x="854773" y="0"/>
                </a:lnTo>
                <a:moveTo>
                  <a:pt x="913268" y="83010"/>
                </a:moveTo>
                <a:cubicBezTo>
                  <a:pt x="913268" y="74961"/>
                  <a:pt x="910437" y="68147"/>
                  <a:pt x="904776" y="62568"/>
                </a:cubicBezTo>
                <a:cubicBezTo>
                  <a:pt x="899114" y="56990"/>
                  <a:pt x="892180" y="54201"/>
                  <a:pt x="883973" y="54201"/>
                </a:cubicBezTo>
                <a:cubicBezTo>
                  <a:pt x="875830" y="54201"/>
                  <a:pt x="868928" y="56990"/>
                  <a:pt x="863266" y="62568"/>
                </a:cubicBezTo>
                <a:cubicBezTo>
                  <a:pt x="857604" y="68147"/>
                  <a:pt x="854773" y="74866"/>
                  <a:pt x="854773" y="82727"/>
                </a:cubicBezTo>
                <a:cubicBezTo>
                  <a:pt x="854773" y="89890"/>
                  <a:pt x="857318" y="95769"/>
                  <a:pt x="862407" y="100365"/>
                </a:cubicBezTo>
                <a:cubicBezTo>
                  <a:pt x="867497" y="104960"/>
                  <a:pt x="874685" y="107257"/>
                  <a:pt x="883973" y="107257"/>
                </a:cubicBezTo>
                <a:cubicBezTo>
                  <a:pt x="893261" y="107257"/>
                  <a:pt x="900466" y="104960"/>
                  <a:pt x="905587" y="100365"/>
                </a:cubicBezTo>
                <a:cubicBezTo>
                  <a:pt x="910708" y="95769"/>
                  <a:pt x="913268" y="89984"/>
                  <a:pt x="913268" y="83010"/>
                </a:cubicBezTo>
                <a:close/>
                <a:moveTo>
                  <a:pt x="1003711" y="0"/>
                </a:moveTo>
                <a:lnTo>
                  <a:pt x="1003711" y="20802"/>
                </a:lnTo>
                <a:lnTo>
                  <a:pt x="980427" y="20802"/>
                </a:lnTo>
                <a:lnTo>
                  <a:pt x="980427" y="0"/>
                </a:lnTo>
                <a:lnTo>
                  <a:pt x="1003711" y="0"/>
                </a:lnTo>
                <a:moveTo>
                  <a:pt x="1006383" y="37215"/>
                </a:moveTo>
                <a:lnTo>
                  <a:pt x="1006383" y="104203"/>
                </a:lnTo>
                <a:lnTo>
                  <a:pt x="1029857" y="104203"/>
                </a:lnTo>
                <a:cubicBezTo>
                  <a:pt x="1034565" y="104203"/>
                  <a:pt x="1037920" y="105110"/>
                  <a:pt x="1039924" y="106923"/>
                </a:cubicBezTo>
                <a:cubicBezTo>
                  <a:pt x="1041928" y="108736"/>
                  <a:pt x="1042930" y="111106"/>
                  <a:pt x="1042930" y="114032"/>
                </a:cubicBezTo>
                <a:cubicBezTo>
                  <a:pt x="1042930" y="116958"/>
                  <a:pt x="1041928" y="119328"/>
                  <a:pt x="1039924" y="121141"/>
                </a:cubicBezTo>
                <a:cubicBezTo>
                  <a:pt x="1037920" y="122954"/>
                  <a:pt x="1034565" y="123861"/>
                  <a:pt x="1029857" y="123861"/>
                </a:cubicBezTo>
                <a:lnTo>
                  <a:pt x="963346" y="123861"/>
                </a:lnTo>
                <a:cubicBezTo>
                  <a:pt x="958639" y="123861"/>
                  <a:pt x="955283" y="122938"/>
                  <a:pt x="953279" y="121093"/>
                </a:cubicBezTo>
                <a:cubicBezTo>
                  <a:pt x="951275" y="119248"/>
                  <a:pt x="950273" y="116863"/>
                  <a:pt x="950273" y="113937"/>
                </a:cubicBezTo>
                <a:cubicBezTo>
                  <a:pt x="950273" y="111010"/>
                  <a:pt x="951275" y="108656"/>
                  <a:pt x="953279" y="106875"/>
                </a:cubicBezTo>
                <a:cubicBezTo>
                  <a:pt x="955283" y="105094"/>
                  <a:pt x="958639" y="104203"/>
                  <a:pt x="963346" y="104203"/>
                </a:cubicBezTo>
                <a:lnTo>
                  <a:pt x="986821" y="104203"/>
                </a:lnTo>
                <a:lnTo>
                  <a:pt x="986821" y="56873"/>
                </a:lnTo>
                <a:lnTo>
                  <a:pt x="971076" y="56873"/>
                </a:lnTo>
                <a:cubicBezTo>
                  <a:pt x="966432" y="56873"/>
                  <a:pt x="963092" y="55950"/>
                  <a:pt x="961056" y="54106"/>
                </a:cubicBezTo>
                <a:cubicBezTo>
                  <a:pt x="959020" y="52261"/>
                  <a:pt x="958003" y="49875"/>
                  <a:pt x="958003" y="46949"/>
                </a:cubicBezTo>
                <a:cubicBezTo>
                  <a:pt x="958003" y="44022"/>
                  <a:pt x="959005" y="41669"/>
                  <a:pt x="961008" y="39887"/>
                </a:cubicBezTo>
                <a:cubicBezTo>
                  <a:pt x="963012" y="38106"/>
                  <a:pt x="966368" y="37215"/>
                  <a:pt x="971076" y="37215"/>
                </a:cubicBezTo>
                <a:lnTo>
                  <a:pt x="1006383" y="37215"/>
                </a:lnTo>
                <a:close/>
                <a:moveTo>
                  <a:pt x="1123737" y="0"/>
                </a:moveTo>
                <a:lnTo>
                  <a:pt x="1123737" y="104203"/>
                </a:lnTo>
                <a:lnTo>
                  <a:pt x="1147211" y="104203"/>
                </a:lnTo>
                <a:cubicBezTo>
                  <a:pt x="1151918" y="104203"/>
                  <a:pt x="1155274" y="105110"/>
                  <a:pt x="1157278" y="106923"/>
                </a:cubicBezTo>
                <a:cubicBezTo>
                  <a:pt x="1159282" y="108736"/>
                  <a:pt x="1160284" y="111106"/>
                  <a:pt x="1160284" y="114032"/>
                </a:cubicBezTo>
                <a:cubicBezTo>
                  <a:pt x="1160284" y="116958"/>
                  <a:pt x="1159282" y="119328"/>
                  <a:pt x="1157278" y="121141"/>
                </a:cubicBezTo>
                <a:cubicBezTo>
                  <a:pt x="1155274" y="122954"/>
                  <a:pt x="1151918" y="123861"/>
                  <a:pt x="1147211" y="123861"/>
                </a:cubicBezTo>
                <a:lnTo>
                  <a:pt x="1080700" y="123861"/>
                </a:lnTo>
                <a:cubicBezTo>
                  <a:pt x="1075993" y="123861"/>
                  <a:pt x="1072637" y="122938"/>
                  <a:pt x="1070633" y="121093"/>
                </a:cubicBezTo>
                <a:cubicBezTo>
                  <a:pt x="1068629" y="119248"/>
                  <a:pt x="1067627" y="116863"/>
                  <a:pt x="1067627" y="113937"/>
                </a:cubicBezTo>
                <a:cubicBezTo>
                  <a:pt x="1067627" y="111010"/>
                  <a:pt x="1068629" y="108656"/>
                  <a:pt x="1070633" y="106875"/>
                </a:cubicBezTo>
                <a:cubicBezTo>
                  <a:pt x="1072637" y="105094"/>
                  <a:pt x="1075993" y="104203"/>
                  <a:pt x="1080700" y="104203"/>
                </a:cubicBezTo>
                <a:lnTo>
                  <a:pt x="1104175" y="104203"/>
                </a:lnTo>
                <a:lnTo>
                  <a:pt x="1104175" y="19657"/>
                </a:lnTo>
                <a:lnTo>
                  <a:pt x="1088430" y="19657"/>
                </a:lnTo>
                <a:cubicBezTo>
                  <a:pt x="1083786" y="19657"/>
                  <a:pt x="1080446" y="18735"/>
                  <a:pt x="1078410" y="16890"/>
                </a:cubicBezTo>
                <a:cubicBezTo>
                  <a:pt x="1076374" y="15045"/>
                  <a:pt x="1075356" y="12660"/>
                  <a:pt x="1075356" y="9733"/>
                </a:cubicBezTo>
                <a:cubicBezTo>
                  <a:pt x="1075356" y="6807"/>
                  <a:pt x="1076358" y="4453"/>
                  <a:pt x="1078362" y="2672"/>
                </a:cubicBezTo>
                <a:cubicBezTo>
                  <a:pt x="1080366" y="891"/>
                  <a:pt x="1083722" y="0"/>
                  <a:pt x="1088430" y="0"/>
                </a:cubicBezTo>
                <a:lnTo>
                  <a:pt x="1123737" y="0"/>
                </a:lnTo>
                <a:close/>
                <a:moveTo>
                  <a:pt x="1238226" y="0"/>
                </a:moveTo>
                <a:lnTo>
                  <a:pt x="1238226" y="20802"/>
                </a:lnTo>
                <a:lnTo>
                  <a:pt x="1214942" y="20802"/>
                </a:lnTo>
                <a:lnTo>
                  <a:pt x="1214942" y="0"/>
                </a:lnTo>
                <a:lnTo>
                  <a:pt x="1238226" y="0"/>
                </a:lnTo>
                <a:moveTo>
                  <a:pt x="1240898" y="37215"/>
                </a:moveTo>
                <a:lnTo>
                  <a:pt x="1240898" y="104203"/>
                </a:lnTo>
                <a:lnTo>
                  <a:pt x="1264372" y="104203"/>
                </a:lnTo>
                <a:cubicBezTo>
                  <a:pt x="1269080" y="104203"/>
                  <a:pt x="1272435" y="105110"/>
                  <a:pt x="1274439" y="106923"/>
                </a:cubicBezTo>
                <a:cubicBezTo>
                  <a:pt x="1276443" y="108736"/>
                  <a:pt x="1277445" y="111106"/>
                  <a:pt x="1277445" y="114032"/>
                </a:cubicBezTo>
                <a:cubicBezTo>
                  <a:pt x="1277445" y="116958"/>
                  <a:pt x="1276443" y="119328"/>
                  <a:pt x="1274439" y="121141"/>
                </a:cubicBezTo>
                <a:cubicBezTo>
                  <a:pt x="1272435" y="122954"/>
                  <a:pt x="1269080" y="123861"/>
                  <a:pt x="1264372" y="123861"/>
                </a:cubicBezTo>
                <a:lnTo>
                  <a:pt x="1197861" y="123861"/>
                </a:lnTo>
                <a:cubicBezTo>
                  <a:pt x="1193154" y="123861"/>
                  <a:pt x="1189798" y="122938"/>
                  <a:pt x="1187794" y="121093"/>
                </a:cubicBezTo>
                <a:cubicBezTo>
                  <a:pt x="1185790" y="119248"/>
                  <a:pt x="1184788" y="116863"/>
                  <a:pt x="1184788" y="113937"/>
                </a:cubicBezTo>
                <a:cubicBezTo>
                  <a:pt x="1184788" y="111010"/>
                  <a:pt x="1185790" y="108656"/>
                  <a:pt x="1187794" y="106875"/>
                </a:cubicBezTo>
                <a:cubicBezTo>
                  <a:pt x="1189798" y="105094"/>
                  <a:pt x="1193154" y="104203"/>
                  <a:pt x="1197861" y="104203"/>
                </a:cubicBezTo>
                <a:lnTo>
                  <a:pt x="1221336" y="104203"/>
                </a:lnTo>
                <a:lnTo>
                  <a:pt x="1221336" y="56873"/>
                </a:lnTo>
                <a:lnTo>
                  <a:pt x="1205591" y="56873"/>
                </a:lnTo>
                <a:cubicBezTo>
                  <a:pt x="1200947" y="56873"/>
                  <a:pt x="1197607" y="55950"/>
                  <a:pt x="1195571" y="54106"/>
                </a:cubicBezTo>
                <a:cubicBezTo>
                  <a:pt x="1193536" y="52261"/>
                  <a:pt x="1192518" y="49875"/>
                  <a:pt x="1192518" y="46949"/>
                </a:cubicBezTo>
                <a:cubicBezTo>
                  <a:pt x="1192518" y="44022"/>
                  <a:pt x="1193520" y="41669"/>
                  <a:pt x="1195524" y="39887"/>
                </a:cubicBezTo>
                <a:cubicBezTo>
                  <a:pt x="1197527" y="38106"/>
                  <a:pt x="1200883" y="37215"/>
                  <a:pt x="1205591" y="37215"/>
                </a:cubicBezTo>
                <a:lnTo>
                  <a:pt x="1240898" y="37215"/>
                </a:lnTo>
                <a:close/>
                <a:moveTo>
                  <a:pt x="1343652" y="56873"/>
                </a:moveTo>
                <a:lnTo>
                  <a:pt x="1343652" y="95872"/>
                </a:lnTo>
                <a:cubicBezTo>
                  <a:pt x="1343652" y="100046"/>
                  <a:pt x="1344510" y="102798"/>
                  <a:pt x="1346228" y="104126"/>
                </a:cubicBezTo>
                <a:cubicBezTo>
                  <a:pt x="1348900" y="106213"/>
                  <a:pt x="1353671" y="107257"/>
                  <a:pt x="1360542" y="107257"/>
                </a:cubicBezTo>
                <a:cubicBezTo>
                  <a:pt x="1370529" y="107257"/>
                  <a:pt x="1379754" y="105103"/>
                  <a:pt x="1388215" y="100795"/>
                </a:cubicBezTo>
                <a:cubicBezTo>
                  <a:pt x="1391459" y="99123"/>
                  <a:pt x="1394004" y="98287"/>
                  <a:pt x="1395849" y="98287"/>
                </a:cubicBezTo>
                <a:cubicBezTo>
                  <a:pt x="1398393" y="98287"/>
                  <a:pt x="1400604" y="99248"/>
                  <a:pt x="1402481" y="101171"/>
                </a:cubicBezTo>
                <a:cubicBezTo>
                  <a:pt x="1404357" y="103091"/>
                  <a:pt x="1405296" y="105428"/>
                  <a:pt x="1405296" y="108181"/>
                </a:cubicBezTo>
                <a:cubicBezTo>
                  <a:pt x="1405296" y="110744"/>
                  <a:pt x="1404278" y="112953"/>
                  <a:pt x="1402242" y="114810"/>
                </a:cubicBezTo>
                <a:cubicBezTo>
                  <a:pt x="1399125" y="117820"/>
                  <a:pt x="1392970" y="120590"/>
                  <a:pt x="1383778" y="123121"/>
                </a:cubicBezTo>
                <a:cubicBezTo>
                  <a:pt x="1374585" y="125650"/>
                  <a:pt x="1366840" y="126914"/>
                  <a:pt x="1360542" y="126914"/>
                </a:cubicBezTo>
                <a:cubicBezTo>
                  <a:pt x="1348391" y="126914"/>
                  <a:pt x="1339278" y="124297"/>
                  <a:pt x="1333203" y="119063"/>
                </a:cubicBezTo>
                <a:cubicBezTo>
                  <a:pt x="1327127" y="113828"/>
                  <a:pt x="1324090" y="107405"/>
                  <a:pt x="1324090" y="99793"/>
                </a:cubicBezTo>
                <a:lnTo>
                  <a:pt x="1324090" y="56873"/>
                </a:lnTo>
                <a:lnTo>
                  <a:pt x="1317028" y="56873"/>
                </a:lnTo>
                <a:cubicBezTo>
                  <a:pt x="1312321" y="56873"/>
                  <a:pt x="1308965" y="55962"/>
                  <a:pt x="1306961" y="54141"/>
                </a:cubicBezTo>
                <a:cubicBezTo>
                  <a:pt x="1304957" y="52318"/>
                  <a:pt x="1303955" y="49937"/>
                  <a:pt x="1303955" y="46996"/>
                </a:cubicBezTo>
                <a:cubicBezTo>
                  <a:pt x="1303955" y="44120"/>
                  <a:pt x="1304957" y="41771"/>
                  <a:pt x="1306961" y="39950"/>
                </a:cubicBezTo>
                <a:cubicBezTo>
                  <a:pt x="1308965" y="38127"/>
                  <a:pt x="1312321" y="37215"/>
                  <a:pt x="1317028" y="37215"/>
                </a:cubicBezTo>
                <a:lnTo>
                  <a:pt x="1324090" y="37215"/>
                </a:lnTo>
                <a:lnTo>
                  <a:pt x="1324090" y="19562"/>
                </a:lnTo>
                <a:cubicBezTo>
                  <a:pt x="1324090" y="14854"/>
                  <a:pt x="1324996" y="11499"/>
                  <a:pt x="1326809" y="9495"/>
                </a:cubicBezTo>
                <a:cubicBezTo>
                  <a:pt x="1328622" y="7491"/>
                  <a:pt x="1330992" y="6489"/>
                  <a:pt x="1333918" y="6489"/>
                </a:cubicBezTo>
                <a:cubicBezTo>
                  <a:pt x="1336781" y="6489"/>
                  <a:pt x="1339119" y="7491"/>
                  <a:pt x="1340932" y="9495"/>
                </a:cubicBezTo>
                <a:cubicBezTo>
                  <a:pt x="1342745" y="11499"/>
                  <a:pt x="1343652" y="14854"/>
                  <a:pt x="1343652" y="19562"/>
                </a:cubicBezTo>
                <a:lnTo>
                  <a:pt x="1343652" y="37215"/>
                </a:lnTo>
                <a:lnTo>
                  <a:pt x="1379817" y="37215"/>
                </a:lnTo>
                <a:cubicBezTo>
                  <a:pt x="1384525" y="37215"/>
                  <a:pt x="1387881" y="38127"/>
                  <a:pt x="1389885" y="39950"/>
                </a:cubicBezTo>
                <a:cubicBezTo>
                  <a:pt x="1391889" y="41771"/>
                  <a:pt x="1392891" y="44152"/>
                  <a:pt x="1392891" y="47092"/>
                </a:cubicBezTo>
                <a:cubicBezTo>
                  <a:pt x="1392891" y="49969"/>
                  <a:pt x="1391889" y="52318"/>
                  <a:pt x="1389885" y="54141"/>
                </a:cubicBezTo>
                <a:cubicBezTo>
                  <a:pt x="1387881" y="55962"/>
                  <a:pt x="1384525" y="56873"/>
                  <a:pt x="1379817" y="56873"/>
                </a:cubicBezTo>
                <a:lnTo>
                  <a:pt x="1343652" y="56873"/>
                </a:lnTo>
                <a:close/>
                <a:moveTo>
                  <a:pt x="1472741" y="0"/>
                </a:moveTo>
                <a:lnTo>
                  <a:pt x="1472741" y="20802"/>
                </a:lnTo>
                <a:lnTo>
                  <a:pt x="1449457" y="20802"/>
                </a:lnTo>
                <a:lnTo>
                  <a:pt x="1449457" y="0"/>
                </a:lnTo>
                <a:lnTo>
                  <a:pt x="1472741" y="0"/>
                </a:lnTo>
                <a:moveTo>
                  <a:pt x="1475413" y="37215"/>
                </a:moveTo>
                <a:lnTo>
                  <a:pt x="1475413" y="104203"/>
                </a:lnTo>
                <a:lnTo>
                  <a:pt x="1498887" y="104203"/>
                </a:lnTo>
                <a:cubicBezTo>
                  <a:pt x="1503595" y="104203"/>
                  <a:pt x="1506950" y="105110"/>
                  <a:pt x="1508954" y="106923"/>
                </a:cubicBezTo>
                <a:cubicBezTo>
                  <a:pt x="1510958" y="108736"/>
                  <a:pt x="1511960" y="111106"/>
                  <a:pt x="1511960" y="114032"/>
                </a:cubicBezTo>
                <a:cubicBezTo>
                  <a:pt x="1511960" y="116958"/>
                  <a:pt x="1510958" y="119328"/>
                  <a:pt x="1508954" y="121141"/>
                </a:cubicBezTo>
                <a:cubicBezTo>
                  <a:pt x="1506950" y="122954"/>
                  <a:pt x="1503595" y="123861"/>
                  <a:pt x="1498887" y="123861"/>
                </a:cubicBezTo>
                <a:lnTo>
                  <a:pt x="1432376" y="123861"/>
                </a:lnTo>
                <a:cubicBezTo>
                  <a:pt x="1427669" y="123861"/>
                  <a:pt x="1424313" y="122938"/>
                  <a:pt x="1422309" y="121093"/>
                </a:cubicBezTo>
                <a:cubicBezTo>
                  <a:pt x="1420305" y="119248"/>
                  <a:pt x="1419303" y="116863"/>
                  <a:pt x="1419303" y="113937"/>
                </a:cubicBezTo>
                <a:cubicBezTo>
                  <a:pt x="1419303" y="111010"/>
                  <a:pt x="1420305" y="108656"/>
                  <a:pt x="1422309" y="106875"/>
                </a:cubicBezTo>
                <a:cubicBezTo>
                  <a:pt x="1424313" y="105094"/>
                  <a:pt x="1427669" y="104203"/>
                  <a:pt x="1432376" y="104203"/>
                </a:cubicBezTo>
                <a:lnTo>
                  <a:pt x="1455851" y="104203"/>
                </a:lnTo>
                <a:lnTo>
                  <a:pt x="1455851" y="56873"/>
                </a:lnTo>
                <a:lnTo>
                  <a:pt x="1440106" y="56873"/>
                </a:lnTo>
                <a:cubicBezTo>
                  <a:pt x="1435462" y="56873"/>
                  <a:pt x="1432122" y="55950"/>
                  <a:pt x="1430086" y="54106"/>
                </a:cubicBezTo>
                <a:cubicBezTo>
                  <a:pt x="1428051" y="52261"/>
                  <a:pt x="1427033" y="49875"/>
                  <a:pt x="1427033" y="46949"/>
                </a:cubicBezTo>
                <a:cubicBezTo>
                  <a:pt x="1427033" y="44022"/>
                  <a:pt x="1428035" y="41669"/>
                  <a:pt x="1430039" y="39887"/>
                </a:cubicBezTo>
                <a:cubicBezTo>
                  <a:pt x="1432042" y="38106"/>
                  <a:pt x="1435398" y="37215"/>
                  <a:pt x="1440106" y="37215"/>
                </a:cubicBezTo>
                <a:lnTo>
                  <a:pt x="1475413" y="37215"/>
                </a:lnTo>
                <a:close/>
                <a:moveTo>
                  <a:pt x="1632081" y="90271"/>
                </a:moveTo>
                <a:lnTo>
                  <a:pt x="1551830" y="90271"/>
                </a:lnTo>
                <a:cubicBezTo>
                  <a:pt x="1553865" y="95361"/>
                  <a:pt x="1557475" y="99464"/>
                  <a:pt x="1562660" y="102581"/>
                </a:cubicBezTo>
                <a:cubicBezTo>
                  <a:pt x="1567845" y="105698"/>
                  <a:pt x="1574859" y="107257"/>
                  <a:pt x="1583701" y="107257"/>
                </a:cubicBezTo>
                <a:cubicBezTo>
                  <a:pt x="1590953" y="107257"/>
                  <a:pt x="1600591" y="105721"/>
                  <a:pt x="1612615" y="102650"/>
                </a:cubicBezTo>
                <a:cubicBezTo>
                  <a:pt x="1617577" y="101395"/>
                  <a:pt x="1621012" y="100768"/>
                  <a:pt x="1622921" y="100768"/>
                </a:cubicBezTo>
                <a:cubicBezTo>
                  <a:pt x="1625529" y="100768"/>
                  <a:pt x="1627724" y="101690"/>
                  <a:pt x="1629505" y="103535"/>
                </a:cubicBezTo>
                <a:cubicBezTo>
                  <a:pt x="1631286" y="105380"/>
                  <a:pt x="1632177" y="107702"/>
                  <a:pt x="1632177" y="110501"/>
                </a:cubicBezTo>
                <a:cubicBezTo>
                  <a:pt x="1632177" y="113046"/>
                  <a:pt x="1631223" y="115209"/>
                  <a:pt x="1629314" y="116990"/>
                </a:cubicBezTo>
                <a:cubicBezTo>
                  <a:pt x="1626769" y="119344"/>
                  <a:pt x="1620567" y="121586"/>
                  <a:pt x="1610706" y="123718"/>
                </a:cubicBezTo>
                <a:cubicBezTo>
                  <a:pt x="1600846" y="125849"/>
                  <a:pt x="1591367" y="126914"/>
                  <a:pt x="1582270" y="126914"/>
                </a:cubicBezTo>
                <a:cubicBezTo>
                  <a:pt x="1566620" y="126914"/>
                  <a:pt x="1554104" y="122493"/>
                  <a:pt x="1544720" y="113650"/>
                </a:cubicBezTo>
                <a:cubicBezTo>
                  <a:pt x="1535337" y="104808"/>
                  <a:pt x="1530645" y="93929"/>
                  <a:pt x="1530645" y="81015"/>
                </a:cubicBezTo>
                <a:cubicBezTo>
                  <a:pt x="1530645" y="67274"/>
                  <a:pt x="1535719" y="56094"/>
                  <a:pt x="1545866" y="47474"/>
                </a:cubicBezTo>
                <a:cubicBezTo>
                  <a:pt x="1556012" y="38854"/>
                  <a:pt x="1567702" y="34544"/>
                  <a:pt x="1580934" y="34544"/>
                </a:cubicBezTo>
                <a:cubicBezTo>
                  <a:pt x="1588886" y="34544"/>
                  <a:pt x="1596186" y="35941"/>
                  <a:pt x="1602834" y="38736"/>
                </a:cubicBezTo>
                <a:cubicBezTo>
                  <a:pt x="1609482" y="41529"/>
                  <a:pt x="1614428" y="44545"/>
                  <a:pt x="1617672" y="47784"/>
                </a:cubicBezTo>
                <a:cubicBezTo>
                  <a:pt x="1622253" y="52483"/>
                  <a:pt x="1626038" y="58294"/>
                  <a:pt x="1629028" y="65217"/>
                </a:cubicBezTo>
                <a:cubicBezTo>
                  <a:pt x="1631063" y="70043"/>
                  <a:pt x="1632081" y="75633"/>
                  <a:pt x="1632081" y="81984"/>
                </a:cubicBezTo>
                <a:lnTo>
                  <a:pt x="1632081" y="90271"/>
                </a:lnTo>
                <a:moveTo>
                  <a:pt x="1610420" y="70614"/>
                </a:moveTo>
                <a:cubicBezTo>
                  <a:pt x="1607430" y="65111"/>
                  <a:pt x="1603518" y="61000"/>
                  <a:pt x="1598683" y="58280"/>
                </a:cubicBezTo>
                <a:cubicBezTo>
                  <a:pt x="1593848" y="55561"/>
                  <a:pt x="1588091" y="54201"/>
                  <a:pt x="1581411" y="54201"/>
                </a:cubicBezTo>
                <a:cubicBezTo>
                  <a:pt x="1574795" y="54201"/>
                  <a:pt x="1569070" y="55561"/>
                  <a:pt x="1564235" y="58280"/>
                </a:cubicBezTo>
                <a:cubicBezTo>
                  <a:pt x="1559400" y="61000"/>
                  <a:pt x="1555456" y="65111"/>
                  <a:pt x="1552402" y="70614"/>
                </a:cubicBezTo>
                <a:lnTo>
                  <a:pt x="1610420" y="70614"/>
                </a:lnTo>
                <a:close/>
                <a:moveTo>
                  <a:pt x="1721379" y="60117"/>
                </a:moveTo>
                <a:cubicBezTo>
                  <a:pt x="1718198" y="58145"/>
                  <a:pt x="1714858" y="56666"/>
                  <a:pt x="1711359" y="55680"/>
                </a:cubicBezTo>
                <a:cubicBezTo>
                  <a:pt x="1707860" y="54694"/>
                  <a:pt x="1704202" y="54201"/>
                  <a:pt x="1700385" y="54201"/>
                </a:cubicBezTo>
                <a:cubicBezTo>
                  <a:pt x="1692815" y="54201"/>
                  <a:pt x="1686803" y="55437"/>
                  <a:pt x="1682350" y="57908"/>
                </a:cubicBezTo>
                <a:cubicBezTo>
                  <a:pt x="1680378" y="58985"/>
                  <a:pt x="1679392" y="60158"/>
                  <a:pt x="1679392" y="61426"/>
                </a:cubicBezTo>
                <a:cubicBezTo>
                  <a:pt x="1679392" y="62884"/>
                  <a:pt x="1680728" y="64310"/>
                  <a:pt x="1683400" y="65706"/>
                </a:cubicBezTo>
                <a:cubicBezTo>
                  <a:pt x="1685436" y="66719"/>
                  <a:pt x="1689984" y="67702"/>
                  <a:pt x="1697046" y="68652"/>
                </a:cubicBezTo>
                <a:cubicBezTo>
                  <a:pt x="1710023" y="70427"/>
                  <a:pt x="1719057" y="72204"/>
                  <a:pt x="1724146" y="73984"/>
                </a:cubicBezTo>
                <a:cubicBezTo>
                  <a:pt x="1730826" y="76337"/>
                  <a:pt x="1735979" y="79835"/>
                  <a:pt x="1739605" y="84477"/>
                </a:cubicBezTo>
                <a:cubicBezTo>
                  <a:pt x="1743231" y="89117"/>
                  <a:pt x="1745044" y="94012"/>
                  <a:pt x="1745044" y="99161"/>
                </a:cubicBezTo>
                <a:cubicBezTo>
                  <a:pt x="1745044" y="106154"/>
                  <a:pt x="1741959" y="112004"/>
                  <a:pt x="1735788" y="116710"/>
                </a:cubicBezTo>
                <a:cubicBezTo>
                  <a:pt x="1726945" y="123513"/>
                  <a:pt x="1715462" y="126914"/>
                  <a:pt x="1701340" y="126914"/>
                </a:cubicBezTo>
                <a:cubicBezTo>
                  <a:pt x="1695678" y="126914"/>
                  <a:pt x="1690445" y="126429"/>
                  <a:pt x="1685642" y="125459"/>
                </a:cubicBezTo>
                <a:cubicBezTo>
                  <a:pt x="1680839" y="124489"/>
                  <a:pt x="1676434" y="123065"/>
                  <a:pt x="1672426" y="121189"/>
                </a:cubicBezTo>
                <a:cubicBezTo>
                  <a:pt x="1671472" y="122046"/>
                  <a:pt x="1670454" y="122706"/>
                  <a:pt x="1669372" y="123169"/>
                </a:cubicBezTo>
                <a:cubicBezTo>
                  <a:pt x="1668291" y="123630"/>
                  <a:pt x="1667178" y="123861"/>
                  <a:pt x="1666033" y="123861"/>
                </a:cubicBezTo>
                <a:cubicBezTo>
                  <a:pt x="1662979" y="123861"/>
                  <a:pt x="1660546" y="122856"/>
                  <a:pt x="1658733" y="120846"/>
                </a:cubicBezTo>
                <a:cubicBezTo>
                  <a:pt x="1656920" y="118836"/>
                  <a:pt x="1656013" y="115470"/>
                  <a:pt x="1656013" y="110749"/>
                </a:cubicBezTo>
                <a:lnTo>
                  <a:pt x="1656013" y="104147"/>
                </a:lnTo>
                <a:cubicBezTo>
                  <a:pt x="1656013" y="99425"/>
                  <a:pt x="1656920" y="96059"/>
                  <a:pt x="1658733" y="94050"/>
                </a:cubicBezTo>
                <a:cubicBezTo>
                  <a:pt x="1660546" y="92040"/>
                  <a:pt x="1662915" y="91035"/>
                  <a:pt x="1665842" y="91035"/>
                </a:cubicBezTo>
                <a:cubicBezTo>
                  <a:pt x="1668196" y="91035"/>
                  <a:pt x="1670168" y="91680"/>
                  <a:pt x="1671758" y="92970"/>
                </a:cubicBezTo>
                <a:cubicBezTo>
                  <a:pt x="1673348" y="94258"/>
                  <a:pt x="1674589" y="96474"/>
                  <a:pt x="1675480" y="99617"/>
                </a:cubicBezTo>
                <a:cubicBezTo>
                  <a:pt x="1678470" y="102132"/>
                  <a:pt x="1682064" y="104034"/>
                  <a:pt x="1686263" y="105325"/>
                </a:cubicBezTo>
                <a:cubicBezTo>
                  <a:pt x="1690461" y="106613"/>
                  <a:pt x="1695296" y="107257"/>
                  <a:pt x="1700767" y="107257"/>
                </a:cubicBezTo>
                <a:cubicBezTo>
                  <a:pt x="1709737" y="107257"/>
                  <a:pt x="1716703" y="105862"/>
                  <a:pt x="1721665" y="103073"/>
                </a:cubicBezTo>
                <a:cubicBezTo>
                  <a:pt x="1724019" y="101679"/>
                  <a:pt x="1725196" y="100221"/>
                  <a:pt x="1725196" y="98698"/>
                </a:cubicBezTo>
                <a:cubicBezTo>
                  <a:pt x="1725196" y="96164"/>
                  <a:pt x="1723510" y="94072"/>
                  <a:pt x="1720138" y="92424"/>
                </a:cubicBezTo>
                <a:cubicBezTo>
                  <a:pt x="1716767" y="90776"/>
                  <a:pt x="1709801" y="89382"/>
                  <a:pt x="1699240" y="88241"/>
                </a:cubicBezTo>
                <a:cubicBezTo>
                  <a:pt x="1683527" y="86593"/>
                  <a:pt x="1673030" y="83416"/>
                  <a:pt x="1667750" y="78710"/>
                </a:cubicBezTo>
                <a:cubicBezTo>
                  <a:pt x="1662470" y="74068"/>
                  <a:pt x="1659830" y="68345"/>
                  <a:pt x="1659830" y="61540"/>
                </a:cubicBezTo>
                <a:cubicBezTo>
                  <a:pt x="1659830" y="54544"/>
                  <a:pt x="1662788" y="48725"/>
                  <a:pt x="1668705" y="44083"/>
                </a:cubicBezTo>
                <a:cubicBezTo>
                  <a:pt x="1676720" y="37723"/>
                  <a:pt x="1687217" y="34544"/>
                  <a:pt x="1700195" y="34544"/>
                </a:cubicBezTo>
                <a:cubicBezTo>
                  <a:pt x="1704711" y="34544"/>
                  <a:pt x="1709053" y="34981"/>
                  <a:pt x="1713220" y="35856"/>
                </a:cubicBezTo>
                <a:cubicBezTo>
                  <a:pt x="1717387" y="36730"/>
                  <a:pt x="1721379" y="38074"/>
                  <a:pt x="1725196" y="39887"/>
                </a:cubicBezTo>
                <a:cubicBezTo>
                  <a:pt x="1726404" y="38997"/>
                  <a:pt x="1727534" y="38329"/>
                  <a:pt x="1728583" y="37883"/>
                </a:cubicBezTo>
                <a:cubicBezTo>
                  <a:pt x="1729633" y="37438"/>
                  <a:pt x="1730603" y="37215"/>
                  <a:pt x="1731494" y="37215"/>
                </a:cubicBezTo>
                <a:cubicBezTo>
                  <a:pt x="1734166" y="37215"/>
                  <a:pt x="1736392" y="38217"/>
                  <a:pt x="1738173" y="40221"/>
                </a:cubicBezTo>
                <a:cubicBezTo>
                  <a:pt x="1739955" y="42225"/>
                  <a:pt x="1740845" y="45581"/>
                  <a:pt x="1740845" y="50289"/>
                </a:cubicBezTo>
                <a:lnTo>
                  <a:pt x="1740845" y="55060"/>
                </a:lnTo>
                <a:cubicBezTo>
                  <a:pt x="1740845" y="59322"/>
                  <a:pt x="1740336" y="62217"/>
                  <a:pt x="1739318" y="63743"/>
                </a:cubicBezTo>
                <a:cubicBezTo>
                  <a:pt x="1737283" y="66670"/>
                  <a:pt x="1734515" y="68133"/>
                  <a:pt x="1731017" y="68133"/>
                </a:cubicBezTo>
                <a:cubicBezTo>
                  <a:pt x="1728663" y="68133"/>
                  <a:pt x="1726595" y="67401"/>
                  <a:pt x="1724814" y="65938"/>
                </a:cubicBezTo>
                <a:cubicBezTo>
                  <a:pt x="1723033" y="64475"/>
                  <a:pt x="1721888" y="62535"/>
                  <a:pt x="1721379" y="601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C6D44-1907-4899-8C4B-ADE59B2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24" y="4795079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0D7C7-72A2-417D-A627-006F1461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24" y="4795079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7872D-CD74-41F1-83F4-DBFE02B3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25" y="4795079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37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1AA1CABE-3B0C-4AB7-9E22-26E0F11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4" y="4842023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1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89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1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3" y="84482"/>
                </a:cubicBezTo>
                <a:lnTo>
                  <a:pt x="366251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2" y="71377"/>
                </a:lnTo>
                <a:cubicBezTo>
                  <a:pt x="345215" y="71889"/>
                  <a:pt x="346646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4" y="84482"/>
                  <a:pt x="320097" y="83875"/>
                  <a:pt x="318761" y="82661"/>
                </a:cubicBezTo>
                <a:cubicBezTo>
                  <a:pt x="317425" y="81446"/>
                  <a:pt x="316757" y="79858"/>
                  <a:pt x="316757" y="77898"/>
                </a:cubicBezTo>
                <a:cubicBezTo>
                  <a:pt x="316757" y="76107"/>
                  <a:pt x="317351" y="74605"/>
                  <a:pt x="318539" y="73391"/>
                </a:cubicBezTo>
                <a:cubicBezTo>
                  <a:pt x="319726" y="72176"/>
                  <a:pt x="321507" y="71505"/>
                  <a:pt x="323882" y="71377"/>
                </a:cubicBezTo>
                <a:lnTo>
                  <a:pt x="343269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8" y="35029"/>
                  <a:pt x="319238" y="33239"/>
                </a:cubicBezTo>
                <a:cubicBezTo>
                  <a:pt x="319238" y="31322"/>
                  <a:pt x="319906" y="29756"/>
                  <a:pt x="321242" y="28542"/>
                </a:cubicBezTo>
                <a:cubicBezTo>
                  <a:pt x="322578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09" y="54837"/>
                </a:cubicBezTo>
                <a:cubicBezTo>
                  <a:pt x="457824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09" y="73190"/>
                </a:cubicBezTo>
                <a:cubicBezTo>
                  <a:pt x="457824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4" y="105114"/>
                  <a:pt x="498070" y="104392"/>
                </a:cubicBezTo>
                <a:cubicBezTo>
                  <a:pt x="497285" y="103670"/>
                  <a:pt x="496893" y="102863"/>
                  <a:pt x="496893" y="101971"/>
                </a:cubicBezTo>
                <a:cubicBezTo>
                  <a:pt x="496893" y="101333"/>
                  <a:pt x="497041" y="100462"/>
                  <a:pt x="497338" y="99358"/>
                </a:cubicBezTo>
                <a:lnTo>
                  <a:pt x="506372" y="66924"/>
                </a:lnTo>
                <a:close/>
                <a:moveTo>
                  <a:pt x="606236" y="40905"/>
                </a:moveTo>
                <a:cubicBezTo>
                  <a:pt x="610096" y="43535"/>
                  <a:pt x="612980" y="46578"/>
                  <a:pt x="614888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89" y="70540"/>
                  <a:pt x="613966" y="74463"/>
                </a:cubicBezTo>
                <a:cubicBezTo>
                  <a:pt x="611442" y="78386"/>
                  <a:pt x="607784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6" y="84816"/>
                  <a:pt x="561387" y="81667"/>
                </a:cubicBezTo>
                <a:cubicBezTo>
                  <a:pt x="558545" y="79879"/>
                  <a:pt x="557125" y="77751"/>
                  <a:pt x="557125" y="75282"/>
                </a:cubicBezTo>
                <a:cubicBezTo>
                  <a:pt x="557125" y="73409"/>
                  <a:pt x="557750" y="71824"/>
                  <a:pt x="559001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2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5" y="73286"/>
                  <a:pt x="596227" y="72302"/>
                  <a:pt x="599620" y="70336"/>
                </a:cubicBezTo>
                <a:cubicBezTo>
                  <a:pt x="603013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1" y="54280"/>
                </a:cubicBezTo>
                <a:cubicBezTo>
                  <a:pt x="599779" y="51805"/>
                  <a:pt x="597139" y="49890"/>
                  <a:pt x="593831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1" y="43736"/>
                  <a:pt x="577418" y="42241"/>
                  <a:pt x="577418" y="40460"/>
                </a:cubicBezTo>
                <a:cubicBezTo>
                  <a:pt x="577418" y="38594"/>
                  <a:pt x="578054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7" y="33844"/>
                  <a:pt x="590799" y="33823"/>
                  <a:pt x="591096" y="33780"/>
                </a:cubicBezTo>
                <a:cubicBezTo>
                  <a:pt x="592792" y="33611"/>
                  <a:pt x="594489" y="33061"/>
                  <a:pt x="596185" y="32132"/>
                </a:cubicBezTo>
                <a:cubicBezTo>
                  <a:pt x="597881" y="31202"/>
                  <a:pt x="599249" y="29923"/>
                  <a:pt x="600288" y="28295"/>
                </a:cubicBezTo>
                <a:cubicBezTo>
                  <a:pt x="601327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0" y="14110"/>
                  <a:pt x="592092" y="13105"/>
                  <a:pt x="587215" y="13105"/>
                </a:cubicBezTo>
                <a:cubicBezTo>
                  <a:pt x="580938" y="13105"/>
                  <a:pt x="576146" y="14915"/>
                  <a:pt x="572838" y="18534"/>
                </a:cubicBezTo>
                <a:cubicBezTo>
                  <a:pt x="571862" y="19585"/>
                  <a:pt x="571078" y="20258"/>
                  <a:pt x="570484" y="20554"/>
                </a:cubicBezTo>
                <a:cubicBezTo>
                  <a:pt x="569593" y="21017"/>
                  <a:pt x="568597" y="21248"/>
                  <a:pt x="567494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6" y="8826"/>
                  <a:pt x="566858" y="6061"/>
                </a:cubicBezTo>
                <a:cubicBezTo>
                  <a:pt x="572541" y="2020"/>
                  <a:pt x="579645" y="0"/>
                  <a:pt x="588169" y="0"/>
                </a:cubicBezTo>
                <a:cubicBezTo>
                  <a:pt x="596227" y="0"/>
                  <a:pt x="602695" y="2294"/>
                  <a:pt x="607572" y="6882"/>
                </a:cubicBezTo>
                <a:cubicBezTo>
                  <a:pt x="612450" y="11469"/>
                  <a:pt x="614888" y="16991"/>
                  <a:pt x="614888" y="23447"/>
                </a:cubicBezTo>
                <a:cubicBezTo>
                  <a:pt x="614888" y="26802"/>
                  <a:pt x="614167" y="29935"/>
                  <a:pt x="612725" y="32846"/>
                </a:cubicBezTo>
                <a:cubicBezTo>
                  <a:pt x="611283" y="35755"/>
                  <a:pt x="609120" y="38441"/>
                  <a:pt x="606236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09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2" y="64316"/>
                </a:cubicBezTo>
                <a:cubicBezTo>
                  <a:pt x="689656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09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2" y="82669"/>
                </a:cubicBezTo>
                <a:cubicBezTo>
                  <a:pt x="689656" y="83878"/>
                  <a:pt x="687419" y="84482"/>
                  <a:pt x="684281" y="84482"/>
                </a:cubicBezTo>
                <a:lnTo>
                  <a:pt x="666786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6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52B73A84-AE9D-48AD-82C1-1D2A0E5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2" y="5004880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4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7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7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5" y="83875"/>
                  <a:pt x="336309" y="84482"/>
                  <a:pt x="333170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3" y="74605"/>
                  <a:pt x="311541" y="73391"/>
                </a:cubicBezTo>
                <a:cubicBezTo>
                  <a:pt x="312728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3" y="39653"/>
                  <a:pt x="315156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0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89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2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7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5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09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4" y="73286"/>
                  <a:pt x="432887" y="72302"/>
                  <a:pt x="436280" y="70336"/>
                </a:cubicBezTo>
                <a:cubicBezTo>
                  <a:pt x="439672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8" y="49890"/>
                  <a:pt x="430490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7" y="42241"/>
                  <a:pt x="414077" y="40460"/>
                </a:cubicBezTo>
                <a:cubicBezTo>
                  <a:pt x="414077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1" y="33611"/>
                  <a:pt x="431148" y="33061"/>
                  <a:pt x="432844" y="32132"/>
                </a:cubicBezTo>
                <a:cubicBezTo>
                  <a:pt x="434541" y="31202"/>
                  <a:pt x="435908" y="29923"/>
                  <a:pt x="436947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4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5" y="104435"/>
                  <a:pt x="495557" y="105476"/>
                  <a:pt x="493903" y="105476"/>
                </a:cubicBezTo>
                <a:cubicBezTo>
                  <a:pt x="492800" y="105476"/>
                  <a:pt x="491857" y="105114"/>
                  <a:pt x="491072" y="104392"/>
                </a:cubicBezTo>
                <a:cubicBezTo>
                  <a:pt x="490287" y="103670"/>
                  <a:pt x="489895" y="102863"/>
                  <a:pt x="489895" y="101971"/>
                </a:cubicBezTo>
                <a:cubicBezTo>
                  <a:pt x="489895" y="101333"/>
                  <a:pt x="490044" y="100462"/>
                  <a:pt x="490340" y="99358"/>
                </a:cubicBezTo>
                <a:lnTo>
                  <a:pt x="499374" y="66924"/>
                </a:lnTo>
                <a:close/>
                <a:moveTo>
                  <a:pt x="590481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4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0" y="84482"/>
                </a:cubicBezTo>
                <a:lnTo>
                  <a:pt x="593768" y="84482"/>
                </a:lnTo>
                <a:cubicBezTo>
                  <a:pt x="590629" y="84482"/>
                  <a:pt x="588392" y="83875"/>
                  <a:pt x="587056" y="82661"/>
                </a:cubicBezTo>
                <a:cubicBezTo>
                  <a:pt x="585720" y="81446"/>
                  <a:pt x="585052" y="79837"/>
                  <a:pt x="585052" y="77834"/>
                </a:cubicBezTo>
                <a:cubicBezTo>
                  <a:pt x="585052" y="76300"/>
                  <a:pt x="585529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5" y="62950"/>
                </a:lnTo>
                <a:lnTo>
                  <a:pt x="570739" y="71377"/>
                </a:lnTo>
                <a:cubicBezTo>
                  <a:pt x="572732" y="71889"/>
                  <a:pt x="574163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79" y="81446"/>
                  <a:pt x="574365" y="82661"/>
                </a:cubicBezTo>
                <a:cubicBezTo>
                  <a:pt x="573050" y="83875"/>
                  <a:pt x="570823" y="84482"/>
                  <a:pt x="567685" y="84482"/>
                </a:cubicBezTo>
                <a:lnTo>
                  <a:pt x="552990" y="84482"/>
                </a:lnTo>
                <a:cubicBezTo>
                  <a:pt x="549851" y="84482"/>
                  <a:pt x="547614" y="83875"/>
                  <a:pt x="546278" y="82661"/>
                </a:cubicBezTo>
                <a:cubicBezTo>
                  <a:pt x="544942" y="81446"/>
                  <a:pt x="544274" y="79858"/>
                  <a:pt x="544274" y="77898"/>
                </a:cubicBezTo>
                <a:cubicBezTo>
                  <a:pt x="544274" y="76107"/>
                  <a:pt x="544868" y="74605"/>
                  <a:pt x="546056" y="73391"/>
                </a:cubicBezTo>
                <a:cubicBezTo>
                  <a:pt x="547243" y="72176"/>
                  <a:pt x="549024" y="71505"/>
                  <a:pt x="551399" y="71377"/>
                </a:cubicBezTo>
                <a:lnTo>
                  <a:pt x="570786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3" y="29756"/>
                  <a:pt x="548759" y="28542"/>
                </a:cubicBezTo>
                <a:cubicBezTo>
                  <a:pt x="550095" y="27326"/>
                  <a:pt x="552332" y="26719"/>
                  <a:pt x="555471" y="26719"/>
                </a:cubicBezTo>
                <a:lnTo>
                  <a:pt x="567685" y="26719"/>
                </a:lnTo>
                <a:cubicBezTo>
                  <a:pt x="570823" y="26719"/>
                  <a:pt x="573061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7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2" y="28542"/>
                </a:cubicBezTo>
                <a:cubicBezTo>
                  <a:pt x="588328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29" y="26719"/>
                  <a:pt x="611167" y="27326"/>
                  <a:pt x="612503" y="28542"/>
                </a:cubicBezTo>
                <a:cubicBezTo>
                  <a:pt x="613839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7" y="37746"/>
                </a:cubicBezTo>
                <a:cubicBezTo>
                  <a:pt x="611591" y="38960"/>
                  <a:pt x="609863" y="39653"/>
                  <a:pt x="607572" y="39824"/>
                </a:cubicBezTo>
                <a:lnTo>
                  <a:pt x="590481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3" y="29263"/>
                  <a:pt x="657053" y="28500"/>
                  <a:pt x="660997" y="28500"/>
                </a:cubicBezTo>
                <a:cubicBezTo>
                  <a:pt x="669013" y="28500"/>
                  <a:pt x="675671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2" y="73734"/>
                  <a:pt x="680877" y="78797"/>
                </a:cubicBezTo>
                <a:cubicBezTo>
                  <a:pt x="675512" y="83859"/>
                  <a:pt x="667295" y="86391"/>
                  <a:pt x="656226" y="86391"/>
                </a:cubicBezTo>
                <a:cubicBezTo>
                  <a:pt x="646471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4" y="70180"/>
                  <a:pt x="630048" y="68878"/>
                </a:cubicBezTo>
                <a:cubicBezTo>
                  <a:pt x="631341" y="67576"/>
                  <a:pt x="632879" y="66924"/>
                  <a:pt x="634660" y="66924"/>
                </a:cubicBezTo>
                <a:cubicBezTo>
                  <a:pt x="636144" y="66924"/>
                  <a:pt x="637756" y="67642"/>
                  <a:pt x="639495" y="69077"/>
                </a:cubicBezTo>
                <a:cubicBezTo>
                  <a:pt x="641234" y="70513"/>
                  <a:pt x="643057" y="71509"/>
                  <a:pt x="644966" y="72065"/>
                </a:cubicBezTo>
                <a:cubicBezTo>
                  <a:pt x="647680" y="72879"/>
                  <a:pt x="651158" y="73286"/>
                  <a:pt x="655399" y="73286"/>
                </a:cubicBezTo>
                <a:cubicBezTo>
                  <a:pt x="663287" y="73286"/>
                  <a:pt x="668674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7" y="45969"/>
                </a:cubicBezTo>
                <a:cubicBezTo>
                  <a:pt x="668939" y="43060"/>
                  <a:pt x="665365" y="41605"/>
                  <a:pt x="660997" y="41605"/>
                </a:cubicBezTo>
                <a:cubicBezTo>
                  <a:pt x="656290" y="41605"/>
                  <a:pt x="650925" y="43115"/>
                  <a:pt x="644902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7" y="42043"/>
                  <a:pt x="634787" y="39877"/>
                </a:cubicBezTo>
                <a:lnTo>
                  <a:pt x="634787" y="2163"/>
                </a:lnTo>
                <a:lnTo>
                  <a:pt x="674675" y="2163"/>
                </a:lnTo>
                <a:cubicBezTo>
                  <a:pt x="677813" y="2163"/>
                  <a:pt x="680050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0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...">
            <a:extLst xmlns:a="http://schemas.openxmlformats.org/drawingml/2006/main">
              <a:ext uri="{FF2B5EF4-FFF2-40B4-BE49-F238E27FC236}">
                <a16:creationId xmlns:a16="http://schemas.microsoft.com/office/drawing/2014/main" id="{EA21903B-9DAC-42A3-91B1-B9513C57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82" y="5253237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3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3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F0BE3-925F-4797-84B4-56F31FC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38" y="4876507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22275-4942-43A8-8A52-B95C166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38" y="4876507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3E9F2-19AC-4F5F-A5CD-44C492B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39" y="4876507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43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4C176958-DDF3-4D74-982F-E264B25E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98" y="4923451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2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90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2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3" y="84482"/>
                </a:cubicBezTo>
                <a:lnTo>
                  <a:pt x="366251" y="84482"/>
                </a:lnTo>
                <a:cubicBezTo>
                  <a:pt x="363113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9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7" y="83875"/>
                  <a:pt x="318761" y="82661"/>
                </a:cubicBezTo>
                <a:cubicBezTo>
                  <a:pt x="317426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2" y="28542"/>
                </a:cubicBezTo>
                <a:cubicBezTo>
                  <a:pt x="322578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09" y="54837"/>
                </a:cubicBezTo>
                <a:cubicBezTo>
                  <a:pt x="457824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09" y="73190"/>
                </a:cubicBezTo>
                <a:cubicBezTo>
                  <a:pt x="457824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4" y="105114"/>
                  <a:pt x="498070" y="104392"/>
                </a:cubicBezTo>
                <a:cubicBezTo>
                  <a:pt x="497285" y="103670"/>
                  <a:pt x="496893" y="102863"/>
                  <a:pt x="496893" y="101971"/>
                </a:cubicBezTo>
                <a:cubicBezTo>
                  <a:pt x="496893" y="101333"/>
                  <a:pt x="497041" y="100462"/>
                  <a:pt x="497338" y="99358"/>
                </a:cubicBezTo>
                <a:lnTo>
                  <a:pt x="506372" y="66924"/>
                </a:lnTo>
                <a:close/>
                <a:moveTo>
                  <a:pt x="606236" y="40905"/>
                </a:moveTo>
                <a:cubicBezTo>
                  <a:pt x="610096" y="43535"/>
                  <a:pt x="612980" y="46578"/>
                  <a:pt x="614888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89" y="70540"/>
                  <a:pt x="613966" y="74463"/>
                </a:cubicBezTo>
                <a:cubicBezTo>
                  <a:pt x="611442" y="78386"/>
                  <a:pt x="607784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6" y="84816"/>
                  <a:pt x="561387" y="81667"/>
                </a:cubicBezTo>
                <a:cubicBezTo>
                  <a:pt x="558545" y="79879"/>
                  <a:pt x="557125" y="77751"/>
                  <a:pt x="557125" y="75282"/>
                </a:cubicBezTo>
                <a:cubicBezTo>
                  <a:pt x="557125" y="73409"/>
                  <a:pt x="557750" y="71824"/>
                  <a:pt x="559001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2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5" y="73286"/>
                  <a:pt x="596227" y="72302"/>
                  <a:pt x="599620" y="70336"/>
                </a:cubicBezTo>
                <a:cubicBezTo>
                  <a:pt x="603013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1" y="54280"/>
                </a:cubicBezTo>
                <a:cubicBezTo>
                  <a:pt x="599779" y="51805"/>
                  <a:pt x="597139" y="49890"/>
                  <a:pt x="593831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1" y="43736"/>
                  <a:pt x="577418" y="42241"/>
                  <a:pt x="577418" y="40460"/>
                </a:cubicBezTo>
                <a:cubicBezTo>
                  <a:pt x="577418" y="38594"/>
                  <a:pt x="578054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7" y="33844"/>
                  <a:pt x="590799" y="33823"/>
                  <a:pt x="591096" y="33780"/>
                </a:cubicBezTo>
                <a:cubicBezTo>
                  <a:pt x="592792" y="33611"/>
                  <a:pt x="594489" y="33061"/>
                  <a:pt x="596185" y="32132"/>
                </a:cubicBezTo>
                <a:cubicBezTo>
                  <a:pt x="597881" y="31202"/>
                  <a:pt x="599249" y="29923"/>
                  <a:pt x="600288" y="28295"/>
                </a:cubicBezTo>
                <a:cubicBezTo>
                  <a:pt x="601327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0" y="14110"/>
                  <a:pt x="592092" y="13105"/>
                  <a:pt x="587215" y="13105"/>
                </a:cubicBezTo>
                <a:cubicBezTo>
                  <a:pt x="580938" y="13105"/>
                  <a:pt x="576146" y="14915"/>
                  <a:pt x="572838" y="18534"/>
                </a:cubicBezTo>
                <a:cubicBezTo>
                  <a:pt x="571862" y="19585"/>
                  <a:pt x="571078" y="20258"/>
                  <a:pt x="570484" y="20554"/>
                </a:cubicBezTo>
                <a:cubicBezTo>
                  <a:pt x="569593" y="21017"/>
                  <a:pt x="568597" y="21248"/>
                  <a:pt x="567494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6" y="8826"/>
                  <a:pt x="566858" y="6061"/>
                </a:cubicBezTo>
                <a:cubicBezTo>
                  <a:pt x="572541" y="2020"/>
                  <a:pt x="579645" y="0"/>
                  <a:pt x="588169" y="0"/>
                </a:cubicBezTo>
                <a:cubicBezTo>
                  <a:pt x="596227" y="0"/>
                  <a:pt x="602695" y="2294"/>
                  <a:pt x="607572" y="6882"/>
                </a:cubicBezTo>
                <a:cubicBezTo>
                  <a:pt x="612450" y="11469"/>
                  <a:pt x="614888" y="16991"/>
                  <a:pt x="614888" y="23447"/>
                </a:cubicBezTo>
                <a:cubicBezTo>
                  <a:pt x="614888" y="26802"/>
                  <a:pt x="614167" y="29935"/>
                  <a:pt x="612725" y="32846"/>
                </a:cubicBezTo>
                <a:cubicBezTo>
                  <a:pt x="611283" y="35755"/>
                  <a:pt x="609120" y="38441"/>
                  <a:pt x="606236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09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2" y="64316"/>
                </a:cubicBezTo>
                <a:cubicBezTo>
                  <a:pt x="689656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09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2" y="82669"/>
                </a:cubicBezTo>
                <a:cubicBezTo>
                  <a:pt x="689656" y="83878"/>
                  <a:pt x="687419" y="84482"/>
                  <a:pt x="684281" y="84482"/>
                </a:cubicBezTo>
                <a:lnTo>
                  <a:pt x="666786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6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695F08A6-8A40-4F20-8306-EED7B7A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6" y="5086308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6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5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1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1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7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5" y="83875"/>
                  <a:pt x="336309" y="84482"/>
                  <a:pt x="333171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4" y="74605"/>
                  <a:pt x="311541" y="73391"/>
                </a:cubicBezTo>
                <a:cubicBezTo>
                  <a:pt x="312729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1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90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7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6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09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4" y="73286"/>
                  <a:pt x="432887" y="72302"/>
                  <a:pt x="436280" y="70336"/>
                </a:cubicBezTo>
                <a:cubicBezTo>
                  <a:pt x="439672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8" y="49890"/>
                  <a:pt x="430490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7" y="42241"/>
                  <a:pt x="414077" y="40460"/>
                </a:cubicBezTo>
                <a:cubicBezTo>
                  <a:pt x="414077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1" y="33611"/>
                  <a:pt x="431148" y="33061"/>
                  <a:pt x="432844" y="32132"/>
                </a:cubicBezTo>
                <a:cubicBezTo>
                  <a:pt x="434541" y="31202"/>
                  <a:pt x="435908" y="29923"/>
                  <a:pt x="436947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4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5" y="16483"/>
                  <a:pt x="397665" y="14612"/>
                </a:cubicBezTo>
                <a:cubicBezTo>
                  <a:pt x="397665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5" y="104435"/>
                  <a:pt x="495557" y="105476"/>
                  <a:pt x="493903" y="105476"/>
                </a:cubicBezTo>
                <a:cubicBezTo>
                  <a:pt x="492800" y="105476"/>
                  <a:pt x="491857" y="105114"/>
                  <a:pt x="491072" y="104392"/>
                </a:cubicBezTo>
                <a:cubicBezTo>
                  <a:pt x="490288" y="103670"/>
                  <a:pt x="489895" y="102863"/>
                  <a:pt x="489895" y="101971"/>
                </a:cubicBezTo>
                <a:cubicBezTo>
                  <a:pt x="489895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1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4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0" y="84482"/>
                </a:cubicBezTo>
                <a:lnTo>
                  <a:pt x="593768" y="84482"/>
                </a:lnTo>
                <a:cubicBezTo>
                  <a:pt x="590629" y="84482"/>
                  <a:pt x="588392" y="83875"/>
                  <a:pt x="587056" y="82661"/>
                </a:cubicBezTo>
                <a:cubicBezTo>
                  <a:pt x="585720" y="81446"/>
                  <a:pt x="585052" y="79837"/>
                  <a:pt x="585052" y="77834"/>
                </a:cubicBezTo>
                <a:cubicBezTo>
                  <a:pt x="585052" y="76300"/>
                  <a:pt x="585529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5" y="62950"/>
                </a:lnTo>
                <a:lnTo>
                  <a:pt x="570739" y="71377"/>
                </a:lnTo>
                <a:cubicBezTo>
                  <a:pt x="572732" y="71889"/>
                  <a:pt x="574163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79" y="81446"/>
                  <a:pt x="574365" y="82661"/>
                </a:cubicBezTo>
                <a:cubicBezTo>
                  <a:pt x="573050" y="83875"/>
                  <a:pt x="570823" y="84482"/>
                  <a:pt x="567685" y="84482"/>
                </a:cubicBezTo>
                <a:lnTo>
                  <a:pt x="552990" y="84482"/>
                </a:lnTo>
                <a:cubicBezTo>
                  <a:pt x="549851" y="84482"/>
                  <a:pt x="547614" y="83875"/>
                  <a:pt x="546278" y="82661"/>
                </a:cubicBezTo>
                <a:cubicBezTo>
                  <a:pt x="544942" y="81446"/>
                  <a:pt x="544274" y="79858"/>
                  <a:pt x="544274" y="77898"/>
                </a:cubicBezTo>
                <a:cubicBezTo>
                  <a:pt x="544274" y="76107"/>
                  <a:pt x="544868" y="74605"/>
                  <a:pt x="546056" y="73391"/>
                </a:cubicBezTo>
                <a:cubicBezTo>
                  <a:pt x="547243" y="72176"/>
                  <a:pt x="549024" y="71505"/>
                  <a:pt x="551399" y="71377"/>
                </a:cubicBezTo>
                <a:lnTo>
                  <a:pt x="570786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3" y="29756"/>
                  <a:pt x="548759" y="28542"/>
                </a:cubicBezTo>
                <a:cubicBezTo>
                  <a:pt x="550095" y="27326"/>
                  <a:pt x="552332" y="26719"/>
                  <a:pt x="555471" y="26719"/>
                </a:cubicBezTo>
                <a:lnTo>
                  <a:pt x="567685" y="26719"/>
                </a:lnTo>
                <a:cubicBezTo>
                  <a:pt x="570823" y="26719"/>
                  <a:pt x="573061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7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2" y="28542"/>
                </a:cubicBezTo>
                <a:cubicBezTo>
                  <a:pt x="588328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29" y="26719"/>
                  <a:pt x="611167" y="27326"/>
                  <a:pt x="612503" y="28542"/>
                </a:cubicBezTo>
                <a:cubicBezTo>
                  <a:pt x="613839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7" y="37746"/>
                </a:cubicBezTo>
                <a:cubicBezTo>
                  <a:pt x="611591" y="38960"/>
                  <a:pt x="609863" y="39653"/>
                  <a:pt x="607572" y="39824"/>
                </a:cubicBezTo>
                <a:lnTo>
                  <a:pt x="590481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3" y="29263"/>
                  <a:pt x="657053" y="28500"/>
                  <a:pt x="660997" y="28500"/>
                </a:cubicBezTo>
                <a:cubicBezTo>
                  <a:pt x="669013" y="28500"/>
                  <a:pt x="675671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2" y="73734"/>
                  <a:pt x="680877" y="78797"/>
                </a:cubicBezTo>
                <a:cubicBezTo>
                  <a:pt x="675512" y="83859"/>
                  <a:pt x="667295" y="86391"/>
                  <a:pt x="656226" y="86391"/>
                </a:cubicBezTo>
                <a:cubicBezTo>
                  <a:pt x="646471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4" y="70180"/>
                  <a:pt x="630048" y="68878"/>
                </a:cubicBezTo>
                <a:cubicBezTo>
                  <a:pt x="631341" y="67576"/>
                  <a:pt x="632879" y="66924"/>
                  <a:pt x="634660" y="66924"/>
                </a:cubicBezTo>
                <a:cubicBezTo>
                  <a:pt x="636144" y="66924"/>
                  <a:pt x="637756" y="67642"/>
                  <a:pt x="639495" y="69077"/>
                </a:cubicBezTo>
                <a:cubicBezTo>
                  <a:pt x="641234" y="70513"/>
                  <a:pt x="643057" y="71509"/>
                  <a:pt x="644966" y="72065"/>
                </a:cubicBezTo>
                <a:cubicBezTo>
                  <a:pt x="647680" y="72879"/>
                  <a:pt x="651158" y="73286"/>
                  <a:pt x="655399" y="73286"/>
                </a:cubicBezTo>
                <a:cubicBezTo>
                  <a:pt x="663287" y="73286"/>
                  <a:pt x="668674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7" y="45969"/>
                </a:cubicBezTo>
                <a:cubicBezTo>
                  <a:pt x="668939" y="43060"/>
                  <a:pt x="665365" y="41605"/>
                  <a:pt x="660997" y="41605"/>
                </a:cubicBezTo>
                <a:cubicBezTo>
                  <a:pt x="656290" y="41605"/>
                  <a:pt x="650925" y="43115"/>
                  <a:pt x="644902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7" y="42043"/>
                  <a:pt x="634787" y="39877"/>
                </a:cubicBezTo>
                <a:lnTo>
                  <a:pt x="634787" y="2163"/>
                </a:lnTo>
                <a:lnTo>
                  <a:pt x="674675" y="2163"/>
                </a:lnTo>
                <a:cubicBezTo>
                  <a:pt x="677813" y="2163"/>
                  <a:pt x="680050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0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...">
            <a:extLst xmlns:a="http://schemas.openxmlformats.org/drawingml/2006/main">
              <a:ext uri="{FF2B5EF4-FFF2-40B4-BE49-F238E27FC236}">
                <a16:creationId xmlns:a16="http://schemas.microsoft.com/office/drawing/2014/main" id="{E9DE7F08-200C-4098-A434-1D3DAF04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97" y="5334666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2" y="13169"/>
                  <a:pt x="156343" y="11112"/>
                  <a:pt x="156343" y="8652"/>
                </a:cubicBezTo>
                <a:cubicBezTo>
                  <a:pt x="156343" y="6192"/>
                  <a:pt x="157212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5" y="13169"/>
                  <a:pt x="312686" y="11112"/>
                  <a:pt x="312686" y="8652"/>
                </a:cubicBezTo>
                <a:cubicBezTo>
                  <a:pt x="312686" y="6192"/>
                  <a:pt x="313555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6D1E4-6180-44E3-BD53-68A9F55A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07" y="4974222"/>
            <a:ext cx="805981" cy="570001"/>
          </a:xfrm>
          <a:custGeom xmlns:a="http://schemas.openxmlformats.org/drawingml/2006/main">
            <a:pathLst>
              <a:path w="805981" h="570001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solidFill xmlns:a="http://schemas.openxmlformats.org/drawingml/2006/main">
            <a:srgbClr val="CCE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03B5F-459F-4FAF-9040-62A7CD5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07" y="4974222"/>
            <a:ext cx="805981" cy="570001"/>
          </a:xfrm>
          <a:custGeom xmlns:a="http://schemas.openxmlformats.org/drawingml/2006/main">
            <a:pathLst>
              <a:path w="805981" h="570001" fill="none">
                <a:moveTo>
                  <a:pt x="805981" y="81429"/>
                </a:moveTo>
                <a:lnTo>
                  <a:pt x="805981" y="570001"/>
                </a:lnTo>
                <a:lnTo>
                  <a:pt x="0" y="570001"/>
                </a:lnTo>
                <a:lnTo>
                  <a:pt x="0" y="0"/>
                </a:lnTo>
                <a:lnTo>
                  <a:pt x="690841" y="0"/>
                </a:lnTo>
                <a:lnTo>
                  <a:pt x="805981" y="81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96C07-494E-4A31-949D-CD3E918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08" y="4974222"/>
            <a:ext cx="156180" cy="83220"/>
          </a:xfrm>
          <a:custGeom xmlns:a="http://schemas.openxmlformats.org/drawingml/2006/main">
            <a:pathLst>
              <a:path w="156180" h="83220" fill="none">
                <a:moveTo>
                  <a:pt x="41040" y="0"/>
                </a:moveTo>
                <a:cubicBezTo>
                  <a:pt x="50486" y="19054"/>
                  <a:pt x="35014" y="38760"/>
                  <a:pt x="0" y="52277"/>
                </a:cubicBezTo>
                <a:lnTo>
                  <a:pt x="156180" y="832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36393D"/>
            </a:solidFill>
            <a:miter/>
          </a:ln>
        </p:spPr>
      </p:sp>
      <p:sp>
        <p:nvSpPr>
          <p:cNvPr id="349" name="Text bezx4,34">
            <a:extLst xmlns:a="http://schemas.openxmlformats.org/drawingml/2006/main">
              <a:ext uri="{FF2B5EF4-FFF2-40B4-BE49-F238E27FC236}">
                <a16:creationId xmlns:a16="http://schemas.microsoft.com/office/drawing/2014/main" id="{9E237897-F0F7-4929-B463-1DDC0F66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99" y="5021166"/>
            <a:ext cx="692996" cy="105476"/>
          </a:xfrm>
          <a:custGeom xmlns:a="http://schemas.openxmlformats.org/drawingml/2006/main">
            <a:pathLst>
              <a:path w="692996" h="105476">
                <a:moveTo>
                  <a:pt x="23983" y="1908"/>
                </a:moveTo>
                <a:lnTo>
                  <a:pt x="23983" y="31202"/>
                </a:lnTo>
                <a:cubicBezTo>
                  <a:pt x="27164" y="29114"/>
                  <a:pt x="30398" y="27548"/>
                  <a:pt x="33685" y="26504"/>
                </a:cubicBezTo>
                <a:cubicBezTo>
                  <a:pt x="36972" y="25460"/>
                  <a:pt x="40290" y="24938"/>
                  <a:pt x="43641" y="24938"/>
                </a:cubicBezTo>
                <a:cubicBezTo>
                  <a:pt x="52674" y="24938"/>
                  <a:pt x="60329" y="28055"/>
                  <a:pt x="66606" y="34289"/>
                </a:cubicBezTo>
                <a:cubicBezTo>
                  <a:pt x="72883" y="40523"/>
                  <a:pt x="76021" y="48051"/>
                  <a:pt x="76021" y="56873"/>
                </a:cubicBezTo>
                <a:cubicBezTo>
                  <a:pt x="76021" y="65313"/>
                  <a:pt x="73031" y="72363"/>
                  <a:pt x="67051" y="78025"/>
                </a:cubicBezTo>
                <a:cubicBezTo>
                  <a:pt x="61072" y="83687"/>
                  <a:pt x="53183" y="86518"/>
                  <a:pt x="43386" y="86518"/>
                </a:cubicBezTo>
                <a:cubicBezTo>
                  <a:pt x="39909" y="86518"/>
                  <a:pt x="36558" y="86069"/>
                  <a:pt x="33335" y="85172"/>
                </a:cubicBezTo>
                <a:cubicBezTo>
                  <a:pt x="30112" y="84275"/>
                  <a:pt x="26994" y="82951"/>
                  <a:pt x="23983" y="81200"/>
                </a:cubicBezTo>
                <a:lnTo>
                  <a:pt x="23983" y="84482"/>
                </a:lnTo>
                <a:lnTo>
                  <a:pt x="8715" y="84482"/>
                </a:lnTo>
                <a:cubicBezTo>
                  <a:pt x="5577" y="84482"/>
                  <a:pt x="3340" y="83867"/>
                  <a:pt x="2004" y="82637"/>
                </a:cubicBezTo>
                <a:cubicBezTo>
                  <a:pt x="668" y="81407"/>
                  <a:pt x="0" y="79817"/>
                  <a:pt x="0" y="77866"/>
                </a:cubicBezTo>
                <a:cubicBezTo>
                  <a:pt x="0" y="75915"/>
                  <a:pt x="679" y="74346"/>
                  <a:pt x="2036" y="73159"/>
                </a:cubicBezTo>
                <a:cubicBezTo>
                  <a:pt x="3393" y="71971"/>
                  <a:pt x="5619" y="71377"/>
                  <a:pt x="8715" y="71377"/>
                </a:cubicBezTo>
                <a:lnTo>
                  <a:pt x="10942" y="71377"/>
                </a:lnTo>
                <a:lnTo>
                  <a:pt x="10942" y="15013"/>
                </a:lnTo>
                <a:lnTo>
                  <a:pt x="8715" y="15013"/>
                </a:lnTo>
                <a:cubicBezTo>
                  <a:pt x="5577" y="15013"/>
                  <a:pt x="3340" y="14398"/>
                  <a:pt x="2004" y="13169"/>
                </a:cubicBezTo>
                <a:cubicBezTo>
                  <a:pt x="668" y="11939"/>
                  <a:pt x="0" y="10348"/>
                  <a:pt x="0" y="8397"/>
                </a:cubicBezTo>
                <a:cubicBezTo>
                  <a:pt x="0" y="6446"/>
                  <a:pt x="668" y="4877"/>
                  <a:pt x="2004" y="3690"/>
                </a:cubicBezTo>
                <a:cubicBezTo>
                  <a:pt x="3340" y="2502"/>
                  <a:pt x="5577" y="1908"/>
                  <a:pt x="8715" y="1908"/>
                </a:cubicBezTo>
                <a:lnTo>
                  <a:pt x="23983" y="1908"/>
                </a:lnTo>
                <a:moveTo>
                  <a:pt x="62980" y="57249"/>
                </a:moveTo>
                <a:cubicBezTo>
                  <a:pt x="62980" y="51882"/>
                  <a:pt x="61093" y="47340"/>
                  <a:pt x="57318" y="43621"/>
                </a:cubicBezTo>
                <a:cubicBezTo>
                  <a:pt x="53544" y="39902"/>
                  <a:pt x="48921" y="38042"/>
                  <a:pt x="43450" y="38042"/>
                </a:cubicBezTo>
                <a:cubicBezTo>
                  <a:pt x="38021" y="38042"/>
                  <a:pt x="33420" y="39902"/>
                  <a:pt x="29645" y="43621"/>
                </a:cubicBezTo>
                <a:cubicBezTo>
                  <a:pt x="25871" y="47340"/>
                  <a:pt x="23983" y="51819"/>
                  <a:pt x="23983" y="57060"/>
                </a:cubicBezTo>
                <a:cubicBezTo>
                  <a:pt x="23983" y="61835"/>
                  <a:pt x="25680" y="65755"/>
                  <a:pt x="29073" y="68819"/>
                </a:cubicBezTo>
                <a:cubicBezTo>
                  <a:pt x="32465" y="71882"/>
                  <a:pt x="37258" y="73413"/>
                  <a:pt x="43450" y="73413"/>
                </a:cubicBezTo>
                <a:cubicBezTo>
                  <a:pt x="49642" y="73413"/>
                  <a:pt x="54445" y="71882"/>
                  <a:pt x="57859" y="68819"/>
                </a:cubicBezTo>
                <a:cubicBezTo>
                  <a:pt x="61273" y="65755"/>
                  <a:pt x="62980" y="61898"/>
                  <a:pt x="62980" y="57249"/>
                </a:cubicBezTo>
                <a:close/>
                <a:moveTo>
                  <a:pt x="151330" y="62089"/>
                </a:moveTo>
                <a:lnTo>
                  <a:pt x="97829" y="62089"/>
                </a:lnTo>
                <a:cubicBezTo>
                  <a:pt x="99186" y="65482"/>
                  <a:pt x="101593" y="68218"/>
                  <a:pt x="105049" y="70296"/>
                </a:cubicBezTo>
                <a:cubicBezTo>
                  <a:pt x="108506" y="72374"/>
                  <a:pt x="113182" y="73413"/>
                  <a:pt x="119077" y="73413"/>
                </a:cubicBezTo>
                <a:cubicBezTo>
                  <a:pt x="123912" y="73413"/>
                  <a:pt x="130337" y="72389"/>
                  <a:pt x="138352" y="70342"/>
                </a:cubicBezTo>
                <a:cubicBezTo>
                  <a:pt x="141660" y="69505"/>
                  <a:pt x="143951" y="69087"/>
                  <a:pt x="145223" y="69087"/>
                </a:cubicBezTo>
                <a:cubicBezTo>
                  <a:pt x="146962" y="69087"/>
                  <a:pt x="148425" y="69702"/>
                  <a:pt x="149612" y="70932"/>
                </a:cubicBezTo>
                <a:cubicBezTo>
                  <a:pt x="150800" y="72162"/>
                  <a:pt x="151394" y="73710"/>
                  <a:pt x="151394" y="75576"/>
                </a:cubicBezTo>
                <a:cubicBezTo>
                  <a:pt x="151394" y="77272"/>
                  <a:pt x="150758" y="78714"/>
                  <a:pt x="149485" y="79902"/>
                </a:cubicBezTo>
                <a:cubicBezTo>
                  <a:pt x="147789" y="81471"/>
                  <a:pt x="143654" y="82966"/>
                  <a:pt x="137080" y="84387"/>
                </a:cubicBezTo>
                <a:cubicBezTo>
                  <a:pt x="130506" y="85808"/>
                  <a:pt x="124187" y="86518"/>
                  <a:pt x="118122" y="86518"/>
                </a:cubicBezTo>
                <a:cubicBezTo>
                  <a:pt x="107689" y="86518"/>
                  <a:pt x="99345" y="83570"/>
                  <a:pt x="93090" y="77675"/>
                </a:cubicBezTo>
                <a:cubicBezTo>
                  <a:pt x="86834" y="71780"/>
                  <a:pt x="83706" y="64528"/>
                  <a:pt x="83706" y="55919"/>
                </a:cubicBezTo>
                <a:cubicBezTo>
                  <a:pt x="83706" y="46758"/>
                  <a:pt x="87088" y="39304"/>
                  <a:pt x="93853" y="33558"/>
                </a:cubicBezTo>
                <a:cubicBezTo>
                  <a:pt x="100617" y="27811"/>
                  <a:pt x="108410" y="24938"/>
                  <a:pt x="117232" y="24938"/>
                </a:cubicBezTo>
                <a:cubicBezTo>
                  <a:pt x="122533" y="24938"/>
                  <a:pt x="127400" y="25869"/>
                  <a:pt x="131832" y="27733"/>
                </a:cubicBezTo>
                <a:cubicBezTo>
                  <a:pt x="136264" y="29595"/>
                  <a:pt x="139561" y="31605"/>
                  <a:pt x="141724" y="33764"/>
                </a:cubicBezTo>
                <a:cubicBezTo>
                  <a:pt x="144778" y="36897"/>
                  <a:pt x="147301" y="40771"/>
                  <a:pt x="149294" y="45386"/>
                </a:cubicBezTo>
                <a:cubicBezTo>
                  <a:pt x="150652" y="48604"/>
                  <a:pt x="151330" y="52330"/>
                  <a:pt x="151330" y="56565"/>
                </a:cubicBezTo>
                <a:lnTo>
                  <a:pt x="151330" y="62089"/>
                </a:lnTo>
                <a:moveTo>
                  <a:pt x="136889" y="48984"/>
                </a:moveTo>
                <a:cubicBezTo>
                  <a:pt x="134896" y="45316"/>
                  <a:pt x="132288" y="42575"/>
                  <a:pt x="129064" y="40762"/>
                </a:cubicBezTo>
                <a:cubicBezTo>
                  <a:pt x="125841" y="38949"/>
                  <a:pt x="122003" y="38042"/>
                  <a:pt x="117550" y="38042"/>
                </a:cubicBezTo>
                <a:cubicBezTo>
                  <a:pt x="113139" y="38042"/>
                  <a:pt x="109322" y="38949"/>
                  <a:pt x="106099" y="40762"/>
                </a:cubicBezTo>
                <a:cubicBezTo>
                  <a:pt x="102876" y="42575"/>
                  <a:pt x="100246" y="45316"/>
                  <a:pt x="98211" y="48984"/>
                </a:cubicBezTo>
                <a:lnTo>
                  <a:pt x="136889" y="48984"/>
                </a:lnTo>
                <a:close/>
                <a:moveTo>
                  <a:pt x="189742" y="71377"/>
                </a:moveTo>
                <a:lnTo>
                  <a:pt x="212643" y="71377"/>
                </a:lnTo>
                <a:cubicBezTo>
                  <a:pt x="212771" y="68112"/>
                  <a:pt x="213439" y="65811"/>
                  <a:pt x="214647" y="64475"/>
                </a:cubicBezTo>
                <a:cubicBezTo>
                  <a:pt x="215856" y="63139"/>
                  <a:pt x="217351" y="62471"/>
                  <a:pt x="219132" y="62471"/>
                </a:cubicBezTo>
                <a:cubicBezTo>
                  <a:pt x="221083" y="62471"/>
                  <a:pt x="222663" y="63139"/>
                  <a:pt x="223872" y="64475"/>
                </a:cubicBezTo>
                <a:cubicBezTo>
                  <a:pt x="225080" y="65811"/>
                  <a:pt x="225685" y="68112"/>
                  <a:pt x="225685" y="71377"/>
                </a:cubicBezTo>
                <a:lnTo>
                  <a:pt x="225685" y="84482"/>
                </a:lnTo>
                <a:lnTo>
                  <a:pt x="168939" y="84482"/>
                </a:lnTo>
                <a:lnTo>
                  <a:pt x="168939" y="73668"/>
                </a:lnTo>
                <a:lnTo>
                  <a:pt x="203292" y="39824"/>
                </a:lnTo>
                <a:lnTo>
                  <a:pt x="183316" y="39824"/>
                </a:lnTo>
                <a:lnTo>
                  <a:pt x="183316" y="41096"/>
                </a:lnTo>
                <a:cubicBezTo>
                  <a:pt x="183316" y="44362"/>
                  <a:pt x="182712" y="46662"/>
                  <a:pt x="181503" y="47998"/>
                </a:cubicBezTo>
                <a:cubicBezTo>
                  <a:pt x="180295" y="49334"/>
                  <a:pt x="178715" y="50002"/>
                  <a:pt x="176764" y="50002"/>
                </a:cubicBezTo>
                <a:cubicBezTo>
                  <a:pt x="174813" y="50002"/>
                  <a:pt x="173233" y="49334"/>
                  <a:pt x="172024" y="47998"/>
                </a:cubicBezTo>
                <a:cubicBezTo>
                  <a:pt x="170816" y="46662"/>
                  <a:pt x="170211" y="44362"/>
                  <a:pt x="170211" y="41096"/>
                </a:cubicBezTo>
                <a:lnTo>
                  <a:pt x="170275" y="26719"/>
                </a:lnTo>
                <a:lnTo>
                  <a:pt x="224221" y="26719"/>
                </a:lnTo>
                <a:lnTo>
                  <a:pt x="224221" y="37406"/>
                </a:lnTo>
                <a:lnTo>
                  <a:pt x="189742" y="71377"/>
                </a:lnTo>
                <a:close/>
                <a:moveTo>
                  <a:pt x="362965" y="54463"/>
                </a:moveTo>
                <a:lnTo>
                  <a:pt x="382664" y="71377"/>
                </a:lnTo>
                <a:cubicBezTo>
                  <a:pt x="385039" y="71505"/>
                  <a:pt x="386820" y="72176"/>
                  <a:pt x="388008" y="73391"/>
                </a:cubicBezTo>
                <a:cubicBezTo>
                  <a:pt x="389195" y="74605"/>
                  <a:pt x="389789" y="76129"/>
                  <a:pt x="389789" y="77962"/>
                </a:cubicBezTo>
                <a:cubicBezTo>
                  <a:pt x="389789" y="79879"/>
                  <a:pt x="389121" y="81446"/>
                  <a:pt x="387785" y="82661"/>
                </a:cubicBezTo>
                <a:cubicBezTo>
                  <a:pt x="386449" y="83875"/>
                  <a:pt x="384212" y="84482"/>
                  <a:pt x="381073" y="84482"/>
                </a:cubicBezTo>
                <a:lnTo>
                  <a:pt x="366251" y="84482"/>
                </a:lnTo>
                <a:cubicBezTo>
                  <a:pt x="363112" y="84482"/>
                  <a:pt x="360875" y="83875"/>
                  <a:pt x="359539" y="82661"/>
                </a:cubicBezTo>
                <a:cubicBezTo>
                  <a:pt x="358203" y="81446"/>
                  <a:pt x="357535" y="79837"/>
                  <a:pt x="357535" y="77834"/>
                </a:cubicBezTo>
                <a:cubicBezTo>
                  <a:pt x="357535" y="76300"/>
                  <a:pt x="358013" y="74946"/>
                  <a:pt x="358967" y="73775"/>
                </a:cubicBezTo>
                <a:cubicBezTo>
                  <a:pt x="359921" y="72603"/>
                  <a:pt x="361225" y="71804"/>
                  <a:pt x="362879" y="71377"/>
                </a:cubicBezTo>
                <a:lnTo>
                  <a:pt x="353058" y="62950"/>
                </a:lnTo>
                <a:lnTo>
                  <a:pt x="343222" y="71377"/>
                </a:lnTo>
                <a:cubicBezTo>
                  <a:pt x="345215" y="71889"/>
                  <a:pt x="346647" y="72677"/>
                  <a:pt x="347516" y="73743"/>
                </a:cubicBezTo>
                <a:cubicBezTo>
                  <a:pt x="348385" y="74809"/>
                  <a:pt x="348820" y="76172"/>
                  <a:pt x="348820" y="77834"/>
                </a:cubicBezTo>
                <a:cubicBezTo>
                  <a:pt x="348820" y="79837"/>
                  <a:pt x="348163" y="81446"/>
                  <a:pt x="346848" y="82661"/>
                </a:cubicBezTo>
                <a:cubicBezTo>
                  <a:pt x="345533" y="83875"/>
                  <a:pt x="343307" y="84482"/>
                  <a:pt x="340168" y="84482"/>
                </a:cubicBezTo>
                <a:lnTo>
                  <a:pt x="325473" y="84482"/>
                </a:lnTo>
                <a:cubicBezTo>
                  <a:pt x="322335" y="84482"/>
                  <a:pt x="320097" y="83875"/>
                  <a:pt x="318761" y="82661"/>
                </a:cubicBezTo>
                <a:cubicBezTo>
                  <a:pt x="317425" y="81446"/>
                  <a:pt x="316758" y="79858"/>
                  <a:pt x="316758" y="77898"/>
                </a:cubicBezTo>
                <a:cubicBezTo>
                  <a:pt x="316758" y="76107"/>
                  <a:pt x="317351" y="74605"/>
                  <a:pt x="318539" y="73391"/>
                </a:cubicBezTo>
                <a:cubicBezTo>
                  <a:pt x="319726" y="72176"/>
                  <a:pt x="321508" y="71505"/>
                  <a:pt x="323883" y="71377"/>
                </a:cubicBezTo>
                <a:lnTo>
                  <a:pt x="343270" y="54551"/>
                </a:lnTo>
                <a:lnTo>
                  <a:pt x="326109" y="39824"/>
                </a:lnTo>
                <a:cubicBezTo>
                  <a:pt x="323861" y="39653"/>
                  <a:pt x="322154" y="38960"/>
                  <a:pt x="320988" y="37746"/>
                </a:cubicBezTo>
                <a:cubicBezTo>
                  <a:pt x="319822" y="36531"/>
                  <a:pt x="319239" y="35029"/>
                  <a:pt x="319239" y="33239"/>
                </a:cubicBezTo>
                <a:cubicBezTo>
                  <a:pt x="319239" y="31322"/>
                  <a:pt x="319907" y="29756"/>
                  <a:pt x="321242" y="28542"/>
                </a:cubicBezTo>
                <a:cubicBezTo>
                  <a:pt x="322578" y="27326"/>
                  <a:pt x="324816" y="26719"/>
                  <a:pt x="327954" y="26719"/>
                </a:cubicBezTo>
                <a:lnTo>
                  <a:pt x="340168" y="26719"/>
                </a:lnTo>
                <a:cubicBezTo>
                  <a:pt x="343307" y="26719"/>
                  <a:pt x="345544" y="27326"/>
                  <a:pt x="346880" y="28542"/>
                </a:cubicBezTo>
                <a:cubicBezTo>
                  <a:pt x="348216" y="29756"/>
                  <a:pt x="348884" y="31300"/>
                  <a:pt x="348884" y="33176"/>
                </a:cubicBezTo>
                <a:cubicBezTo>
                  <a:pt x="348884" y="35691"/>
                  <a:pt x="347696" y="37738"/>
                  <a:pt x="345321" y="39315"/>
                </a:cubicBezTo>
                <a:lnTo>
                  <a:pt x="353114" y="46006"/>
                </a:lnTo>
                <a:lnTo>
                  <a:pt x="360971" y="39188"/>
                </a:lnTo>
                <a:cubicBezTo>
                  <a:pt x="358638" y="37526"/>
                  <a:pt x="357472" y="35607"/>
                  <a:pt x="357472" y="33432"/>
                </a:cubicBezTo>
                <a:cubicBezTo>
                  <a:pt x="357472" y="31386"/>
                  <a:pt x="358140" y="29756"/>
                  <a:pt x="359476" y="28542"/>
                </a:cubicBezTo>
                <a:cubicBezTo>
                  <a:pt x="360812" y="27326"/>
                  <a:pt x="363049" y="26719"/>
                  <a:pt x="366187" y="26719"/>
                </a:cubicBezTo>
                <a:lnTo>
                  <a:pt x="378274" y="26719"/>
                </a:lnTo>
                <a:cubicBezTo>
                  <a:pt x="381413" y="26719"/>
                  <a:pt x="383650" y="27326"/>
                  <a:pt x="384986" y="28542"/>
                </a:cubicBezTo>
                <a:cubicBezTo>
                  <a:pt x="386322" y="29756"/>
                  <a:pt x="386990" y="31343"/>
                  <a:pt x="386990" y="33303"/>
                </a:cubicBezTo>
                <a:cubicBezTo>
                  <a:pt x="386990" y="35050"/>
                  <a:pt x="386407" y="36531"/>
                  <a:pt x="385240" y="37746"/>
                </a:cubicBezTo>
                <a:cubicBezTo>
                  <a:pt x="384074" y="38960"/>
                  <a:pt x="382346" y="39653"/>
                  <a:pt x="380056" y="39824"/>
                </a:cubicBezTo>
                <a:lnTo>
                  <a:pt x="362965" y="54463"/>
                </a:lnTo>
                <a:close/>
                <a:moveTo>
                  <a:pt x="450402" y="2163"/>
                </a:moveTo>
                <a:lnTo>
                  <a:pt x="450402" y="53056"/>
                </a:lnTo>
                <a:cubicBezTo>
                  <a:pt x="453159" y="53056"/>
                  <a:pt x="455195" y="53650"/>
                  <a:pt x="456509" y="54837"/>
                </a:cubicBezTo>
                <a:cubicBezTo>
                  <a:pt x="457824" y="56025"/>
                  <a:pt x="458482" y="57594"/>
                  <a:pt x="458482" y="59545"/>
                </a:cubicBezTo>
                <a:cubicBezTo>
                  <a:pt x="458482" y="61496"/>
                  <a:pt x="457814" y="63086"/>
                  <a:pt x="456478" y="64316"/>
                </a:cubicBezTo>
                <a:cubicBezTo>
                  <a:pt x="455142" y="65546"/>
                  <a:pt x="453117" y="66161"/>
                  <a:pt x="450402" y="66161"/>
                </a:cubicBezTo>
                <a:lnTo>
                  <a:pt x="450402" y="71377"/>
                </a:lnTo>
                <a:cubicBezTo>
                  <a:pt x="453159" y="71377"/>
                  <a:pt x="455195" y="71982"/>
                  <a:pt x="456509" y="73190"/>
                </a:cubicBezTo>
                <a:cubicBezTo>
                  <a:pt x="457824" y="74399"/>
                  <a:pt x="458482" y="75979"/>
                  <a:pt x="458482" y="77930"/>
                </a:cubicBezTo>
                <a:cubicBezTo>
                  <a:pt x="458482" y="79881"/>
                  <a:pt x="457814" y="81460"/>
                  <a:pt x="456478" y="82669"/>
                </a:cubicBezTo>
                <a:cubicBezTo>
                  <a:pt x="455142" y="83878"/>
                  <a:pt x="452905" y="84482"/>
                  <a:pt x="449766" y="84482"/>
                </a:cubicBezTo>
                <a:lnTo>
                  <a:pt x="432272" y="84482"/>
                </a:lnTo>
                <a:cubicBezTo>
                  <a:pt x="429133" y="84482"/>
                  <a:pt x="426896" y="83867"/>
                  <a:pt x="425560" y="82637"/>
                </a:cubicBezTo>
                <a:cubicBezTo>
                  <a:pt x="424224" y="81407"/>
                  <a:pt x="423556" y="79817"/>
                  <a:pt x="423556" y="77866"/>
                </a:cubicBezTo>
                <a:cubicBezTo>
                  <a:pt x="423556" y="75915"/>
                  <a:pt x="424224" y="74346"/>
                  <a:pt x="425560" y="73159"/>
                </a:cubicBezTo>
                <a:cubicBezTo>
                  <a:pt x="426896" y="71971"/>
                  <a:pt x="429133" y="71377"/>
                  <a:pt x="432272" y="71377"/>
                </a:cubicBezTo>
                <a:lnTo>
                  <a:pt x="437361" y="71377"/>
                </a:lnTo>
                <a:lnTo>
                  <a:pt x="437361" y="66161"/>
                </a:lnTo>
                <a:lnTo>
                  <a:pt x="401927" y="66161"/>
                </a:lnTo>
                <a:lnTo>
                  <a:pt x="401927" y="55229"/>
                </a:lnTo>
                <a:lnTo>
                  <a:pt x="433162" y="2163"/>
                </a:lnTo>
                <a:lnTo>
                  <a:pt x="450402" y="2163"/>
                </a:lnTo>
                <a:moveTo>
                  <a:pt x="437361" y="53056"/>
                </a:moveTo>
                <a:lnTo>
                  <a:pt x="437361" y="20886"/>
                </a:lnTo>
                <a:lnTo>
                  <a:pt x="418467" y="53056"/>
                </a:lnTo>
                <a:lnTo>
                  <a:pt x="437361" y="53056"/>
                </a:lnTo>
                <a:close/>
                <a:moveTo>
                  <a:pt x="506372" y="66924"/>
                </a:moveTo>
                <a:lnTo>
                  <a:pt x="523803" y="66924"/>
                </a:lnTo>
                <a:lnTo>
                  <a:pt x="505036" y="102352"/>
                </a:lnTo>
                <a:cubicBezTo>
                  <a:pt x="503933" y="104435"/>
                  <a:pt x="502555" y="105476"/>
                  <a:pt x="500901" y="105476"/>
                </a:cubicBezTo>
                <a:cubicBezTo>
                  <a:pt x="499798" y="105476"/>
                  <a:pt x="498854" y="105114"/>
                  <a:pt x="498070" y="104392"/>
                </a:cubicBezTo>
                <a:cubicBezTo>
                  <a:pt x="497285" y="103670"/>
                  <a:pt x="496893" y="102863"/>
                  <a:pt x="496893" y="101971"/>
                </a:cubicBezTo>
                <a:cubicBezTo>
                  <a:pt x="496893" y="101333"/>
                  <a:pt x="497041" y="100462"/>
                  <a:pt x="497338" y="99358"/>
                </a:cubicBezTo>
                <a:lnTo>
                  <a:pt x="506372" y="66924"/>
                </a:lnTo>
                <a:close/>
                <a:moveTo>
                  <a:pt x="606236" y="40905"/>
                </a:moveTo>
                <a:cubicBezTo>
                  <a:pt x="610096" y="43535"/>
                  <a:pt x="612980" y="46578"/>
                  <a:pt x="614888" y="50034"/>
                </a:cubicBezTo>
                <a:cubicBezTo>
                  <a:pt x="616797" y="53491"/>
                  <a:pt x="617751" y="57361"/>
                  <a:pt x="617751" y="61644"/>
                </a:cubicBezTo>
                <a:cubicBezTo>
                  <a:pt x="617751" y="66267"/>
                  <a:pt x="616489" y="70540"/>
                  <a:pt x="613966" y="74463"/>
                </a:cubicBezTo>
                <a:cubicBezTo>
                  <a:pt x="611442" y="78386"/>
                  <a:pt x="607784" y="81354"/>
                  <a:pt x="602992" y="83369"/>
                </a:cubicBezTo>
                <a:cubicBezTo>
                  <a:pt x="598200" y="85383"/>
                  <a:pt x="591923" y="86391"/>
                  <a:pt x="584162" y="86391"/>
                </a:cubicBezTo>
                <a:cubicBezTo>
                  <a:pt x="574068" y="86391"/>
                  <a:pt x="566476" y="84816"/>
                  <a:pt x="561387" y="81667"/>
                </a:cubicBezTo>
                <a:cubicBezTo>
                  <a:pt x="558545" y="79879"/>
                  <a:pt x="557125" y="77751"/>
                  <a:pt x="557125" y="75282"/>
                </a:cubicBezTo>
                <a:cubicBezTo>
                  <a:pt x="557125" y="73409"/>
                  <a:pt x="557750" y="71824"/>
                  <a:pt x="559001" y="70526"/>
                </a:cubicBezTo>
                <a:cubicBezTo>
                  <a:pt x="560253" y="69228"/>
                  <a:pt x="561769" y="68578"/>
                  <a:pt x="563550" y="68578"/>
                </a:cubicBezTo>
                <a:cubicBezTo>
                  <a:pt x="564780" y="68578"/>
                  <a:pt x="566052" y="69002"/>
                  <a:pt x="567367" y="69851"/>
                </a:cubicBezTo>
                <a:cubicBezTo>
                  <a:pt x="569233" y="71123"/>
                  <a:pt x="570993" y="71971"/>
                  <a:pt x="572647" y="72395"/>
                </a:cubicBezTo>
                <a:cubicBezTo>
                  <a:pt x="575192" y="72989"/>
                  <a:pt x="578691" y="73286"/>
                  <a:pt x="583144" y="73286"/>
                </a:cubicBezTo>
                <a:cubicBezTo>
                  <a:pt x="590735" y="73286"/>
                  <a:pt x="596227" y="72302"/>
                  <a:pt x="599620" y="70336"/>
                </a:cubicBezTo>
                <a:cubicBezTo>
                  <a:pt x="603013" y="68367"/>
                  <a:pt x="604710" y="65586"/>
                  <a:pt x="604710" y="61990"/>
                </a:cubicBezTo>
                <a:cubicBezTo>
                  <a:pt x="604710" y="59325"/>
                  <a:pt x="603724" y="56755"/>
                  <a:pt x="601751" y="54280"/>
                </a:cubicBezTo>
                <a:cubicBezTo>
                  <a:pt x="599779" y="51805"/>
                  <a:pt x="597139" y="49890"/>
                  <a:pt x="593831" y="48535"/>
                </a:cubicBezTo>
                <a:cubicBezTo>
                  <a:pt x="591923" y="47773"/>
                  <a:pt x="588700" y="47244"/>
                  <a:pt x="584162" y="46949"/>
                </a:cubicBezTo>
                <a:cubicBezTo>
                  <a:pt x="581999" y="46821"/>
                  <a:pt x="580334" y="46154"/>
                  <a:pt x="579168" y="44945"/>
                </a:cubicBezTo>
                <a:cubicBezTo>
                  <a:pt x="578001" y="43736"/>
                  <a:pt x="577418" y="42241"/>
                  <a:pt x="577418" y="40460"/>
                </a:cubicBezTo>
                <a:cubicBezTo>
                  <a:pt x="577418" y="38594"/>
                  <a:pt x="578054" y="37025"/>
                  <a:pt x="579327" y="35752"/>
                </a:cubicBezTo>
                <a:cubicBezTo>
                  <a:pt x="580599" y="34480"/>
                  <a:pt x="582211" y="33844"/>
                  <a:pt x="584162" y="33844"/>
                </a:cubicBezTo>
                <a:cubicBezTo>
                  <a:pt x="588487" y="33844"/>
                  <a:pt x="590799" y="33823"/>
                  <a:pt x="591096" y="33780"/>
                </a:cubicBezTo>
                <a:cubicBezTo>
                  <a:pt x="592792" y="33611"/>
                  <a:pt x="594489" y="33061"/>
                  <a:pt x="596185" y="32132"/>
                </a:cubicBezTo>
                <a:cubicBezTo>
                  <a:pt x="597881" y="31202"/>
                  <a:pt x="599249" y="29923"/>
                  <a:pt x="600288" y="28295"/>
                </a:cubicBezTo>
                <a:cubicBezTo>
                  <a:pt x="601327" y="26666"/>
                  <a:pt x="601847" y="24985"/>
                  <a:pt x="601847" y="23252"/>
                </a:cubicBezTo>
                <a:cubicBezTo>
                  <a:pt x="601847" y="20504"/>
                  <a:pt x="600628" y="18127"/>
                  <a:pt x="598189" y="16119"/>
                </a:cubicBezTo>
                <a:cubicBezTo>
                  <a:pt x="595750" y="14110"/>
                  <a:pt x="592092" y="13105"/>
                  <a:pt x="587215" y="13105"/>
                </a:cubicBezTo>
                <a:cubicBezTo>
                  <a:pt x="580938" y="13105"/>
                  <a:pt x="576146" y="14915"/>
                  <a:pt x="572838" y="18534"/>
                </a:cubicBezTo>
                <a:cubicBezTo>
                  <a:pt x="571862" y="19585"/>
                  <a:pt x="571078" y="20258"/>
                  <a:pt x="570484" y="20554"/>
                </a:cubicBezTo>
                <a:cubicBezTo>
                  <a:pt x="569593" y="21017"/>
                  <a:pt x="568597" y="21248"/>
                  <a:pt x="567494" y="21248"/>
                </a:cubicBezTo>
                <a:cubicBezTo>
                  <a:pt x="565713" y="21248"/>
                  <a:pt x="564186" y="20610"/>
                  <a:pt x="562914" y="19333"/>
                </a:cubicBezTo>
                <a:cubicBezTo>
                  <a:pt x="561641" y="18057"/>
                  <a:pt x="561005" y="16483"/>
                  <a:pt x="561005" y="14612"/>
                </a:cubicBezTo>
                <a:cubicBezTo>
                  <a:pt x="561005" y="11676"/>
                  <a:pt x="562956" y="8826"/>
                  <a:pt x="566858" y="6061"/>
                </a:cubicBezTo>
                <a:cubicBezTo>
                  <a:pt x="572541" y="2020"/>
                  <a:pt x="579645" y="0"/>
                  <a:pt x="588169" y="0"/>
                </a:cubicBezTo>
                <a:cubicBezTo>
                  <a:pt x="596227" y="0"/>
                  <a:pt x="602695" y="2294"/>
                  <a:pt x="607572" y="6882"/>
                </a:cubicBezTo>
                <a:cubicBezTo>
                  <a:pt x="612450" y="11469"/>
                  <a:pt x="614888" y="16991"/>
                  <a:pt x="614888" y="23447"/>
                </a:cubicBezTo>
                <a:cubicBezTo>
                  <a:pt x="614888" y="26802"/>
                  <a:pt x="614167" y="29935"/>
                  <a:pt x="612725" y="32846"/>
                </a:cubicBezTo>
                <a:cubicBezTo>
                  <a:pt x="611283" y="35755"/>
                  <a:pt x="609120" y="38441"/>
                  <a:pt x="606236" y="40905"/>
                </a:cubicBezTo>
                <a:close/>
                <a:moveTo>
                  <a:pt x="684917" y="2163"/>
                </a:moveTo>
                <a:lnTo>
                  <a:pt x="684917" y="53056"/>
                </a:lnTo>
                <a:cubicBezTo>
                  <a:pt x="687674" y="53056"/>
                  <a:pt x="689709" y="53650"/>
                  <a:pt x="691024" y="54837"/>
                </a:cubicBezTo>
                <a:cubicBezTo>
                  <a:pt x="692339" y="56025"/>
                  <a:pt x="692996" y="57594"/>
                  <a:pt x="692996" y="59545"/>
                </a:cubicBezTo>
                <a:cubicBezTo>
                  <a:pt x="692996" y="61496"/>
                  <a:pt x="692328" y="63086"/>
                  <a:pt x="690992" y="64316"/>
                </a:cubicBezTo>
                <a:cubicBezTo>
                  <a:pt x="689656" y="65546"/>
                  <a:pt x="687631" y="66161"/>
                  <a:pt x="684917" y="66161"/>
                </a:cubicBezTo>
                <a:lnTo>
                  <a:pt x="684917" y="71377"/>
                </a:lnTo>
                <a:cubicBezTo>
                  <a:pt x="687674" y="71377"/>
                  <a:pt x="689709" y="71982"/>
                  <a:pt x="691024" y="73190"/>
                </a:cubicBezTo>
                <a:cubicBezTo>
                  <a:pt x="692339" y="74399"/>
                  <a:pt x="692996" y="75979"/>
                  <a:pt x="692996" y="77930"/>
                </a:cubicBezTo>
                <a:cubicBezTo>
                  <a:pt x="692996" y="79881"/>
                  <a:pt x="692328" y="81460"/>
                  <a:pt x="690992" y="82669"/>
                </a:cubicBezTo>
                <a:cubicBezTo>
                  <a:pt x="689656" y="83878"/>
                  <a:pt x="687419" y="84482"/>
                  <a:pt x="684281" y="84482"/>
                </a:cubicBezTo>
                <a:lnTo>
                  <a:pt x="666786" y="84482"/>
                </a:lnTo>
                <a:cubicBezTo>
                  <a:pt x="663648" y="84482"/>
                  <a:pt x="661411" y="83867"/>
                  <a:pt x="660075" y="82637"/>
                </a:cubicBezTo>
                <a:cubicBezTo>
                  <a:pt x="658739" y="81407"/>
                  <a:pt x="658071" y="79817"/>
                  <a:pt x="658071" y="77866"/>
                </a:cubicBezTo>
                <a:cubicBezTo>
                  <a:pt x="658071" y="75915"/>
                  <a:pt x="658739" y="74346"/>
                  <a:pt x="660075" y="73159"/>
                </a:cubicBezTo>
                <a:cubicBezTo>
                  <a:pt x="661411" y="71971"/>
                  <a:pt x="663648" y="71377"/>
                  <a:pt x="666786" y="71377"/>
                </a:cubicBezTo>
                <a:lnTo>
                  <a:pt x="671876" y="71377"/>
                </a:lnTo>
                <a:lnTo>
                  <a:pt x="671876" y="66161"/>
                </a:lnTo>
                <a:lnTo>
                  <a:pt x="636441" y="66161"/>
                </a:lnTo>
                <a:lnTo>
                  <a:pt x="636441" y="55229"/>
                </a:lnTo>
                <a:lnTo>
                  <a:pt x="667677" y="2163"/>
                </a:lnTo>
                <a:lnTo>
                  <a:pt x="684917" y="2163"/>
                </a:lnTo>
                <a:moveTo>
                  <a:pt x="671876" y="53056"/>
                </a:moveTo>
                <a:lnTo>
                  <a:pt x="671876" y="20886"/>
                </a:lnTo>
                <a:lnTo>
                  <a:pt x="652982" y="53056"/>
                </a:lnTo>
                <a:lnTo>
                  <a:pt x="671876" y="5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addx3,x5">
            <a:extLst xmlns:a="http://schemas.openxmlformats.org/drawingml/2006/main">
              <a:ext uri="{FF2B5EF4-FFF2-40B4-BE49-F238E27FC236}">
                <a16:creationId xmlns:a16="http://schemas.microsoft.com/office/drawing/2014/main" id="{64B88B46-B08C-4150-8886-9AD809E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96" y="5184023"/>
            <a:ext cx="688925" cy="105476"/>
          </a:xfrm>
          <a:custGeom xmlns:a="http://schemas.openxmlformats.org/drawingml/2006/main">
            <a:pathLst>
              <a:path w="688925" h="105476">
                <a:moveTo>
                  <a:pt x="45167" y="84482"/>
                </a:moveTo>
                <a:lnTo>
                  <a:pt x="45167" y="81429"/>
                </a:lnTo>
                <a:cubicBezTo>
                  <a:pt x="41902" y="83125"/>
                  <a:pt x="38297" y="84397"/>
                  <a:pt x="34353" y="85246"/>
                </a:cubicBezTo>
                <a:cubicBezTo>
                  <a:pt x="30409" y="86094"/>
                  <a:pt x="26825" y="86518"/>
                  <a:pt x="23602" y="86518"/>
                </a:cubicBezTo>
                <a:cubicBezTo>
                  <a:pt x="16604" y="86518"/>
                  <a:pt x="10921" y="84666"/>
                  <a:pt x="6552" y="80961"/>
                </a:cubicBezTo>
                <a:cubicBezTo>
                  <a:pt x="2184" y="77256"/>
                  <a:pt x="0" y="73159"/>
                  <a:pt x="0" y="68670"/>
                </a:cubicBezTo>
                <a:cubicBezTo>
                  <a:pt x="0" y="63208"/>
                  <a:pt x="2789" y="58138"/>
                  <a:pt x="8366" y="53459"/>
                </a:cubicBezTo>
                <a:cubicBezTo>
                  <a:pt x="13943" y="48780"/>
                  <a:pt x="21651" y="46440"/>
                  <a:pt x="31490" y="46440"/>
                </a:cubicBezTo>
                <a:cubicBezTo>
                  <a:pt x="35434" y="46440"/>
                  <a:pt x="39993" y="46864"/>
                  <a:pt x="45167" y="47712"/>
                </a:cubicBezTo>
                <a:lnTo>
                  <a:pt x="45167" y="44615"/>
                </a:lnTo>
                <a:cubicBezTo>
                  <a:pt x="45167" y="42677"/>
                  <a:pt x="44330" y="41097"/>
                  <a:pt x="42655" y="39875"/>
                </a:cubicBezTo>
                <a:cubicBezTo>
                  <a:pt x="40979" y="38653"/>
                  <a:pt x="37788" y="38042"/>
                  <a:pt x="33080" y="38042"/>
                </a:cubicBezTo>
                <a:cubicBezTo>
                  <a:pt x="29221" y="38042"/>
                  <a:pt x="24217" y="38790"/>
                  <a:pt x="18067" y="40285"/>
                </a:cubicBezTo>
                <a:cubicBezTo>
                  <a:pt x="15777" y="40826"/>
                  <a:pt x="13996" y="41096"/>
                  <a:pt x="12723" y="41096"/>
                </a:cubicBezTo>
                <a:cubicBezTo>
                  <a:pt x="10984" y="41096"/>
                  <a:pt x="9511" y="40470"/>
                  <a:pt x="8302" y="39219"/>
                </a:cubicBezTo>
                <a:cubicBezTo>
                  <a:pt x="7093" y="37968"/>
                  <a:pt x="6489" y="36367"/>
                  <a:pt x="6489" y="34416"/>
                </a:cubicBezTo>
                <a:cubicBezTo>
                  <a:pt x="6489" y="33314"/>
                  <a:pt x="6701" y="32359"/>
                  <a:pt x="7125" y="31554"/>
                </a:cubicBezTo>
                <a:cubicBezTo>
                  <a:pt x="7549" y="30748"/>
                  <a:pt x="8143" y="30101"/>
                  <a:pt x="8906" y="29613"/>
                </a:cubicBezTo>
                <a:cubicBezTo>
                  <a:pt x="9670" y="29126"/>
                  <a:pt x="11260" y="28542"/>
                  <a:pt x="13677" y="27864"/>
                </a:cubicBezTo>
                <a:cubicBezTo>
                  <a:pt x="16901" y="26973"/>
                  <a:pt x="20188" y="26263"/>
                  <a:pt x="23538" y="25733"/>
                </a:cubicBezTo>
                <a:cubicBezTo>
                  <a:pt x="26888" y="25203"/>
                  <a:pt x="29921" y="24938"/>
                  <a:pt x="32635" y="24938"/>
                </a:cubicBezTo>
                <a:cubicBezTo>
                  <a:pt x="40736" y="24938"/>
                  <a:pt x="47023" y="26687"/>
                  <a:pt x="51497" y="30186"/>
                </a:cubicBezTo>
                <a:cubicBezTo>
                  <a:pt x="55972" y="33685"/>
                  <a:pt x="58209" y="38467"/>
                  <a:pt x="58209" y="44531"/>
                </a:cubicBezTo>
                <a:lnTo>
                  <a:pt x="58209" y="71377"/>
                </a:lnTo>
                <a:lnTo>
                  <a:pt x="60435" y="71377"/>
                </a:lnTo>
                <a:cubicBezTo>
                  <a:pt x="63574" y="71377"/>
                  <a:pt x="65811" y="71982"/>
                  <a:pt x="67147" y="73190"/>
                </a:cubicBezTo>
                <a:cubicBezTo>
                  <a:pt x="68483" y="74399"/>
                  <a:pt x="69151" y="75979"/>
                  <a:pt x="69151" y="77930"/>
                </a:cubicBezTo>
                <a:cubicBezTo>
                  <a:pt x="69151" y="79881"/>
                  <a:pt x="68483" y="81460"/>
                  <a:pt x="67147" y="82669"/>
                </a:cubicBezTo>
                <a:cubicBezTo>
                  <a:pt x="65811" y="83878"/>
                  <a:pt x="63574" y="84482"/>
                  <a:pt x="60435" y="84482"/>
                </a:cubicBezTo>
                <a:lnTo>
                  <a:pt x="45167" y="84482"/>
                </a:lnTo>
                <a:moveTo>
                  <a:pt x="45167" y="61058"/>
                </a:moveTo>
                <a:cubicBezTo>
                  <a:pt x="39951" y="60049"/>
                  <a:pt x="35137" y="59545"/>
                  <a:pt x="30727" y="59545"/>
                </a:cubicBezTo>
                <a:cubicBezTo>
                  <a:pt x="25425" y="59545"/>
                  <a:pt x="20866" y="60826"/>
                  <a:pt x="17049" y="63390"/>
                </a:cubicBezTo>
                <a:cubicBezTo>
                  <a:pt x="14674" y="65029"/>
                  <a:pt x="13487" y="66689"/>
                  <a:pt x="13487" y="68369"/>
                </a:cubicBezTo>
                <a:cubicBezTo>
                  <a:pt x="13487" y="69589"/>
                  <a:pt x="14059" y="70577"/>
                  <a:pt x="15204" y="71334"/>
                </a:cubicBezTo>
                <a:cubicBezTo>
                  <a:pt x="17325" y="72720"/>
                  <a:pt x="20230" y="73413"/>
                  <a:pt x="23920" y="73413"/>
                </a:cubicBezTo>
                <a:cubicBezTo>
                  <a:pt x="27058" y="73413"/>
                  <a:pt x="30610" y="72804"/>
                  <a:pt x="34575" y="71586"/>
                </a:cubicBezTo>
                <a:cubicBezTo>
                  <a:pt x="38541" y="70367"/>
                  <a:pt x="42071" y="68706"/>
                  <a:pt x="45167" y="66604"/>
                </a:cubicBezTo>
                <a:lnTo>
                  <a:pt x="45167" y="61058"/>
                </a:lnTo>
                <a:close/>
                <a:moveTo>
                  <a:pt x="141533" y="1908"/>
                </a:moveTo>
                <a:lnTo>
                  <a:pt x="141533" y="71377"/>
                </a:lnTo>
                <a:lnTo>
                  <a:pt x="143760" y="71377"/>
                </a:lnTo>
                <a:cubicBezTo>
                  <a:pt x="146856" y="71377"/>
                  <a:pt x="149082" y="71982"/>
                  <a:pt x="150439" y="73190"/>
                </a:cubicBezTo>
                <a:cubicBezTo>
                  <a:pt x="151797" y="74399"/>
                  <a:pt x="152475" y="75979"/>
                  <a:pt x="152475" y="77930"/>
                </a:cubicBezTo>
                <a:cubicBezTo>
                  <a:pt x="152475" y="79881"/>
                  <a:pt x="151807" y="81460"/>
                  <a:pt x="150471" y="82669"/>
                </a:cubicBezTo>
                <a:cubicBezTo>
                  <a:pt x="149135" y="83878"/>
                  <a:pt x="146898" y="84482"/>
                  <a:pt x="143760" y="84482"/>
                </a:cubicBezTo>
                <a:lnTo>
                  <a:pt x="128492" y="84482"/>
                </a:lnTo>
                <a:lnTo>
                  <a:pt x="128492" y="81301"/>
                </a:lnTo>
                <a:cubicBezTo>
                  <a:pt x="125523" y="83019"/>
                  <a:pt x="122417" y="84318"/>
                  <a:pt x="119172" y="85198"/>
                </a:cubicBezTo>
                <a:cubicBezTo>
                  <a:pt x="115928" y="86078"/>
                  <a:pt x="112567" y="86518"/>
                  <a:pt x="109089" y="86518"/>
                </a:cubicBezTo>
                <a:cubicBezTo>
                  <a:pt x="99292" y="86518"/>
                  <a:pt x="91404" y="83687"/>
                  <a:pt x="85424" y="78025"/>
                </a:cubicBezTo>
                <a:cubicBezTo>
                  <a:pt x="79444" y="72363"/>
                  <a:pt x="76454" y="65313"/>
                  <a:pt x="76454" y="56873"/>
                </a:cubicBezTo>
                <a:cubicBezTo>
                  <a:pt x="76454" y="48051"/>
                  <a:pt x="79592" y="40523"/>
                  <a:pt x="85869" y="34289"/>
                </a:cubicBezTo>
                <a:cubicBezTo>
                  <a:pt x="92146" y="28055"/>
                  <a:pt x="99801" y="24938"/>
                  <a:pt x="108835" y="24938"/>
                </a:cubicBezTo>
                <a:cubicBezTo>
                  <a:pt x="112227" y="24938"/>
                  <a:pt x="115557" y="25460"/>
                  <a:pt x="118822" y="26504"/>
                </a:cubicBezTo>
                <a:cubicBezTo>
                  <a:pt x="122088" y="27548"/>
                  <a:pt x="125311" y="29114"/>
                  <a:pt x="128492" y="31202"/>
                </a:cubicBezTo>
                <a:lnTo>
                  <a:pt x="128492" y="15013"/>
                </a:lnTo>
                <a:lnTo>
                  <a:pt x="126265" y="15013"/>
                </a:lnTo>
                <a:cubicBezTo>
                  <a:pt x="123127" y="15013"/>
                  <a:pt x="120890" y="14409"/>
                  <a:pt x="119554" y="13200"/>
                </a:cubicBezTo>
                <a:cubicBezTo>
                  <a:pt x="118218" y="11992"/>
                  <a:pt x="117550" y="10412"/>
                  <a:pt x="117550" y="8461"/>
                </a:cubicBezTo>
                <a:cubicBezTo>
                  <a:pt x="117550" y="6510"/>
                  <a:pt x="118218" y="4930"/>
                  <a:pt x="119554" y="3722"/>
                </a:cubicBezTo>
                <a:cubicBezTo>
                  <a:pt x="120890" y="2513"/>
                  <a:pt x="123127" y="1908"/>
                  <a:pt x="126265" y="1908"/>
                </a:cubicBezTo>
                <a:lnTo>
                  <a:pt x="141533" y="1908"/>
                </a:lnTo>
                <a:moveTo>
                  <a:pt x="128492" y="57249"/>
                </a:moveTo>
                <a:cubicBezTo>
                  <a:pt x="128492" y="51882"/>
                  <a:pt x="126605" y="47340"/>
                  <a:pt x="122830" y="43621"/>
                </a:cubicBezTo>
                <a:cubicBezTo>
                  <a:pt x="119055" y="39902"/>
                  <a:pt x="114433" y="38042"/>
                  <a:pt x="108962" y="38042"/>
                </a:cubicBezTo>
                <a:cubicBezTo>
                  <a:pt x="103533" y="38042"/>
                  <a:pt x="98932" y="39902"/>
                  <a:pt x="95157" y="43621"/>
                </a:cubicBezTo>
                <a:cubicBezTo>
                  <a:pt x="91382" y="47340"/>
                  <a:pt x="89495" y="51819"/>
                  <a:pt x="89495" y="57060"/>
                </a:cubicBezTo>
                <a:cubicBezTo>
                  <a:pt x="89495" y="61835"/>
                  <a:pt x="91192" y="65755"/>
                  <a:pt x="94584" y="68819"/>
                </a:cubicBezTo>
                <a:cubicBezTo>
                  <a:pt x="97977" y="71882"/>
                  <a:pt x="102770" y="73413"/>
                  <a:pt x="108962" y="73413"/>
                </a:cubicBezTo>
                <a:cubicBezTo>
                  <a:pt x="115111" y="73413"/>
                  <a:pt x="119904" y="71882"/>
                  <a:pt x="123339" y="68819"/>
                </a:cubicBezTo>
                <a:cubicBezTo>
                  <a:pt x="126774" y="65755"/>
                  <a:pt x="128492" y="61898"/>
                  <a:pt x="128492" y="57249"/>
                </a:cubicBezTo>
                <a:close/>
                <a:moveTo>
                  <a:pt x="219705" y="1908"/>
                </a:moveTo>
                <a:lnTo>
                  <a:pt x="219705" y="71377"/>
                </a:lnTo>
                <a:lnTo>
                  <a:pt x="221931" y="71377"/>
                </a:lnTo>
                <a:cubicBezTo>
                  <a:pt x="225027" y="71377"/>
                  <a:pt x="227254" y="71982"/>
                  <a:pt x="228611" y="73190"/>
                </a:cubicBezTo>
                <a:cubicBezTo>
                  <a:pt x="229968" y="74399"/>
                  <a:pt x="230647" y="75979"/>
                  <a:pt x="230647" y="77930"/>
                </a:cubicBezTo>
                <a:cubicBezTo>
                  <a:pt x="230647" y="79881"/>
                  <a:pt x="229979" y="81460"/>
                  <a:pt x="228643" y="82669"/>
                </a:cubicBezTo>
                <a:cubicBezTo>
                  <a:pt x="227307" y="83878"/>
                  <a:pt x="225070" y="84482"/>
                  <a:pt x="221931" y="84482"/>
                </a:cubicBezTo>
                <a:lnTo>
                  <a:pt x="206663" y="84482"/>
                </a:lnTo>
                <a:lnTo>
                  <a:pt x="206663" y="81301"/>
                </a:lnTo>
                <a:cubicBezTo>
                  <a:pt x="203695" y="83019"/>
                  <a:pt x="200588" y="84318"/>
                  <a:pt x="197344" y="85198"/>
                </a:cubicBezTo>
                <a:cubicBezTo>
                  <a:pt x="194099" y="86078"/>
                  <a:pt x="190738" y="86518"/>
                  <a:pt x="187260" y="86518"/>
                </a:cubicBezTo>
                <a:cubicBezTo>
                  <a:pt x="177464" y="86518"/>
                  <a:pt x="169575" y="83687"/>
                  <a:pt x="163595" y="78025"/>
                </a:cubicBezTo>
                <a:cubicBezTo>
                  <a:pt x="157615" y="72363"/>
                  <a:pt x="154625" y="65313"/>
                  <a:pt x="154625" y="56873"/>
                </a:cubicBezTo>
                <a:cubicBezTo>
                  <a:pt x="154625" y="48051"/>
                  <a:pt x="157764" y="40523"/>
                  <a:pt x="164041" y="34289"/>
                </a:cubicBezTo>
                <a:cubicBezTo>
                  <a:pt x="170317" y="28055"/>
                  <a:pt x="177973" y="24938"/>
                  <a:pt x="187006" y="24938"/>
                </a:cubicBezTo>
                <a:cubicBezTo>
                  <a:pt x="190399" y="24938"/>
                  <a:pt x="193728" y="25460"/>
                  <a:pt x="196994" y="26504"/>
                </a:cubicBezTo>
                <a:cubicBezTo>
                  <a:pt x="200259" y="27548"/>
                  <a:pt x="203483" y="29114"/>
                  <a:pt x="206663" y="31202"/>
                </a:cubicBezTo>
                <a:lnTo>
                  <a:pt x="206663" y="15013"/>
                </a:lnTo>
                <a:lnTo>
                  <a:pt x="204437" y="15013"/>
                </a:lnTo>
                <a:cubicBezTo>
                  <a:pt x="201298" y="15013"/>
                  <a:pt x="199061" y="14409"/>
                  <a:pt x="197725" y="13200"/>
                </a:cubicBezTo>
                <a:cubicBezTo>
                  <a:pt x="196389" y="11992"/>
                  <a:pt x="195721" y="10412"/>
                  <a:pt x="195721" y="8461"/>
                </a:cubicBezTo>
                <a:cubicBezTo>
                  <a:pt x="195721" y="6510"/>
                  <a:pt x="196389" y="4930"/>
                  <a:pt x="197725" y="3722"/>
                </a:cubicBezTo>
                <a:cubicBezTo>
                  <a:pt x="199061" y="2513"/>
                  <a:pt x="201298" y="1908"/>
                  <a:pt x="204437" y="1908"/>
                </a:cubicBezTo>
                <a:lnTo>
                  <a:pt x="219705" y="1908"/>
                </a:lnTo>
                <a:moveTo>
                  <a:pt x="206663" y="57249"/>
                </a:moveTo>
                <a:cubicBezTo>
                  <a:pt x="206663" y="51882"/>
                  <a:pt x="204776" y="47340"/>
                  <a:pt x="201002" y="43621"/>
                </a:cubicBezTo>
                <a:cubicBezTo>
                  <a:pt x="197227" y="39902"/>
                  <a:pt x="192604" y="38042"/>
                  <a:pt x="187133" y="38042"/>
                </a:cubicBezTo>
                <a:cubicBezTo>
                  <a:pt x="181705" y="38042"/>
                  <a:pt x="177103" y="39902"/>
                  <a:pt x="173329" y="43621"/>
                </a:cubicBezTo>
                <a:cubicBezTo>
                  <a:pt x="169554" y="47340"/>
                  <a:pt x="167667" y="51819"/>
                  <a:pt x="167667" y="57060"/>
                </a:cubicBezTo>
                <a:cubicBezTo>
                  <a:pt x="167667" y="61835"/>
                  <a:pt x="169363" y="65755"/>
                  <a:pt x="172756" y="68819"/>
                </a:cubicBezTo>
                <a:cubicBezTo>
                  <a:pt x="176149" y="71882"/>
                  <a:pt x="180941" y="73413"/>
                  <a:pt x="187133" y="73413"/>
                </a:cubicBezTo>
                <a:cubicBezTo>
                  <a:pt x="193283" y="73413"/>
                  <a:pt x="198075" y="71882"/>
                  <a:pt x="201510" y="68819"/>
                </a:cubicBezTo>
                <a:cubicBezTo>
                  <a:pt x="204946" y="65755"/>
                  <a:pt x="206663" y="61898"/>
                  <a:pt x="206663" y="57249"/>
                </a:cubicBezTo>
                <a:close/>
                <a:moveTo>
                  <a:pt x="355967" y="54463"/>
                </a:moveTo>
                <a:lnTo>
                  <a:pt x="375666" y="71377"/>
                </a:lnTo>
                <a:cubicBezTo>
                  <a:pt x="378041" y="71505"/>
                  <a:pt x="379822" y="72176"/>
                  <a:pt x="381010" y="73391"/>
                </a:cubicBezTo>
                <a:cubicBezTo>
                  <a:pt x="382197" y="74605"/>
                  <a:pt x="382791" y="76129"/>
                  <a:pt x="382791" y="77962"/>
                </a:cubicBezTo>
                <a:cubicBezTo>
                  <a:pt x="382791" y="79879"/>
                  <a:pt x="382123" y="81446"/>
                  <a:pt x="380787" y="82661"/>
                </a:cubicBezTo>
                <a:cubicBezTo>
                  <a:pt x="379451" y="83875"/>
                  <a:pt x="377214" y="84482"/>
                  <a:pt x="374076" y="84482"/>
                </a:cubicBezTo>
                <a:lnTo>
                  <a:pt x="359253" y="84482"/>
                </a:lnTo>
                <a:cubicBezTo>
                  <a:pt x="356115" y="84482"/>
                  <a:pt x="353878" y="83875"/>
                  <a:pt x="352542" y="82661"/>
                </a:cubicBezTo>
                <a:cubicBezTo>
                  <a:pt x="351206" y="81446"/>
                  <a:pt x="350538" y="79837"/>
                  <a:pt x="350538" y="77834"/>
                </a:cubicBezTo>
                <a:cubicBezTo>
                  <a:pt x="350538" y="76300"/>
                  <a:pt x="351015" y="74946"/>
                  <a:pt x="351969" y="73775"/>
                </a:cubicBezTo>
                <a:cubicBezTo>
                  <a:pt x="352923" y="72603"/>
                  <a:pt x="354227" y="71804"/>
                  <a:pt x="355881" y="71377"/>
                </a:cubicBezTo>
                <a:lnTo>
                  <a:pt x="346061" y="62950"/>
                </a:lnTo>
                <a:lnTo>
                  <a:pt x="336224" y="71377"/>
                </a:lnTo>
                <a:cubicBezTo>
                  <a:pt x="338217" y="71889"/>
                  <a:pt x="339649" y="72677"/>
                  <a:pt x="340518" y="73743"/>
                </a:cubicBezTo>
                <a:cubicBezTo>
                  <a:pt x="341388" y="74809"/>
                  <a:pt x="341822" y="76172"/>
                  <a:pt x="341822" y="77834"/>
                </a:cubicBezTo>
                <a:cubicBezTo>
                  <a:pt x="341822" y="79837"/>
                  <a:pt x="341165" y="81446"/>
                  <a:pt x="339850" y="82661"/>
                </a:cubicBezTo>
                <a:cubicBezTo>
                  <a:pt x="338535" y="83875"/>
                  <a:pt x="336309" y="84482"/>
                  <a:pt x="333170" y="84482"/>
                </a:cubicBezTo>
                <a:lnTo>
                  <a:pt x="318475" y="84482"/>
                </a:lnTo>
                <a:cubicBezTo>
                  <a:pt x="315337" y="84482"/>
                  <a:pt x="313100" y="83875"/>
                  <a:pt x="311764" y="82661"/>
                </a:cubicBezTo>
                <a:cubicBezTo>
                  <a:pt x="310428" y="81446"/>
                  <a:pt x="309760" y="79858"/>
                  <a:pt x="309760" y="77898"/>
                </a:cubicBezTo>
                <a:cubicBezTo>
                  <a:pt x="309760" y="76107"/>
                  <a:pt x="310353" y="74605"/>
                  <a:pt x="311541" y="73391"/>
                </a:cubicBezTo>
                <a:cubicBezTo>
                  <a:pt x="312728" y="72176"/>
                  <a:pt x="314510" y="71505"/>
                  <a:pt x="316885" y="71377"/>
                </a:cubicBezTo>
                <a:lnTo>
                  <a:pt x="336272" y="54551"/>
                </a:lnTo>
                <a:lnTo>
                  <a:pt x="319111" y="39824"/>
                </a:lnTo>
                <a:cubicBezTo>
                  <a:pt x="316864" y="39653"/>
                  <a:pt x="315157" y="38960"/>
                  <a:pt x="313990" y="37746"/>
                </a:cubicBezTo>
                <a:cubicBezTo>
                  <a:pt x="312824" y="36531"/>
                  <a:pt x="312241" y="35029"/>
                  <a:pt x="312241" y="33239"/>
                </a:cubicBezTo>
                <a:cubicBezTo>
                  <a:pt x="312241" y="31322"/>
                  <a:pt x="312909" y="29756"/>
                  <a:pt x="314245" y="28542"/>
                </a:cubicBezTo>
                <a:cubicBezTo>
                  <a:pt x="315581" y="27326"/>
                  <a:pt x="317818" y="26719"/>
                  <a:pt x="320956" y="26719"/>
                </a:cubicBezTo>
                <a:lnTo>
                  <a:pt x="333170" y="26719"/>
                </a:lnTo>
                <a:cubicBezTo>
                  <a:pt x="336309" y="26719"/>
                  <a:pt x="338546" y="27326"/>
                  <a:pt x="339882" y="28542"/>
                </a:cubicBezTo>
                <a:cubicBezTo>
                  <a:pt x="341218" y="29756"/>
                  <a:pt x="341886" y="31300"/>
                  <a:pt x="341886" y="33176"/>
                </a:cubicBezTo>
                <a:cubicBezTo>
                  <a:pt x="341886" y="35691"/>
                  <a:pt x="340698" y="37738"/>
                  <a:pt x="338323" y="39315"/>
                </a:cubicBezTo>
                <a:lnTo>
                  <a:pt x="346116" y="46006"/>
                </a:lnTo>
                <a:lnTo>
                  <a:pt x="353973" y="39188"/>
                </a:lnTo>
                <a:cubicBezTo>
                  <a:pt x="351640" y="37526"/>
                  <a:pt x="350474" y="35607"/>
                  <a:pt x="350474" y="33432"/>
                </a:cubicBezTo>
                <a:cubicBezTo>
                  <a:pt x="350474" y="31386"/>
                  <a:pt x="351142" y="29756"/>
                  <a:pt x="352478" y="28542"/>
                </a:cubicBezTo>
                <a:cubicBezTo>
                  <a:pt x="353814" y="27326"/>
                  <a:pt x="356051" y="26719"/>
                  <a:pt x="359189" y="26719"/>
                </a:cubicBezTo>
                <a:lnTo>
                  <a:pt x="371277" y="26719"/>
                </a:lnTo>
                <a:cubicBezTo>
                  <a:pt x="374415" y="26719"/>
                  <a:pt x="376652" y="27326"/>
                  <a:pt x="377988" y="28542"/>
                </a:cubicBezTo>
                <a:cubicBezTo>
                  <a:pt x="379324" y="29756"/>
                  <a:pt x="379992" y="31343"/>
                  <a:pt x="379992" y="33303"/>
                </a:cubicBezTo>
                <a:cubicBezTo>
                  <a:pt x="379992" y="35050"/>
                  <a:pt x="379409" y="36531"/>
                  <a:pt x="378243" y="37746"/>
                </a:cubicBezTo>
                <a:cubicBezTo>
                  <a:pt x="377076" y="38960"/>
                  <a:pt x="375348" y="39653"/>
                  <a:pt x="373058" y="39824"/>
                </a:cubicBezTo>
                <a:lnTo>
                  <a:pt x="355967" y="54463"/>
                </a:lnTo>
                <a:close/>
                <a:moveTo>
                  <a:pt x="442896" y="40905"/>
                </a:moveTo>
                <a:cubicBezTo>
                  <a:pt x="446755" y="43535"/>
                  <a:pt x="449639" y="46578"/>
                  <a:pt x="451547" y="50034"/>
                </a:cubicBezTo>
                <a:cubicBezTo>
                  <a:pt x="453456" y="53491"/>
                  <a:pt x="454410" y="57361"/>
                  <a:pt x="454410" y="61644"/>
                </a:cubicBezTo>
                <a:cubicBezTo>
                  <a:pt x="454410" y="66267"/>
                  <a:pt x="453148" y="70540"/>
                  <a:pt x="450625" y="74463"/>
                </a:cubicBezTo>
                <a:cubicBezTo>
                  <a:pt x="448102" y="78386"/>
                  <a:pt x="444444" y="81354"/>
                  <a:pt x="439651" y="83369"/>
                </a:cubicBezTo>
                <a:cubicBezTo>
                  <a:pt x="434859" y="85383"/>
                  <a:pt x="428582" y="86391"/>
                  <a:pt x="420821" y="86391"/>
                </a:cubicBezTo>
                <a:cubicBezTo>
                  <a:pt x="410727" y="86391"/>
                  <a:pt x="403135" y="84816"/>
                  <a:pt x="398046" y="81667"/>
                </a:cubicBezTo>
                <a:cubicBezTo>
                  <a:pt x="395205" y="79879"/>
                  <a:pt x="393784" y="77751"/>
                  <a:pt x="393784" y="75282"/>
                </a:cubicBezTo>
                <a:cubicBezTo>
                  <a:pt x="393784" y="73409"/>
                  <a:pt x="394409" y="71824"/>
                  <a:pt x="395661" y="70526"/>
                </a:cubicBezTo>
                <a:cubicBezTo>
                  <a:pt x="396912" y="69228"/>
                  <a:pt x="398428" y="68578"/>
                  <a:pt x="400209" y="68578"/>
                </a:cubicBezTo>
                <a:cubicBezTo>
                  <a:pt x="401439" y="68578"/>
                  <a:pt x="402711" y="69002"/>
                  <a:pt x="404026" y="69851"/>
                </a:cubicBezTo>
                <a:cubicBezTo>
                  <a:pt x="405892" y="71123"/>
                  <a:pt x="407652" y="71971"/>
                  <a:pt x="409306" y="72395"/>
                </a:cubicBezTo>
                <a:cubicBezTo>
                  <a:pt x="411851" y="72989"/>
                  <a:pt x="415350" y="73286"/>
                  <a:pt x="419803" y="73286"/>
                </a:cubicBezTo>
                <a:cubicBezTo>
                  <a:pt x="427394" y="73286"/>
                  <a:pt x="432887" y="72302"/>
                  <a:pt x="436280" y="70336"/>
                </a:cubicBezTo>
                <a:cubicBezTo>
                  <a:pt x="439672" y="68367"/>
                  <a:pt x="441369" y="65586"/>
                  <a:pt x="441369" y="61990"/>
                </a:cubicBezTo>
                <a:cubicBezTo>
                  <a:pt x="441369" y="59325"/>
                  <a:pt x="440383" y="56755"/>
                  <a:pt x="438411" y="54280"/>
                </a:cubicBezTo>
                <a:cubicBezTo>
                  <a:pt x="436439" y="51805"/>
                  <a:pt x="433798" y="49890"/>
                  <a:pt x="430490" y="48535"/>
                </a:cubicBezTo>
                <a:cubicBezTo>
                  <a:pt x="428582" y="47773"/>
                  <a:pt x="425359" y="47244"/>
                  <a:pt x="420821" y="46949"/>
                </a:cubicBezTo>
                <a:cubicBezTo>
                  <a:pt x="418658" y="46821"/>
                  <a:pt x="416993" y="46154"/>
                  <a:pt x="415827" y="44945"/>
                </a:cubicBezTo>
                <a:cubicBezTo>
                  <a:pt x="414661" y="43736"/>
                  <a:pt x="414077" y="42241"/>
                  <a:pt x="414077" y="40460"/>
                </a:cubicBezTo>
                <a:cubicBezTo>
                  <a:pt x="414077" y="38594"/>
                  <a:pt x="414714" y="37025"/>
                  <a:pt x="415986" y="35752"/>
                </a:cubicBezTo>
                <a:cubicBezTo>
                  <a:pt x="417258" y="34480"/>
                  <a:pt x="418870" y="33844"/>
                  <a:pt x="420821" y="33844"/>
                </a:cubicBezTo>
                <a:cubicBezTo>
                  <a:pt x="425147" y="33844"/>
                  <a:pt x="427458" y="33823"/>
                  <a:pt x="427755" y="33780"/>
                </a:cubicBezTo>
                <a:cubicBezTo>
                  <a:pt x="429451" y="33611"/>
                  <a:pt x="431148" y="33061"/>
                  <a:pt x="432844" y="32132"/>
                </a:cubicBezTo>
                <a:cubicBezTo>
                  <a:pt x="434541" y="31202"/>
                  <a:pt x="435908" y="29923"/>
                  <a:pt x="436947" y="28295"/>
                </a:cubicBezTo>
                <a:cubicBezTo>
                  <a:pt x="437987" y="26666"/>
                  <a:pt x="438506" y="24985"/>
                  <a:pt x="438506" y="23252"/>
                </a:cubicBezTo>
                <a:cubicBezTo>
                  <a:pt x="438506" y="20504"/>
                  <a:pt x="437287" y="18127"/>
                  <a:pt x="434848" y="16119"/>
                </a:cubicBezTo>
                <a:cubicBezTo>
                  <a:pt x="432410" y="14110"/>
                  <a:pt x="428752" y="13105"/>
                  <a:pt x="423874" y="13105"/>
                </a:cubicBezTo>
                <a:cubicBezTo>
                  <a:pt x="417598" y="13105"/>
                  <a:pt x="412805" y="14915"/>
                  <a:pt x="409497" y="18534"/>
                </a:cubicBezTo>
                <a:cubicBezTo>
                  <a:pt x="408522" y="19585"/>
                  <a:pt x="407737" y="20258"/>
                  <a:pt x="407143" y="20554"/>
                </a:cubicBezTo>
                <a:cubicBezTo>
                  <a:pt x="406253" y="21017"/>
                  <a:pt x="405256" y="21248"/>
                  <a:pt x="404153" y="21248"/>
                </a:cubicBezTo>
                <a:cubicBezTo>
                  <a:pt x="402372" y="21248"/>
                  <a:pt x="400845" y="20610"/>
                  <a:pt x="399573" y="19333"/>
                </a:cubicBezTo>
                <a:cubicBezTo>
                  <a:pt x="398301" y="18057"/>
                  <a:pt x="397664" y="16483"/>
                  <a:pt x="397664" y="14612"/>
                </a:cubicBezTo>
                <a:cubicBezTo>
                  <a:pt x="397664" y="11676"/>
                  <a:pt x="399615" y="8826"/>
                  <a:pt x="403517" y="6061"/>
                </a:cubicBezTo>
                <a:cubicBezTo>
                  <a:pt x="409200" y="2020"/>
                  <a:pt x="416304" y="0"/>
                  <a:pt x="424829" y="0"/>
                </a:cubicBezTo>
                <a:cubicBezTo>
                  <a:pt x="432887" y="0"/>
                  <a:pt x="439354" y="2294"/>
                  <a:pt x="444232" y="6882"/>
                </a:cubicBezTo>
                <a:cubicBezTo>
                  <a:pt x="449109" y="11469"/>
                  <a:pt x="451547" y="16991"/>
                  <a:pt x="451547" y="23447"/>
                </a:cubicBezTo>
                <a:cubicBezTo>
                  <a:pt x="451547" y="26802"/>
                  <a:pt x="450826" y="29935"/>
                  <a:pt x="449384" y="32846"/>
                </a:cubicBezTo>
                <a:cubicBezTo>
                  <a:pt x="447942" y="35755"/>
                  <a:pt x="445780" y="38441"/>
                  <a:pt x="442896" y="40905"/>
                </a:cubicBezTo>
                <a:close/>
                <a:moveTo>
                  <a:pt x="499374" y="66924"/>
                </a:moveTo>
                <a:lnTo>
                  <a:pt x="516805" y="66924"/>
                </a:lnTo>
                <a:lnTo>
                  <a:pt x="498038" y="102352"/>
                </a:lnTo>
                <a:cubicBezTo>
                  <a:pt x="496935" y="104435"/>
                  <a:pt x="495557" y="105476"/>
                  <a:pt x="493903" y="105476"/>
                </a:cubicBezTo>
                <a:cubicBezTo>
                  <a:pt x="492800" y="105476"/>
                  <a:pt x="491857" y="105114"/>
                  <a:pt x="491072" y="104392"/>
                </a:cubicBezTo>
                <a:cubicBezTo>
                  <a:pt x="490288" y="103670"/>
                  <a:pt x="489895" y="102863"/>
                  <a:pt x="489895" y="101971"/>
                </a:cubicBezTo>
                <a:cubicBezTo>
                  <a:pt x="489895" y="101333"/>
                  <a:pt x="490044" y="100462"/>
                  <a:pt x="490341" y="99358"/>
                </a:cubicBezTo>
                <a:lnTo>
                  <a:pt x="499374" y="66924"/>
                </a:lnTo>
                <a:close/>
                <a:moveTo>
                  <a:pt x="590481" y="54463"/>
                </a:moveTo>
                <a:lnTo>
                  <a:pt x="610181" y="71377"/>
                </a:lnTo>
                <a:cubicBezTo>
                  <a:pt x="612556" y="71505"/>
                  <a:pt x="614337" y="72176"/>
                  <a:pt x="615524" y="73391"/>
                </a:cubicBezTo>
                <a:cubicBezTo>
                  <a:pt x="616712" y="74605"/>
                  <a:pt x="617306" y="76129"/>
                  <a:pt x="617306" y="77962"/>
                </a:cubicBezTo>
                <a:cubicBezTo>
                  <a:pt x="617306" y="79879"/>
                  <a:pt x="616638" y="81446"/>
                  <a:pt x="615302" y="82661"/>
                </a:cubicBezTo>
                <a:cubicBezTo>
                  <a:pt x="613966" y="83875"/>
                  <a:pt x="611729" y="84482"/>
                  <a:pt x="608590" y="84482"/>
                </a:cubicBezTo>
                <a:lnTo>
                  <a:pt x="593768" y="84482"/>
                </a:lnTo>
                <a:cubicBezTo>
                  <a:pt x="590629" y="84482"/>
                  <a:pt x="588392" y="83875"/>
                  <a:pt x="587056" y="82661"/>
                </a:cubicBezTo>
                <a:cubicBezTo>
                  <a:pt x="585720" y="81446"/>
                  <a:pt x="585052" y="79837"/>
                  <a:pt x="585052" y="77834"/>
                </a:cubicBezTo>
                <a:cubicBezTo>
                  <a:pt x="585052" y="76300"/>
                  <a:pt x="585529" y="74946"/>
                  <a:pt x="586484" y="73775"/>
                </a:cubicBezTo>
                <a:cubicBezTo>
                  <a:pt x="587438" y="72603"/>
                  <a:pt x="588742" y="71804"/>
                  <a:pt x="590396" y="71377"/>
                </a:cubicBezTo>
                <a:lnTo>
                  <a:pt x="580575" y="62950"/>
                </a:lnTo>
                <a:lnTo>
                  <a:pt x="570739" y="71377"/>
                </a:lnTo>
                <a:cubicBezTo>
                  <a:pt x="572732" y="71889"/>
                  <a:pt x="574163" y="72677"/>
                  <a:pt x="575033" y="73743"/>
                </a:cubicBezTo>
                <a:cubicBezTo>
                  <a:pt x="575902" y="74809"/>
                  <a:pt x="576337" y="76172"/>
                  <a:pt x="576337" y="77834"/>
                </a:cubicBezTo>
                <a:cubicBezTo>
                  <a:pt x="576337" y="79837"/>
                  <a:pt x="575679" y="81446"/>
                  <a:pt x="574365" y="82661"/>
                </a:cubicBezTo>
                <a:cubicBezTo>
                  <a:pt x="573050" y="83875"/>
                  <a:pt x="570823" y="84482"/>
                  <a:pt x="567685" y="84482"/>
                </a:cubicBezTo>
                <a:lnTo>
                  <a:pt x="552990" y="84482"/>
                </a:lnTo>
                <a:cubicBezTo>
                  <a:pt x="549851" y="84482"/>
                  <a:pt x="547614" y="83875"/>
                  <a:pt x="546278" y="82661"/>
                </a:cubicBezTo>
                <a:cubicBezTo>
                  <a:pt x="544942" y="81446"/>
                  <a:pt x="544274" y="79858"/>
                  <a:pt x="544274" y="77898"/>
                </a:cubicBezTo>
                <a:cubicBezTo>
                  <a:pt x="544274" y="76107"/>
                  <a:pt x="544868" y="74605"/>
                  <a:pt x="546056" y="73391"/>
                </a:cubicBezTo>
                <a:cubicBezTo>
                  <a:pt x="547243" y="72176"/>
                  <a:pt x="549024" y="71505"/>
                  <a:pt x="551399" y="71377"/>
                </a:cubicBezTo>
                <a:lnTo>
                  <a:pt x="570786" y="54551"/>
                </a:lnTo>
                <a:lnTo>
                  <a:pt x="553626" y="39824"/>
                </a:lnTo>
                <a:cubicBezTo>
                  <a:pt x="551378" y="39653"/>
                  <a:pt x="549671" y="38960"/>
                  <a:pt x="548505" y="37746"/>
                </a:cubicBezTo>
                <a:cubicBezTo>
                  <a:pt x="547338" y="36531"/>
                  <a:pt x="546755" y="35029"/>
                  <a:pt x="546755" y="33239"/>
                </a:cubicBezTo>
                <a:cubicBezTo>
                  <a:pt x="546755" y="31322"/>
                  <a:pt x="547423" y="29756"/>
                  <a:pt x="548759" y="28542"/>
                </a:cubicBezTo>
                <a:cubicBezTo>
                  <a:pt x="550095" y="27326"/>
                  <a:pt x="552332" y="26719"/>
                  <a:pt x="555471" y="26719"/>
                </a:cubicBezTo>
                <a:lnTo>
                  <a:pt x="567685" y="26719"/>
                </a:lnTo>
                <a:cubicBezTo>
                  <a:pt x="570823" y="26719"/>
                  <a:pt x="573061" y="27326"/>
                  <a:pt x="574396" y="28542"/>
                </a:cubicBezTo>
                <a:cubicBezTo>
                  <a:pt x="575732" y="29756"/>
                  <a:pt x="576400" y="31300"/>
                  <a:pt x="576400" y="33176"/>
                </a:cubicBezTo>
                <a:cubicBezTo>
                  <a:pt x="576400" y="35691"/>
                  <a:pt x="575213" y="37738"/>
                  <a:pt x="572838" y="39315"/>
                </a:cubicBezTo>
                <a:lnTo>
                  <a:pt x="580631" y="46006"/>
                </a:lnTo>
                <a:lnTo>
                  <a:pt x="588487" y="39188"/>
                </a:lnTo>
                <a:cubicBezTo>
                  <a:pt x="586155" y="37526"/>
                  <a:pt x="584989" y="35607"/>
                  <a:pt x="584989" y="33432"/>
                </a:cubicBezTo>
                <a:cubicBezTo>
                  <a:pt x="584989" y="31386"/>
                  <a:pt x="585657" y="29756"/>
                  <a:pt x="586992" y="28542"/>
                </a:cubicBezTo>
                <a:cubicBezTo>
                  <a:pt x="588328" y="27326"/>
                  <a:pt x="590566" y="26719"/>
                  <a:pt x="593704" y="26719"/>
                </a:cubicBezTo>
                <a:lnTo>
                  <a:pt x="605791" y="26719"/>
                </a:lnTo>
                <a:cubicBezTo>
                  <a:pt x="608929" y="26719"/>
                  <a:pt x="611167" y="27326"/>
                  <a:pt x="612503" y="28542"/>
                </a:cubicBezTo>
                <a:cubicBezTo>
                  <a:pt x="613839" y="29756"/>
                  <a:pt x="614506" y="31343"/>
                  <a:pt x="614506" y="33303"/>
                </a:cubicBezTo>
                <a:cubicBezTo>
                  <a:pt x="614506" y="35050"/>
                  <a:pt x="613923" y="36531"/>
                  <a:pt x="612757" y="37746"/>
                </a:cubicBezTo>
                <a:cubicBezTo>
                  <a:pt x="611591" y="38960"/>
                  <a:pt x="609863" y="39653"/>
                  <a:pt x="607572" y="39824"/>
                </a:cubicBezTo>
                <a:lnTo>
                  <a:pt x="590481" y="54463"/>
                </a:lnTo>
                <a:close/>
                <a:moveTo>
                  <a:pt x="647829" y="15268"/>
                </a:moveTo>
                <a:lnTo>
                  <a:pt x="647829" y="30790"/>
                </a:lnTo>
                <a:cubicBezTo>
                  <a:pt x="652663" y="29263"/>
                  <a:pt x="657053" y="28500"/>
                  <a:pt x="660997" y="28500"/>
                </a:cubicBezTo>
                <a:cubicBezTo>
                  <a:pt x="669013" y="28500"/>
                  <a:pt x="675671" y="31233"/>
                  <a:pt x="680973" y="36699"/>
                </a:cubicBezTo>
                <a:cubicBezTo>
                  <a:pt x="686274" y="42163"/>
                  <a:pt x="688925" y="49216"/>
                  <a:pt x="688925" y="57859"/>
                </a:cubicBezTo>
                <a:cubicBezTo>
                  <a:pt x="688925" y="66755"/>
                  <a:pt x="686242" y="73734"/>
                  <a:pt x="680877" y="78797"/>
                </a:cubicBezTo>
                <a:cubicBezTo>
                  <a:pt x="675512" y="83859"/>
                  <a:pt x="667295" y="86391"/>
                  <a:pt x="656226" y="86391"/>
                </a:cubicBezTo>
                <a:cubicBezTo>
                  <a:pt x="646471" y="86391"/>
                  <a:pt x="638753" y="84534"/>
                  <a:pt x="633070" y="80820"/>
                </a:cubicBezTo>
                <a:cubicBezTo>
                  <a:pt x="629762" y="78685"/>
                  <a:pt x="628108" y="76230"/>
                  <a:pt x="628108" y="73455"/>
                </a:cubicBezTo>
                <a:cubicBezTo>
                  <a:pt x="628108" y="71705"/>
                  <a:pt x="628754" y="70180"/>
                  <a:pt x="630048" y="68878"/>
                </a:cubicBezTo>
                <a:cubicBezTo>
                  <a:pt x="631341" y="67576"/>
                  <a:pt x="632879" y="66924"/>
                  <a:pt x="634660" y="66924"/>
                </a:cubicBezTo>
                <a:cubicBezTo>
                  <a:pt x="636144" y="66924"/>
                  <a:pt x="637756" y="67642"/>
                  <a:pt x="639495" y="69077"/>
                </a:cubicBezTo>
                <a:cubicBezTo>
                  <a:pt x="641234" y="70513"/>
                  <a:pt x="643057" y="71509"/>
                  <a:pt x="644966" y="72065"/>
                </a:cubicBezTo>
                <a:cubicBezTo>
                  <a:pt x="647680" y="72879"/>
                  <a:pt x="651158" y="73286"/>
                  <a:pt x="655399" y="73286"/>
                </a:cubicBezTo>
                <a:cubicBezTo>
                  <a:pt x="663287" y="73286"/>
                  <a:pt x="668674" y="72032"/>
                  <a:pt x="671557" y="69525"/>
                </a:cubicBezTo>
                <a:cubicBezTo>
                  <a:pt x="674441" y="67016"/>
                  <a:pt x="675883" y="63168"/>
                  <a:pt x="675883" y="57982"/>
                </a:cubicBezTo>
                <a:cubicBezTo>
                  <a:pt x="675883" y="52882"/>
                  <a:pt x="674494" y="48878"/>
                  <a:pt x="671716" y="45969"/>
                </a:cubicBezTo>
                <a:cubicBezTo>
                  <a:pt x="668939" y="43060"/>
                  <a:pt x="665365" y="41605"/>
                  <a:pt x="660997" y="41605"/>
                </a:cubicBezTo>
                <a:cubicBezTo>
                  <a:pt x="656290" y="41605"/>
                  <a:pt x="650925" y="43115"/>
                  <a:pt x="644902" y="46134"/>
                </a:cubicBezTo>
                <a:cubicBezTo>
                  <a:pt x="643545" y="46847"/>
                  <a:pt x="642358" y="47203"/>
                  <a:pt x="641340" y="47203"/>
                </a:cubicBezTo>
                <a:cubicBezTo>
                  <a:pt x="639474" y="47203"/>
                  <a:pt x="637915" y="46524"/>
                  <a:pt x="636664" y="45165"/>
                </a:cubicBezTo>
                <a:cubicBezTo>
                  <a:pt x="635413" y="43806"/>
                  <a:pt x="634787" y="42043"/>
                  <a:pt x="634787" y="39877"/>
                </a:cubicBezTo>
                <a:lnTo>
                  <a:pt x="634787" y="2163"/>
                </a:lnTo>
                <a:lnTo>
                  <a:pt x="674675" y="2163"/>
                </a:lnTo>
                <a:cubicBezTo>
                  <a:pt x="677813" y="2163"/>
                  <a:pt x="680050" y="2771"/>
                  <a:pt x="681386" y="3986"/>
                </a:cubicBezTo>
                <a:cubicBezTo>
                  <a:pt x="682722" y="5200"/>
                  <a:pt x="683390" y="6787"/>
                  <a:pt x="683390" y="8747"/>
                </a:cubicBezTo>
                <a:cubicBezTo>
                  <a:pt x="683390" y="10665"/>
                  <a:pt x="682722" y="12232"/>
                  <a:pt x="681386" y="13447"/>
                </a:cubicBezTo>
                <a:cubicBezTo>
                  <a:pt x="680050" y="14661"/>
                  <a:pt x="677813" y="15268"/>
                  <a:pt x="674675" y="15268"/>
                </a:cubicBezTo>
                <a:lnTo>
                  <a:pt x="647829" y="1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...">
            <a:extLst xmlns:a="http://schemas.openxmlformats.org/drawingml/2006/main">
              <a:ext uri="{FF2B5EF4-FFF2-40B4-BE49-F238E27FC236}">
                <a16:creationId xmlns:a16="http://schemas.microsoft.com/office/drawing/2014/main" id="{F65F7B7D-77DC-4C89-82F2-51EDF13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97" y="5432380"/>
            <a:ext cx="332280" cy="17304"/>
          </a:xfrm>
          <a:custGeom xmlns:a="http://schemas.openxmlformats.org/drawingml/2006/main">
            <a:pathLst>
              <a:path w="332280" h="17304">
                <a:moveTo>
                  <a:pt x="19594" y="8652"/>
                </a:moveTo>
                <a:cubicBezTo>
                  <a:pt x="19594" y="11112"/>
                  <a:pt x="18724" y="13169"/>
                  <a:pt x="16986" y="14823"/>
                </a:cubicBezTo>
                <a:cubicBezTo>
                  <a:pt x="15247" y="16477"/>
                  <a:pt x="12850" y="17304"/>
                  <a:pt x="9797" y="17304"/>
                </a:cubicBezTo>
                <a:cubicBezTo>
                  <a:pt x="6743" y="17304"/>
                  <a:pt x="4347" y="16477"/>
                  <a:pt x="2608" y="14823"/>
                </a:cubicBezTo>
                <a:cubicBezTo>
                  <a:pt x="869" y="13169"/>
                  <a:pt x="0" y="11112"/>
                  <a:pt x="0" y="8652"/>
                </a:cubicBezTo>
                <a:cubicBezTo>
                  <a:pt x="0" y="6192"/>
                  <a:pt x="869" y="4135"/>
                  <a:pt x="2608" y="2481"/>
                </a:cubicBezTo>
                <a:cubicBezTo>
                  <a:pt x="4347" y="827"/>
                  <a:pt x="6743" y="0"/>
                  <a:pt x="9797" y="0"/>
                </a:cubicBezTo>
                <a:cubicBezTo>
                  <a:pt x="12850" y="0"/>
                  <a:pt x="15247" y="827"/>
                  <a:pt x="16986" y="2481"/>
                </a:cubicBezTo>
                <a:cubicBezTo>
                  <a:pt x="18724" y="4135"/>
                  <a:pt x="19594" y="6192"/>
                  <a:pt x="19594" y="8652"/>
                </a:cubicBezTo>
                <a:close/>
                <a:moveTo>
                  <a:pt x="175937" y="8652"/>
                </a:moveTo>
                <a:cubicBezTo>
                  <a:pt x="175937" y="11112"/>
                  <a:pt x="175067" y="13169"/>
                  <a:pt x="173329" y="14823"/>
                </a:cubicBezTo>
                <a:cubicBezTo>
                  <a:pt x="171590" y="16477"/>
                  <a:pt x="169194" y="17304"/>
                  <a:pt x="166140" y="17304"/>
                </a:cubicBezTo>
                <a:cubicBezTo>
                  <a:pt x="163086" y="17304"/>
                  <a:pt x="160690" y="16477"/>
                  <a:pt x="158951" y="14823"/>
                </a:cubicBezTo>
                <a:cubicBezTo>
                  <a:pt x="157213" y="13169"/>
                  <a:pt x="156343" y="11112"/>
                  <a:pt x="156343" y="8652"/>
                </a:cubicBezTo>
                <a:cubicBezTo>
                  <a:pt x="156343" y="6192"/>
                  <a:pt x="157213" y="4135"/>
                  <a:pt x="158951" y="2481"/>
                </a:cubicBezTo>
                <a:cubicBezTo>
                  <a:pt x="160690" y="827"/>
                  <a:pt x="163086" y="0"/>
                  <a:pt x="166140" y="0"/>
                </a:cubicBezTo>
                <a:cubicBezTo>
                  <a:pt x="169194" y="0"/>
                  <a:pt x="171590" y="827"/>
                  <a:pt x="173329" y="2481"/>
                </a:cubicBezTo>
                <a:cubicBezTo>
                  <a:pt x="175067" y="4135"/>
                  <a:pt x="175937" y="6192"/>
                  <a:pt x="175937" y="8652"/>
                </a:cubicBezTo>
                <a:close/>
                <a:moveTo>
                  <a:pt x="332280" y="8652"/>
                </a:moveTo>
                <a:cubicBezTo>
                  <a:pt x="332280" y="11112"/>
                  <a:pt x="331410" y="13169"/>
                  <a:pt x="329672" y="14823"/>
                </a:cubicBezTo>
                <a:cubicBezTo>
                  <a:pt x="327933" y="16477"/>
                  <a:pt x="325537" y="17304"/>
                  <a:pt x="322483" y="17304"/>
                </a:cubicBezTo>
                <a:cubicBezTo>
                  <a:pt x="319429" y="17304"/>
                  <a:pt x="317033" y="16477"/>
                  <a:pt x="315294" y="14823"/>
                </a:cubicBezTo>
                <a:cubicBezTo>
                  <a:pt x="313556" y="13169"/>
                  <a:pt x="312686" y="11112"/>
                  <a:pt x="312686" y="8652"/>
                </a:cubicBezTo>
                <a:cubicBezTo>
                  <a:pt x="312686" y="6192"/>
                  <a:pt x="313556" y="4135"/>
                  <a:pt x="315294" y="2481"/>
                </a:cubicBezTo>
                <a:cubicBezTo>
                  <a:pt x="317033" y="827"/>
                  <a:pt x="319429" y="0"/>
                  <a:pt x="322483" y="0"/>
                </a:cubicBezTo>
                <a:cubicBezTo>
                  <a:pt x="325537" y="0"/>
                  <a:pt x="327933" y="827"/>
                  <a:pt x="329672" y="2481"/>
                </a:cubicBezTo>
                <a:cubicBezTo>
                  <a:pt x="331410" y="4135"/>
                  <a:pt x="332280" y="6192"/>
                  <a:pt x="332280" y="86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D3709-2ACB-45CA-9F67-F4087B1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48" y="4583364"/>
            <a:ext cx="2263717" cy="325715"/>
          </a:xfrm>
          <a:custGeom xmlns:a="http://schemas.openxmlformats.org/drawingml/2006/main">
            <a:pathLst>
              <a:path w="2263717" h="325715" fill="none">
                <a:moveTo>
                  <a:pt x="0" y="0"/>
                </a:moveTo>
                <a:lnTo>
                  <a:pt x="2263717" y="0"/>
                </a:lnTo>
                <a:lnTo>
                  <a:pt x="2263717" y="325715"/>
                </a:lnTo>
                <a:lnTo>
                  <a:pt x="0" y="3257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53" name="Text LEAKAGEA">
            <a:extLst xmlns:a="http://schemas.openxmlformats.org/drawingml/2006/main">
              <a:ext uri="{FF2B5EF4-FFF2-40B4-BE49-F238E27FC236}">
                <a16:creationId xmlns:a16="http://schemas.microsoft.com/office/drawing/2014/main" id="{14C6F66C-C70E-49A7-9234-BD884B2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061" y="4677511"/>
            <a:ext cx="1053333" cy="121761"/>
          </a:xfrm>
          <a:custGeom xmlns:a="http://schemas.openxmlformats.org/drawingml/2006/main">
            <a:pathLst>
              <a:path w="1053333" h="121761">
                <a:moveTo>
                  <a:pt x="56590" y="22692"/>
                </a:moveTo>
                <a:lnTo>
                  <a:pt x="57143" y="22668"/>
                </a:lnTo>
                <a:lnTo>
                  <a:pt x="57683" y="22634"/>
                </a:lnTo>
                <a:lnTo>
                  <a:pt x="58208" y="22591"/>
                </a:lnTo>
                <a:lnTo>
                  <a:pt x="58719" y="22538"/>
                </a:lnTo>
                <a:lnTo>
                  <a:pt x="59216" y="22476"/>
                </a:lnTo>
                <a:lnTo>
                  <a:pt x="59698" y="22403"/>
                </a:lnTo>
                <a:lnTo>
                  <a:pt x="60167" y="22322"/>
                </a:lnTo>
                <a:lnTo>
                  <a:pt x="60622" y="22231"/>
                </a:lnTo>
                <a:lnTo>
                  <a:pt x="61062" y="22130"/>
                </a:lnTo>
                <a:lnTo>
                  <a:pt x="61489" y="22019"/>
                </a:lnTo>
                <a:lnTo>
                  <a:pt x="61901" y="21899"/>
                </a:lnTo>
                <a:lnTo>
                  <a:pt x="62300" y="21769"/>
                </a:lnTo>
                <a:lnTo>
                  <a:pt x="62684" y="21630"/>
                </a:lnTo>
                <a:lnTo>
                  <a:pt x="63054" y="21481"/>
                </a:lnTo>
                <a:lnTo>
                  <a:pt x="63410" y="21323"/>
                </a:lnTo>
                <a:lnTo>
                  <a:pt x="63752" y="21154"/>
                </a:lnTo>
                <a:lnTo>
                  <a:pt x="64080" y="20977"/>
                </a:lnTo>
                <a:lnTo>
                  <a:pt x="64394" y="20789"/>
                </a:lnTo>
                <a:lnTo>
                  <a:pt x="64694" y="20592"/>
                </a:lnTo>
                <a:lnTo>
                  <a:pt x="64980" y="20386"/>
                </a:lnTo>
                <a:lnTo>
                  <a:pt x="65251" y="20169"/>
                </a:lnTo>
                <a:lnTo>
                  <a:pt x="65509" y="19944"/>
                </a:lnTo>
                <a:lnTo>
                  <a:pt x="65754" y="19710"/>
                </a:lnTo>
                <a:lnTo>
                  <a:pt x="65989" y="19471"/>
                </a:lnTo>
                <a:lnTo>
                  <a:pt x="66213" y="19226"/>
                </a:lnTo>
                <a:lnTo>
                  <a:pt x="66427" y="18976"/>
                </a:lnTo>
                <a:lnTo>
                  <a:pt x="66631" y="18720"/>
                </a:lnTo>
                <a:lnTo>
                  <a:pt x="66824" y="18459"/>
                </a:lnTo>
                <a:lnTo>
                  <a:pt x="67006" y="18191"/>
                </a:lnTo>
                <a:lnTo>
                  <a:pt x="67179" y="17919"/>
                </a:lnTo>
                <a:lnTo>
                  <a:pt x="67340" y="17640"/>
                </a:lnTo>
                <a:lnTo>
                  <a:pt x="67492" y="17356"/>
                </a:lnTo>
                <a:lnTo>
                  <a:pt x="67633" y="17066"/>
                </a:lnTo>
                <a:lnTo>
                  <a:pt x="67763" y="16771"/>
                </a:lnTo>
                <a:lnTo>
                  <a:pt x="67883" y="16470"/>
                </a:lnTo>
                <a:lnTo>
                  <a:pt x="67993" y="16163"/>
                </a:lnTo>
                <a:lnTo>
                  <a:pt x="68092" y="15851"/>
                </a:lnTo>
                <a:lnTo>
                  <a:pt x="68181" y="15533"/>
                </a:lnTo>
                <a:lnTo>
                  <a:pt x="68259" y="15209"/>
                </a:lnTo>
                <a:lnTo>
                  <a:pt x="68327" y="14880"/>
                </a:lnTo>
                <a:lnTo>
                  <a:pt x="68384" y="14545"/>
                </a:lnTo>
                <a:lnTo>
                  <a:pt x="68431" y="14205"/>
                </a:lnTo>
                <a:lnTo>
                  <a:pt x="68468" y="13859"/>
                </a:lnTo>
                <a:lnTo>
                  <a:pt x="68494" y="13507"/>
                </a:lnTo>
                <a:lnTo>
                  <a:pt x="68509" y="13150"/>
                </a:lnTo>
                <a:lnTo>
                  <a:pt x="68515" y="12787"/>
                </a:lnTo>
                <a:lnTo>
                  <a:pt x="68509" y="12424"/>
                </a:lnTo>
                <a:lnTo>
                  <a:pt x="68494" y="12067"/>
                </a:lnTo>
                <a:lnTo>
                  <a:pt x="68468" y="11716"/>
                </a:lnTo>
                <a:lnTo>
                  <a:pt x="68431" y="11371"/>
                </a:lnTo>
                <a:lnTo>
                  <a:pt x="68384" y="11032"/>
                </a:lnTo>
                <a:lnTo>
                  <a:pt x="68327" y="10699"/>
                </a:lnTo>
                <a:lnTo>
                  <a:pt x="68259" y="10372"/>
                </a:lnTo>
                <a:lnTo>
                  <a:pt x="68181" y="10051"/>
                </a:lnTo>
                <a:lnTo>
                  <a:pt x="68092" y="9736"/>
                </a:lnTo>
                <a:lnTo>
                  <a:pt x="67993" y="9427"/>
                </a:lnTo>
                <a:lnTo>
                  <a:pt x="67883" y="9124"/>
                </a:lnTo>
                <a:lnTo>
                  <a:pt x="67763" y="8827"/>
                </a:lnTo>
                <a:lnTo>
                  <a:pt x="67633" y="8536"/>
                </a:lnTo>
                <a:lnTo>
                  <a:pt x="67492" y="8250"/>
                </a:lnTo>
                <a:lnTo>
                  <a:pt x="67340" y="7971"/>
                </a:lnTo>
                <a:lnTo>
                  <a:pt x="67179" y="7698"/>
                </a:lnTo>
                <a:lnTo>
                  <a:pt x="67006" y="7430"/>
                </a:lnTo>
                <a:lnTo>
                  <a:pt x="66824" y="7169"/>
                </a:lnTo>
                <a:lnTo>
                  <a:pt x="66631" y="6913"/>
                </a:lnTo>
                <a:lnTo>
                  <a:pt x="66427" y="6664"/>
                </a:lnTo>
                <a:lnTo>
                  <a:pt x="66213" y="6420"/>
                </a:lnTo>
                <a:lnTo>
                  <a:pt x="65989" y="6183"/>
                </a:lnTo>
                <a:lnTo>
                  <a:pt x="65754" y="5951"/>
                </a:lnTo>
                <a:lnTo>
                  <a:pt x="65509" y="5725"/>
                </a:lnTo>
                <a:lnTo>
                  <a:pt x="65251" y="5507"/>
                </a:lnTo>
                <a:lnTo>
                  <a:pt x="64980" y="5299"/>
                </a:lnTo>
                <a:lnTo>
                  <a:pt x="64694" y="5099"/>
                </a:lnTo>
                <a:lnTo>
                  <a:pt x="64394" y="4909"/>
                </a:lnTo>
                <a:lnTo>
                  <a:pt x="64080" y="4728"/>
                </a:lnTo>
                <a:lnTo>
                  <a:pt x="63752" y="4557"/>
                </a:lnTo>
                <a:lnTo>
                  <a:pt x="63410" y="4394"/>
                </a:lnTo>
                <a:lnTo>
                  <a:pt x="63054" y="4241"/>
                </a:lnTo>
                <a:lnTo>
                  <a:pt x="62684" y="4097"/>
                </a:lnTo>
                <a:lnTo>
                  <a:pt x="62300" y="3963"/>
                </a:lnTo>
                <a:lnTo>
                  <a:pt x="61901" y="3838"/>
                </a:lnTo>
                <a:lnTo>
                  <a:pt x="61489" y="3722"/>
                </a:lnTo>
                <a:lnTo>
                  <a:pt x="61062" y="3615"/>
                </a:lnTo>
                <a:lnTo>
                  <a:pt x="60622" y="3517"/>
                </a:lnTo>
                <a:lnTo>
                  <a:pt x="60167" y="3429"/>
                </a:lnTo>
                <a:lnTo>
                  <a:pt x="59698" y="3350"/>
                </a:lnTo>
                <a:lnTo>
                  <a:pt x="59216" y="3281"/>
                </a:lnTo>
                <a:lnTo>
                  <a:pt x="58719" y="3221"/>
                </a:lnTo>
                <a:lnTo>
                  <a:pt x="58208" y="3170"/>
                </a:lnTo>
                <a:lnTo>
                  <a:pt x="57683" y="3128"/>
                </a:lnTo>
                <a:lnTo>
                  <a:pt x="57143" y="3095"/>
                </a:lnTo>
                <a:lnTo>
                  <a:pt x="56590" y="3072"/>
                </a:lnTo>
                <a:lnTo>
                  <a:pt x="56023" y="3058"/>
                </a:lnTo>
                <a:lnTo>
                  <a:pt x="55441" y="3054"/>
                </a:lnTo>
                <a:lnTo>
                  <a:pt x="13073" y="2863"/>
                </a:lnTo>
                <a:lnTo>
                  <a:pt x="12492" y="2867"/>
                </a:lnTo>
                <a:lnTo>
                  <a:pt x="11924" y="2882"/>
                </a:lnTo>
                <a:lnTo>
                  <a:pt x="11371" y="2905"/>
                </a:lnTo>
                <a:lnTo>
                  <a:pt x="10832" y="2938"/>
                </a:lnTo>
                <a:lnTo>
                  <a:pt x="10307" y="2981"/>
                </a:lnTo>
                <a:lnTo>
                  <a:pt x="9796" y="3033"/>
                </a:lnTo>
                <a:lnTo>
                  <a:pt x="9299" y="3094"/>
                </a:lnTo>
                <a:lnTo>
                  <a:pt x="8816" y="3165"/>
                </a:lnTo>
                <a:lnTo>
                  <a:pt x="8347" y="3245"/>
                </a:lnTo>
                <a:lnTo>
                  <a:pt x="7893" y="3335"/>
                </a:lnTo>
                <a:lnTo>
                  <a:pt x="7452" y="3434"/>
                </a:lnTo>
                <a:lnTo>
                  <a:pt x="7026" y="3543"/>
                </a:lnTo>
                <a:lnTo>
                  <a:pt x="6613" y="3661"/>
                </a:lnTo>
                <a:lnTo>
                  <a:pt x="6215" y="3788"/>
                </a:lnTo>
                <a:lnTo>
                  <a:pt x="5831" y="3925"/>
                </a:lnTo>
                <a:lnTo>
                  <a:pt x="5460" y="4071"/>
                </a:lnTo>
                <a:lnTo>
                  <a:pt x="5104" y="4227"/>
                </a:lnTo>
                <a:lnTo>
                  <a:pt x="4762" y="4393"/>
                </a:lnTo>
                <a:lnTo>
                  <a:pt x="4434" y="4567"/>
                </a:lnTo>
                <a:lnTo>
                  <a:pt x="4120" y="4751"/>
                </a:lnTo>
                <a:lnTo>
                  <a:pt x="3821" y="4945"/>
                </a:lnTo>
                <a:lnTo>
                  <a:pt x="3535" y="5148"/>
                </a:lnTo>
                <a:lnTo>
                  <a:pt x="3263" y="5360"/>
                </a:lnTo>
                <a:lnTo>
                  <a:pt x="3006" y="5582"/>
                </a:lnTo>
                <a:lnTo>
                  <a:pt x="2761" y="5812"/>
                </a:lnTo>
                <a:lnTo>
                  <a:pt x="2526" y="6047"/>
                </a:lnTo>
                <a:lnTo>
                  <a:pt x="2301" y="6288"/>
                </a:lnTo>
                <a:lnTo>
                  <a:pt x="2087" y="6535"/>
                </a:lnTo>
                <a:lnTo>
                  <a:pt x="1884" y="6788"/>
                </a:lnTo>
                <a:lnTo>
                  <a:pt x="1691" y="7046"/>
                </a:lnTo>
                <a:lnTo>
                  <a:pt x="1508" y="7311"/>
                </a:lnTo>
                <a:lnTo>
                  <a:pt x="1336" y="7581"/>
                </a:lnTo>
                <a:lnTo>
                  <a:pt x="1174" y="7857"/>
                </a:lnTo>
                <a:lnTo>
                  <a:pt x="1023" y="8139"/>
                </a:lnTo>
                <a:lnTo>
                  <a:pt x="882" y="8426"/>
                </a:lnTo>
                <a:lnTo>
                  <a:pt x="751" y="8719"/>
                </a:lnTo>
                <a:lnTo>
                  <a:pt x="631" y="9019"/>
                </a:lnTo>
                <a:lnTo>
                  <a:pt x="522" y="9323"/>
                </a:lnTo>
                <a:lnTo>
                  <a:pt x="423" y="9634"/>
                </a:lnTo>
                <a:lnTo>
                  <a:pt x="334" y="9951"/>
                </a:lnTo>
                <a:lnTo>
                  <a:pt x="256" y="10273"/>
                </a:lnTo>
                <a:lnTo>
                  <a:pt x="188" y="10601"/>
                </a:lnTo>
                <a:lnTo>
                  <a:pt x="130" y="10935"/>
                </a:lnTo>
                <a:lnTo>
                  <a:pt x="83" y="11275"/>
                </a:lnTo>
                <a:lnTo>
                  <a:pt x="47" y="11620"/>
                </a:lnTo>
                <a:lnTo>
                  <a:pt x="21" y="11971"/>
                </a:lnTo>
                <a:lnTo>
                  <a:pt x="5" y="12329"/>
                </a:lnTo>
                <a:lnTo>
                  <a:pt x="0" y="12691"/>
                </a:lnTo>
                <a:lnTo>
                  <a:pt x="5" y="13054"/>
                </a:lnTo>
                <a:lnTo>
                  <a:pt x="21" y="13411"/>
                </a:lnTo>
                <a:lnTo>
                  <a:pt x="47" y="13763"/>
                </a:lnTo>
                <a:lnTo>
                  <a:pt x="83" y="14108"/>
                </a:lnTo>
                <a:lnTo>
                  <a:pt x="130" y="14448"/>
                </a:lnTo>
                <a:lnTo>
                  <a:pt x="188" y="14782"/>
                </a:lnTo>
                <a:lnTo>
                  <a:pt x="256" y="15110"/>
                </a:lnTo>
                <a:lnTo>
                  <a:pt x="334" y="15432"/>
                </a:lnTo>
                <a:lnTo>
                  <a:pt x="423" y="15749"/>
                </a:lnTo>
                <a:lnTo>
                  <a:pt x="522" y="16059"/>
                </a:lnTo>
                <a:lnTo>
                  <a:pt x="631" y="16364"/>
                </a:lnTo>
                <a:lnTo>
                  <a:pt x="751" y="16663"/>
                </a:lnTo>
                <a:lnTo>
                  <a:pt x="882" y="16957"/>
                </a:lnTo>
                <a:lnTo>
                  <a:pt x="1023" y="17244"/>
                </a:lnTo>
                <a:lnTo>
                  <a:pt x="1174" y="17526"/>
                </a:lnTo>
                <a:lnTo>
                  <a:pt x="1336" y="17802"/>
                </a:lnTo>
                <a:lnTo>
                  <a:pt x="1508" y="18072"/>
                </a:lnTo>
                <a:lnTo>
                  <a:pt x="1691" y="18336"/>
                </a:lnTo>
                <a:lnTo>
                  <a:pt x="1884" y="18595"/>
                </a:lnTo>
                <a:lnTo>
                  <a:pt x="2087" y="18848"/>
                </a:lnTo>
                <a:lnTo>
                  <a:pt x="2301" y="19095"/>
                </a:lnTo>
                <a:lnTo>
                  <a:pt x="2526" y="19336"/>
                </a:lnTo>
                <a:lnTo>
                  <a:pt x="2761" y="19571"/>
                </a:lnTo>
                <a:lnTo>
                  <a:pt x="3006" y="19801"/>
                </a:lnTo>
                <a:lnTo>
                  <a:pt x="3263" y="20022"/>
                </a:lnTo>
                <a:lnTo>
                  <a:pt x="3535" y="20235"/>
                </a:lnTo>
                <a:lnTo>
                  <a:pt x="3821" y="20438"/>
                </a:lnTo>
                <a:lnTo>
                  <a:pt x="4120" y="20632"/>
                </a:lnTo>
                <a:lnTo>
                  <a:pt x="4434" y="20816"/>
                </a:lnTo>
                <a:lnTo>
                  <a:pt x="4762" y="20990"/>
                </a:lnTo>
                <a:lnTo>
                  <a:pt x="5104" y="21156"/>
                </a:lnTo>
                <a:lnTo>
                  <a:pt x="5460" y="21311"/>
                </a:lnTo>
                <a:lnTo>
                  <a:pt x="5831" y="21458"/>
                </a:lnTo>
                <a:lnTo>
                  <a:pt x="6215" y="21595"/>
                </a:lnTo>
                <a:lnTo>
                  <a:pt x="6613" y="21722"/>
                </a:lnTo>
                <a:lnTo>
                  <a:pt x="7026" y="21840"/>
                </a:lnTo>
                <a:lnTo>
                  <a:pt x="7452" y="21949"/>
                </a:lnTo>
                <a:lnTo>
                  <a:pt x="7893" y="22048"/>
                </a:lnTo>
                <a:lnTo>
                  <a:pt x="8347" y="22138"/>
                </a:lnTo>
                <a:lnTo>
                  <a:pt x="8816" y="22218"/>
                </a:lnTo>
                <a:lnTo>
                  <a:pt x="9299" y="22289"/>
                </a:lnTo>
                <a:lnTo>
                  <a:pt x="9796" y="22350"/>
                </a:lnTo>
                <a:lnTo>
                  <a:pt x="10307" y="22402"/>
                </a:lnTo>
                <a:lnTo>
                  <a:pt x="10832" y="22445"/>
                </a:lnTo>
                <a:lnTo>
                  <a:pt x="11371" y="22478"/>
                </a:lnTo>
                <a:lnTo>
                  <a:pt x="11924" y="22501"/>
                </a:lnTo>
                <a:lnTo>
                  <a:pt x="12492" y="22515"/>
                </a:lnTo>
                <a:lnTo>
                  <a:pt x="13073" y="22520"/>
                </a:lnTo>
                <a:lnTo>
                  <a:pt x="24429" y="22520"/>
                </a:lnTo>
                <a:lnTo>
                  <a:pt x="24429" y="99050"/>
                </a:lnTo>
                <a:lnTo>
                  <a:pt x="13073" y="99050"/>
                </a:lnTo>
                <a:lnTo>
                  <a:pt x="12492" y="99055"/>
                </a:lnTo>
                <a:lnTo>
                  <a:pt x="11924" y="99069"/>
                </a:lnTo>
                <a:lnTo>
                  <a:pt x="11371" y="99092"/>
                </a:lnTo>
                <a:lnTo>
                  <a:pt x="10832" y="99125"/>
                </a:lnTo>
                <a:lnTo>
                  <a:pt x="10307" y="99166"/>
                </a:lnTo>
                <a:lnTo>
                  <a:pt x="9796" y="99217"/>
                </a:lnTo>
                <a:lnTo>
                  <a:pt x="9299" y="99278"/>
                </a:lnTo>
                <a:lnTo>
                  <a:pt x="8816" y="99347"/>
                </a:lnTo>
                <a:lnTo>
                  <a:pt x="8347" y="99426"/>
                </a:lnTo>
                <a:lnTo>
                  <a:pt x="7893" y="99514"/>
                </a:lnTo>
                <a:lnTo>
                  <a:pt x="7452" y="99612"/>
                </a:lnTo>
                <a:lnTo>
                  <a:pt x="7026" y="99718"/>
                </a:lnTo>
                <a:lnTo>
                  <a:pt x="6613" y="99834"/>
                </a:lnTo>
                <a:lnTo>
                  <a:pt x="6215" y="99960"/>
                </a:lnTo>
                <a:lnTo>
                  <a:pt x="5831" y="100094"/>
                </a:lnTo>
                <a:lnTo>
                  <a:pt x="5460" y="100238"/>
                </a:lnTo>
                <a:lnTo>
                  <a:pt x="5104" y="100391"/>
                </a:lnTo>
                <a:lnTo>
                  <a:pt x="4762" y="100553"/>
                </a:lnTo>
                <a:lnTo>
                  <a:pt x="4434" y="100725"/>
                </a:lnTo>
                <a:lnTo>
                  <a:pt x="4120" y="100906"/>
                </a:lnTo>
                <a:lnTo>
                  <a:pt x="3821" y="101096"/>
                </a:lnTo>
                <a:lnTo>
                  <a:pt x="3535" y="101295"/>
                </a:lnTo>
                <a:lnTo>
                  <a:pt x="3263" y="101504"/>
                </a:lnTo>
                <a:lnTo>
                  <a:pt x="3006" y="101722"/>
                </a:lnTo>
                <a:lnTo>
                  <a:pt x="2761" y="101948"/>
                </a:lnTo>
                <a:lnTo>
                  <a:pt x="2526" y="102179"/>
                </a:lnTo>
                <a:lnTo>
                  <a:pt x="2301" y="102417"/>
                </a:lnTo>
                <a:lnTo>
                  <a:pt x="2087" y="102661"/>
                </a:lnTo>
                <a:lnTo>
                  <a:pt x="1884" y="102910"/>
                </a:lnTo>
                <a:lnTo>
                  <a:pt x="1691" y="103166"/>
                </a:lnTo>
                <a:lnTo>
                  <a:pt x="1508" y="103427"/>
                </a:lnTo>
                <a:lnTo>
                  <a:pt x="1336" y="103694"/>
                </a:lnTo>
                <a:lnTo>
                  <a:pt x="1174" y="103968"/>
                </a:lnTo>
                <a:lnTo>
                  <a:pt x="1023" y="104247"/>
                </a:lnTo>
                <a:lnTo>
                  <a:pt x="882" y="104532"/>
                </a:lnTo>
                <a:lnTo>
                  <a:pt x="751" y="104824"/>
                </a:lnTo>
                <a:lnTo>
                  <a:pt x="631" y="105121"/>
                </a:lnTo>
                <a:lnTo>
                  <a:pt x="522" y="105424"/>
                </a:lnTo>
                <a:lnTo>
                  <a:pt x="423" y="105733"/>
                </a:lnTo>
                <a:lnTo>
                  <a:pt x="334" y="106048"/>
                </a:lnTo>
                <a:lnTo>
                  <a:pt x="256" y="106369"/>
                </a:lnTo>
                <a:lnTo>
                  <a:pt x="188" y="106696"/>
                </a:lnTo>
                <a:lnTo>
                  <a:pt x="130" y="107029"/>
                </a:lnTo>
                <a:lnTo>
                  <a:pt x="83" y="107368"/>
                </a:lnTo>
                <a:lnTo>
                  <a:pt x="47" y="107713"/>
                </a:lnTo>
                <a:lnTo>
                  <a:pt x="21" y="108064"/>
                </a:lnTo>
                <a:lnTo>
                  <a:pt x="5" y="108421"/>
                </a:lnTo>
                <a:lnTo>
                  <a:pt x="0" y="108784"/>
                </a:lnTo>
                <a:lnTo>
                  <a:pt x="5" y="109147"/>
                </a:lnTo>
                <a:lnTo>
                  <a:pt x="21" y="109504"/>
                </a:lnTo>
                <a:lnTo>
                  <a:pt x="47" y="109856"/>
                </a:lnTo>
                <a:lnTo>
                  <a:pt x="83" y="110202"/>
                </a:lnTo>
                <a:lnTo>
                  <a:pt x="130" y="110542"/>
                </a:lnTo>
                <a:lnTo>
                  <a:pt x="188" y="110877"/>
                </a:lnTo>
                <a:lnTo>
                  <a:pt x="256" y="111206"/>
                </a:lnTo>
                <a:lnTo>
                  <a:pt x="334" y="111530"/>
                </a:lnTo>
                <a:lnTo>
                  <a:pt x="423" y="111848"/>
                </a:lnTo>
                <a:lnTo>
                  <a:pt x="522" y="112160"/>
                </a:lnTo>
                <a:lnTo>
                  <a:pt x="631" y="112467"/>
                </a:lnTo>
                <a:lnTo>
                  <a:pt x="751" y="112768"/>
                </a:lnTo>
                <a:lnTo>
                  <a:pt x="882" y="113063"/>
                </a:lnTo>
                <a:lnTo>
                  <a:pt x="1023" y="113353"/>
                </a:lnTo>
                <a:lnTo>
                  <a:pt x="1174" y="113637"/>
                </a:lnTo>
                <a:lnTo>
                  <a:pt x="1336" y="113915"/>
                </a:lnTo>
                <a:lnTo>
                  <a:pt x="1508" y="114188"/>
                </a:lnTo>
                <a:lnTo>
                  <a:pt x="1691" y="114455"/>
                </a:lnTo>
                <a:lnTo>
                  <a:pt x="1884" y="114717"/>
                </a:lnTo>
                <a:lnTo>
                  <a:pt x="2087" y="114973"/>
                </a:lnTo>
                <a:lnTo>
                  <a:pt x="2301" y="115223"/>
                </a:lnTo>
                <a:lnTo>
                  <a:pt x="2526" y="115468"/>
                </a:lnTo>
                <a:lnTo>
                  <a:pt x="2761" y="115707"/>
                </a:lnTo>
                <a:lnTo>
                  <a:pt x="3006" y="115940"/>
                </a:lnTo>
                <a:lnTo>
                  <a:pt x="3263" y="116166"/>
                </a:lnTo>
                <a:lnTo>
                  <a:pt x="3535" y="116382"/>
                </a:lnTo>
                <a:lnTo>
                  <a:pt x="3821" y="116589"/>
                </a:lnTo>
                <a:lnTo>
                  <a:pt x="4120" y="116786"/>
                </a:lnTo>
                <a:lnTo>
                  <a:pt x="4434" y="116973"/>
                </a:lnTo>
                <a:lnTo>
                  <a:pt x="4762" y="117151"/>
                </a:lnTo>
                <a:lnTo>
                  <a:pt x="5104" y="117319"/>
                </a:lnTo>
                <a:lnTo>
                  <a:pt x="5460" y="117478"/>
                </a:lnTo>
                <a:lnTo>
                  <a:pt x="5831" y="117627"/>
                </a:lnTo>
                <a:lnTo>
                  <a:pt x="6215" y="117766"/>
                </a:lnTo>
                <a:lnTo>
                  <a:pt x="6613" y="117896"/>
                </a:lnTo>
                <a:lnTo>
                  <a:pt x="7026" y="118016"/>
                </a:lnTo>
                <a:lnTo>
                  <a:pt x="7452" y="118126"/>
                </a:lnTo>
                <a:lnTo>
                  <a:pt x="7893" y="118227"/>
                </a:lnTo>
                <a:lnTo>
                  <a:pt x="8347" y="118319"/>
                </a:lnTo>
                <a:lnTo>
                  <a:pt x="8816" y="118400"/>
                </a:lnTo>
                <a:lnTo>
                  <a:pt x="9299" y="118472"/>
                </a:lnTo>
                <a:lnTo>
                  <a:pt x="9796" y="118535"/>
                </a:lnTo>
                <a:lnTo>
                  <a:pt x="10307" y="118588"/>
                </a:lnTo>
                <a:lnTo>
                  <a:pt x="10832" y="118631"/>
                </a:lnTo>
                <a:lnTo>
                  <a:pt x="11371" y="118665"/>
                </a:lnTo>
                <a:lnTo>
                  <a:pt x="11924" y="118689"/>
                </a:lnTo>
                <a:lnTo>
                  <a:pt x="12492" y="118703"/>
                </a:lnTo>
                <a:lnTo>
                  <a:pt x="13073" y="118708"/>
                </a:lnTo>
                <a:lnTo>
                  <a:pt x="105730" y="118708"/>
                </a:lnTo>
                <a:lnTo>
                  <a:pt x="105730" y="80538"/>
                </a:lnTo>
                <a:lnTo>
                  <a:pt x="105725" y="79933"/>
                </a:lnTo>
                <a:lnTo>
                  <a:pt x="105711" y="79344"/>
                </a:lnTo>
                <a:lnTo>
                  <a:pt x="105688" y="78769"/>
                </a:lnTo>
                <a:lnTo>
                  <a:pt x="105655" y="78209"/>
                </a:lnTo>
                <a:lnTo>
                  <a:pt x="105612" y="77665"/>
                </a:lnTo>
                <a:lnTo>
                  <a:pt x="105560" y="77136"/>
                </a:lnTo>
                <a:lnTo>
                  <a:pt x="105499" y="76621"/>
                </a:lnTo>
                <a:lnTo>
                  <a:pt x="105428" y="76122"/>
                </a:lnTo>
                <a:lnTo>
                  <a:pt x="105348" y="75638"/>
                </a:lnTo>
                <a:lnTo>
                  <a:pt x="105258" y="75169"/>
                </a:lnTo>
                <a:lnTo>
                  <a:pt x="105159" y="74715"/>
                </a:lnTo>
                <a:lnTo>
                  <a:pt x="105050" y="74276"/>
                </a:lnTo>
                <a:lnTo>
                  <a:pt x="104932" y="73852"/>
                </a:lnTo>
                <a:lnTo>
                  <a:pt x="104805" y="73443"/>
                </a:lnTo>
                <a:lnTo>
                  <a:pt x="104668" y="73049"/>
                </a:lnTo>
                <a:lnTo>
                  <a:pt x="104521" y="72671"/>
                </a:lnTo>
                <a:lnTo>
                  <a:pt x="104366" y="72307"/>
                </a:lnTo>
                <a:lnTo>
                  <a:pt x="104200" y="71959"/>
                </a:lnTo>
                <a:lnTo>
                  <a:pt x="104026" y="71625"/>
                </a:lnTo>
                <a:lnTo>
                  <a:pt x="103841" y="71307"/>
                </a:lnTo>
                <a:lnTo>
                  <a:pt x="103648" y="71004"/>
                </a:lnTo>
                <a:lnTo>
                  <a:pt x="103445" y="70716"/>
                </a:lnTo>
                <a:lnTo>
                  <a:pt x="103232" y="70443"/>
                </a:lnTo>
                <a:lnTo>
                  <a:pt x="103010" y="70185"/>
                </a:lnTo>
                <a:lnTo>
                  <a:pt x="102781" y="69939"/>
                </a:lnTo>
                <a:lnTo>
                  <a:pt x="102546" y="69704"/>
                </a:lnTo>
                <a:lnTo>
                  <a:pt x="102306" y="69480"/>
                </a:lnTo>
                <a:lnTo>
                  <a:pt x="102060" y="69266"/>
                </a:lnTo>
                <a:lnTo>
                  <a:pt x="101809" y="69063"/>
                </a:lnTo>
                <a:lnTo>
                  <a:pt x="101552" y="68869"/>
                </a:lnTo>
                <a:lnTo>
                  <a:pt x="101290" y="68687"/>
                </a:lnTo>
                <a:lnTo>
                  <a:pt x="101022" y="68515"/>
                </a:lnTo>
                <a:lnTo>
                  <a:pt x="100749" y="68353"/>
                </a:lnTo>
                <a:lnTo>
                  <a:pt x="100471" y="68201"/>
                </a:lnTo>
                <a:lnTo>
                  <a:pt x="100187" y="68061"/>
                </a:lnTo>
                <a:lnTo>
                  <a:pt x="99897" y="67930"/>
                </a:lnTo>
                <a:lnTo>
                  <a:pt x="99602" y="67810"/>
                </a:lnTo>
                <a:lnTo>
                  <a:pt x="99302" y="67701"/>
                </a:lnTo>
                <a:lnTo>
                  <a:pt x="98996" y="67601"/>
                </a:lnTo>
                <a:lnTo>
                  <a:pt x="98685" y="67513"/>
                </a:lnTo>
                <a:lnTo>
                  <a:pt x="98368" y="67434"/>
                </a:lnTo>
                <a:lnTo>
                  <a:pt x="98045" y="67367"/>
                </a:lnTo>
                <a:lnTo>
                  <a:pt x="97718" y="67309"/>
                </a:lnTo>
                <a:lnTo>
                  <a:pt x="97384" y="67262"/>
                </a:lnTo>
                <a:lnTo>
                  <a:pt x="97046" y="67226"/>
                </a:lnTo>
                <a:lnTo>
                  <a:pt x="96702" y="67200"/>
                </a:lnTo>
                <a:lnTo>
                  <a:pt x="96352" y="67184"/>
                </a:lnTo>
                <a:lnTo>
                  <a:pt x="95997" y="67179"/>
                </a:lnTo>
                <a:lnTo>
                  <a:pt x="95634" y="67184"/>
                </a:lnTo>
                <a:lnTo>
                  <a:pt x="95277" y="67200"/>
                </a:lnTo>
                <a:lnTo>
                  <a:pt x="94925" y="67226"/>
                </a:lnTo>
                <a:lnTo>
                  <a:pt x="94580" y="67262"/>
                </a:lnTo>
                <a:lnTo>
                  <a:pt x="94240" y="67309"/>
                </a:lnTo>
                <a:lnTo>
                  <a:pt x="93906" y="67367"/>
                </a:lnTo>
                <a:lnTo>
                  <a:pt x="93578" y="67434"/>
                </a:lnTo>
                <a:lnTo>
                  <a:pt x="93256" y="67513"/>
                </a:lnTo>
                <a:lnTo>
                  <a:pt x="92939" y="67601"/>
                </a:lnTo>
                <a:lnTo>
                  <a:pt x="92629" y="67701"/>
                </a:lnTo>
                <a:lnTo>
                  <a:pt x="92324" y="67810"/>
                </a:lnTo>
                <a:lnTo>
                  <a:pt x="92025" y="67930"/>
                </a:lnTo>
                <a:lnTo>
                  <a:pt x="91731" y="68061"/>
                </a:lnTo>
                <a:lnTo>
                  <a:pt x="91444" y="68201"/>
                </a:lnTo>
                <a:lnTo>
                  <a:pt x="91162" y="68353"/>
                </a:lnTo>
                <a:lnTo>
                  <a:pt x="90886" y="68515"/>
                </a:lnTo>
                <a:lnTo>
                  <a:pt x="90616" y="68687"/>
                </a:lnTo>
                <a:lnTo>
                  <a:pt x="90352" y="68869"/>
                </a:lnTo>
                <a:lnTo>
                  <a:pt x="90093" y="69063"/>
                </a:lnTo>
                <a:lnTo>
                  <a:pt x="89841" y="69266"/>
                </a:lnTo>
                <a:lnTo>
                  <a:pt x="89594" y="69480"/>
                </a:lnTo>
                <a:lnTo>
                  <a:pt x="89353" y="69704"/>
                </a:lnTo>
                <a:lnTo>
                  <a:pt x="89117" y="69939"/>
                </a:lnTo>
                <a:lnTo>
                  <a:pt x="88888" y="70185"/>
                </a:lnTo>
                <a:lnTo>
                  <a:pt x="88666" y="70443"/>
                </a:lnTo>
                <a:lnTo>
                  <a:pt x="88453" y="70716"/>
                </a:lnTo>
                <a:lnTo>
                  <a:pt x="88250" y="71004"/>
                </a:lnTo>
                <a:lnTo>
                  <a:pt x="88057" y="71307"/>
                </a:lnTo>
                <a:lnTo>
                  <a:pt x="87873" y="71625"/>
                </a:lnTo>
                <a:lnTo>
                  <a:pt x="87698" y="71959"/>
                </a:lnTo>
                <a:lnTo>
                  <a:pt x="87533" y="72307"/>
                </a:lnTo>
                <a:lnTo>
                  <a:pt x="87377" y="72671"/>
                </a:lnTo>
                <a:lnTo>
                  <a:pt x="87230" y="73049"/>
                </a:lnTo>
                <a:lnTo>
                  <a:pt x="87093" y="73443"/>
                </a:lnTo>
                <a:lnTo>
                  <a:pt x="86966" y="73852"/>
                </a:lnTo>
                <a:lnTo>
                  <a:pt x="86848" y="74276"/>
                </a:lnTo>
                <a:lnTo>
                  <a:pt x="86739" y="74715"/>
                </a:lnTo>
                <a:lnTo>
                  <a:pt x="86640" y="75169"/>
                </a:lnTo>
                <a:lnTo>
                  <a:pt x="86551" y="75638"/>
                </a:lnTo>
                <a:lnTo>
                  <a:pt x="86470" y="76122"/>
                </a:lnTo>
                <a:lnTo>
                  <a:pt x="86399" y="76621"/>
                </a:lnTo>
                <a:lnTo>
                  <a:pt x="86338" y="77136"/>
                </a:lnTo>
                <a:lnTo>
                  <a:pt x="86286" y="77665"/>
                </a:lnTo>
                <a:lnTo>
                  <a:pt x="86244" y="78209"/>
                </a:lnTo>
                <a:lnTo>
                  <a:pt x="86211" y="78769"/>
                </a:lnTo>
                <a:lnTo>
                  <a:pt x="86187" y="79344"/>
                </a:lnTo>
                <a:lnTo>
                  <a:pt x="86173" y="79933"/>
                </a:lnTo>
                <a:lnTo>
                  <a:pt x="86168" y="80538"/>
                </a:lnTo>
                <a:lnTo>
                  <a:pt x="86168" y="99050"/>
                </a:lnTo>
                <a:lnTo>
                  <a:pt x="43991" y="99050"/>
                </a:lnTo>
                <a:lnTo>
                  <a:pt x="43991" y="22711"/>
                </a:lnTo>
                <a:lnTo>
                  <a:pt x="55441" y="22711"/>
                </a:lnTo>
                <a:lnTo>
                  <a:pt x="56023" y="22706"/>
                </a:lnTo>
                <a:lnTo>
                  <a:pt x="56590" y="22692"/>
                </a:lnTo>
                <a:close/>
                <a:moveTo>
                  <a:pt x="166507" y="71610"/>
                </a:moveTo>
                <a:lnTo>
                  <a:pt x="166519" y="72175"/>
                </a:lnTo>
                <a:lnTo>
                  <a:pt x="166537" y="72722"/>
                </a:lnTo>
                <a:lnTo>
                  <a:pt x="166559" y="73249"/>
                </a:lnTo>
                <a:lnTo>
                  <a:pt x="166586" y="73758"/>
                </a:lnTo>
                <a:lnTo>
                  <a:pt x="166619" y="74248"/>
                </a:lnTo>
                <a:lnTo>
                  <a:pt x="166656" y="74719"/>
                </a:lnTo>
                <a:lnTo>
                  <a:pt x="166698" y="75171"/>
                </a:lnTo>
                <a:lnTo>
                  <a:pt x="166745" y="75604"/>
                </a:lnTo>
                <a:lnTo>
                  <a:pt x="166798" y="76018"/>
                </a:lnTo>
                <a:lnTo>
                  <a:pt x="166855" y="76414"/>
                </a:lnTo>
                <a:lnTo>
                  <a:pt x="166917" y="76791"/>
                </a:lnTo>
                <a:lnTo>
                  <a:pt x="166984" y="77149"/>
                </a:lnTo>
                <a:lnTo>
                  <a:pt x="167056" y="77488"/>
                </a:lnTo>
                <a:lnTo>
                  <a:pt x="167133" y="77808"/>
                </a:lnTo>
                <a:lnTo>
                  <a:pt x="167215" y="78109"/>
                </a:lnTo>
                <a:lnTo>
                  <a:pt x="167302" y="78392"/>
                </a:lnTo>
                <a:lnTo>
                  <a:pt x="167394" y="78655"/>
                </a:lnTo>
                <a:lnTo>
                  <a:pt x="167491" y="78900"/>
                </a:lnTo>
                <a:lnTo>
                  <a:pt x="167593" y="79126"/>
                </a:lnTo>
                <a:lnTo>
                  <a:pt x="167700" y="79333"/>
                </a:lnTo>
                <a:lnTo>
                  <a:pt x="167812" y="79522"/>
                </a:lnTo>
                <a:lnTo>
                  <a:pt x="167928" y="79691"/>
                </a:lnTo>
                <a:lnTo>
                  <a:pt x="168179" y="80025"/>
                </a:lnTo>
                <a:lnTo>
                  <a:pt x="168439" y="80345"/>
                </a:lnTo>
                <a:lnTo>
                  <a:pt x="168707" y="80650"/>
                </a:lnTo>
                <a:lnTo>
                  <a:pt x="168983" y="80941"/>
                </a:lnTo>
                <a:lnTo>
                  <a:pt x="169269" y="81218"/>
                </a:lnTo>
                <a:lnTo>
                  <a:pt x="169562" y="81481"/>
                </a:lnTo>
                <a:lnTo>
                  <a:pt x="169865" y="81730"/>
                </a:lnTo>
                <a:lnTo>
                  <a:pt x="170176" y="81964"/>
                </a:lnTo>
                <a:lnTo>
                  <a:pt x="170496" y="82184"/>
                </a:lnTo>
                <a:lnTo>
                  <a:pt x="170824" y="82390"/>
                </a:lnTo>
                <a:lnTo>
                  <a:pt x="171161" y="82582"/>
                </a:lnTo>
                <a:lnTo>
                  <a:pt x="171507" y="82760"/>
                </a:lnTo>
                <a:lnTo>
                  <a:pt x="171861" y="82923"/>
                </a:lnTo>
                <a:lnTo>
                  <a:pt x="172224" y="83072"/>
                </a:lnTo>
                <a:lnTo>
                  <a:pt x="172595" y="83207"/>
                </a:lnTo>
                <a:lnTo>
                  <a:pt x="172975" y="83328"/>
                </a:lnTo>
                <a:lnTo>
                  <a:pt x="173364" y="83434"/>
                </a:lnTo>
                <a:lnTo>
                  <a:pt x="173761" y="83527"/>
                </a:lnTo>
                <a:lnTo>
                  <a:pt x="174167" y="83605"/>
                </a:lnTo>
                <a:lnTo>
                  <a:pt x="174582" y="83669"/>
                </a:lnTo>
                <a:lnTo>
                  <a:pt x="175005" y="83719"/>
                </a:lnTo>
                <a:lnTo>
                  <a:pt x="175436" y="83754"/>
                </a:lnTo>
                <a:lnTo>
                  <a:pt x="175877" y="83775"/>
                </a:lnTo>
                <a:lnTo>
                  <a:pt x="176326" y="83782"/>
                </a:lnTo>
                <a:lnTo>
                  <a:pt x="176751" y="83775"/>
                </a:lnTo>
                <a:lnTo>
                  <a:pt x="177170" y="83754"/>
                </a:lnTo>
                <a:lnTo>
                  <a:pt x="177581" y="83719"/>
                </a:lnTo>
                <a:lnTo>
                  <a:pt x="177985" y="83670"/>
                </a:lnTo>
                <a:lnTo>
                  <a:pt x="178382" y="83607"/>
                </a:lnTo>
                <a:lnTo>
                  <a:pt x="178771" y="83530"/>
                </a:lnTo>
                <a:lnTo>
                  <a:pt x="179153" y="83439"/>
                </a:lnTo>
                <a:lnTo>
                  <a:pt x="179528" y="83334"/>
                </a:lnTo>
                <a:lnTo>
                  <a:pt x="179895" y="83215"/>
                </a:lnTo>
                <a:lnTo>
                  <a:pt x="180255" y="83082"/>
                </a:lnTo>
                <a:lnTo>
                  <a:pt x="180608" y="82934"/>
                </a:lnTo>
                <a:lnTo>
                  <a:pt x="180954" y="82773"/>
                </a:lnTo>
                <a:lnTo>
                  <a:pt x="181292" y="82598"/>
                </a:lnTo>
                <a:lnTo>
                  <a:pt x="181623" y="82409"/>
                </a:lnTo>
                <a:lnTo>
                  <a:pt x="181947" y="82205"/>
                </a:lnTo>
                <a:lnTo>
                  <a:pt x="182263" y="81988"/>
                </a:lnTo>
                <a:lnTo>
                  <a:pt x="182572" y="81757"/>
                </a:lnTo>
                <a:lnTo>
                  <a:pt x="182874" y="81511"/>
                </a:lnTo>
                <a:lnTo>
                  <a:pt x="183169" y="81252"/>
                </a:lnTo>
                <a:lnTo>
                  <a:pt x="183456" y="80979"/>
                </a:lnTo>
                <a:lnTo>
                  <a:pt x="183736" y="80691"/>
                </a:lnTo>
                <a:lnTo>
                  <a:pt x="184009" y="80390"/>
                </a:lnTo>
                <a:lnTo>
                  <a:pt x="184274" y="80074"/>
                </a:lnTo>
                <a:lnTo>
                  <a:pt x="184532" y="79745"/>
                </a:lnTo>
                <a:lnTo>
                  <a:pt x="184657" y="79571"/>
                </a:lnTo>
                <a:lnTo>
                  <a:pt x="184776" y="79379"/>
                </a:lnTo>
                <a:lnTo>
                  <a:pt x="184890" y="79167"/>
                </a:lnTo>
                <a:lnTo>
                  <a:pt x="184999" y="78938"/>
                </a:lnTo>
                <a:lnTo>
                  <a:pt x="185102" y="78689"/>
                </a:lnTo>
                <a:lnTo>
                  <a:pt x="185200" y="78422"/>
                </a:lnTo>
                <a:lnTo>
                  <a:pt x="185293" y="78136"/>
                </a:lnTo>
                <a:lnTo>
                  <a:pt x="185380" y="77832"/>
                </a:lnTo>
                <a:lnTo>
                  <a:pt x="185463" y="77509"/>
                </a:lnTo>
                <a:lnTo>
                  <a:pt x="185539" y="77167"/>
                </a:lnTo>
                <a:lnTo>
                  <a:pt x="185611" y="76806"/>
                </a:lnTo>
                <a:lnTo>
                  <a:pt x="185677" y="76427"/>
                </a:lnTo>
                <a:lnTo>
                  <a:pt x="185738" y="76030"/>
                </a:lnTo>
                <a:lnTo>
                  <a:pt x="185794" y="75613"/>
                </a:lnTo>
                <a:lnTo>
                  <a:pt x="185844" y="75178"/>
                </a:lnTo>
                <a:lnTo>
                  <a:pt x="185889" y="74724"/>
                </a:lnTo>
                <a:lnTo>
                  <a:pt x="185929" y="74252"/>
                </a:lnTo>
                <a:lnTo>
                  <a:pt x="185964" y="73761"/>
                </a:lnTo>
                <a:lnTo>
                  <a:pt x="185993" y="73251"/>
                </a:lnTo>
                <a:lnTo>
                  <a:pt x="186017" y="72723"/>
                </a:lnTo>
                <a:lnTo>
                  <a:pt x="186035" y="72176"/>
                </a:lnTo>
                <a:lnTo>
                  <a:pt x="186048" y="71610"/>
                </a:lnTo>
                <a:lnTo>
                  <a:pt x="186056" y="71026"/>
                </a:lnTo>
                <a:lnTo>
                  <a:pt x="186059" y="70423"/>
                </a:lnTo>
                <a:lnTo>
                  <a:pt x="186059" y="50766"/>
                </a:lnTo>
                <a:lnTo>
                  <a:pt x="186054" y="50161"/>
                </a:lnTo>
                <a:lnTo>
                  <a:pt x="186040" y="49571"/>
                </a:lnTo>
                <a:lnTo>
                  <a:pt x="186016" y="48997"/>
                </a:lnTo>
                <a:lnTo>
                  <a:pt x="185983" y="48437"/>
                </a:lnTo>
                <a:lnTo>
                  <a:pt x="185941" y="47893"/>
                </a:lnTo>
                <a:lnTo>
                  <a:pt x="185889" y="47363"/>
                </a:lnTo>
                <a:lnTo>
                  <a:pt x="185828" y="46849"/>
                </a:lnTo>
                <a:lnTo>
                  <a:pt x="185757" y="46350"/>
                </a:lnTo>
                <a:lnTo>
                  <a:pt x="185677" y="45866"/>
                </a:lnTo>
                <a:lnTo>
                  <a:pt x="185587" y="45396"/>
                </a:lnTo>
                <a:lnTo>
                  <a:pt x="185488" y="44942"/>
                </a:lnTo>
                <a:lnTo>
                  <a:pt x="185379" y="44503"/>
                </a:lnTo>
                <a:lnTo>
                  <a:pt x="185261" y="44080"/>
                </a:lnTo>
                <a:lnTo>
                  <a:pt x="185134" y="43671"/>
                </a:lnTo>
                <a:lnTo>
                  <a:pt x="184997" y="43277"/>
                </a:lnTo>
                <a:lnTo>
                  <a:pt x="184850" y="42898"/>
                </a:lnTo>
                <a:lnTo>
                  <a:pt x="184694" y="42535"/>
                </a:lnTo>
                <a:lnTo>
                  <a:pt x="184529" y="42186"/>
                </a:lnTo>
                <a:lnTo>
                  <a:pt x="184354" y="41853"/>
                </a:lnTo>
                <a:lnTo>
                  <a:pt x="184170" y="41535"/>
                </a:lnTo>
                <a:lnTo>
                  <a:pt x="183977" y="41231"/>
                </a:lnTo>
                <a:lnTo>
                  <a:pt x="183774" y="40943"/>
                </a:lnTo>
                <a:lnTo>
                  <a:pt x="183561" y="40670"/>
                </a:lnTo>
                <a:lnTo>
                  <a:pt x="183339" y="40412"/>
                </a:lnTo>
                <a:lnTo>
                  <a:pt x="183110" y="40167"/>
                </a:lnTo>
                <a:lnTo>
                  <a:pt x="182875" y="39932"/>
                </a:lnTo>
                <a:lnTo>
                  <a:pt x="182635" y="39708"/>
                </a:lnTo>
                <a:lnTo>
                  <a:pt x="182389" y="39494"/>
                </a:lnTo>
                <a:lnTo>
                  <a:pt x="182138" y="39290"/>
                </a:lnTo>
                <a:lnTo>
                  <a:pt x="181881" y="39097"/>
                </a:lnTo>
                <a:lnTo>
                  <a:pt x="181619" y="38914"/>
                </a:lnTo>
                <a:lnTo>
                  <a:pt x="181351" y="38742"/>
                </a:lnTo>
                <a:lnTo>
                  <a:pt x="181078" y="38580"/>
                </a:lnTo>
                <a:lnTo>
                  <a:pt x="180800" y="38429"/>
                </a:lnTo>
                <a:lnTo>
                  <a:pt x="180516" y="38288"/>
                </a:lnTo>
                <a:lnTo>
                  <a:pt x="180226" y="38158"/>
                </a:lnTo>
                <a:lnTo>
                  <a:pt x="179931" y="38038"/>
                </a:lnTo>
                <a:lnTo>
                  <a:pt x="179631" y="37928"/>
                </a:lnTo>
                <a:lnTo>
                  <a:pt x="179325" y="37829"/>
                </a:lnTo>
                <a:lnTo>
                  <a:pt x="179013" y="37740"/>
                </a:lnTo>
                <a:lnTo>
                  <a:pt x="178697" y="37662"/>
                </a:lnTo>
                <a:lnTo>
                  <a:pt x="178374" y="37594"/>
                </a:lnTo>
                <a:lnTo>
                  <a:pt x="178047" y="37537"/>
                </a:lnTo>
                <a:lnTo>
                  <a:pt x="177713" y="37490"/>
                </a:lnTo>
                <a:lnTo>
                  <a:pt x="177375" y="37453"/>
                </a:lnTo>
                <a:lnTo>
                  <a:pt x="177030" y="37427"/>
                </a:lnTo>
                <a:lnTo>
                  <a:pt x="176681" y="37412"/>
                </a:lnTo>
                <a:lnTo>
                  <a:pt x="176326" y="37406"/>
                </a:lnTo>
                <a:lnTo>
                  <a:pt x="175877" y="37413"/>
                </a:lnTo>
                <a:lnTo>
                  <a:pt x="175436" y="37435"/>
                </a:lnTo>
                <a:lnTo>
                  <a:pt x="175005" y="37470"/>
                </a:lnTo>
                <a:lnTo>
                  <a:pt x="174582" y="37520"/>
                </a:lnTo>
                <a:lnTo>
                  <a:pt x="174167" y="37584"/>
                </a:lnTo>
                <a:lnTo>
                  <a:pt x="173761" y="37662"/>
                </a:lnTo>
                <a:lnTo>
                  <a:pt x="173364" y="37754"/>
                </a:lnTo>
                <a:lnTo>
                  <a:pt x="172975" y="37861"/>
                </a:lnTo>
                <a:lnTo>
                  <a:pt x="172595" y="37982"/>
                </a:lnTo>
                <a:lnTo>
                  <a:pt x="172224" y="38117"/>
                </a:lnTo>
                <a:lnTo>
                  <a:pt x="171861" y="38266"/>
                </a:lnTo>
                <a:lnTo>
                  <a:pt x="171507" y="38429"/>
                </a:lnTo>
                <a:lnTo>
                  <a:pt x="171161" y="38607"/>
                </a:lnTo>
                <a:lnTo>
                  <a:pt x="170824" y="38798"/>
                </a:lnTo>
                <a:lnTo>
                  <a:pt x="170496" y="39004"/>
                </a:lnTo>
                <a:lnTo>
                  <a:pt x="170176" y="39225"/>
                </a:lnTo>
                <a:lnTo>
                  <a:pt x="169865" y="39459"/>
                </a:lnTo>
                <a:lnTo>
                  <a:pt x="169562" y="39708"/>
                </a:lnTo>
                <a:lnTo>
                  <a:pt x="169269" y="39970"/>
                </a:lnTo>
                <a:lnTo>
                  <a:pt x="168983" y="40247"/>
                </a:lnTo>
                <a:lnTo>
                  <a:pt x="168707" y="40539"/>
                </a:lnTo>
                <a:lnTo>
                  <a:pt x="168439" y="40844"/>
                </a:lnTo>
                <a:lnTo>
                  <a:pt x="168179" y="41164"/>
                </a:lnTo>
                <a:lnTo>
                  <a:pt x="167928" y="41498"/>
                </a:lnTo>
                <a:lnTo>
                  <a:pt x="167812" y="41667"/>
                </a:lnTo>
                <a:lnTo>
                  <a:pt x="167700" y="41855"/>
                </a:lnTo>
                <a:lnTo>
                  <a:pt x="167593" y="42063"/>
                </a:lnTo>
                <a:lnTo>
                  <a:pt x="167491" y="42289"/>
                </a:lnTo>
                <a:lnTo>
                  <a:pt x="167394" y="42533"/>
                </a:lnTo>
                <a:lnTo>
                  <a:pt x="167302" y="42797"/>
                </a:lnTo>
                <a:lnTo>
                  <a:pt x="167215" y="43080"/>
                </a:lnTo>
                <a:lnTo>
                  <a:pt x="167133" y="43381"/>
                </a:lnTo>
                <a:lnTo>
                  <a:pt x="167056" y="43701"/>
                </a:lnTo>
                <a:lnTo>
                  <a:pt x="166984" y="44040"/>
                </a:lnTo>
                <a:lnTo>
                  <a:pt x="166917" y="44398"/>
                </a:lnTo>
                <a:lnTo>
                  <a:pt x="166855" y="44775"/>
                </a:lnTo>
                <a:lnTo>
                  <a:pt x="166798" y="45170"/>
                </a:lnTo>
                <a:lnTo>
                  <a:pt x="166745" y="45585"/>
                </a:lnTo>
                <a:lnTo>
                  <a:pt x="166698" y="46018"/>
                </a:lnTo>
                <a:lnTo>
                  <a:pt x="166656" y="46470"/>
                </a:lnTo>
                <a:lnTo>
                  <a:pt x="166619" y="46941"/>
                </a:lnTo>
                <a:lnTo>
                  <a:pt x="166586" y="47431"/>
                </a:lnTo>
                <a:lnTo>
                  <a:pt x="166559" y="47940"/>
                </a:lnTo>
                <a:lnTo>
                  <a:pt x="166537" y="48467"/>
                </a:lnTo>
                <a:lnTo>
                  <a:pt x="166519" y="49014"/>
                </a:lnTo>
                <a:lnTo>
                  <a:pt x="166507" y="49579"/>
                </a:lnTo>
                <a:lnTo>
                  <a:pt x="166499" y="50163"/>
                </a:lnTo>
                <a:lnTo>
                  <a:pt x="166497" y="50766"/>
                </a:lnTo>
                <a:lnTo>
                  <a:pt x="149321" y="50766"/>
                </a:lnTo>
                <a:lnTo>
                  <a:pt x="149321" y="22520"/>
                </a:lnTo>
                <a:lnTo>
                  <a:pt x="194933" y="22520"/>
                </a:lnTo>
                <a:lnTo>
                  <a:pt x="194933" y="32826"/>
                </a:lnTo>
                <a:lnTo>
                  <a:pt x="194938" y="33431"/>
                </a:lnTo>
                <a:lnTo>
                  <a:pt x="194952" y="34020"/>
                </a:lnTo>
                <a:lnTo>
                  <a:pt x="194976" y="34595"/>
                </a:lnTo>
                <a:lnTo>
                  <a:pt x="195009" y="35155"/>
                </a:lnTo>
                <a:lnTo>
                  <a:pt x="195051" y="35699"/>
                </a:lnTo>
                <a:lnTo>
                  <a:pt x="195103" y="36228"/>
                </a:lnTo>
                <a:lnTo>
                  <a:pt x="195165" y="36743"/>
                </a:lnTo>
                <a:lnTo>
                  <a:pt x="195236" y="37242"/>
                </a:lnTo>
                <a:lnTo>
                  <a:pt x="195316" y="37726"/>
                </a:lnTo>
                <a:lnTo>
                  <a:pt x="195406" y="38195"/>
                </a:lnTo>
                <a:lnTo>
                  <a:pt x="195505" y="38649"/>
                </a:lnTo>
                <a:lnTo>
                  <a:pt x="195613" y="39088"/>
                </a:lnTo>
                <a:lnTo>
                  <a:pt x="195731" y="39512"/>
                </a:lnTo>
                <a:lnTo>
                  <a:pt x="195859" y="39921"/>
                </a:lnTo>
                <a:lnTo>
                  <a:pt x="195996" y="40315"/>
                </a:lnTo>
                <a:lnTo>
                  <a:pt x="196142" y="40693"/>
                </a:lnTo>
                <a:lnTo>
                  <a:pt x="196298" y="41057"/>
                </a:lnTo>
                <a:lnTo>
                  <a:pt x="196463" y="41405"/>
                </a:lnTo>
                <a:lnTo>
                  <a:pt x="196638" y="41739"/>
                </a:lnTo>
                <a:lnTo>
                  <a:pt x="196822" y="42057"/>
                </a:lnTo>
                <a:lnTo>
                  <a:pt x="197016" y="42360"/>
                </a:lnTo>
                <a:lnTo>
                  <a:pt x="197219" y="42648"/>
                </a:lnTo>
                <a:lnTo>
                  <a:pt x="197431" y="42921"/>
                </a:lnTo>
                <a:lnTo>
                  <a:pt x="197653" y="43179"/>
                </a:lnTo>
                <a:lnTo>
                  <a:pt x="197883" y="43425"/>
                </a:lnTo>
                <a:lnTo>
                  <a:pt x="198118" y="43660"/>
                </a:lnTo>
                <a:lnTo>
                  <a:pt x="198359" y="43884"/>
                </a:lnTo>
                <a:lnTo>
                  <a:pt x="198606" y="44098"/>
                </a:lnTo>
                <a:lnTo>
                  <a:pt x="198859" y="44301"/>
                </a:lnTo>
                <a:lnTo>
                  <a:pt x="199117" y="44495"/>
                </a:lnTo>
                <a:lnTo>
                  <a:pt x="199381" y="44677"/>
                </a:lnTo>
                <a:lnTo>
                  <a:pt x="199652" y="44849"/>
                </a:lnTo>
                <a:lnTo>
                  <a:pt x="199928" y="45011"/>
                </a:lnTo>
                <a:lnTo>
                  <a:pt x="200209" y="45163"/>
                </a:lnTo>
                <a:lnTo>
                  <a:pt x="200497" y="45303"/>
                </a:lnTo>
                <a:lnTo>
                  <a:pt x="200790" y="45434"/>
                </a:lnTo>
                <a:lnTo>
                  <a:pt x="201089" y="45554"/>
                </a:lnTo>
                <a:lnTo>
                  <a:pt x="201394" y="45663"/>
                </a:lnTo>
                <a:lnTo>
                  <a:pt x="201705" y="45763"/>
                </a:lnTo>
                <a:lnTo>
                  <a:pt x="202021" y="45851"/>
                </a:lnTo>
                <a:lnTo>
                  <a:pt x="202344" y="45930"/>
                </a:lnTo>
                <a:lnTo>
                  <a:pt x="202672" y="45997"/>
                </a:lnTo>
                <a:lnTo>
                  <a:pt x="203006" y="46055"/>
                </a:lnTo>
                <a:lnTo>
                  <a:pt x="203345" y="46102"/>
                </a:lnTo>
                <a:lnTo>
                  <a:pt x="203691" y="46138"/>
                </a:lnTo>
                <a:lnTo>
                  <a:pt x="204042" y="46164"/>
                </a:lnTo>
                <a:lnTo>
                  <a:pt x="204399" y="46180"/>
                </a:lnTo>
                <a:lnTo>
                  <a:pt x="204762" y="46185"/>
                </a:lnTo>
                <a:lnTo>
                  <a:pt x="205125" y="46180"/>
                </a:lnTo>
                <a:lnTo>
                  <a:pt x="205482" y="46164"/>
                </a:lnTo>
                <a:lnTo>
                  <a:pt x="205833" y="46138"/>
                </a:lnTo>
                <a:lnTo>
                  <a:pt x="206178" y="46102"/>
                </a:lnTo>
                <a:lnTo>
                  <a:pt x="206517" y="46055"/>
                </a:lnTo>
                <a:lnTo>
                  <a:pt x="206850" y="45997"/>
                </a:lnTo>
                <a:lnTo>
                  <a:pt x="207177" y="45930"/>
                </a:lnTo>
                <a:lnTo>
                  <a:pt x="207498" y="45851"/>
                </a:lnTo>
                <a:lnTo>
                  <a:pt x="207813" y="45763"/>
                </a:lnTo>
                <a:lnTo>
                  <a:pt x="208122" y="45663"/>
                </a:lnTo>
                <a:lnTo>
                  <a:pt x="208425" y="45554"/>
                </a:lnTo>
                <a:lnTo>
                  <a:pt x="208722" y="45434"/>
                </a:lnTo>
                <a:lnTo>
                  <a:pt x="209013" y="45303"/>
                </a:lnTo>
                <a:lnTo>
                  <a:pt x="209299" y="45163"/>
                </a:lnTo>
                <a:lnTo>
                  <a:pt x="209578" y="45011"/>
                </a:lnTo>
                <a:lnTo>
                  <a:pt x="209851" y="44849"/>
                </a:lnTo>
                <a:lnTo>
                  <a:pt x="210119" y="44677"/>
                </a:lnTo>
                <a:lnTo>
                  <a:pt x="210380" y="44495"/>
                </a:lnTo>
                <a:lnTo>
                  <a:pt x="210636" y="44301"/>
                </a:lnTo>
                <a:lnTo>
                  <a:pt x="210885" y="44098"/>
                </a:lnTo>
                <a:lnTo>
                  <a:pt x="211129" y="43884"/>
                </a:lnTo>
                <a:lnTo>
                  <a:pt x="211366" y="43660"/>
                </a:lnTo>
                <a:lnTo>
                  <a:pt x="211598" y="43425"/>
                </a:lnTo>
                <a:lnTo>
                  <a:pt x="211824" y="43179"/>
                </a:lnTo>
                <a:lnTo>
                  <a:pt x="212042" y="42921"/>
                </a:lnTo>
                <a:lnTo>
                  <a:pt x="212250" y="42648"/>
                </a:lnTo>
                <a:lnTo>
                  <a:pt x="212450" y="42360"/>
                </a:lnTo>
                <a:lnTo>
                  <a:pt x="212640" y="42057"/>
                </a:lnTo>
                <a:lnTo>
                  <a:pt x="212821" y="41739"/>
                </a:lnTo>
                <a:lnTo>
                  <a:pt x="212992" y="41405"/>
                </a:lnTo>
                <a:lnTo>
                  <a:pt x="213155" y="41057"/>
                </a:lnTo>
                <a:lnTo>
                  <a:pt x="213308" y="40693"/>
                </a:lnTo>
                <a:lnTo>
                  <a:pt x="213452" y="40315"/>
                </a:lnTo>
                <a:lnTo>
                  <a:pt x="213586" y="39921"/>
                </a:lnTo>
                <a:lnTo>
                  <a:pt x="213711" y="39512"/>
                </a:lnTo>
                <a:lnTo>
                  <a:pt x="213827" y="39088"/>
                </a:lnTo>
                <a:lnTo>
                  <a:pt x="213934" y="38649"/>
                </a:lnTo>
                <a:lnTo>
                  <a:pt x="214032" y="38195"/>
                </a:lnTo>
                <a:lnTo>
                  <a:pt x="214120" y="37726"/>
                </a:lnTo>
                <a:lnTo>
                  <a:pt x="214198" y="37242"/>
                </a:lnTo>
                <a:lnTo>
                  <a:pt x="214268" y="36743"/>
                </a:lnTo>
                <a:lnTo>
                  <a:pt x="214328" y="36228"/>
                </a:lnTo>
                <a:lnTo>
                  <a:pt x="214379" y="35699"/>
                </a:lnTo>
                <a:lnTo>
                  <a:pt x="214421" y="35155"/>
                </a:lnTo>
                <a:lnTo>
                  <a:pt x="214454" y="34595"/>
                </a:lnTo>
                <a:lnTo>
                  <a:pt x="214477" y="34020"/>
                </a:lnTo>
                <a:lnTo>
                  <a:pt x="214491" y="33431"/>
                </a:lnTo>
                <a:lnTo>
                  <a:pt x="214495" y="32826"/>
                </a:lnTo>
                <a:lnTo>
                  <a:pt x="214495" y="2958"/>
                </a:lnTo>
                <a:lnTo>
                  <a:pt x="126705" y="2863"/>
                </a:lnTo>
                <a:lnTo>
                  <a:pt x="126124" y="2867"/>
                </a:lnTo>
                <a:lnTo>
                  <a:pt x="125556" y="2882"/>
                </a:lnTo>
                <a:lnTo>
                  <a:pt x="125003" y="2905"/>
                </a:lnTo>
                <a:lnTo>
                  <a:pt x="124464" y="2938"/>
                </a:lnTo>
                <a:lnTo>
                  <a:pt x="123939" y="2981"/>
                </a:lnTo>
                <a:lnTo>
                  <a:pt x="123428" y="3033"/>
                </a:lnTo>
                <a:lnTo>
                  <a:pt x="122931" y="3094"/>
                </a:lnTo>
                <a:lnTo>
                  <a:pt x="122448" y="3165"/>
                </a:lnTo>
                <a:lnTo>
                  <a:pt x="121979" y="3245"/>
                </a:lnTo>
                <a:lnTo>
                  <a:pt x="121525" y="3335"/>
                </a:lnTo>
                <a:lnTo>
                  <a:pt x="121084" y="3434"/>
                </a:lnTo>
                <a:lnTo>
                  <a:pt x="120658" y="3543"/>
                </a:lnTo>
                <a:lnTo>
                  <a:pt x="120245" y="3661"/>
                </a:lnTo>
                <a:lnTo>
                  <a:pt x="119847" y="3788"/>
                </a:lnTo>
                <a:lnTo>
                  <a:pt x="119463" y="3925"/>
                </a:lnTo>
                <a:lnTo>
                  <a:pt x="119092" y="4071"/>
                </a:lnTo>
                <a:lnTo>
                  <a:pt x="118736" y="4227"/>
                </a:lnTo>
                <a:lnTo>
                  <a:pt x="118394" y="4393"/>
                </a:lnTo>
                <a:lnTo>
                  <a:pt x="118066" y="4567"/>
                </a:lnTo>
                <a:lnTo>
                  <a:pt x="117752" y="4751"/>
                </a:lnTo>
                <a:lnTo>
                  <a:pt x="117453" y="4945"/>
                </a:lnTo>
                <a:lnTo>
                  <a:pt x="117167" y="5148"/>
                </a:lnTo>
                <a:lnTo>
                  <a:pt x="116895" y="5360"/>
                </a:lnTo>
                <a:lnTo>
                  <a:pt x="116638" y="5582"/>
                </a:lnTo>
                <a:lnTo>
                  <a:pt x="116393" y="5812"/>
                </a:lnTo>
                <a:lnTo>
                  <a:pt x="116158" y="6047"/>
                </a:lnTo>
                <a:lnTo>
                  <a:pt x="115933" y="6288"/>
                </a:lnTo>
                <a:lnTo>
                  <a:pt x="115719" y="6535"/>
                </a:lnTo>
                <a:lnTo>
                  <a:pt x="115516" y="6788"/>
                </a:lnTo>
                <a:lnTo>
                  <a:pt x="115323" y="7046"/>
                </a:lnTo>
                <a:lnTo>
                  <a:pt x="115140" y="7311"/>
                </a:lnTo>
                <a:lnTo>
                  <a:pt x="114968" y="7581"/>
                </a:lnTo>
                <a:lnTo>
                  <a:pt x="114806" y="7857"/>
                </a:lnTo>
                <a:lnTo>
                  <a:pt x="114655" y="8139"/>
                </a:lnTo>
                <a:lnTo>
                  <a:pt x="114514" y="8426"/>
                </a:lnTo>
                <a:lnTo>
                  <a:pt x="114383" y="8719"/>
                </a:lnTo>
                <a:lnTo>
                  <a:pt x="114263" y="9019"/>
                </a:lnTo>
                <a:lnTo>
                  <a:pt x="114154" y="9323"/>
                </a:lnTo>
                <a:lnTo>
                  <a:pt x="114055" y="9634"/>
                </a:lnTo>
                <a:lnTo>
                  <a:pt x="113966" y="9951"/>
                </a:lnTo>
                <a:lnTo>
                  <a:pt x="113888" y="10273"/>
                </a:lnTo>
                <a:lnTo>
                  <a:pt x="113820" y="10601"/>
                </a:lnTo>
                <a:lnTo>
                  <a:pt x="113762" y="10935"/>
                </a:lnTo>
                <a:lnTo>
                  <a:pt x="113715" y="11275"/>
                </a:lnTo>
                <a:lnTo>
                  <a:pt x="113679" y="11620"/>
                </a:lnTo>
                <a:lnTo>
                  <a:pt x="113653" y="11971"/>
                </a:lnTo>
                <a:lnTo>
                  <a:pt x="113637" y="12329"/>
                </a:lnTo>
                <a:lnTo>
                  <a:pt x="113632" y="12691"/>
                </a:lnTo>
                <a:lnTo>
                  <a:pt x="113637" y="13054"/>
                </a:lnTo>
                <a:lnTo>
                  <a:pt x="113653" y="13411"/>
                </a:lnTo>
                <a:lnTo>
                  <a:pt x="113679" y="13763"/>
                </a:lnTo>
                <a:lnTo>
                  <a:pt x="113715" y="14108"/>
                </a:lnTo>
                <a:lnTo>
                  <a:pt x="113762" y="14448"/>
                </a:lnTo>
                <a:lnTo>
                  <a:pt x="113820" y="14782"/>
                </a:lnTo>
                <a:lnTo>
                  <a:pt x="113888" y="15110"/>
                </a:lnTo>
                <a:lnTo>
                  <a:pt x="113966" y="15432"/>
                </a:lnTo>
                <a:lnTo>
                  <a:pt x="114055" y="15749"/>
                </a:lnTo>
                <a:lnTo>
                  <a:pt x="114154" y="16059"/>
                </a:lnTo>
                <a:lnTo>
                  <a:pt x="114263" y="16364"/>
                </a:lnTo>
                <a:lnTo>
                  <a:pt x="114383" y="16663"/>
                </a:lnTo>
                <a:lnTo>
                  <a:pt x="114514" y="16957"/>
                </a:lnTo>
                <a:lnTo>
                  <a:pt x="114655" y="17244"/>
                </a:lnTo>
                <a:lnTo>
                  <a:pt x="114806" y="17526"/>
                </a:lnTo>
                <a:lnTo>
                  <a:pt x="114968" y="17802"/>
                </a:lnTo>
                <a:lnTo>
                  <a:pt x="115140" y="18072"/>
                </a:lnTo>
                <a:lnTo>
                  <a:pt x="115323" y="18336"/>
                </a:lnTo>
                <a:lnTo>
                  <a:pt x="115516" y="18595"/>
                </a:lnTo>
                <a:lnTo>
                  <a:pt x="115719" y="18848"/>
                </a:lnTo>
                <a:lnTo>
                  <a:pt x="115933" y="19095"/>
                </a:lnTo>
                <a:lnTo>
                  <a:pt x="116158" y="19336"/>
                </a:lnTo>
                <a:lnTo>
                  <a:pt x="116393" y="19571"/>
                </a:lnTo>
                <a:lnTo>
                  <a:pt x="116638" y="19801"/>
                </a:lnTo>
                <a:lnTo>
                  <a:pt x="116895" y="20022"/>
                </a:lnTo>
                <a:lnTo>
                  <a:pt x="117167" y="20235"/>
                </a:lnTo>
                <a:lnTo>
                  <a:pt x="117453" y="20438"/>
                </a:lnTo>
                <a:lnTo>
                  <a:pt x="117752" y="20632"/>
                </a:lnTo>
                <a:lnTo>
                  <a:pt x="118066" y="20816"/>
                </a:lnTo>
                <a:lnTo>
                  <a:pt x="118394" y="20990"/>
                </a:lnTo>
                <a:lnTo>
                  <a:pt x="118736" y="21156"/>
                </a:lnTo>
                <a:lnTo>
                  <a:pt x="119092" y="21311"/>
                </a:lnTo>
                <a:lnTo>
                  <a:pt x="119463" y="21458"/>
                </a:lnTo>
                <a:lnTo>
                  <a:pt x="119847" y="21595"/>
                </a:lnTo>
                <a:lnTo>
                  <a:pt x="120245" y="21722"/>
                </a:lnTo>
                <a:lnTo>
                  <a:pt x="120658" y="21840"/>
                </a:lnTo>
                <a:lnTo>
                  <a:pt x="121084" y="21949"/>
                </a:lnTo>
                <a:lnTo>
                  <a:pt x="121525" y="22048"/>
                </a:lnTo>
                <a:lnTo>
                  <a:pt x="121979" y="22138"/>
                </a:lnTo>
                <a:lnTo>
                  <a:pt x="122448" y="22218"/>
                </a:lnTo>
                <a:lnTo>
                  <a:pt x="122931" y="22289"/>
                </a:lnTo>
                <a:lnTo>
                  <a:pt x="123428" y="22350"/>
                </a:lnTo>
                <a:lnTo>
                  <a:pt x="123939" y="22402"/>
                </a:lnTo>
                <a:lnTo>
                  <a:pt x="124464" y="22445"/>
                </a:lnTo>
                <a:lnTo>
                  <a:pt x="125003" y="22478"/>
                </a:lnTo>
                <a:lnTo>
                  <a:pt x="125556" y="22501"/>
                </a:lnTo>
                <a:lnTo>
                  <a:pt x="126124" y="22515"/>
                </a:lnTo>
                <a:lnTo>
                  <a:pt x="126705" y="22520"/>
                </a:lnTo>
                <a:lnTo>
                  <a:pt x="129759" y="22520"/>
                </a:lnTo>
                <a:lnTo>
                  <a:pt x="129759" y="99050"/>
                </a:lnTo>
                <a:lnTo>
                  <a:pt x="126705" y="99050"/>
                </a:lnTo>
                <a:lnTo>
                  <a:pt x="126131" y="99055"/>
                </a:lnTo>
                <a:lnTo>
                  <a:pt x="125571" y="99069"/>
                </a:lnTo>
                <a:lnTo>
                  <a:pt x="125025" y="99092"/>
                </a:lnTo>
                <a:lnTo>
                  <a:pt x="124492" y="99125"/>
                </a:lnTo>
                <a:lnTo>
                  <a:pt x="123972" y="99166"/>
                </a:lnTo>
                <a:lnTo>
                  <a:pt x="123467" y="99217"/>
                </a:lnTo>
                <a:lnTo>
                  <a:pt x="122974" y="99278"/>
                </a:lnTo>
                <a:lnTo>
                  <a:pt x="122496" y="99347"/>
                </a:lnTo>
                <a:lnTo>
                  <a:pt x="122031" y="99426"/>
                </a:lnTo>
                <a:lnTo>
                  <a:pt x="121579" y="99514"/>
                </a:lnTo>
                <a:lnTo>
                  <a:pt x="121141" y="99612"/>
                </a:lnTo>
                <a:lnTo>
                  <a:pt x="120717" y="99718"/>
                </a:lnTo>
                <a:lnTo>
                  <a:pt x="120307" y="99834"/>
                </a:lnTo>
                <a:lnTo>
                  <a:pt x="119909" y="99960"/>
                </a:lnTo>
                <a:lnTo>
                  <a:pt x="119526" y="100094"/>
                </a:lnTo>
                <a:lnTo>
                  <a:pt x="119156" y="100238"/>
                </a:lnTo>
                <a:lnTo>
                  <a:pt x="118800" y="100391"/>
                </a:lnTo>
                <a:lnTo>
                  <a:pt x="118457" y="100553"/>
                </a:lnTo>
                <a:lnTo>
                  <a:pt x="118128" y="100725"/>
                </a:lnTo>
                <a:lnTo>
                  <a:pt x="117812" y="100906"/>
                </a:lnTo>
                <a:lnTo>
                  <a:pt x="117510" y="101096"/>
                </a:lnTo>
                <a:lnTo>
                  <a:pt x="117222" y="101295"/>
                </a:lnTo>
                <a:lnTo>
                  <a:pt x="116947" y="101504"/>
                </a:lnTo>
                <a:lnTo>
                  <a:pt x="116686" y="101722"/>
                </a:lnTo>
                <a:lnTo>
                  <a:pt x="116436" y="101948"/>
                </a:lnTo>
                <a:lnTo>
                  <a:pt x="116198" y="102179"/>
                </a:lnTo>
                <a:lnTo>
                  <a:pt x="115970" y="102417"/>
                </a:lnTo>
                <a:lnTo>
                  <a:pt x="115753" y="102661"/>
                </a:lnTo>
                <a:lnTo>
                  <a:pt x="115546" y="102910"/>
                </a:lnTo>
                <a:lnTo>
                  <a:pt x="115350" y="103166"/>
                </a:lnTo>
                <a:lnTo>
                  <a:pt x="115164" y="103427"/>
                </a:lnTo>
                <a:lnTo>
                  <a:pt x="114989" y="103694"/>
                </a:lnTo>
                <a:lnTo>
                  <a:pt x="114825" y="103968"/>
                </a:lnTo>
                <a:lnTo>
                  <a:pt x="114671" y="104247"/>
                </a:lnTo>
                <a:lnTo>
                  <a:pt x="114528" y="104532"/>
                </a:lnTo>
                <a:lnTo>
                  <a:pt x="114395" y="104824"/>
                </a:lnTo>
                <a:lnTo>
                  <a:pt x="114273" y="105121"/>
                </a:lnTo>
                <a:lnTo>
                  <a:pt x="114162" y="105424"/>
                </a:lnTo>
                <a:lnTo>
                  <a:pt x="114061" y="105733"/>
                </a:lnTo>
                <a:lnTo>
                  <a:pt x="113971" y="106048"/>
                </a:lnTo>
                <a:lnTo>
                  <a:pt x="113892" y="106369"/>
                </a:lnTo>
                <a:lnTo>
                  <a:pt x="113823" y="106696"/>
                </a:lnTo>
                <a:lnTo>
                  <a:pt x="113764" y="107029"/>
                </a:lnTo>
                <a:lnTo>
                  <a:pt x="113717" y="107368"/>
                </a:lnTo>
                <a:lnTo>
                  <a:pt x="113680" y="107713"/>
                </a:lnTo>
                <a:lnTo>
                  <a:pt x="113653" y="108064"/>
                </a:lnTo>
                <a:lnTo>
                  <a:pt x="113637" y="108421"/>
                </a:lnTo>
                <a:lnTo>
                  <a:pt x="113632" y="108784"/>
                </a:lnTo>
                <a:lnTo>
                  <a:pt x="113637" y="109147"/>
                </a:lnTo>
                <a:lnTo>
                  <a:pt x="113653" y="109504"/>
                </a:lnTo>
                <a:lnTo>
                  <a:pt x="113679" y="109856"/>
                </a:lnTo>
                <a:lnTo>
                  <a:pt x="113715" y="110202"/>
                </a:lnTo>
                <a:lnTo>
                  <a:pt x="113762" y="110542"/>
                </a:lnTo>
                <a:lnTo>
                  <a:pt x="113820" y="110877"/>
                </a:lnTo>
                <a:lnTo>
                  <a:pt x="113888" y="111206"/>
                </a:lnTo>
                <a:lnTo>
                  <a:pt x="113966" y="111530"/>
                </a:lnTo>
                <a:lnTo>
                  <a:pt x="114055" y="111848"/>
                </a:lnTo>
                <a:lnTo>
                  <a:pt x="114154" y="112160"/>
                </a:lnTo>
                <a:lnTo>
                  <a:pt x="114263" y="112467"/>
                </a:lnTo>
                <a:lnTo>
                  <a:pt x="114383" y="112768"/>
                </a:lnTo>
                <a:lnTo>
                  <a:pt x="114514" y="113063"/>
                </a:lnTo>
                <a:lnTo>
                  <a:pt x="114655" y="113353"/>
                </a:lnTo>
                <a:lnTo>
                  <a:pt x="114806" y="113637"/>
                </a:lnTo>
                <a:lnTo>
                  <a:pt x="114968" y="113915"/>
                </a:lnTo>
                <a:lnTo>
                  <a:pt x="115140" y="114188"/>
                </a:lnTo>
                <a:lnTo>
                  <a:pt x="115323" y="114455"/>
                </a:lnTo>
                <a:lnTo>
                  <a:pt x="115516" y="114717"/>
                </a:lnTo>
                <a:lnTo>
                  <a:pt x="115719" y="114973"/>
                </a:lnTo>
                <a:lnTo>
                  <a:pt x="115933" y="115223"/>
                </a:lnTo>
                <a:lnTo>
                  <a:pt x="116158" y="115468"/>
                </a:lnTo>
                <a:lnTo>
                  <a:pt x="116393" y="115707"/>
                </a:lnTo>
                <a:lnTo>
                  <a:pt x="116638" y="115940"/>
                </a:lnTo>
                <a:lnTo>
                  <a:pt x="116895" y="116166"/>
                </a:lnTo>
                <a:lnTo>
                  <a:pt x="117167" y="116382"/>
                </a:lnTo>
                <a:lnTo>
                  <a:pt x="117453" y="116589"/>
                </a:lnTo>
                <a:lnTo>
                  <a:pt x="117752" y="116786"/>
                </a:lnTo>
                <a:lnTo>
                  <a:pt x="118066" y="116973"/>
                </a:lnTo>
                <a:lnTo>
                  <a:pt x="118394" y="117151"/>
                </a:lnTo>
                <a:lnTo>
                  <a:pt x="118736" y="117319"/>
                </a:lnTo>
                <a:lnTo>
                  <a:pt x="119092" y="117478"/>
                </a:lnTo>
                <a:lnTo>
                  <a:pt x="119463" y="117627"/>
                </a:lnTo>
                <a:lnTo>
                  <a:pt x="119847" y="117766"/>
                </a:lnTo>
                <a:lnTo>
                  <a:pt x="120245" y="117896"/>
                </a:lnTo>
                <a:lnTo>
                  <a:pt x="120658" y="118016"/>
                </a:lnTo>
                <a:lnTo>
                  <a:pt x="121084" y="118126"/>
                </a:lnTo>
                <a:lnTo>
                  <a:pt x="121525" y="118227"/>
                </a:lnTo>
                <a:lnTo>
                  <a:pt x="121979" y="118319"/>
                </a:lnTo>
                <a:lnTo>
                  <a:pt x="122448" y="118400"/>
                </a:lnTo>
                <a:lnTo>
                  <a:pt x="122931" y="118472"/>
                </a:lnTo>
                <a:lnTo>
                  <a:pt x="123428" y="118535"/>
                </a:lnTo>
                <a:lnTo>
                  <a:pt x="123939" y="118588"/>
                </a:lnTo>
                <a:lnTo>
                  <a:pt x="124464" y="118631"/>
                </a:lnTo>
                <a:lnTo>
                  <a:pt x="125003" y="118665"/>
                </a:lnTo>
                <a:lnTo>
                  <a:pt x="125556" y="118689"/>
                </a:lnTo>
                <a:lnTo>
                  <a:pt x="126124" y="118703"/>
                </a:lnTo>
                <a:lnTo>
                  <a:pt x="126705" y="118708"/>
                </a:lnTo>
                <a:lnTo>
                  <a:pt x="218789" y="118708"/>
                </a:lnTo>
                <a:lnTo>
                  <a:pt x="218789" y="88363"/>
                </a:lnTo>
                <a:lnTo>
                  <a:pt x="218785" y="87758"/>
                </a:lnTo>
                <a:lnTo>
                  <a:pt x="218771" y="87168"/>
                </a:lnTo>
                <a:lnTo>
                  <a:pt x="218747" y="86594"/>
                </a:lnTo>
                <a:lnTo>
                  <a:pt x="218714" y="86034"/>
                </a:lnTo>
                <a:lnTo>
                  <a:pt x="218671" y="85490"/>
                </a:lnTo>
                <a:lnTo>
                  <a:pt x="218619" y="84960"/>
                </a:lnTo>
                <a:lnTo>
                  <a:pt x="218558" y="84446"/>
                </a:lnTo>
                <a:lnTo>
                  <a:pt x="218487" y="83947"/>
                </a:lnTo>
                <a:lnTo>
                  <a:pt x="218407" y="83463"/>
                </a:lnTo>
                <a:lnTo>
                  <a:pt x="218317" y="82994"/>
                </a:lnTo>
                <a:lnTo>
                  <a:pt x="218218" y="82540"/>
                </a:lnTo>
                <a:lnTo>
                  <a:pt x="218110" y="82101"/>
                </a:lnTo>
                <a:lnTo>
                  <a:pt x="217992" y="81677"/>
                </a:lnTo>
                <a:lnTo>
                  <a:pt x="217864" y="81268"/>
                </a:lnTo>
                <a:lnTo>
                  <a:pt x="217727" y="80874"/>
                </a:lnTo>
                <a:lnTo>
                  <a:pt x="217581" y="80496"/>
                </a:lnTo>
                <a:lnTo>
                  <a:pt x="217425" y="80132"/>
                </a:lnTo>
                <a:lnTo>
                  <a:pt x="217260" y="79784"/>
                </a:lnTo>
                <a:lnTo>
                  <a:pt x="217085" y="79450"/>
                </a:lnTo>
                <a:lnTo>
                  <a:pt x="216901" y="79132"/>
                </a:lnTo>
                <a:lnTo>
                  <a:pt x="216707" y="78829"/>
                </a:lnTo>
                <a:lnTo>
                  <a:pt x="216504" y="78540"/>
                </a:lnTo>
                <a:lnTo>
                  <a:pt x="216292" y="78267"/>
                </a:lnTo>
                <a:lnTo>
                  <a:pt x="216070" y="78009"/>
                </a:lnTo>
                <a:lnTo>
                  <a:pt x="215841" y="77764"/>
                </a:lnTo>
                <a:lnTo>
                  <a:pt x="215606" y="77529"/>
                </a:lnTo>
                <a:lnTo>
                  <a:pt x="215365" y="77305"/>
                </a:lnTo>
                <a:lnTo>
                  <a:pt x="215120" y="77091"/>
                </a:lnTo>
                <a:lnTo>
                  <a:pt x="214868" y="76887"/>
                </a:lnTo>
                <a:lnTo>
                  <a:pt x="214612" y="76694"/>
                </a:lnTo>
                <a:lnTo>
                  <a:pt x="214350" y="76512"/>
                </a:lnTo>
                <a:lnTo>
                  <a:pt x="214082" y="76339"/>
                </a:lnTo>
                <a:lnTo>
                  <a:pt x="213809" y="76178"/>
                </a:lnTo>
                <a:lnTo>
                  <a:pt x="213530" y="76026"/>
                </a:lnTo>
                <a:lnTo>
                  <a:pt x="213246" y="75885"/>
                </a:lnTo>
                <a:lnTo>
                  <a:pt x="212957" y="75755"/>
                </a:lnTo>
                <a:lnTo>
                  <a:pt x="212662" y="75635"/>
                </a:lnTo>
                <a:lnTo>
                  <a:pt x="212361" y="75525"/>
                </a:lnTo>
                <a:lnTo>
                  <a:pt x="212055" y="75426"/>
                </a:lnTo>
                <a:lnTo>
                  <a:pt x="211744" y="75337"/>
                </a:lnTo>
                <a:lnTo>
                  <a:pt x="211427" y="75259"/>
                </a:lnTo>
                <a:lnTo>
                  <a:pt x="211105" y="75191"/>
                </a:lnTo>
                <a:lnTo>
                  <a:pt x="210777" y="75134"/>
                </a:lnTo>
                <a:lnTo>
                  <a:pt x="210444" y="75087"/>
                </a:lnTo>
                <a:lnTo>
                  <a:pt x="210105" y="75050"/>
                </a:lnTo>
                <a:lnTo>
                  <a:pt x="209761" y="75024"/>
                </a:lnTo>
                <a:lnTo>
                  <a:pt x="209411" y="75009"/>
                </a:lnTo>
                <a:lnTo>
                  <a:pt x="209056" y="75003"/>
                </a:lnTo>
                <a:lnTo>
                  <a:pt x="208693" y="75009"/>
                </a:lnTo>
                <a:lnTo>
                  <a:pt x="208336" y="75024"/>
                </a:lnTo>
                <a:lnTo>
                  <a:pt x="207985" y="75050"/>
                </a:lnTo>
                <a:lnTo>
                  <a:pt x="207639" y="75087"/>
                </a:lnTo>
                <a:lnTo>
                  <a:pt x="207300" y="75134"/>
                </a:lnTo>
                <a:lnTo>
                  <a:pt x="206966" y="75191"/>
                </a:lnTo>
                <a:lnTo>
                  <a:pt x="206638" y="75259"/>
                </a:lnTo>
                <a:lnTo>
                  <a:pt x="206315" y="75337"/>
                </a:lnTo>
                <a:lnTo>
                  <a:pt x="205999" y="75426"/>
                </a:lnTo>
                <a:lnTo>
                  <a:pt x="205688" y="75525"/>
                </a:lnTo>
                <a:lnTo>
                  <a:pt x="205383" y="75635"/>
                </a:lnTo>
                <a:lnTo>
                  <a:pt x="205084" y="75755"/>
                </a:lnTo>
                <a:lnTo>
                  <a:pt x="204791" y="75885"/>
                </a:lnTo>
                <a:lnTo>
                  <a:pt x="204503" y="76026"/>
                </a:lnTo>
                <a:lnTo>
                  <a:pt x="204222" y="76178"/>
                </a:lnTo>
                <a:lnTo>
                  <a:pt x="203946" y="76339"/>
                </a:lnTo>
                <a:lnTo>
                  <a:pt x="203676" y="76512"/>
                </a:lnTo>
                <a:lnTo>
                  <a:pt x="203411" y="76694"/>
                </a:lnTo>
                <a:lnTo>
                  <a:pt x="203153" y="76887"/>
                </a:lnTo>
                <a:lnTo>
                  <a:pt x="202900" y="77091"/>
                </a:lnTo>
                <a:lnTo>
                  <a:pt x="202653" y="77305"/>
                </a:lnTo>
                <a:lnTo>
                  <a:pt x="202412" y="77529"/>
                </a:lnTo>
                <a:lnTo>
                  <a:pt x="202177" y="77764"/>
                </a:lnTo>
                <a:lnTo>
                  <a:pt x="201947" y="78009"/>
                </a:lnTo>
                <a:lnTo>
                  <a:pt x="201725" y="78267"/>
                </a:lnTo>
                <a:lnTo>
                  <a:pt x="201513" y="78540"/>
                </a:lnTo>
                <a:lnTo>
                  <a:pt x="201310" y="78829"/>
                </a:lnTo>
                <a:lnTo>
                  <a:pt x="201116" y="79132"/>
                </a:lnTo>
                <a:lnTo>
                  <a:pt x="200932" y="79450"/>
                </a:lnTo>
                <a:lnTo>
                  <a:pt x="200757" y="79784"/>
                </a:lnTo>
                <a:lnTo>
                  <a:pt x="200592" y="80132"/>
                </a:lnTo>
                <a:lnTo>
                  <a:pt x="200436" y="80496"/>
                </a:lnTo>
                <a:lnTo>
                  <a:pt x="200290" y="80874"/>
                </a:lnTo>
                <a:lnTo>
                  <a:pt x="200153" y="81268"/>
                </a:lnTo>
                <a:lnTo>
                  <a:pt x="200025" y="81677"/>
                </a:lnTo>
                <a:lnTo>
                  <a:pt x="199907" y="82101"/>
                </a:lnTo>
                <a:lnTo>
                  <a:pt x="199799" y="82540"/>
                </a:lnTo>
                <a:lnTo>
                  <a:pt x="199700" y="82994"/>
                </a:lnTo>
                <a:lnTo>
                  <a:pt x="199610" y="83463"/>
                </a:lnTo>
                <a:lnTo>
                  <a:pt x="199530" y="83947"/>
                </a:lnTo>
                <a:lnTo>
                  <a:pt x="199459" y="84446"/>
                </a:lnTo>
                <a:lnTo>
                  <a:pt x="199397" y="84960"/>
                </a:lnTo>
                <a:lnTo>
                  <a:pt x="199346" y="85490"/>
                </a:lnTo>
                <a:lnTo>
                  <a:pt x="199303" y="86034"/>
                </a:lnTo>
                <a:lnTo>
                  <a:pt x="199270" y="86594"/>
                </a:lnTo>
                <a:lnTo>
                  <a:pt x="199246" y="87168"/>
                </a:lnTo>
                <a:lnTo>
                  <a:pt x="199232" y="87758"/>
                </a:lnTo>
                <a:lnTo>
                  <a:pt x="199228" y="88363"/>
                </a:lnTo>
                <a:lnTo>
                  <a:pt x="199228" y="99050"/>
                </a:lnTo>
                <a:lnTo>
                  <a:pt x="149321" y="99050"/>
                </a:lnTo>
                <a:lnTo>
                  <a:pt x="149321" y="70423"/>
                </a:lnTo>
                <a:lnTo>
                  <a:pt x="166497" y="70423"/>
                </a:lnTo>
                <a:lnTo>
                  <a:pt x="166499" y="71026"/>
                </a:lnTo>
                <a:lnTo>
                  <a:pt x="166507" y="71610"/>
                </a:lnTo>
                <a:close/>
                <a:moveTo>
                  <a:pt x="348294" y="104006"/>
                </a:moveTo>
                <a:lnTo>
                  <a:pt x="348073" y="103676"/>
                </a:lnTo>
                <a:lnTo>
                  <a:pt x="347837" y="103350"/>
                </a:lnTo>
                <a:lnTo>
                  <a:pt x="347585" y="103026"/>
                </a:lnTo>
                <a:lnTo>
                  <a:pt x="347318" y="102704"/>
                </a:lnTo>
                <a:lnTo>
                  <a:pt x="347036" y="102385"/>
                </a:lnTo>
                <a:lnTo>
                  <a:pt x="346739" y="102068"/>
                </a:lnTo>
                <a:lnTo>
                  <a:pt x="346427" y="101754"/>
                </a:lnTo>
                <a:lnTo>
                  <a:pt x="346099" y="101443"/>
                </a:lnTo>
                <a:lnTo>
                  <a:pt x="345756" y="101134"/>
                </a:lnTo>
                <a:lnTo>
                  <a:pt x="345398" y="100828"/>
                </a:lnTo>
                <a:lnTo>
                  <a:pt x="345207" y="100683"/>
                </a:lnTo>
                <a:lnTo>
                  <a:pt x="345000" y="100544"/>
                </a:lnTo>
                <a:lnTo>
                  <a:pt x="344776" y="100411"/>
                </a:lnTo>
                <a:lnTo>
                  <a:pt x="344537" y="100285"/>
                </a:lnTo>
                <a:lnTo>
                  <a:pt x="344281" y="100164"/>
                </a:lnTo>
                <a:lnTo>
                  <a:pt x="344008" y="100050"/>
                </a:lnTo>
                <a:lnTo>
                  <a:pt x="343720" y="99942"/>
                </a:lnTo>
                <a:lnTo>
                  <a:pt x="343415" y="99840"/>
                </a:lnTo>
                <a:lnTo>
                  <a:pt x="343094" y="99745"/>
                </a:lnTo>
                <a:lnTo>
                  <a:pt x="342757" y="99655"/>
                </a:lnTo>
                <a:lnTo>
                  <a:pt x="342404" y="99572"/>
                </a:lnTo>
                <a:lnTo>
                  <a:pt x="342034" y="99495"/>
                </a:lnTo>
                <a:lnTo>
                  <a:pt x="341648" y="99424"/>
                </a:lnTo>
                <a:lnTo>
                  <a:pt x="341246" y="99359"/>
                </a:lnTo>
                <a:lnTo>
                  <a:pt x="340828" y="99300"/>
                </a:lnTo>
                <a:lnTo>
                  <a:pt x="340394" y="99248"/>
                </a:lnTo>
                <a:lnTo>
                  <a:pt x="339943" y="99202"/>
                </a:lnTo>
                <a:lnTo>
                  <a:pt x="339476" y="99161"/>
                </a:lnTo>
                <a:lnTo>
                  <a:pt x="338992" y="99127"/>
                </a:lnTo>
                <a:lnTo>
                  <a:pt x="338493" y="99100"/>
                </a:lnTo>
                <a:lnTo>
                  <a:pt x="337977" y="99078"/>
                </a:lnTo>
                <a:lnTo>
                  <a:pt x="337445" y="99063"/>
                </a:lnTo>
                <a:lnTo>
                  <a:pt x="336897" y="99053"/>
                </a:lnTo>
                <a:lnTo>
                  <a:pt x="336333" y="99050"/>
                </a:lnTo>
                <a:lnTo>
                  <a:pt x="297400" y="3054"/>
                </a:lnTo>
                <a:lnTo>
                  <a:pt x="255127" y="2863"/>
                </a:lnTo>
                <a:lnTo>
                  <a:pt x="254545" y="2867"/>
                </a:lnTo>
                <a:lnTo>
                  <a:pt x="253978" y="2882"/>
                </a:lnTo>
                <a:lnTo>
                  <a:pt x="253425" y="2905"/>
                </a:lnTo>
                <a:lnTo>
                  <a:pt x="252886" y="2938"/>
                </a:lnTo>
                <a:lnTo>
                  <a:pt x="252360" y="2981"/>
                </a:lnTo>
                <a:lnTo>
                  <a:pt x="251849" y="3033"/>
                </a:lnTo>
                <a:lnTo>
                  <a:pt x="251353" y="3094"/>
                </a:lnTo>
                <a:lnTo>
                  <a:pt x="250870" y="3165"/>
                </a:lnTo>
                <a:lnTo>
                  <a:pt x="250401" y="3245"/>
                </a:lnTo>
                <a:lnTo>
                  <a:pt x="249946" y="3335"/>
                </a:lnTo>
                <a:lnTo>
                  <a:pt x="249506" y="3434"/>
                </a:lnTo>
                <a:lnTo>
                  <a:pt x="249079" y="3543"/>
                </a:lnTo>
                <a:lnTo>
                  <a:pt x="248667" y="3661"/>
                </a:lnTo>
                <a:lnTo>
                  <a:pt x="248268" y="3788"/>
                </a:lnTo>
                <a:lnTo>
                  <a:pt x="247884" y="3925"/>
                </a:lnTo>
                <a:lnTo>
                  <a:pt x="247514" y="4071"/>
                </a:lnTo>
                <a:lnTo>
                  <a:pt x="247158" y="4227"/>
                </a:lnTo>
                <a:lnTo>
                  <a:pt x="246816" y="4393"/>
                </a:lnTo>
                <a:lnTo>
                  <a:pt x="246488" y="4567"/>
                </a:lnTo>
                <a:lnTo>
                  <a:pt x="246174" y="4751"/>
                </a:lnTo>
                <a:lnTo>
                  <a:pt x="245874" y="4945"/>
                </a:lnTo>
                <a:lnTo>
                  <a:pt x="245589" y="5148"/>
                </a:lnTo>
                <a:lnTo>
                  <a:pt x="245317" y="5360"/>
                </a:lnTo>
                <a:lnTo>
                  <a:pt x="245059" y="5582"/>
                </a:lnTo>
                <a:lnTo>
                  <a:pt x="244814" y="5812"/>
                </a:lnTo>
                <a:lnTo>
                  <a:pt x="244579" y="6047"/>
                </a:lnTo>
                <a:lnTo>
                  <a:pt x="244355" y="6288"/>
                </a:lnTo>
                <a:lnTo>
                  <a:pt x="244141" y="6535"/>
                </a:lnTo>
                <a:lnTo>
                  <a:pt x="243937" y="6788"/>
                </a:lnTo>
                <a:lnTo>
                  <a:pt x="243744" y="7046"/>
                </a:lnTo>
                <a:lnTo>
                  <a:pt x="243562" y="7311"/>
                </a:lnTo>
                <a:lnTo>
                  <a:pt x="243389" y="7581"/>
                </a:lnTo>
                <a:lnTo>
                  <a:pt x="243228" y="7857"/>
                </a:lnTo>
                <a:lnTo>
                  <a:pt x="243076" y="8139"/>
                </a:lnTo>
                <a:lnTo>
                  <a:pt x="242935" y="8426"/>
                </a:lnTo>
                <a:lnTo>
                  <a:pt x="242805" y="8719"/>
                </a:lnTo>
                <a:lnTo>
                  <a:pt x="242685" y="9019"/>
                </a:lnTo>
                <a:lnTo>
                  <a:pt x="242575" y="9323"/>
                </a:lnTo>
                <a:lnTo>
                  <a:pt x="242476" y="9634"/>
                </a:lnTo>
                <a:lnTo>
                  <a:pt x="242388" y="9951"/>
                </a:lnTo>
                <a:lnTo>
                  <a:pt x="242309" y="10273"/>
                </a:lnTo>
                <a:lnTo>
                  <a:pt x="242241" y="10601"/>
                </a:lnTo>
                <a:lnTo>
                  <a:pt x="242184" y="10935"/>
                </a:lnTo>
                <a:lnTo>
                  <a:pt x="242137" y="11275"/>
                </a:lnTo>
                <a:lnTo>
                  <a:pt x="242101" y="11620"/>
                </a:lnTo>
                <a:lnTo>
                  <a:pt x="242074" y="11971"/>
                </a:lnTo>
                <a:lnTo>
                  <a:pt x="242059" y="12329"/>
                </a:lnTo>
                <a:lnTo>
                  <a:pt x="242054" y="12691"/>
                </a:lnTo>
                <a:lnTo>
                  <a:pt x="242059" y="13054"/>
                </a:lnTo>
                <a:lnTo>
                  <a:pt x="242074" y="13411"/>
                </a:lnTo>
                <a:lnTo>
                  <a:pt x="242101" y="13763"/>
                </a:lnTo>
                <a:lnTo>
                  <a:pt x="242137" y="14108"/>
                </a:lnTo>
                <a:lnTo>
                  <a:pt x="242184" y="14448"/>
                </a:lnTo>
                <a:lnTo>
                  <a:pt x="242241" y="14782"/>
                </a:lnTo>
                <a:lnTo>
                  <a:pt x="242309" y="15110"/>
                </a:lnTo>
                <a:lnTo>
                  <a:pt x="242388" y="15432"/>
                </a:lnTo>
                <a:lnTo>
                  <a:pt x="242476" y="15749"/>
                </a:lnTo>
                <a:lnTo>
                  <a:pt x="242575" y="16059"/>
                </a:lnTo>
                <a:lnTo>
                  <a:pt x="242685" y="16364"/>
                </a:lnTo>
                <a:lnTo>
                  <a:pt x="242805" y="16663"/>
                </a:lnTo>
                <a:lnTo>
                  <a:pt x="242935" y="16957"/>
                </a:lnTo>
                <a:lnTo>
                  <a:pt x="243076" y="17244"/>
                </a:lnTo>
                <a:lnTo>
                  <a:pt x="243228" y="17526"/>
                </a:lnTo>
                <a:lnTo>
                  <a:pt x="243389" y="17802"/>
                </a:lnTo>
                <a:lnTo>
                  <a:pt x="243562" y="18072"/>
                </a:lnTo>
                <a:lnTo>
                  <a:pt x="243744" y="18336"/>
                </a:lnTo>
                <a:lnTo>
                  <a:pt x="243937" y="18595"/>
                </a:lnTo>
                <a:lnTo>
                  <a:pt x="244141" y="18848"/>
                </a:lnTo>
                <a:lnTo>
                  <a:pt x="244355" y="19095"/>
                </a:lnTo>
                <a:lnTo>
                  <a:pt x="244579" y="19336"/>
                </a:lnTo>
                <a:lnTo>
                  <a:pt x="244814" y="19571"/>
                </a:lnTo>
                <a:lnTo>
                  <a:pt x="245059" y="19801"/>
                </a:lnTo>
                <a:lnTo>
                  <a:pt x="245317" y="20022"/>
                </a:lnTo>
                <a:lnTo>
                  <a:pt x="245589" y="20235"/>
                </a:lnTo>
                <a:lnTo>
                  <a:pt x="245874" y="20438"/>
                </a:lnTo>
                <a:lnTo>
                  <a:pt x="246174" y="20632"/>
                </a:lnTo>
                <a:lnTo>
                  <a:pt x="246488" y="20816"/>
                </a:lnTo>
                <a:lnTo>
                  <a:pt x="246816" y="20990"/>
                </a:lnTo>
                <a:lnTo>
                  <a:pt x="247158" y="21156"/>
                </a:lnTo>
                <a:lnTo>
                  <a:pt x="247514" y="21311"/>
                </a:lnTo>
                <a:lnTo>
                  <a:pt x="247884" y="21458"/>
                </a:lnTo>
                <a:lnTo>
                  <a:pt x="248268" y="21595"/>
                </a:lnTo>
                <a:lnTo>
                  <a:pt x="248667" y="21722"/>
                </a:lnTo>
                <a:lnTo>
                  <a:pt x="249079" y="21840"/>
                </a:lnTo>
                <a:lnTo>
                  <a:pt x="249506" y="21949"/>
                </a:lnTo>
                <a:lnTo>
                  <a:pt x="249946" y="22048"/>
                </a:lnTo>
                <a:lnTo>
                  <a:pt x="250401" y="22138"/>
                </a:lnTo>
                <a:lnTo>
                  <a:pt x="250870" y="22218"/>
                </a:lnTo>
                <a:lnTo>
                  <a:pt x="251353" y="22289"/>
                </a:lnTo>
                <a:lnTo>
                  <a:pt x="251849" y="22350"/>
                </a:lnTo>
                <a:lnTo>
                  <a:pt x="252360" y="22402"/>
                </a:lnTo>
                <a:lnTo>
                  <a:pt x="252886" y="22445"/>
                </a:lnTo>
                <a:lnTo>
                  <a:pt x="253425" y="22478"/>
                </a:lnTo>
                <a:lnTo>
                  <a:pt x="253978" y="22501"/>
                </a:lnTo>
                <a:lnTo>
                  <a:pt x="254545" y="22515"/>
                </a:lnTo>
                <a:lnTo>
                  <a:pt x="255127" y="22520"/>
                </a:lnTo>
                <a:lnTo>
                  <a:pt x="267914" y="22520"/>
                </a:lnTo>
                <a:lnTo>
                  <a:pt x="237187" y="99050"/>
                </a:lnTo>
                <a:lnTo>
                  <a:pt x="236590" y="99055"/>
                </a:lnTo>
                <a:lnTo>
                  <a:pt x="236007" y="99069"/>
                </a:lnTo>
                <a:lnTo>
                  <a:pt x="235438" y="99092"/>
                </a:lnTo>
                <a:lnTo>
                  <a:pt x="234883" y="99125"/>
                </a:lnTo>
                <a:lnTo>
                  <a:pt x="234343" y="99166"/>
                </a:lnTo>
                <a:lnTo>
                  <a:pt x="233817" y="99217"/>
                </a:lnTo>
                <a:lnTo>
                  <a:pt x="233305" y="99278"/>
                </a:lnTo>
                <a:lnTo>
                  <a:pt x="232808" y="99347"/>
                </a:lnTo>
                <a:lnTo>
                  <a:pt x="232325" y="99426"/>
                </a:lnTo>
                <a:lnTo>
                  <a:pt x="231856" y="99514"/>
                </a:lnTo>
                <a:lnTo>
                  <a:pt x="231401" y="99612"/>
                </a:lnTo>
                <a:lnTo>
                  <a:pt x="230960" y="99718"/>
                </a:lnTo>
                <a:lnTo>
                  <a:pt x="230534" y="99834"/>
                </a:lnTo>
                <a:lnTo>
                  <a:pt x="230122" y="99960"/>
                </a:lnTo>
                <a:lnTo>
                  <a:pt x="229724" y="100094"/>
                </a:lnTo>
                <a:lnTo>
                  <a:pt x="229341" y="100238"/>
                </a:lnTo>
                <a:lnTo>
                  <a:pt x="228972" y="100391"/>
                </a:lnTo>
                <a:lnTo>
                  <a:pt x="228617" y="100553"/>
                </a:lnTo>
                <a:lnTo>
                  <a:pt x="228276" y="100725"/>
                </a:lnTo>
                <a:lnTo>
                  <a:pt x="227949" y="100906"/>
                </a:lnTo>
                <a:lnTo>
                  <a:pt x="227637" y="101096"/>
                </a:lnTo>
                <a:lnTo>
                  <a:pt x="227339" y="101295"/>
                </a:lnTo>
                <a:lnTo>
                  <a:pt x="227055" y="101504"/>
                </a:lnTo>
                <a:lnTo>
                  <a:pt x="226786" y="101722"/>
                </a:lnTo>
                <a:lnTo>
                  <a:pt x="226529" y="101948"/>
                </a:lnTo>
                <a:lnTo>
                  <a:pt x="226283" y="102179"/>
                </a:lnTo>
                <a:lnTo>
                  <a:pt x="226048" y="102417"/>
                </a:lnTo>
                <a:lnTo>
                  <a:pt x="225823" y="102661"/>
                </a:lnTo>
                <a:lnTo>
                  <a:pt x="225610" y="102910"/>
                </a:lnTo>
                <a:lnTo>
                  <a:pt x="225408" y="103166"/>
                </a:lnTo>
                <a:lnTo>
                  <a:pt x="225217" y="103427"/>
                </a:lnTo>
                <a:lnTo>
                  <a:pt x="225036" y="103694"/>
                </a:lnTo>
                <a:lnTo>
                  <a:pt x="224867" y="103968"/>
                </a:lnTo>
                <a:lnTo>
                  <a:pt x="224708" y="104247"/>
                </a:lnTo>
                <a:lnTo>
                  <a:pt x="224561" y="104532"/>
                </a:lnTo>
                <a:lnTo>
                  <a:pt x="224424" y="104824"/>
                </a:lnTo>
                <a:lnTo>
                  <a:pt x="224298" y="105121"/>
                </a:lnTo>
                <a:lnTo>
                  <a:pt x="224183" y="105424"/>
                </a:lnTo>
                <a:lnTo>
                  <a:pt x="224079" y="105733"/>
                </a:lnTo>
                <a:lnTo>
                  <a:pt x="223987" y="106048"/>
                </a:lnTo>
                <a:lnTo>
                  <a:pt x="223905" y="106369"/>
                </a:lnTo>
                <a:lnTo>
                  <a:pt x="223833" y="106696"/>
                </a:lnTo>
                <a:lnTo>
                  <a:pt x="223773" y="107029"/>
                </a:lnTo>
                <a:lnTo>
                  <a:pt x="223724" y="107368"/>
                </a:lnTo>
                <a:lnTo>
                  <a:pt x="223686" y="107713"/>
                </a:lnTo>
                <a:lnTo>
                  <a:pt x="223659" y="108064"/>
                </a:lnTo>
                <a:lnTo>
                  <a:pt x="223642" y="108421"/>
                </a:lnTo>
                <a:lnTo>
                  <a:pt x="223637" y="108784"/>
                </a:lnTo>
                <a:lnTo>
                  <a:pt x="223642" y="109147"/>
                </a:lnTo>
                <a:lnTo>
                  <a:pt x="223658" y="109504"/>
                </a:lnTo>
                <a:lnTo>
                  <a:pt x="223684" y="109856"/>
                </a:lnTo>
                <a:lnTo>
                  <a:pt x="223720" y="110202"/>
                </a:lnTo>
                <a:lnTo>
                  <a:pt x="223767" y="110542"/>
                </a:lnTo>
                <a:lnTo>
                  <a:pt x="223825" y="110877"/>
                </a:lnTo>
                <a:lnTo>
                  <a:pt x="223892" y="111206"/>
                </a:lnTo>
                <a:lnTo>
                  <a:pt x="223971" y="111530"/>
                </a:lnTo>
                <a:lnTo>
                  <a:pt x="224059" y="111848"/>
                </a:lnTo>
                <a:lnTo>
                  <a:pt x="224159" y="112160"/>
                </a:lnTo>
                <a:lnTo>
                  <a:pt x="224268" y="112467"/>
                </a:lnTo>
                <a:lnTo>
                  <a:pt x="224388" y="112768"/>
                </a:lnTo>
                <a:lnTo>
                  <a:pt x="224519" y="113063"/>
                </a:lnTo>
                <a:lnTo>
                  <a:pt x="224659" y="113353"/>
                </a:lnTo>
                <a:lnTo>
                  <a:pt x="224811" y="113637"/>
                </a:lnTo>
                <a:lnTo>
                  <a:pt x="224973" y="113915"/>
                </a:lnTo>
                <a:lnTo>
                  <a:pt x="225145" y="114188"/>
                </a:lnTo>
                <a:lnTo>
                  <a:pt x="225327" y="114455"/>
                </a:lnTo>
                <a:lnTo>
                  <a:pt x="225521" y="114717"/>
                </a:lnTo>
                <a:lnTo>
                  <a:pt x="225724" y="114973"/>
                </a:lnTo>
                <a:lnTo>
                  <a:pt x="225938" y="115223"/>
                </a:lnTo>
                <a:lnTo>
                  <a:pt x="226162" y="115468"/>
                </a:lnTo>
                <a:lnTo>
                  <a:pt x="226397" y="115707"/>
                </a:lnTo>
                <a:lnTo>
                  <a:pt x="226643" y="115940"/>
                </a:lnTo>
                <a:lnTo>
                  <a:pt x="226900" y="116166"/>
                </a:lnTo>
                <a:lnTo>
                  <a:pt x="227172" y="116382"/>
                </a:lnTo>
                <a:lnTo>
                  <a:pt x="227457" y="116589"/>
                </a:lnTo>
                <a:lnTo>
                  <a:pt x="227757" y="116786"/>
                </a:lnTo>
                <a:lnTo>
                  <a:pt x="228071" y="116973"/>
                </a:lnTo>
                <a:lnTo>
                  <a:pt x="228399" y="117151"/>
                </a:lnTo>
                <a:lnTo>
                  <a:pt x="228741" y="117319"/>
                </a:lnTo>
                <a:lnTo>
                  <a:pt x="229097" y="117478"/>
                </a:lnTo>
                <a:lnTo>
                  <a:pt x="229467" y="117627"/>
                </a:lnTo>
                <a:lnTo>
                  <a:pt x="229851" y="117766"/>
                </a:lnTo>
                <a:lnTo>
                  <a:pt x="230250" y="117896"/>
                </a:lnTo>
                <a:lnTo>
                  <a:pt x="230662" y="118016"/>
                </a:lnTo>
                <a:lnTo>
                  <a:pt x="231089" y="118126"/>
                </a:lnTo>
                <a:lnTo>
                  <a:pt x="231529" y="118227"/>
                </a:lnTo>
                <a:lnTo>
                  <a:pt x="231984" y="118319"/>
                </a:lnTo>
                <a:lnTo>
                  <a:pt x="232453" y="118400"/>
                </a:lnTo>
                <a:lnTo>
                  <a:pt x="232936" y="118472"/>
                </a:lnTo>
                <a:lnTo>
                  <a:pt x="233433" y="118535"/>
                </a:lnTo>
                <a:lnTo>
                  <a:pt x="233944" y="118588"/>
                </a:lnTo>
                <a:lnTo>
                  <a:pt x="234469" y="118631"/>
                </a:lnTo>
                <a:lnTo>
                  <a:pt x="235008" y="118665"/>
                </a:lnTo>
                <a:lnTo>
                  <a:pt x="235561" y="118689"/>
                </a:lnTo>
                <a:lnTo>
                  <a:pt x="236128" y="118703"/>
                </a:lnTo>
                <a:lnTo>
                  <a:pt x="236710" y="118708"/>
                </a:lnTo>
                <a:lnTo>
                  <a:pt x="263047" y="118708"/>
                </a:lnTo>
                <a:lnTo>
                  <a:pt x="263628" y="118703"/>
                </a:lnTo>
                <a:lnTo>
                  <a:pt x="264196" y="118689"/>
                </a:lnTo>
                <a:lnTo>
                  <a:pt x="264749" y="118665"/>
                </a:lnTo>
                <a:lnTo>
                  <a:pt x="265288" y="118632"/>
                </a:lnTo>
                <a:lnTo>
                  <a:pt x="265813" y="118590"/>
                </a:lnTo>
                <a:lnTo>
                  <a:pt x="266324" y="118538"/>
                </a:lnTo>
                <a:lnTo>
                  <a:pt x="266821" y="118476"/>
                </a:lnTo>
                <a:lnTo>
                  <a:pt x="267304" y="118406"/>
                </a:lnTo>
                <a:lnTo>
                  <a:pt x="267773" y="118325"/>
                </a:lnTo>
                <a:lnTo>
                  <a:pt x="268227" y="118236"/>
                </a:lnTo>
                <a:lnTo>
                  <a:pt x="268668" y="118136"/>
                </a:lnTo>
                <a:lnTo>
                  <a:pt x="269094" y="118028"/>
                </a:lnTo>
                <a:lnTo>
                  <a:pt x="269507" y="117910"/>
                </a:lnTo>
                <a:lnTo>
                  <a:pt x="269905" y="117782"/>
                </a:lnTo>
                <a:lnTo>
                  <a:pt x="270289" y="117645"/>
                </a:lnTo>
                <a:lnTo>
                  <a:pt x="270660" y="117499"/>
                </a:lnTo>
                <a:lnTo>
                  <a:pt x="271016" y="117343"/>
                </a:lnTo>
                <a:lnTo>
                  <a:pt x="271358" y="117178"/>
                </a:lnTo>
                <a:lnTo>
                  <a:pt x="271686" y="117003"/>
                </a:lnTo>
                <a:lnTo>
                  <a:pt x="272000" y="116819"/>
                </a:lnTo>
                <a:lnTo>
                  <a:pt x="272299" y="116626"/>
                </a:lnTo>
                <a:lnTo>
                  <a:pt x="272585" y="116423"/>
                </a:lnTo>
                <a:lnTo>
                  <a:pt x="272857" y="116210"/>
                </a:lnTo>
                <a:lnTo>
                  <a:pt x="273114" y="115988"/>
                </a:lnTo>
                <a:lnTo>
                  <a:pt x="273359" y="115759"/>
                </a:lnTo>
                <a:lnTo>
                  <a:pt x="273594" y="115523"/>
                </a:lnTo>
                <a:lnTo>
                  <a:pt x="273819" y="115282"/>
                </a:lnTo>
                <a:lnTo>
                  <a:pt x="274033" y="115035"/>
                </a:lnTo>
                <a:lnTo>
                  <a:pt x="274236" y="114783"/>
                </a:lnTo>
                <a:lnTo>
                  <a:pt x="274429" y="114524"/>
                </a:lnTo>
                <a:lnTo>
                  <a:pt x="274612" y="114260"/>
                </a:lnTo>
                <a:lnTo>
                  <a:pt x="274784" y="113990"/>
                </a:lnTo>
                <a:lnTo>
                  <a:pt x="274946" y="113714"/>
                </a:lnTo>
                <a:lnTo>
                  <a:pt x="275097" y="113432"/>
                </a:lnTo>
                <a:lnTo>
                  <a:pt x="275238" y="113144"/>
                </a:lnTo>
                <a:lnTo>
                  <a:pt x="275369" y="112851"/>
                </a:lnTo>
                <a:lnTo>
                  <a:pt x="275489" y="112552"/>
                </a:lnTo>
                <a:lnTo>
                  <a:pt x="275598" y="112247"/>
                </a:lnTo>
                <a:lnTo>
                  <a:pt x="275697" y="111936"/>
                </a:lnTo>
                <a:lnTo>
                  <a:pt x="275786" y="111620"/>
                </a:lnTo>
                <a:lnTo>
                  <a:pt x="275864" y="111298"/>
                </a:lnTo>
                <a:lnTo>
                  <a:pt x="275932" y="110969"/>
                </a:lnTo>
                <a:lnTo>
                  <a:pt x="275990" y="110636"/>
                </a:lnTo>
                <a:lnTo>
                  <a:pt x="276036" y="110296"/>
                </a:lnTo>
                <a:lnTo>
                  <a:pt x="276073" y="109950"/>
                </a:lnTo>
                <a:lnTo>
                  <a:pt x="276099" y="109599"/>
                </a:lnTo>
                <a:lnTo>
                  <a:pt x="276115" y="109242"/>
                </a:lnTo>
                <a:lnTo>
                  <a:pt x="276120" y="108879"/>
                </a:lnTo>
                <a:lnTo>
                  <a:pt x="276115" y="108516"/>
                </a:lnTo>
                <a:lnTo>
                  <a:pt x="276099" y="108159"/>
                </a:lnTo>
                <a:lnTo>
                  <a:pt x="276073" y="107808"/>
                </a:lnTo>
                <a:lnTo>
                  <a:pt x="276036" y="107462"/>
                </a:lnTo>
                <a:lnTo>
                  <a:pt x="275990" y="107123"/>
                </a:lnTo>
                <a:lnTo>
                  <a:pt x="275932" y="106789"/>
                </a:lnTo>
                <a:lnTo>
                  <a:pt x="275864" y="106461"/>
                </a:lnTo>
                <a:lnTo>
                  <a:pt x="275786" y="106138"/>
                </a:lnTo>
                <a:lnTo>
                  <a:pt x="275697" y="105822"/>
                </a:lnTo>
                <a:lnTo>
                  <a:pt x="275598" y="105511"/>
                </a:lnTo>
                <a:lnTo>
                  <a:pt x="275489" y="105206"/>
                </a:lnTo>
                <a:lnTo>
                  <a:pt x="275369" y="104907"/>
                </a:lnTo>
                <a:lnTo>
                  <a:pt x="275238" y="104614"/>
                </a:lnTo>
                <a:lnTo>
                  <a:pt x="275097" y="104326"/>
                </a:lnTo>
                <a:lnTo>
                  <a:pt x="274946" y="104044"/>
                </a:lnTo>
                <a:lnTo>
                  <a:pt x="274784" y="103769"/>
                </a:lnTo>
                <a:lnTo>
                  <a:pt x="274612" y="103498"/>
                </a:lnTo>
                <a:lnTo>
                  <a:pt x="274429" y="103234"/>
                </a:lnTo>
                <a:lnTo>
                  <a:pt x="274236" y="102976"/>
                </a:lnTo>
                <a:lnTo>
                  <a:pt x="274033" y="102723"/>
                </a:lnTo>
                <a:lnTo>
                  <a:pt x="273819" y="102476"/>
                </a:lnTo>
                <a:lnTo>
                  <a:pt x="273594" y="102235"/>
                </a:lnTo>
                <a:lnTo>
                  <a:pt x="273359" y="101999"/>
                </a:lnTo>
                <a:lnTo>
                  <a:pt x="273114" y="101770"/>
                </a:lnTo>
                <a:lnTo>
                  <a:pt x="272857" y="101548"/>
                </a:lnTo>
                <a:lnTo>
                  <a:pt x="272585" y="101336"/>
                </a:lnTo>
                <a:lnTo>
                  <a:pt x="272299" y="101133"/>
                </a:lnTo>
                <a:lnTo>
                  <a:pt x="272000" y="100939"/>
                </a:lnTo>
                <a:lnTo>
                  <a:pt x="271686" y="100755"/>
                </a:lnTo>
                <a:lnTo>
                  <a:pt x="271358" y="100580"/>
                </a:lnTo>
                <a:lnTo>
                  <a:pt x="271016" y="100415"/>
                </a:lnTo>
                <a:lnTo>
                  <a:pt x="270660" y="100259"/>
                </a:lnTo>
                <a:lnTo>
                  <a:pt x="270289" y="100113"/>
                </a:lnTo>
                <a:lnTo>
                  <a:pt x="269905" y="99976"/>
                </a:lnTo>
                <a:lnTo>
                  <a:pt x="269507" y="99848"/>
                </a:lnTo>
                <a:lnTo>
                  <a:pt x="269094" y="99730"/>
                </a:lnTo>
                <a:lnTo>
                  <a:pt x="268668" y="99622"/>
                </a:lnTo>
                <a:lnTo>
                  <a:pt x="268227" y="99523"/>
                </a:lnTo>
                <a:lnTo>
                  <a:pt x="267773" y="99433"/>
                </a:lnTo>
                <a:lnTo>
                  <a:pt x="267304" y="99353"/>
                </a:lnTo>
                <a:lnTo>
                  <a:pt x="266821" y="99282"/>
                </a:lnTo>
                <a:lnTo>
                  <a:pt x="266324" y="99220"/>
                </a:lnTo>
                <a:lnTo>
                  <a:pt x="265813" y="99168"/>
                </a:lnTo>
                <a:lnTo>
                  <a:pt x="265288" y="99126"/>
                </a:lnTo>
                <a:lnTo>
                  <a:pt x="264749" y="99093"/>
                </a:lnTo>
                <a:lnTo>
                  <a:pt x="264196" y="99069"/>
                </a:lnTo>
                <a:lnTo>
                  <a:pt x="263628" y="99055"/>
                </a:lnTo>
                <a:lnTo>
                  <a:pt x="263047" y="99050"/>
                </a:lnTo>
                <a:lnTo>
                  <a:pt x="258276" y="99050"/>
                </a:lnTo>
                <a:lnTo>
                  <a:pt x="263047" y="87218"/>
                </a:lnTo>
                <a:lnTo>
                  <a:pt x="310568" y="87218"/>
                </a:lnTo>
                <a:lnTo>
                  <a:pt x="315244" y="99050"/>
                </a:lnTo>
                <a:lnTo>
                  <a:pt x="310473" y="99050"/>
                </a:lnTo>
                <a:lnTo>
                  <a:pt x="309891" y="99055"/>
                </a:lnTo>
                <a:lnTo>
                  <a:pt x="309324" y="99069"/>
                </a:lnTo>
                <a:lnTo>
                  <a:pt x="308771" y="99092"/>
                </a:lnTo>
                <a:lnTo>
                  <a:pt x="308232" y="99125"/>
                </a:lnTo>
                <a:lnTo>
                  <a:pt x="307706" y="99166"/>
                </a:lnTo>
                <a:lnTo>
                  <a:pt x="307195" y="99217"/>
                </a:lnTo>
                <a:lnTo>
                  <a:pt x="306699" y="99278"/>
                </a:lnTo>
                <a:lnTo>
                  <a:pt x="306216" y="99347"/>
                </a:lnTo>
                <a:lnTo>
                  <a:pt x="305747" y="99426"/>
                </a:lnTo>
                <a:lnTo>
                  <a:pt x="305292" y="99514"/>
                </a:lnTo>
                <a:lnTo>
                  <a:pt x="304852" y="99612"/>
                </a:lnTo>
                <a:lnTo>
                  <a:pt x="304425" y="99718"/>
                </a:lnTo>
                <a:lnTo>
                  <a:pt x="304013" y="99834"/>
                </a:lnTo>
                <a:lnTo>
                  <a:pt x="303614" y="99960"/>
                </a:lnTo>
                <a:lnTo>
                  <a:pt x="303230" y="100094"/>
                </a:lnTo>
                <a:lnTo>
                  <a:pt x="302860" y="100238"/>
                </a:lnTo>
                <a:lnTo>
                  <a:pt x="302504" y="100391"/>
                </a:lnTo>
                <a:lnTo>
                  <a:pt x="302162" y="100553"/>
                </a:lnTo>
                <a:lnTo>
                  <a:pt x="301834" y="100725"/>
                </a:lnTo>
                <a:lnTo>
                  <a:pt x="301520" y="100906"/>
                </a:lnTo>
                <a:lnTo>
                  <a:pt x="301220" y="101096"/>
                </a:lnTo>
                <a:lnTo>
                  <a:pt x="300935" y="101295"/>
                </a:lnTo>
                <a:lnTo>
                  <a:pt x="300663" y="101504"/>
                </a:lnTo>
                <a:lnTo>
                  <a:pt x="300405" y="101722"/>
                </a:lnTo>
                <a:lnTo>
                  <a:pt x="300160" y="101948"/>
                </a:lnTo>
                <a:lnTo>
                  <a:pt x="299925" y="102179"/>
                </a:lnTo>
                <a:lnTo>
                  <a:pt x="299701" y="102417"/>
                </a:lnTo>
                <a:lnTo>
                  <a:pt x="299487" y="102661"/>
                </a:lnTo>
                <a:lnTo>
                  <a:pt x="299283" y="102910"/>
                </a:lnTo>
                <a:lnTo>
                  <a:pt x="299090" y="103166"/>
                </a:lnTo>
                <a:lnTo>
                  <a:pt x="298908" y="103427"/>
                </a:lnTo>
                <a:lnTo>
                  <a:pt x="298736" y="103694"/>
                </a:lnTo>
                <a:lnTo>
                  <a:pt x="298574" y="103968"/>
                </a:lnTo>
                <a:lnTo>
                  <a:pt x="298422" y="104247"/>
                </a:lnTo>
                <a:lnTo>
                  <a:pt x="298282" y="104532"/>
                </a:lnTo>
                <a:lnTo>
                  <a:pt x="298151" y="104824"/>
                </a:lnTo>
                <a:lnTo>
                  <a:pt x="298031" y="105121"/>
                </a:lnTo>
                <a:lnTo>
                  <a:pt x="297921" y="105424"/>
                </a:lnTo>
                <a:lnTo>
                  <a:pt x="297822" y="105733"/>
                </a:lnTo>
                <a:lnTo>
                  <a:pt x="297734" y="106048"/>
                </a:lnTo>
                <a:lnTo>
                  <a:pt x="297655" y="106369"/>
                </a:lnTo>
                <a:lnTo>
                  <a:pt x="297587" y="106696"/>
                </a:lnTo>
                <a:lnTo>
                  <a:pt x="297530" y="107029"/>
                </a:lnTo>
                <a:lnTo>
                  <a:pt x="297483" y="107368"/>
                </a:lnTo>
                <a:lnTo>
                  <a:pt x="297447" y="107713"/>
                </a:lnTo>
                <a:lnTo>
                  <a:pt x="297420" y="108064"/>
                </a:lnTo>
                <a:lnTo>
                  <a:pt x="297405" y="108421"/>
                </a:lnTo>
                <a:lnTo>
                  <a:pt x="297400" y="108784"/>
                </a:lnTo>
                <a:lnTo>
                  <a:pt x="297405" y="109147"/>
                </a:lnTo>
                <a:lnTo>
                  <a:pt x="297420" y="109504"/>
                </a:lnTo>
                <a:lnTo>
                  <a:pt x="297447" y="109856"/>
                </a:lnTo>
                <a:lnTo>
                  <a:pt x="297483" y="110202"/>
                </a:lnTo>
                <a:lnTo>
                  <a:pt x="297530" y="110542"/>
                </a:lnTo>
                <a:lnTo>
                  <a:pt x="297587" y="110877"/>
                </a:lnTo>
                <a:lnTo>
                  <a:pt x="297655" y="111206"/>
                </a:lnTo>
                <a:lnTo>
                  <a:pt x="297734" y="111530"/>
                </a:lnTo>
                <a:lnTo>
                  <a:pt x="297822" y="111848"/>
                </a:lnTo>
                <a:lnTo>
                  <a:pt x="297921" y="112160"/>
                </a:lnTo>
                <a:lnTo>
                  <a:pt x="298031" y="112467"/>
                </a:lnTo>
                <a:lnTo>
                  <a:pt x="298151" y="112768"/>
                </a:lnTo>
                <a:lnTo>
                  <a:pt x="298282" y="113063"/>
                </a:lnTo>
                <a:lnTo>
                  <a:pt x="298422" y="113353"/>
                </a:lnTo>
                <a:lnTo>
                  <a:pt x="298574" y="113637"/>
                </a:lnTo>
                <a:lnTo>
                  <a:pt x="298736" y="113915"/>
                </a:lnTo>
                <a:lnTo>
                  <a:pt x="298908" y="114188"/>
                </a:lnTo>
                <a:lnTo>
                  <a:pt x="299090" y="114455"/>
                </a:lnTo>
                <a:lnTo>
                  <a:pt x="299283" y="114717"/>
                </a:lnTo>
                <a:lnTo>
                  <a:pt x="299487" y="114973"/>
                </a:lnTo>
                <a:lnTo>
                  <a:pt x="299701" y="115223"/>
                </a:lnTo>
                <a:lnTo>
                  <a:pt x="299925" y="115468"/>
                </a:lnTo>
                <a:lnTo>
                  <a:pt x="300160" y="115707"/>
                </a:lnTo>
                <a:lnTo>
                  <a:pt x="300405" y="115940"/>
                </a:lnTo>
                <a:lnTo>
                  <a:pt x="300663" y="116166"/>
                </a:lnTo>
                <a:lnTo>
                  <a:pt x="300935" y="116382"/>
                </a:lnTo>
                <a:lnTo>
                  <a:pt x="301220" y="116589"/>
                </a:lnTo>
                <a:lnTo>
                  <a:pt x="301520" y="116786"/>
                </a:lnTo>
                <a:lnTo>
                  <a:pt x="301834" y="116973"/>
                </a:lnTo>
                <a:lnTo>
                  <a:pt x="302162" y="117151"/>
                </a:lnTo>
                <a:lnTo>
                  <a:pt x="302504" y="117319"/>
                </a:lnTo>
                <a:lnTo>
                  <a:pt x="302860" y="117478"/>
                </a:lnTo>
                <a:lnTo>
                  <a:pt x="303230" y="117627"/>
                </a:lnTo>
                <a:lnTo>
                  <a:pt x="303614" y="117766"/>
                </a:lnTo>
                <a:lnTo>
                  <a:pt x="304013" y="117896"/>
                </a:lnTo>
                <a:lnTo>
                  <a:pt x="304425" y="118016"/>
                </a:lnTo>
                <a:lnTo>
                  <a:pt x="304852" y="118126"/>
                </a:lnTo>
                <a:lnTo>
                  <a:pt x="305292" y="118227"/>
                </a:lnTo>
                <a:lnTo>
                  <a:pt x="305747" y="118319"/>
                </a:lnTo>
                <a:lnTo>
                  <a:pt x="306216" y="118400"/>
                </a:lnTo>
                <a:lnTo>
                  <a:pt x="306699" y="118472"/>
                </a:lnTo>
                <a:lnTo>
                  <a:pt x="307195" y="118535"/>
                </a:lnTo>
                <a:lnTo>
                  <a:pt x="307706" y="118588"/>
                </a:lnTo>
                <a:lnTo>
                  <a:pt x="308232" y="118631"/>
                </a:lnTo>
                <a:lnTo>
                  <a:pt x="308771" y="118665"/>
                </a:lnTo>
                <a:lnTo>
                  <a:pt x="309324" y="118689"/>
                </a:lnTo>
                <a:lnTo>
                  <a:pt x="309891" y="118703"/>
                </a:lnTo>
                <a:lnTo>
                  <a:pt x="310473" y="118708"/>
                </a:lnTo>
                <a:lnTo>
                  <a:pt x="336810" y="118708"/>
                </a:lnTo>
                <a:lnTo>
                  <a:pt x="337391" y="118703"/>
                </a:lnTo>
                <a:lnTo>
                  <a:pt x="337958" y="118689"/>
                </a:lnTo>
                <a:lnTo>
                  <a:pt x="338511" y="118665"/>
                </a:lnTo>
                <a:lnTo>
                  <a:pt x="339050" y="118632"/>
                </a:lnTo>
                <a:lnTo>
                  <a:pt x="339574" y="118590"/>
                </a:lnTo>
                <a:lnTo>
                  <a:pt x="340084" y="118538"/>
                </a:lnTo>
                <a:lnTo>
                  <a:pt x="340580" y="118476"/>
                </a:lnTo>
                <a:lnTo>
                  <a:pt x="341061" y="118406"/>
                </a:lnTo>
                <a:lnTo>
                  <a:pt x="341529" y="118325"/>
                </a:lnTo>
                <a:lnTo>
                  <a:pt x="341982" y="118236"/>
                </a:lnTo>
                <a:lnTo>
                  <a:pt x="342421" y="118136"/>
                </a:lnTo>
                <a:lnTo>
                  <a:pt x="342845" y="118028"/>
                </a:lnTo>
                <a:lnTo>
                  <a:pt x="343256" y="117910"/>
                </a:lnTo>
                <a:lnTo>
                  <a:pt x="343652" y="117782"/>
                </a:lnTo>
                <a:lnTo>
                  <a:pt x="344034" y="117645"/>
                </a:lnTo>
                <a:lnTo>
                  <a:pt x="344401" y="117499"/>
                </a:lnTo>
                <a:lnTo>
                  <a:pt x="344755" y="117343"/>
                </a:lnTo>
                <a:lnTo>
                  <a:pt x="345094" y="117178"/>
                </a:lnTo>
                <a:lnTo>
                  <a:pt x="345419" y="117003"/>
                </a:lnTo>
                <a:lnTo>
                  <a:pt x="345729" y="116819"/>
                </a:lnTo>
                <a:lnTo>
                  <a:pt x="346026" y="116626"/>
                </a:lnTo>
                <a:lnTo>
                  <a:pt x="346308" y="116423"/>
                </a:lnTo>
                <a:lnTo>
                  <a:pt x="346576" y="116210"/>
                </a:lnTo>
                <a:lnTo>
                  <a:pt x="346829" y="115988"/>
                </a:lnTo>
                <a:lnTo>
                  <a:pt x="347071" y="115759"/>
                </a:lnTo>
                <a:lnTo>
                  <a:pt x="347302" y="115523"/>
                </a:lnTo>
                <a:lnTo>
                  <a:pt x="347523" y="115282"/>
                </a:lnTo>
                <a:lnTo>
                  <a:pt x="347733" y="115035"/>
                </a:lnTo>
                <a:lnTo>
                  <a:pt x="347934" y="114783"/>
                </a:lnTo>
                <a:lnTo>
                  <a:pt x="348124" y="114524"/>
                </a:lnTo>
                <a:lnTo>
                  <a:pt x="348303" y="114260"/>
                </a:lnTo>
                <a:lnTo>
                  <a:pt x="348473" y="113990"/>
                </a:lnTo>
                <a:lnTo>
                  <a:pt x="348632" y="113714"/>
                </a:lnTo>
                <a:lnTo>
                  <a:pt x="348781" y="113432"/>
                </a:lnTo>
                <a:lnTo>
                  <a:pt x="348851" y="113286"/>
                </a:lnTo>
                <a:lnTo>
                  <a:pt x="348884" y="113353"/>
                </a:lnTo>
                <a:lnTo>
                  <a:pt x="349035" y="113637"/>
                </a:lnTo>
                <a:lnTo>
                  <a:pt x="349197" y="113915"/>
                </a:lnTo>
                <a:lnTo>
                  <a:pt x="349369" y="114188"/>
                </a:lnTo>
                <a:lnTo>
                  <a:pt x="349552" y="114455"/>
                </a:lnTo>
                <a:lnTo>
                  <a:pt x="349745" y="114717"/>
                </a:lnTo>
                <a:lnTo>
                  <a:pt x="349948" y="114973"/>
                </a:lnTo>
                <a:lnTo>
                  <a:pt x="350162" y="115223"/>
                </a:lnTo>
                <a:lnTo>
                  <a:pt x="350386" y="115468"/>
                </a:lnTo>
                <a:lnTo>
                  <a:pt x="350621" y="115707"/>
                </a:lnTo>
                <a:lnTo>
                  <a:pt x="350867" y="115940"/>
                </a:lnTo>
                <a:lnTo>
                  <a:pt x="351124" y="116166"/>
                </a:lnTo>
                <a:lnTo>
                  <a:pt x="351396" y="116382"/>
                </a:lnTo>
                <a:lnTo>
                  <a:pt x="351681" y="116589"/>
                </a:lnTo>
                <a:lnTo>
                  <a:pt x="351981" y="116786"/>
                </a:lnTo>
                <a:lnTo>
                  <a:pt x="352295" y="116973"/>
                </a:lnTo>
                <a:lnTo>
                  <a:pt x="352623" y="117151"/>
                </a:lnTo>
                <a:lnTo>
                  <a:pt x="352965" y="117319"/>
                </a:lnTo>
                <a:lnTo>
                  <a:pt x="353321" y="117478"/>
                </a:lnTo>
                <a:lnTo>
                  <a:pt x="353691" y="117627"/>
                </a:lnTo>
                <a:lnTo>
                  <a:pt x="354076" y="117766"/>
                </a:lnTo>
                <a:lnTo>
                  <a:pt x="354474" y="117896"/>
                </a:lnTo>
                <a:lnTo>
                  <a:pt x="354886" y="118016"/>
                </a:lnTo>
                <a:lnTo>
                  <a:pt x="355313" y="118126"/>
                </a:lnTo>
                <a:lnTo>
                  <a:pt x="355753" y="118227"/>
                </a:lnTo>
                <a:lnTo>
                  <a:pt x="356208" y="118319"/>
                </a:lnTo>
                <a:lnTo>
                  <a:pt x="356677" y="118400"/>
                </a:lnTo>
                <a:lnTo>
                  <a:pt x="357160" y="118472"/>
                </a:lnTo>
                <a:lnTo>
                  <a:pt x="357657" y="118535"/>
                </a:lnTo>
                <a:lnTo>
                  <a:pt x="358168" y="118588"/>
                </a:lnTo>
                <a:lnTo>
                  <a:pt x="358693" y="118631"/>
                </a:lnTo>
                <a:lnTo>
                  <a:pt x="359232" y="118665"/>
                </a:lnTo>
                <a:lnTo>
                  <a:pt x="359785" y="118689"/>
                </a:lnTo>
                <a:lnTo>
                  <a:pt x="360352" y="118703"/>
                </a:lnTo>
                <a:lnTo>
                  <a:pt x="360934" y="118708"/>
                </a:lnTo>
                <a:lnTo>
                  <a:pt x="390611" y="118708"/>
                </a:lnTo>
                <a:lnTo>
                  <a:pt x="391192" y="118703"/>
                </a:lnTo>
                <a:lnTo>
                  <a:pt x="391760" y="118689"/>
                </a:lnTo>
                <a:lnTo>
                  <a:pt x="392313" y="118665"/>
                </a:lnTo>
                <a:lnTo>
                  <a:pt x="392852" y="118632"/>
                </a:lnTo>
                <a:lnTo>
                  <a:pt x="393377" y="118590"/>
                </a:lnTo>
                <a:lnTo>
                  <a:pt x="393888" y="118538"/>
                </a:lnTo>
                <a:lnTo>
                  <a:pt x="394385" y="118476"/>
                </a:lnTo>
                <a:lnTo>
                  <a:pt x="394868" y="118406"/>
                </a:lnTo>
                <a:lnTo>
                  <a:pt x="395337" y="118325"/>
                </a:lnTo>
                <a:lnTo>
                  <a:pt x="395791" y="118236"/>
                </a:lnTo>
                <a:lnTo>
                  <a:pt x="396232" y="118136"/>
                </a:lnTo>
                <a:lnTo>
                  <a:pt x="396658" y="118028"/>
                </a:lnTo>
                <a:lnTo>
                  <a:pt x="397071" y="117910"/>
                </a:lnTo>
                <a:lnTo>
                  <a:pt x="397469" y="117782"/>
                </a:lnTo>
                <a:lnTo>
                  <a:pt x="397853" y="117645"/>
                </a:lnTo>
                <a:lnTo>
                  <a:pt x="398224" y="117499"/>
                </a:lnTo>
                <a:lnTo>
                  <a:pt x="398580" y="117343"/>
                </a:lnTo>
                <a:lnTo>
                  <a:pt x="398922" y="117178"/>
                </a:lnTo>
                <a:lnTo>
                  <a:pt x="399250" y="117003"/>
                </a:lnTo>
                <a:lnTo>
                  <a:pt x="399563" y="116819"/>
                </a:lnTo>
                <a:lnTo>
                  <a:pt x="399863" y="116626"/>
                </a:lnTo>
                <a:lnTo>
                  <a:pt x="400149" y="116423"/>
                </a:lnTo>
                <a:lnTo>
                  <a:pt x="400421" y="116210"/>
                </a:lnTo>
                <a:lnTo>
                  <a:pt x="400678" y="115988"/>
                </a:lnTo>
                <a:lnTo>
                  <a:pt x="400923" y="115759"/>
                </a:lnTo>
                <a:lnTo>
                  <a:pt x="401158" y="115523"/>
                </a:lnTo>
                <a:lnTo>
                  <a:pt x="401383" y="115282"/>
                </a:lnTo>
                <a:lnTo>
                  <a:pt x="401596" y="115035"/>
                </a:lnTo>
                <a:lnTo>
                  <a:pt x="401800" y="114783"/>
                </a:lnTo>
                <a:lnTo>
                  <a:pt x="401993" y="114524"/>
                </a:lnTo>
                <a:lnTo>
                  <a:pt x="402176" y="114260"/>
                </a:lnTo>
                <a:lnTo>
                  <a:pt x="402348" y="113990"/>
                </a:lnTo>
                <a:lnTo>
                  <a:pt x="402510" y="113714"/>
                </a:lnTo>
                <a:lnTo>
                  <a:pt x="402661" y="113432"/>
                </a:lnTo>
                <a:lnTo>
                  <a:pt x="402802" y="113144"/>
                </a:lnTo>
                <a:lnTo>
                  <a:pt x="402932" y="112851"/>
                </a:lnTo>
                <a:lnTo>
                  <a:pt x="403052" y="112552"/>
                </a:lnTo>
                <a:lnTo>
                  <a:pt x="403162" y="112247"/>
                </a:lnTo>
                <a:lnTo>
                  <a:pt x="403261" y="111936"/>
                </a:lnTo>
                <a:lnTo>
                  <a:pt x="403350" y="111620"/>
                </a:lnTo>
                <a:lnTo>
                  <a:pt x="403428" y="111298"/>
                </a:lnTo>
                <a:lnTo>
                  <a:pt x="403496" y="110969"/>
                </a:lnTo>
                <a:lnTo>
                  <a:pt x="403553" y="110636"/>
                </a:lnTo>
                <a:lnTo>
                  <a:pt x="403600" y="110296"/>
                </a:lnTo>
                <a:lnTo>
                  <a:pt x="403637" y="109950"/>
                </a:lnTo>
                <a:lnTo>
                  <a:pt x="403663" y="109599"/>
                </a:lnTo>
                <a:lnTo>
                  <a:pt x="403679" y="109242"/>
                </a:lnTo>
                <a:lnTo>
                  <a:pt x="403684" y="108879"/>
                </a:lnTo>
                <a:lnTo>
                  <a:pt x="403679" y="108516"/>
                </a:lnTo>
                <a:lnTo>
                  <a:pt x="403663" y="108159"/>
                </a:lnTo>
                <a:lnTo>
                  <a:pt x="403637" y="107808"/>
                </a:lnTo>
                <a:lnTo>
                  <a:pt x="403600" y="107462"/>
                </a:lnTo>
                <a:lnTo>
                  <a:pt x="403553" y="107123"/>
                </a:lnTo>
                <a:lnTo>
                  <a:pt x="403496" y="106789"/>
                </a:lnTo>
                <a:lnTo>
                  <a:pt x="403428" y="106461"/>
                </a:lnTo>
                <a:lnTo>
                  <a:pt x="403350" y="106138"/>
                </a:lnTo>
                <a:lnTo>
                  <a:pt x="403261" y="105822"/>
                </a:lnTo>
                <a:lnTo>
                  <a:pt x="403162" y="105511"/>
                </a:lnTo>
                <a:lnTo>
                  <a:pt x="403052" y="105206"/>
                </a:lnTo>
                <a:lnTo>
                  <a:pt x="402932" y="104907"/>
                </a:lnTo>
                <a:lnTo>
                  <a:pt x="402802" y="104614"/>
                </a:lnTo>
                <a:lnTo>
                  <a:pt x="402661" y="104326"/>
                </a:lnTo>
                <a:lnTo>
                  <a:pt x="402510" y="104044"/>
                </a:lnTo>
                <a:lnTo>
                  <a:pt x="402348" y="103769"/>
                </a:lnTo>
                <a:lnTo>
                  <a:pt x="402176" y="103498"/>
                </a:lnTo>
                <a:lnTo>
                  <a:pt x="401993" y="103234"/>
                </a:lnTo>
                <a:lnTo>
                  <a:pt x="401800" y="102976"/>
                </a:lnTo>
                <a:lnTo>
                  <a:pt x="401596" y="102723"/>
                </a:lnTo>
                <a:lnTo>
                  <a:pt x="401383" y="102476"/>
                </a:lnTo>
                <a:lnTo>
                  <a:pt x="401158" y="102235"/>
                </a:lnTo>
                <a:lnTo>
                  <a:pt x="400923" y="101999"/>
                </a:lnTo>
                <a:lnTo>
                  <a:pt x="400678" y="101770"/>
                </a:lnTo>
                <a:lnTo>
                  <a:pt x="400421" y="101548"/>
                </a:lnTo>
                <a:lnTo>
                  <a:pt x="400149" y="101336"/>
                </a:lnTo>
                <a:lnTo>
                  <a:pt x="399863" y="101133"/>
                </a:lnTo>
                <a:lnTo>
                  <a:pt x="399563" y="100939"/>
                </a:lnTo>
                <a:lnTo>
                  <a:pt x="399250" y="100755"/>
                </a:lnTo>
                <a:lnTo>
                  <a:pt x="398922" y="100580"/>
                </a:lnTo>
                <a:lnTo>
                  <a:pt x="398580" y="100415"/>
                </a:lnTo>
                <a:lnTo>
                  <a:pt x="398224" y="100259"/>
                </a:lnTo>
                <a:lnTo>
                  <a:pt x="397853" y="100113"/>
                </a:lnTo>
                <a:lnTo>
                  <a:pt x="397469" y="99976"/>
                </a:lnTo>
                <a:lnTo>
                  <a:pt x="397071" y="99848"/>
                </a:lnTo>
                <a:lnTo>
                  <a:pt x="396658" y="99730"/>
                </a:lnTo>
                <a:lnTo>
                  <a:pt x="396232" y="99622"/>
                </a:lnTo>
                <a:lnTo>
                  <a:pt x="395791" y="99523"/>
                </a:lnTo>
                <a:lnTo>
                  <a:pt x="395337" y="99433"/>
                </a:lnTo>
                <a:lnTo>
                  <a:pt x="394868" y="99353"/>
                </a:lnTo>
                <a:lnTo>
                  <a:pt x="394385" y="99282"/>
                </a:lnTo>
                <a:lnTo>
                  <a:pt x="393888" y="99220"/>
                </a:lnTo>
                <a:lnTo>
                  <a:pt x="393377" y="99168"/>
                </a:lnTo>
                <a:lnTo>
                  <a:pt x="392852" y="99126"/>
                </a:lnTo>
                <a:lnTo>
                  <a:pt x="392313" y="99093"/>
                </a:lnTo>
                <a:lnTo>
                  <a:pt x="391760" y="99069"/>
                </a:lnTo>
                <a:lnTo>
                  <a:pt x="391192" y="99055"/>
                </a:lnTo>
                <a:lnTo>
                  <a:pt x="390611" y="99050"/>
                </a:lnTo>
                <a:lnTo>
                  <a:pt x="383549" y="99050"/>
                </a:lnTo>
                <a:lnTo>
                  <a:pt x="383549" y="77359"/>
                </a:lnTo>
                <a:lnTo>
                  <a:pt x="395573" y="67188"/>
                </a:lnTo>
                <a:lnTo>
                  <a:pt x="396182" y="67438"/>
                </a:lnTo>
                <a:lnTo>
                  <a:pt x="396783" y="67695"/>
                </a:lnTo>
                <a:lnTo>
                  <a:pt x="397378" y="67959"/>
                </a:lnTo>
                <a:lnTo>
                  <a:pt x="397965" y="68230"/>
                </a:lnTo>
                <a:lnTo>
                  <a:pt x="398545" y="68508"/>
                </a:lnTo>
                <a:lnTo>
                  <a:pt x="399118" y="68792"/>
                </a:lnTo>
                <a:lnTo>
                  <a:pt x="399684" y="69083"/>
                </a:lnTo>
                <a:lnTo>
                  <a:pt x="400243" y="69381"/>
                </a:lnTo>
                <a:lnTo>
                  <a:pt x="400795" y="69686"/>
                </a:lnTo>
                <a:lnTo>
                  <a:pt x="401340" y="69998"/>
                </a:lnTo>
                <a:lnTo>
                  <a:pt x="401877" y="70316"/>
                </a:lnTo>
                <a:lnTo>
                  <a:pt x="402408" y="70642"/>
                </a:lnTo>
                <a:lnTo>
                  <a:pt x="402931" y="70974"/>
                </a:lnTo>
                <a:lnTo>
                  <a:pt x="403447" y="71312"/>
                </a:lnTo>
                <a:lnTo>
                  <a:pt x="403956" y="71658"/>
                </a:lnTo>
                <a:lnTo>
                  <a:pt x="404458" y="72011"/>
                </a:lnTo>
                <a:lnTo>
                  <a:pt x="404953" y="72370"/>
                </a:lnTo>
                <a:lnTo>
                  <a:pt x="405440" y="72736"/>
                </a:lnTo>
                <a:lnTo>
                  <a:pt x="405921" y="73109"/>
                </a:lnTo>
                <a:lnTo>
                  <a:pt x="406394" y="73488"/>
                </a:lnTo>
                <a:lnTo>
                  <a:pt x="406860" y="73875"/>
                </a:lnTo>
                <a:lnTo>
                  <a:pt x="407320" y="74268"/>
                </a:lnTo>
                <a:lnTo>
                  <a:pt x="407772" y="74668"/>
                </a:lnTo>
                <a:lnTo>
                  <a:pt x="408217" y="75075"/>
                </a:lnTo>
                <a:lnTo>
                  <a:pt x="408659" y="75495"/>
                </a:lnTo>
                <a:lnTo>
                  <a:pt x="409104" y="75936"/>
                </a:lnTo>
                <a:lnTo>
                  <a:pt x="409550" y="76397"/>
                </a:lnTo>
                <a:lnTo>
                  <a:pt x="409999" y="76878"/>
                </a:lnTo>
                <a:lnTo>
                  <a:pt x="410450" y="77380"/>
                </a:lnTo>
                <a:lnTo>
                  <a:pt x="410903" y="77903"/>
                </a:lnTo>
                <a:lnTo>
                  <a:pt x="411359" y="78445"/>
                </a:lnTo>
                <a:lnTo>
                  <a:pt x="411816" y="79009"/>
                </a:lnTo>
                <a:lnTo>
                  <a:pt x="412276" y="79592"/>
                </a:lnTo>
                <a:lnTo>
                  <a:pt x="412738" y="80196"/>
                </a:lnTo>
                <a:lnTo>
                  <a:pt x="413202" y="80821"/>
                </a:lnTo>
                <a:lnTo>
                  <a:pt x="413668" y="81465"/>
                </a:lnTo>
                <a:lnTo>
                  <a:pt x="414136" y="82131"/>
                </a:lnTo>
                <a:lnTo>
                  <a:pt x="414606" y="82816"/>
                </a:lnTo>
                <a:lnTo>
                  <a:pt x="415079" y="83522"/>
                </a:lnTo>
                <a:lnTo>
                  <a:pt x="415554" y="84249"/>
                </a:lnTo>
                <a:lnTo>
                  <a:pt x="416030" y="84996"/>
                </a:lnTo>
                <a:lnTo>
                  <a:pt x="416510" y="85763"/>
                </a:lnTo>
                <a:lnTo>
                  <a:pt x="416991" y="86551"/>
                </a:lnTo>
                <a:lnTo>
                  <a:pt x="417474" y="87359"/>
                </a:lnTo>
                <a:lnTo>
                  <a:pt x="417960" y="88188"/>
                </a:lnTo>
                <a:lnTo>
                  <a:pt x="418447" y="89037"/>
                </a:lnTo>
                <a:lnTo>
                  <a:pt x="418937" y="89906"/>
                </a:lnTo>
                <a:lnTo>
                  <a:pt x="419429" y="90796"/>
                </a:lnTo>
                <a:lnTo>
                  <a:pt x="420031" y="91906"/>
                </a:lnTo>
                <a:lnTo>
                  <a:pt x="420630" y="93020"/>
                </a:lnTo>
                <a:lnTo>
                  <a:pt x="421224" y="94139"/>
                </a:lnTo>
                <a:lnTo>
                  <a:pt x="421814" y="95263"/>
                </a:lnTo>
                <a:lnTo>
                  <a:pt x="422401" y="96391"/>
                </a:lnTo>
                <a:lnTo>
                  <a:pt x="422983" y="97524"/>
                </a:lnTo>
                <a:lnTo>
                  <a:pt x="423562" y="98661"/>
                </a:lnTo>
                <a:lnTo>
                  <a:pt x="424136" y="99803"/>
                </a:lnTo>
                <a:lnTo>
                  <a:pt x="424707" y="100950"/>
                </a:lnTo>
                <a:lnTo>
                  <a:pt x="425274" y="102101"/>
                </a:lnTo>
                <a:lnTo>
                  <a:pt x="425836" y="103257"/>
                </a:lnTo>
                <a:lnTo>
                  <a:pt x="426395" y="104418"/>
                </a:lnTo>
                <a:lnTo>
                  <a:pt x="426950" y="105583"/>
                </a:lnTo>
                <a:lnTo>
                  <a:pt x="427500" y="106753"/>
                </a:lnTo>
                <a:lnTo>
                  <a:pt x="428047" y="107928"/>
                </a:lnTo>
                <a:lnTo>
                  <a:pt x="428590" y="109107"/>
                </a:lnTo>
                <a:lnTo>
                  <a:pt x="429128" y="110291"/>
                </a:lnTo>
                <a:lnTo>
                  <a:pt x="429663" y="111479"/>
                </a:lnTo>
                <a:lnTo>
                  <a:pt x="430194" y="112672"/>
                </a:lnTo>
                <a:lnTo>
                  <a:pt x="430721" y="113870"/>
                </a:lnTo>
                <a:lnTo>
                  <a:pt x="431244" y="115073"/>
                </a:lnTo>
                <a:lnTo>
                  <a:pt x="431762" y="116280"/>
                </a:lnTo>
                <a:lnTo>
                  <a:pt x="432277" y="117491"/>
                </a:lnTo>
                <a:lnTo>
                  <a:pt x="432788" y="118708"/>
                </a:lnTo>
                <a:lnTo>
                  <a:pt x="450537" y="118708"/>
                </a:lnTo>
                <a:lnTo>
                  <a:pt x="451119" y="118703"/>
                </a:lnTo>
                <a:lnTo>
                  <a:pt x="451686" y="118689"/>
                </a:lnTo>
                <a:lnTo>
                  <a:pt x="452238" y="118665"/>
                </a:lnTo>
                <a:lnTo>
                  <a:pt x="452777" y="118632"/>
                </a:lnTo>
                <a:lnTo>
                  <a:pt x="453301" y="118590"/>
                </a:lnTo>
                <a:lnTo>
                  <a:pt x="453811" y="118538"/>
                </a:lnTo>
                <a:lnTo>
                  <a:pt x="454307" y="118476"/>
                </a:lnTo>
                <a:lnTo>
                  <a:pt x="454789" y="118406"/>
                </a:lnTo>
                <a:lnTo>
                  <a:pt x="455256" y="118325"/>
                </a:lnTo>
                <a:lnTo>
                  <a:pt x="455709" y="118236"/>
                </a:lnTo>
                <a:lnTo>
                  <a:pt x="456148" y="118136"/>
                </a:lnTo>
                <a:lnTo>
                  <a:pt x="456573" y="118028"/>
                </a:lnTo>
                <a:lnTo>
                  <a:pt x="456983" y="117910"/>
                </a:lnTo>
                <a:lnTo>
                  <a:pt x="457379" y="117782"/>
                </a:lnTo>
                <a:lnTo>
                  <a:pt x="457761" y="117645"/>
                </a:lnTo>
                <a:lnTo>
                  <a:pt x="458129" y="117499"/>
                </a:lnTo>
                <a:lnTo>
                  <a:pt x="458482" y="117343"/>
                </a:lnTo>
                <a:lnTo>
                  <a:pt x="458821" y="117178"/>
                </a:lnTo>
                <a:lnTo>
                  <a:pt x="459146" y="117003"/>
                </a:lnTo>
                <a:lnTo>
                  <a:pt x="459457" y="116819"/>
                </a:lnTo>
                <a:lnTo>
                  <a:pt x="459753" y="116626"/>
                </a:lnTo>
                <a:lnTo>
                  <a:pt x="460035" y="116423"/>
                </a:lnTo>
                <a:lnTo>
                  <a:pt x="460303" y="116210"/>
                </a:lnTo>
                <a:lnTo>
                  <a:pt x="460557" y="115988"/>
                </a:lnTo>
                <a:lnTo>
                  <a:pt x="460798" y="115759"/>
                </a:lnTo>
                <a:lnTo>
                  <a:pt x="460881" y="115675"/>
                </a:lnTo>
                <a:lnTo>
                  <a:pt x="460912" y="115707"/>
                </a:lnTo>
                <a:lnTo>
                  <a:pt x="461158" y="115940"/>
                </a:lnTo>
                <a:lnTo>
                  <a:pt x="461415" y="116166"/>
                </a:lnTo>
                <a:lnTo>
                  <a:pt x="461687" y="116382"/>
                </a:lnTo>
                <a:lnTo>
                  <a:pt x="461972" y="116589"/>
                </a:lnTo>
                <a:lnTo>
                  <a:pt x="462272" y="116786"/>
                </a:lnTo>
                <a:lnTo>
                  <a:pt x="462586" y="116973"/>
                </a:lnTo>
                <a:lnTo>
                  <a:pt x="462914" y="117151"/>
                </a:lnTo>
                <a:lnTo>
                  <a:pt x="463256" y="117319"/>
                </a:lnTo>
                <a:lnTo>
                  <a:pt x="463612" y="117478"/>
                </a:lnTo>
                <a:lnTo>
                  <a:pt x="463982" y="117627"/>
                </a:lnTo>
                <a:lnTo>
                  <a:pt x="464367" y="117766"/>
                </a:lnTo>
                <a:lnTo>
                  <a:pt x="464765" y="117896"/>
                </a:lnTo>
                <a:lnTo>
                  <a:pt x="465177" y="118016"/>
                </a:lnTo>
                <a:lnTo>
                  <a:pt x="465604" y="118126"/>
                </a:lnTo>
                <a:lnTo>
                  <a:pt x="466044" y="118227"/>
                </a:lnTo>
                <a:lnTo>
                  <a:pt x="466499" y="118319"/>
                </a:lnTo>
                <a:lnTo>
                  <a:pt x="466968" y="118400"/>
                </a:lnTo>
                <a:lnTo>
                  <a:pt x="467451" y="118472"/>
                </a:lnTo>
                <a:lnTo>
                  <a:pt x="467948" y="118535"/>
                </a:lnTo>
                <a:lnTo>
                  <a:pt x="468459" y="118588"/>
                </a:lnTo>
                <a:lnTo>
                  <a:pt x="468984" y="118631"/>
                </a:lnTo>
                <a:lnTo>
                  <a:pt x="469523" y="118665"/>
                </a:lnTo>
                <a:lnTo>
                  <a:pt x="470076" y="118689"/>
                </a:lnTo>
                <a:lnTo>
                  <a:pt x="470643" y="118703"/>
                </a:lnTo>
                <a:lnTo>
                  <a:pt x="471225" y="118708"/>
                </a:lnTo>
                <a:lnTo>
                  <a:pt x="497562" y="118708"/>
                </a:lnTo>
                <a:lnTo>
                  <a:pt x="498143" y="118703"/>
                </a:lnTo>
                <a:lnTo>
                  <a:pt x="498711" y="118689"/>
                </a:lnTo>
                <a:lnTo>
                  <a:pt x="499264" y="118665"/>
                </a:lnTo>
                <a:lnTo>
                  <a:pt x="499803" y="118632"/>
                </a:lnTo>
                <a:lnTo>
                  <a:pt x="500328" y="118590"/>
                </a:lnTo>
                <a:lnTo>
                  <a:pt x="500839" y="118538"/>
                </a:lnTo>
                <a:lnTo>
                  <a:pt x="501336" y="118476"/>
                </a:lnTo>
                <a:lnTo>
                  <a:pt x="501819" y="118406"/>
                </a:lnTo>
                <a:lnTo>
                  <a:pt x="502288" y="118325"/>
                </a:lnTo>
                <a:lnTo>
                  <a:pt x="502742" y="118236"/>
                </a:lnTo>
                <a:lnTo>
                  <a:pt x="503183" y="118136"/>
                </a:lnTo>
                <a:lnTo>
                  <a:pt x="503609" y="118028"/>
                </a:lnTo>
                <a:lnTo>
                  <a:pt x="504022" y="117910"/>
                </a:lnTo>
                <a:lnTo>
                  <a:pt x="504420" y="117782"/>
                </a:lnTo>
                <a:lnTo>
                  <a:pt x="504804" y="117645"/>
                </a:lnTo>
                <a:lnTo>
                  <a:pt x="505175" y="117499"/>
                </a:lnTo>
                <a:lnTo>
                  <a:pt x="505531" y="117343"/>
                </a:lnTo>
                <a:lnTo>
                  <a:pt x="505873" y="117178"/>
                </a:lnTo>
                <a:lnTo>
                  <a:pt x="506201" y="117003"/>
                </a:lnTo>
                <a:lnTo>
                  <a:pt x="506515" y="116819"/>
                </a:lnTo>
                <a:lnTo>
                  <a:pt x="506814" y="116626"/>
                </a:lnTo>
                <a:lnTo>
                  <a:pt x="507100" y="116423"/>
                </a:lnTo>
                <a:lnTo>
                  <a:pt x="507372" y="116210"/>
                </a:lnTo>
                <a:lnTo>
                  <a:pt x="507629" y="115988"/>
                </a:lnTo>
                <a:lnTo>
                  <a:pt x="507874" y="115759"/>
                </a:lnTo>
                <a:lnTo>
                  <a:pt x="508109" y="115523"/>
                </a:lnTo>
                <a:lnTo>
                  <a:pt x="508334" y="115282"/>
                </a:lnTo>
                <a:lnTo>
                  <a:pt x="508548" y="115035"/>
                </a:lnTo>
                <a:lnTo>
                  <a:pt x="508751" y="114783"/>
                </a:lnTo>
                <a:lnTo>
                  <a:pt x="508944" y="114524"/>
                </a:lnTo>
                <a:lnTo>
                  <a:pt x="509127" y="114260"/>
                </a:lnTo>
                <a:lnTo>
                  <a:pt x="509299" y="113990"/>
                </a:lnTo>
                <a:lnTo>
                  <a:pt x="509461" y="113714"/>
                </a:lnTo>
                <a:lnTo>
                  <a:pt x="509612" y="113432"/>
                </a:lnTo>
                <a:lnTo>
                  <a:pt x="509753" y="113144"/>
                </a:lnTo>
                <a:lnTo>
                  <a:pt x="509884" y="112851"/>
                </a:lnTo>
                <a:lnTo>
                  <a:pt x="510004" y="112552"/>
                </a:lnTo>
                <a:lnTo>
                  <a:pt x="510113" y="112247"/>
                </a:lnTo>
                <a:lnTo>
                  <a:pt x="510212" y="111936"/>
                </a:lnTo>
                <a:lnTo>
                  <a:pt x="510301" y="111620"/>
                </a:lnTo>
                <a:lnTo>
                  <a:pt x="510379" y="111298"/>
                </a:lnTo>
                <a:lnTo>
                  <a:pt x="510447" y="110969"/>
                </a:lnTo>
                <a:lnTo>
                  <a:pt x="510505" y="110636"/>
                </a:lnTo>
                <a:lnTo>
                  <a:pt x="510552" y="110296"/>
                </a:lnTo>
                <a:lnTo>
                  <a:pt x="510588" y="109950"/>
                </a:lnTo>
                <a:lnTo>
                  <a:pt x="510614" y="109599"/>
                </a:lnTo>
                <a:lnTo>
                  <a:pt x="510630" y="109242"/>
                </a:lnTo>
                <a:lnTo>
                  <a:pt x="510635" y="108879"/>
                </a:lnTo>
                <a:lnTo>
                  <a:pt x="510630" y="108516"/>
                </a:lnTo>
                <a:lnTo>
                  <a:pt x="510614" y="108159"/>
                </a:lnTo>
                <a:lnTo>
                  <a:pt x="510588" y="107808"/>
                </a:lnTo>
                <a:lnTo>
                  <a:pt x="510552" y="107462"/>
                </a:lnTo>
                <a:lnTo>
                  <a:pt x="510505" y="107123"/>
                </a:lnTo>
                <a:lnTo>
                  <a:pt x="510447" y="106789"/>
                </a:lnTo>
                <a:lnTo>
                  <a:pt x="510379" y="106461"/>
                </a:lnTo>
                <a:lnTo>
                  <a:pt x="510301" y="106138"/>
                </a:lnTo>
                <a:lnTo>
                  <a:pt x="510212" y="105822"/>
                </a:lnTo>
                <a:lnTo>
                  <a:pt x="510113" y="105511"/>
                </a:lnTo>
                <a:lnTo>
                  <a:pt x="510004" y="105206"/>
                </a:lnTo>
                <a:lnTo>
                  <a:pt x="509884" y="104907"/>
                </a:lnTo>
                <a:lnTo>
                  <a:pt x="509753" y="104614"/>
                </a:lnTo>
                <a:lnTo>
                  <a:pt x="509612" y="104326"/>
                </a:lnTo>
                <a:lnTo>
                  <a:pt x="509461" y="104044"/>
                </a:lnTo>
                <a:lnTo>
                  <a:pt x="509299" y="103769"/>
                </a:lnTo>
                <a:lnTo>
                  <a:pt x="509127" y="103498"/>
                </a:lnTo>
                <a:lnTo>
                  <a:pt x="508944" y="103234"/>
                </a:lnTo>
                <a:lnTo>
                  <a:pt x="508751" y="102976"/>
                </a:lnTo>
                <a:lnTo>
                  <a:pt x="508548" y="102723"/>
                </a:lnTo>
                <a:lnTo>
                  <a:pt x="508334" y="102476"/>
                </a:lnTo>
                <a:lnTo>
                  <a:pt x="508109" y="102235"/>
                </a:lnTo>
                <a:lnTo>
                  <a:pt x="507874" y="101999"/>
                </a:lnTo>
                <a:lnTo>
                  <a:pt x="507629" y="101770"/>
                </a:lnTo>
                <a:lnTo>
                  <a:pt x="507372" y="101548"/>
                </a:lnTo>
                <a:lnTo>
                  <a:pt x="507100" y="101336"/>
                </a:lnTo>
                <a:lnTo>
                  <a:pt x="506814" y="101133"/>
                </a:lnTo>
                <a:lnTo>
                  <a:pt x="506515" y="100939"/>
                </a:lnTo>
                <a:lnTo>
                  <a:pt x="506201" y="100755"/>
                </a:lnTo>
                <a:lnTo>
                  <a:pt x="505873" y="100580"/>
                </a:lnTo>
                <a:lnTo>
                  <a:pt x="505531" y="100415"/>
                </a:lnTo>
                <a:lnTo>
                  <a:pt x="505175" y="100259"/>
                </a:lnTo>
                <a:lnTo>
                  <a:pt x="504804" y="100113"/>
                </a:lnTo>
                <a:lnTo>
                  <a:pt x="504420" y="99976"/>
                </a:lnTo>
                <a:lnTo>
                  <a:pt x="504022" y="99848"/>
                </a:lnTo>
                <a:lnTo>
                  <a:pt x="503609" y="99730"/>
                </a:lnTo>
                <a:lnTo>
                  <a:pt x="503183" y="99622"/>
                </a:lnTo>
                <a:lnTo>
                  <a:pt x="502742" y="99523"/>
                </a:lnTo>
                <a:lnTo>
                  <a:pt x="502288" y="99433"/>
                </a:lnTo>
                <a:lnTo>
                  <a:pt x="501819" y="99353"/>
                </a:lnTo>
                <a:lnTo>
                  <a:pt x="501336" y="99282"/>
                </a:lnTo>
                <a:lnTo>
                  <a:pt x="500839" y="99220"/>
                </a:lnTo>
                <a:lnTo>
                  <a:pt x="500328" y="99168"/>
                </a:lnTo>
                <a:lnTo>
                  <a:pt x="499803" y="99126"/>
                </a:lnTo>
                <a:lnTo>
                  <a:pt x="499264" y="99093"/>
                </a:lnTo>
                <a:lnTo>
                  <a:pt x="498711" y="99069"/>
                </a:lnTo>
                <a:lnTo>
                  <a:pt x="498143" y="99055"/>
                </a:lnTo>
                <a:lnTo>
                  <a:pt x="497562" y="99050"/>
                </a:lnTo>
                <a:lnTo>
                  <a:pt x="492791" y="99050"/>
                </a:lnTo>
                <a:lnTo>
                  <a:pt x="497562" y="87218"/>
                </a:lnTo>
                <a:lnTo>
                  <a:pt x="545083" y="87218"/>
                </a:lnTo>
                <a:lnTo>
                  <a:pt x="549759" y="99050"/>
                </a:lnTo>
                <a:lnTo>
                  <a:pt x="544988" y="99050"/>
                </a:lnTo>
                <a:lnTo>
                  <a:pt x="544406" y="99055"/>
                </a:lnTo>
                <a:lnTo>
                  <a:pt x="543839" y="99069"/>
                </a:lnTo>
                <a:lnTo>
                  <a:pt x="543286" y="99092"/>
                </a:lnTo>
                <a:lnTo>
                  <a:pt x="542747" y="99125"/>
                </a:lnTo>
                <a:lnTo>
                  <a:pt x="542222" y="99166"/>
                </a:lnTo>
                <a:lnTo>
                  <a:pt x="541711" y="99217"/>
                </a:lnTo>
                <a:lnTo>
                  <a:pt x="541214" y="99278"/>
                </a:lnTo>
                <a:lnTo>
                  <a:pt x="540731" y="99347"/>
                </a:lnTo>
                <a:lnTo>
                  <a:pt x="540262" y="99426"/>
                </a:lnTo>
                <a:lnTo>
                  <a:pt x="539807" y="99514"/>
                </a:lnTo>
                <a:lnTo>
                  <a:pt x="539367" y="99612"/>
                </a:lnTo>
                <a:lnTo>
                  <a:pt x="538940" y="99718"/>
                </a:lnTo>
                <a:lnTo>
                  <a:pt x="538528" y="99834"/>
                </a:lnTo>
                <a:lnTo>
                  <a:pt x="538129" y="99960"/>
                </a:lnTo>
                <a:lnTo>
                  <a:pt x="537745" y="100094"/>
                </a:lnTo>
                <a:lnTo>
                  <a:pt x="537375" y="100238"/>
                </a:lnTo>
                <a:lnTo>
                  <a:pt x="537019" y="100391"/>
                </a:lnTo>
                <a:lnTo>
                  <a:pt x="536677" y="100553"/>
                </a:lnTo>
                <a:lnTo>
                  <a:pt x="536349" y="100725"/>
                </a:lnTo>
                <a:lnTo>
                  <a:pt x="536035" y="100906"/>
                </a:lnTo>
                <a:lnTo>
                  <a:pt x="535735" y="101096"/>
                </a:lnTo>
                <a:lnTo>
                  <a:pt x="535450" y="101295"/>
                </a:lnTo>
                <a:lnTo>
                  <a:pt x="535178" y="101504"/>
                </a:lnTo>
                <a:lnTo>
                  <a:pt x="534920" y="101722"/>
                </a:lnTo>
                <a:lnTo>
                  <a:pt x="534675" y="101948"/>
                </a:lnTo>
                <a:lnTo>
                  <a:pt x="534440" y="102179"/>
                </a:lnTo>
                <a:lnTo>
                  <a:pt x="534216" y="102417"/>
                </a:lnTo>
                <a:lnTo>
                  <a:pt x="534002" y="102661"/>
                </a:lnTo>
                <a:lnTo>
                  <a:pt x="533799" y="102910"/>
                </a:lnTo>
                <a:lnTo>
                  <a:pt x="533605" y="103166"/>
                </a:lnTo>
                <a:lnTo>
                  <a:pt x="533423" y="103427"/>
                </a:lnTo>
                <a:lnTo>
                  <a:pt x="533251" y="103694"/>
                </a:lnTo>
                <a:lnTo>
                  <a:pt x="533089" y="103968"/>
                </a:lnTo>
                <a:lnTo>
                  <a:pt x="532937" y="104247"/>
                </a:lnTo>
                <a:lnTo>
                  <a:pt x="532797" y="104532"/>
                </a:lnTo>
                <a:lnTo>
                  <a:pt x="532666" y="104824"/>
                </a:lnTo>
                <a:lnTo>
                  <a:pt x="532546" y="105121"/>
                </a:lnTo>
                <a:lnTo>
                  <a:pt x="532436" y="105424"/>
                </a:lnTo>
                <a:lnTo>
                  <a:pt x="532337" y="105733"/>
                </a:lnTo>
                <a:lnTo>
                  <a:pt x="532249" y="106048"/>
                </a:lnTo>
                <a:lnTo>
                  <a:pt x="532170" y="106369"/>
                </a:lnTo>
                <a:lnTo>
                  <a:pt x="532102" y="106696"/>
                </a:lnTo>
                <a:lnTo>
                  <a:pt x="532045" y="107029"/>
                </a:lnTo>
                <a:lnTo>
                  <a:pt x="531998" y="107368"/>
                </a:lnTo>
                <a:lnTo>
                  <a:pt x="531962" y="107713"/>
                </a:lnTo>
                <a:lnTo>
                  <a:pt x="531935" y="108064"/>
                </a:lnTo>
                <a:lnTo>
                  <a:pt x="531920" y="108421"/>
                </a:lnTo>
                <a:lnTo>
                  <a:pt x="531915" y="108784"/>
                </a:lnTo>
                <a:lnTo>
                  <a:pt x="531920" y="109147"/>
                </a:lnTo>
                <a:lnTo>
                  <a:pt x="531935" y="109504"/>
                </a:lnTo>
                <a:lnTo>
                  <a:pt x="531962" y="109856"/>
                </a:lnTo>
                <a:lnTo>
                  <a:pt x="531998" y="110202"/>
                </a:lnTo>
                <a:lnTo>
                  <a:pt x="532045" y="110542"/>
                </a:lnTo>
                <a:lnTo>
                  <a:pt x="532102" y="110877"/>
                </a:lnTo>
                <a:lnTo>
                  <a:pt x="532170" y="111206"/>
                </a:lnTo>
                <a:lnTo>
                  <a:pt x="532249" y="111530"/>
                </a:lnTo>
                <a:lnTo>
                  <a:pt x="532337" y="111848"/>
                </a:lnTo>
                <a:lnTo>
                  <a:pt x="532436" y="112160"/>
                </a:lnTo>
                <a:lnTo>
                  <a:pt x="532546" y="112467"/>
                </a:lnTo>
                <a:lnTo>
                  <a:pt x="532666" y="112768"/>
                </a:lnTo>
                <a:lnTo>
                  <a:pt x="532797" y="113063"/>
                </a:lnTo>
                <a:lnTo>
                  <a:pt x="532937" y="113353"/>
                </a:lnTo>
                <a:lnTo>
                  <a:pt x="533089" y="113637"/>
                </a:lnTo>
                <a:lnTo>
                  <a:pt x="533251" y="113915"/>
                </a:lnTo>
                <a:lnTo>
                  <a:pt x="533423" y="114188"/>
                </a:lnTo>
                <a:lnTo>
                  <a:pt x="533605" y="114455"/>
                </a:lnTo>
                <a:lnTo>
                  <a:pt x="533799" y="114717"/>
                </a:lnTo>
                <a:lnTo>
                  <a:pt x="534002" y="114973"/>
                </a:lnTo>
                <a:lnTo>
                  <a:pt x="534216" y="115223"/>
                </a:lnTo>
                <a:lnTo>
                  <a:pt x="534440" y="115468"/>
                </a:lnTo>
                <a:lnTo>
                  <a:pt x="534675" y="115707"/>
                </a:lnTo>
                <a:lnTo>
                  <a:pt x="534920" y="115940"/>
                </a:lnTo>
                <a:lnTo>
                  <a:pt x="535178" y="116166"/>
                </a:lnTo>
                <a:lnTo>
                  <a:pt x="535450" y="116382"/>
                </a:lnTo>
                <a:lnTo>
                  <a:pt x="535735" y="116589"/>
                </a:lnTo>
                <a:lnTo>
                  <a:pt x="536035" y="116786"/>
                </a:lnTo>
                <a:lnTo>
                  <a:pt x="536349" y="116973"/>
                </a:lnTo>
                <a:lnTo>
                  <a:pt x="536677" y="117151"/>
                </a:lnTo>
                <a:lnTo>
                  <a:pt x="537019" y="117319"/>
                </a:lnTo>
                <a:lnTo>
                  <a:pt x="537375" y="117478"/>
                </a:lnTo>
                <a:lnTo>
                  <a:pt x="537745" y="117627"/>
                </a:lnTo>
                <a:lnTo>
                  <a:pt x="538129" y="117766"/>
                </a:lnTo>
                <a:lnTo>
                  <a:pt x="538528" y="117896"/>
                </a:lnTo>
                <a:lnTo>
                  <a:pt x="538940" y="118016"/>
                </a:lnTo>
                <a:lnTo>
                  <a:pt x="539367" y="118126"/>
                </a:lnTo>
                <a:lnTo>
                  <a:pt x="539807" y="118227"/>
                </a:lnTo>
                <a:lnTo>
                  <a:pt x="540262" y="118319"/>
                </a:lnTo>
                <a:lnTo>
                  <a:pt x="540731" y="118400"/>
                </a:lnTo>
                <a:lnTo>
                  <a:pt x="541214" y="118472"/>
                </a:lnTo>
                <a:lnTo>
                  <a:pt x="541711" y="118535"/>
                </a:lnTo>
                <a:lnTo>
                  <a:pt x="542222" y="118588"/>
                </a:lnTo>
                <a:lnTo>
                  <a:pt x="542747" y="118631"/>
                </a:lnTo>
                <a:lnTo>
                  <a:pt x="543286" y="118665"/>
                </a:lnTo>
                <a:lnTo>
                  <a:pt x="543839" y="118689"/>
                </a:lnTo>
                <a:lnTo>
                  <a:pt x="544406" y="118703"/>
                </a:lnTo>
                <a:lnTo>
                  <a:pt x="544988" y="118708"/>
                </a:lnTo>
                <a:lnTo>
                  <a:pt x="571325" y="118708"/>
                </a:lnTo>
                <a:lnTo>
                  <a:pt x="571906" y="118703"/>
                </a:lnTo>
                <a:lnTo>
                  <a:pt x="572473" y="118689"/>
                </a:lnTo>
                <a:lnTo>
                  <a:pt x="573026" y="118665"/>
                </a:lnTo>
                <a:lnTo>
                  <a:pt x="573565" y="118632"/>
                </a:lnTo>
                <a:lnTo>
                  <a:pt x="574089" y="118590"/>
                </a:lnTo>
                <a:lnTo>
                  <a:pt x="574599" y="118538"/>
                </a:lnTo>
                <a:lnTo>
                  <a:pt x="575095" y="118476"/>
                </a:lnTo>
                <a:lnTo>
                  <a:pt x="575577" y="118406"/>
                </a:lnTo>
                <a:lnTo>
                  <a:pt x="576044" y="118325"/>
                </a:lnTo>
                <a:lnTo>
                  <a:pt x="576497" y="118236"/>
                </a:lnTo>
                <a:lnTo>
                  <a:pt x="576936" y="118136"/>
                </a:lnTo>
                <a:lnTo>
                  <a:pt x="577360" y="118028"/>
                </a:lnTo>
                <a:lnTo>
                  <a:pt x="577771" y="117910"/>
                </a:lnTo>
                <a:lnTo>
                  <a:pt x="578167" y="117782"/>
                </a:lnTo>
                <a:lnTo>
                  <a:pt x="578549" y="117645"/>
                </a:lnTo>
                <a:lnTo>
                  <a:pt x="578916" y="117499"/>
                </a:lnTo>
                <a:lnTo>
                  <a:pt x="579270" y="117343"/>
                </a:lnTo>
                <a:lnTo>
                  <a:pt x="579609" y="117178"/>
                </a:lnTo>
                <a:lnTo>
                  <a:pt x="579934" y="117003"/>
                </a:lnTo>
                <a:lnTo>
                  <a:pt x="580244" y="116819"/>
                </a:lnTo>
                <a:lnTo>
                  <a:pt x="580541" y="116626"/>
                </a:lnTo>
                <a:lnTo>
                  <a:pt x="580823" y="116423"/>
                </a:lnTo>
                <a:lnTo>
                  <a:pt x="581091" y="116210"/>
                </a:lnTo>
                <a:lnTo>
                  <a:pt x="581344" y="115988"/>
                </a:lnTo>
                <a:lnTo>
                  <a:pt x="581586" y="115759"/>
                </a:lnTo>
                <a:lnTo>
                  <a:pt x="581817" y="115523"/>
                </a:lnTo>
                <a:lnTo>
                  <a:pt x="582038" y="115282"/>
                </a:lnTo>
                <a:lnTo>
                  <a:pt x="582248" y="115035"/>
                </a:lnTo>
                <a:lnTo>
                  <a:pt x="582449" y="114783"/>
                </a:lnTo>
                <a:lnTo>
                  <a:pt x="582639" y="114524"/>
                </a:lnTo>
                <a:lnTo>
                  <a:pt x="582818" y="114260"/>
                </a:lnTo>
                <a:lnTo>
                  <a:pt x="582988" y="113990"/>
                </a:lnTo>
                <a:lnTo>
                  <a:pt x="583147" y="113714"/>
                </a:lnTo>
                <a:lnTo>
                  <a:pt x="583296" y="113432"/>
                </a:lnTo>
                <a:lnTo>
                  <a:pt x="583435" y="113144"/>
                </a:lnTo>
                <a:lnTo>
                  <a:pt x="583563" y="112851"/>
                </a:lnTo>
                <a:lnTo>
                  <a:pt x="583681" y="112552"/>
                </a:lnTo>
                <a:lnTo>
                  <a:pt x="583789" y="112247"/>
                </a:lnTo>
                <a:lnTo>
                  <a:pt x="583887" y="111936"/>
                </a:lnTo>
                <a:lnTo>
                  <a:pt x="583974" y="111620"/>
                </a:lnTo>
                <a:lnTo>
                  <a:pt x="584051" y="111298"/>
                </a:lnTo>
                <a:lnTo>
                  <a:pt x="584118" y="110969"/>
                </a:lnTo>
                <a:lnTo>
                  <a:pt x="584174" y="110636"/>
                </a:lnTo>
                <a:lnTo>
                  <a:pt x="584220" y="110296"/>
                </a:lnTo>
                <a:lnTo>
                  <a:pt x="584256" y="109950"/>
                </a:lnTo>
                <a:lnTo>
                  <a:pt x="584282" y="109599"/>
                </a:lnTo>
                <a:lnTo>
                  <a:pt x="584297" y="109242"/>
                </a:lnTo>
                <a:lnTo>
                  <a:pt x="584303" y="108879"/>
                </a:lnTo>
                <a:lnTo>
                  <a:pt x="584295" y="108515"/>
                </a:lnTo>
                <a:lnTo>
                  <a:pt x="584272" y="108153"/>
                </a:lnTo>
                <a:lnTo>
                  <a:pt x="584234" y="107793"/>
                </a:lnTo>
                <a:lnTo>
                  <a:pt x="584181" y="107436"/>
                </a:lnTo>
                <a:lnTo>
                  <a:pt x="584112" y="107082"/>
                </a:lnTo>
                <a:lnTo>
                  <a:pt x="584028" y="106730"/>
                </a:lnTo>
                <a:lnTo>
                  <a:pt x="583929" y="106380"/>
                </a:lnTo>
                <a:lnTo>
                  <a:pt x="583815" y="106034"/>
                </a:lnTo>
                <a:lnTo>
                  <a:pt x="583685" y="105689"/>
                </a:lnTo>
                <a:lnTo>
                  <a:pt x="583540" y="105347"/>
                </a:lnTo>
                <a:lnTo>
                  <a:pt x="583380" y="105008"/>
                </a:lnTo>
                <a:lnTo>
                  <a:pt x="583205" y="104671"/>
                </a:lnTo>
                <a:lnTo>
                  <a:pt x="583015" y="104337"/>
                </a:lnTo>
                <a:lnTo>
                  <a:pt x="582809" y="104006"/>
                </a:lnTo>
                <a:lnTo>
                  <a:pt x="582588" y="103676"/>
                </a:lnTo>
                <a:lnTo>
                  <a:pt x="582352" y="103350"/>
                </a:lnTo>
                <a:lnTo>
                  <a:pt x="582100" y="103026"/>
                </a:lnTo>
                <a:lnTo>
                  <a:pt x="581833" y="102704"/>
                </a:lnTo>
                <a:lnTo>
                  <a:pt x="581551" y="102385"/>
                </a:lnTo>
                <a:lnTo>
                  <a:pt x="581254" y="102068"/>
                </a:lnTo>
                <a:lnTo>
                  <a:pt x="580942" y="101754"/>
                </a:lnTo>
                <a:lnTo>
                  <a:pt x="580614" y="101443"/>
                </a:lnTo>
                <a:lnTo>
                  <a:pt x="580271" y="101134"/>
                </a:lnTo>
                <a:lnTo>
                  <a:pt x="579913" y="100828"/>
                </a:lnTo>
                <a:lnTo>
                  <a:pt x="579722" y="100683"/>
                </a:lnTo>
                <a:lnTo>
                  <a:pt x="579515" y="100544"/>
                </a:lnTo>
                <a:lnTo>
                  <a:pt x="579291" y="100411"/>
                </a:lnTo>
                <a:lnTo>
                  <a:pt x="579052" y="100285"/>
                </a:lnTo>
                <a:lnTo>
                  <a:pt x="578796" y="100164"/>
                </a:lnTo>
                <a:lnTo>
                  <a:pt x="578523" y="100050"/>
                </a:lnTo>
                <a:lnTo>
                  <a:pt x="578235" y="99942"/>
                </a:lnTo>
                <a:lnTo>
                  <a:pt x="577930" y="99840"/>
                </a:lnTo>
                <a:lnTo>
                  <a:pt x="577609" y="99745"/>
                </a:lnTo>
                <a:lnTo>
                  <a:pt x="577272" y="99655"/>
                </a:lnTo>
                <a:lnTo>
                  <a:pt x="576919" y="99572"/>
                </a:lnTo>
                <a:lnTo>
                  <a:pt x="576549" y="99495"/>
                </a:lnTo>
                <a:lnTo>
                  <a:pt x="576163" y="99424"/>
                </a:lnTo>
                <a:lnTo>
                  <a:pt x="575761" y="99359"/>
                </a:lnTo>
                <a:lnTo>
                  <a:pt x="575343" y="99300"/>
                </a:lnTo>
                <a:lnTo>
                  <a:pt x="574909" y="99248"/>
                </a:lnTo>
                <a:lnTo>
                  <a:pt x="574458" y="99202"/>
                </a:lnTo>
                <a:lnTo>
                  <a:pt x="573991" y="99161"/>
                </a:lnTo>
                <a:lnTo>
                  <a:pt x="573507" y="99127"/>
                </a:lnTo>
                <a:lnTo>
                  <a:pt x="573008" y="99100"/>
                </a:lnTo>
                <a:lnTo>
                  <a:pt x="572492" y="99078"/>
                </a:lnTo>
                <a:lnTo>
                  <a:pt x="571960" y="99063"/>
                </a:lnTo>
                <a:lnTo>
                  <a:pt x="571412" y="99053"/>
                </a:lnTo>
                <a:lnTo>
                  <a:pt x="570848" y="99050"/>
                </a:lnTo>
                <a:lnTo>
                  <a:pt x="531915" y="3054"/>
                </a:lnTo>
                <a:lnTo>
                  <a:pt x="489642" y="2863"/>
                </a:lnTo>
                <a:lnTo>
                  <a:pt x="489060" y="2867"/>
                </a:lnTo>
                <a:lnTo>
                  <a:pt x="488493" y="2882"/>
                </a:lnTo>
                <a:lnTo>
                  <a:pt x="487940" y="2905"/>
                </a:lnTo>
                <a:lnTo>
                  <a:pt x="487401" y="2938"/>
                </a:lnTo>
                <a:lnTo>
                  <a:pt x="486875" y="2981"/>
                </a:lnTo>
                <a:lnTo>
                  <a:pt x="486364" y="3033"/>
                </a:lnTo>
                <a:lnTo>
                  <a:pt x="485868" y="3094"/>
                </a:lnTo>
                <a:lnTo>
                  <a:pt x="485385" y="3165"/>
                </a:lnTo>
                <a:lnTo>
                  <a:pt x="484916" y="3245"/>
                </a:lnTo>
                <a:lnTo>
                  <a:pt x="484461" y="3335"/>
                </a:lnTo>
                <a:lnTo>
                  <a:pt x="484021" y="3434"/>
                </a:lnTo>
                <a:lnTo>
                  <a:pt x="483594" y="3543"/>
                </a:lnTo>
                <a:lnTo>
                  <a:pt x="483182" y="3661"/>
                </a:lnTo>
                <a:lnTo>
                  <a:pt x="482783" y="3788"/>
                </a:lnTo>
                <a:lnTo>
                  <a:pt x="482399" y="3925"/>
                </a:lnTo>
                <a:lnTo>
                  <a:pt x="482029" y="4071"/>
                </a:lnTo>
                <a:lnTo>
                  <a:pt x="481673" y="4227"/>
                </a:lnTo>
                <a:lnTo>
                  <a:pt x="481331" y="4393"/>
                </a:lnTo>
                <a:lnTo>
                  <a:pt x="481003" y="4567"/>
                </a:lnTo>
                <a:lnTo>
                  <a:pt x="480689" y="4751"/>
                </a:lnTo>
                <a:lnTo>
                  <a:pt x="480389" y="4945"/>
                </a:lnTo>
                <a:lnTo>
                  <a:pt x="480104" y="5148"/>
                </a:lnTo>
                <a:lnTo>
                  <a:pt x="479832" y="5360"/>
                </a:lnTo>
                <a:lnTo>
                  <a:pt x="479574" y="5582"/>
                </a:lnTo>
                <a:lnTo>
                  <a:pt x="479329" y="5812"/>
                </a:lnTo>
                <a:lnTo>
                  <a:pt x="479094" y="6047"/>
                </a:lnTo>
                <a:lnTo>
                  <a:pt x="478870" y="6288"/>
                </a:lnTo>
                <a:lnTo>
                  <a:pt x="478656" y="6535"/>
                </a:lnTo>
                <a:lnTo>
                  <a:pt x="478452" y="6788"/>
                </a:lnTo>
                <a:lnTo>
                  <a:pt x="478259" y="7046"/>
                </a:lnTo>
                <a:lnTo>
                  <a:pt x="478077" y="7311"/>
                </a:lnTo>
                <a:lnTo>
                  <a:pt x="477905" y="7581"/>
                </a:lnTo>
                <a:lnTo>
                  <a:pt x="477743" y="7857"/>
                </a:lnTo>
                <a:lnTo>
                  <a:pt x="477591" y="8139"/>
                </a:lnTo>
                <a:lnTo>
                  <a:pt x="477450" y="8426"/>
                </a:lnTo>
                <a:lnTo>
                  <a:pt x="477320" y="8719"/>
                </a:lnTo>
                <a:lnTo>
                  <a:pt x="477200" y="9019"/>
                </a:lnTo>
                <a:lnTo>
                  <a:pt x="477090" y="9323"/>
                </a:lnTo>
                <a:lnTo>
                  <a:pt x="476991" y="9634"/>
                </a:lnTo>
                <a:lnTo>
                  <a:pt x="476903" y="9951"/>
                </a:lnTo>
                <a:lnTo>
                  <a:pt x="476824" y="10273"/>
                </a:lnTo>
                <a:lnTo>
                  <a:pt x="476756" y="10601"/>
                </a:lnTo>
                <a:lnTo>
                  <a:pt x="476699" y="10935"/>
                </a:lnTo>
                <a:lnTo>
                  <a:pt x="476652" y="11275"/>
                </a:lnTo>
                <a:lnTo>
                  <a:pt x="476616" y="11620"/>
                </a:lnTo>
                <a:lnTo>
                  <a:pt x="476589" y="11971"/>
                </a:lnTo>
                <a:lnTo>
                  <a:pt x="476574" y="12329"/>
                </a:lnTo>
                <a:lnTo>
                  <a:pt x="476569" y="12691"/>
                </a:lnTo>
                <a:lnTo>
                  <a:pt x="476574" y="13054"/>
                </a:lnTo>
                <a:lnTo>
                  <a:pt x="476589" y="13411"/>
                </a:lnTo>
                <a:lnTo>
                  <a:pt x="476616" y="13763"/>
                </a:lnTo>
                <a:lnTo>
                  <a:pt x="476652" y="14108"/>
                </a:lnTo>
                <a:lnTo>
                  <a:pt x="476699" y="14448"/>
                </a:lnTo>
                <a:lnTo>
                  <a:pt x="476756" y="14782"/>
                </a:lnTo>
                <a:lnTo>
                  <a:pt x="476824" y="15110"/>
                </a:lnTo>
                <a:lnTo>
                  <a:pt x="476903" y="15432"/>
                </a:lnTo>
                <a:lnTo>
                  <a:pt x="476991" y="15749"/>
                </a:lnTo>
                <a:lnTo>
                  <a:pt x="477090" y="16059"/>
                </a:lnTo>
                <a:lnTo>
                  <a:pt x="477200" y="16364"/>
                </a:lnTo>
                <a:lnTo>
                  <a:pt x="477320" y="16663"/>
                </a:lnTo>
                <a:lnTo>
                  <a:pt x="477450" y="16957"/>
                </a:lnTo>
                <a:lnTo>
                  <a:pt x="477591" y="17244"/>
                </a:lnTo>
                <a:lnTo>
                  <a:pt x="477743" y="17526"/>
                </a:lnTo>
                <a:lnTo>
                  <a:pt x="477905" y="17802"/>
                </a:lnTo>
                <a:lnTo>
                  <a:pt x="478077" y="18072"/>
                </a:lnTo>
                <a:lnTo>
                  <a:pt x="478259" y="18336"/>
                </a:lnTo>
                <a:lnTo>
                  <a:pt x="478452" y="18595"/>
                </a:lnTo>
                <a:lnTo>
                  <a:pt x="478656" y="18848"/>
                </a:lnTo>
                <a:lnTo>
                  <a:pt x="478870" y="19095"/>
                </a:lnTo>
                <a:lnTo>
                  <a:pt x="479094" y="19336"/>
                </a:lnTo>
                <a:lnTo>
                  <a:pt x="479329" y="19571"/>
                </a:lnTo>
                <a:lnTo>
                  <a:pt x="479574" y="19801"/>
                </a:lnTo>
                <a:lnTo>
                  <a:pt x="479832" y="20022"/>
                </a:lnTo>
                <a:lnTo>
                  <a:pt x="480104" y="20235"/>
                </a:lnTo>
                <a:lnTo>
                  <a:pt x="480389" y="20438"/>
                </a:lnTo>
                <a:lnTo>
                  <a:pt x="480689" y="20632"/>
                </a:lnTo>
                <a:lnTo>
                  <a:pt x="481003" y="20816"/>
                </a:lnTo>
                <a:lnTo>
                  <a:pt x="481331" y="20990"/>
                </a:lnTo>
                <a:lnTo>
                  <a:pt x="481673" y="21156"/>
                </a:lnTo>
                <a:lnTo>
                  <a:pt x="482029" y="21311"/>
                </a:lnTo>
                <a:lnTo>
                  <a:pt x="482399" y="21458"/>
                </a:lnTo>
                <a:lnTo>
                  <a:pt x="482783" y="21595"/>
                </a:lnTo>
                <a:lnTo>
                  <a:pt x="483182" y="21722"/>
                </a:lnTo>
                <a:lnTo>
                  <a:pt x="483594" y="21840"/>
                </a:lnTo>
                <a:lnTo>
                  <a:pt x="484021" y="21949"/>
                </a:lnTo>
                <a:lnTo>
                  <a:pt x="484461" y="22048"/>
                </a:lnTo>
                <a:lnTo>
                  <a:pt x="484916" y="22138"/>
                </a:lnTo>
                <a:lnTo>
                  <a:pt x="485385" y="22218"/>
                </a:lnTo>
                <a:lnTo>
                  <a:pt x="485868" y="22289"/>
                </a:lnTo>
                <a:lnTo>
                  <a:pt x="486364" y="22350"/>
                </a:lnTo>
                <a:lnTo>
                  <a:pt x="486875" y="22402"/>
                </a:lnTo>
                <a:lnTo>
                  <a:pt x="487401" y="22445"/>
                </a:lnTo>
                <a:lnTo>
                  <a:pt x="487940" y="22478"/>
                </a:lnTo>
                <a:lnTo>
                  <a:pt x="488493" y="22501"/>
                </a:lnTo>
                <a:lnTo>
                  <a:pt x="489060" y="22515"/>
                </a:lnTo>
                <a:lnTo>
                  <a:pt x="489642" y="22520"/>
                </a:lnTo>
                <a:lnTo>
                  <a:pt x="502429" y="22520"/>
                </a:lnTo>
                <a:lnTo>
                  <a:pt x="471702" y="99050"/>
                </a:lnTo>
                <a:lnTo>
                  <a:pt x="471105" y="99055"/>
                </a:lnTo>
                <a:lnTo>
                  <a:pt x="470522" y="99069"/>
                </a:lnTo>
                <a:lnTo>
                  <a:pt x="469953" y="99092"/>
                </a:lnTo>
                <a:lnTo>
                  <a:pt x="469398" y="99125"/>
                </a:lnTo>
                <a:lnTo>
                  <a:pt x="468858" y="99166"/>
                </a:lnTo>
                <a:lnTo>
                  <a:pt x="468332" y="99217"/>
                </a:lnTo>
                <a:lnTo>
                  <a:pt x="467821" y="99278"/>
                </a:lnTo>
                <a:lnTo>
                  <a:pt x="467323" y="99347"/>
                </a:lnTo>
                <a:lnTo>
                  <a:pt x="466840" y="99426"/>
                </a:lnTo>
                <a:lnTo>
                  <a:pt x="466371" y="99514"/>
                </a:lnTo>
                <a:lnTo>
                  <a:pt x="465916" y="99612"/>
                </a:lnTo>
                <a:lnTo>
                  <a:pt x="465475" y="99718"/>
                </a:lnTo>
                <a:lnTo>
                  <a:pt x="465049" y="99834"/>
                </a:lnTo>
                <a:lnTo>
                  <a:pt x="464637" y="99960"/>
                </a:lnTo>
                <a:lnTo>
                  <a:pt x="464239" y="100094"/>
                </a:lnTo>
                <a:lnTo>
                  <a:pt x="463856" y="100238"/>
                </a:lnTo>
                <a:lnTo>
                  <a:pt x="463487" y="100391"/>
                </a:lnTo>
                <a:lnTo>
                  <a:pt x="463132" y="100553"/>
                </a:lnTo>
                <a:lnTo>
                  <a:pt x="462791" y="100725"/>
                </a:lnTo>
                <a:lnTo>
                  <a:pt x="462464" y="100906"/>
                </a:lnTo>
                <a:lnTo>
                  <a:pt x="462152" y="101096"/>
                </a:lnTo>
                <a:lnTo>
                  <a:pt x="461854" y="101295"/>
                </a:lnTo>
                <a:lnTo>
                  <a:pt x="461570" y="101504"/>
                </a:lnTo>
                <a:lnTo>
                  <a:pt x="461301" y="101722"/>
                </a:lnTo>
                <a:lnTo>
                  <a:pt x="461044" y="101948"/>
                </a:lnTo>
                <a:lnTo>
                  <a:pt x="460868" y="102113"/>
                </a:lnTo>
                <a:lnTo>
                  <a:pt x="460754" y="101999"/>
                </a:lnTo>
                <a:lnTo>
                  <a:pt x="460509" y="101770"/>
                </a:lnTo>
                <a:lnTo>
                  <a:pt x="460252" y="101548"/>
                </a:lnTo>
                <a:lnTo>
                  <a:pt x="459981" y="101336"/>
                </a:lnTo>
                <a:lnTo>
                  <a:pt x="459696" y="101133"/>
                </a:lnTo>
                <a:lnTo>
                  <a:pt x="459397" y="100939"/>
                </a:lnTo>
                <a:lnTo>
                  <a:pt x="459085" y="100755"/>
                </a:lnTo>
                <a:lnTo>
                  <a:pt x="458759" y="100580"/>
                </a:lnTo>
                <a:lnTo>
                  <a:pt x="458419" y="100415"/>
                </a:lnTo>
                <a:lnTo>
                  <a:pt x="458065" y="100259"/>
                </a:lnTo>
                <a:lnTo>
                  <a:pt x="457698" y="100113"/>
                </a:lnTo>
                <a:lnTo>
                  <a:pt x="457317" y="99976"/>
                </a:lnTo>
                <a:lnTo>
                  <a:pt x="456922" y="99848"/>
                </a:lnTo>
                <a:lnTo>
                  <a:pt x="456513" y="99730"/>
                </a:lnTo>
                <a:lnTo>
                  <a:pt x="456091" y="99622"/>
                </a:lnTo>
                <a:lnTo>
                  <a:pt x="455655" y="99523"/>
                </a:lnTo>
                <a:lnTo>
                  <a:pt x="455205" y="99433"/>
                </a:lnTo>
                <a:lnTo>
                  <a:pt x="454741" y="99353"/>
                </a:lnTo>
                <a:lnTo>
                  <a:pt x="454264" y="99282"/>
                </a:lnTo>
                <a:lnTo>
                  <a:pt x="453773" y="99220"/>
                </a:lnTo>
                <a:lnTo>
                  <a:pt x="453268" y="99168"/>
                </a:lnTo>
                <a:lnTo>
                  <a:pt x="452749" y="99126"/>
                </a:lnTo>
                <a:lnTo>
                  <a:pt x="452217" y="99093"/>
                </a:lnTo>
                <a:lnTo>
                  <a:pt x="451671" y="99069"/>
                </a:lnTo>
                <a:lnTo>
                  <a:pt x="451111" y="99055"/>
                </a:lnTo>
                <a:lnTo>
                  <a:pt x="450537" y="99050"/>
                </a:lnTo>
                <a:lnTo>
                  <a:pt x="445289" y="99050"/>
                </a:lnTo>
                <a:lnTo>
                  <a:pt x="444729" y="97635"/>
                </a:lnTo>
                <a:lnTo>
                  <a:pt x="444162" y="96239"/>
                </a:lnTo>
                <a:lnTo>
                  <a:pt x="443588" y="94862"/>
                </a:lnTo>
                <a:lnTo>
                  <a:pt x="443008" y="93504"/>
                </a:lnTo>
                <a:lnTo>
                  <a:pt x="442421" y="92165"/>
                </a:lnTo>
                <a:lnTo>
                  <a:pt x="441827" y="90846"/>
                </a:lnTo>
                <a:lnTo>
                  <a:pt x="441226" y="89546"/>
                </a:lnTo>
                <a:lnTo>
                  <a:pt x="440618" y="88265"/>
                </a:lnTo>
                <a:lnTo>
                  <a:pt x="440004" y="87004"/>
                </a:lnTo>
                <a:lnTo>
                  <a:pt x="439383" y="85761"/>
                </a:lnTo>
                <a:lnTo>
                  <a:pt x="438755" y="84538"/>
                </a:lnTo>
                <a:lnTo>
                  <a:pt x="438120" y="83334"/>
                </a:lnTo>
                <a:lnTo>
                  <a:pt x="437479" y="82150"/>
                </a:lnTo>
                <a:lnTo>
                  <a:pt x="436830" y="80985"/>
                </a:lnTo>
                <a:lnTo>
                  <a:pt x="436175" y="79839"/>
                </a:lnTo>
                <a:lnTo>
                  <a:pt x="435513" y="78712"/>
                </a:lnTo>
                <a:lnTo>
                  <a:pt x="434844" y="77604"/>
                </a:lnTo>
                <a:lnTo>
                  <a:pt x="434169" y="76516"/>
                </a:lnTo>
                <a:lnTo>
                  <a:pt x="433487" y="75447"/>
                </a:lnTo>
                <a:lnTo>
                  <a:pt x="432798" y="74397"/>
                </a:lnTo>
                <a:lnTo>
                  <a:pt x="432102" y="73366"/>
                </a:lnTo>
                <a:lnTo>
                  <a:pt x="431399" y="72355"/>
                </a:lnTo>
                <a:lnTo>
                  <a:pt x="430690" y="71363"/>
                </a:lnTo>
                <a:lnTo>
                  <a:pt x="429973" y="70390"/>
                </a:lnTo>
                <a:lnTo>
                  <a:pt x="429252" y="69437"/>
                </a:lnTo>
                <a:lnTo>
                  <a:pt x="428526" y="68505"/>
                </a:lnTo>
                <a:lnTo>
                  <a:pt x="427796" y="67593"/>
                </a:lnTo>
                <a:lnTo>
                  <a:pt x="427062" y="66701"/>
                </a:lnTo>
                <a:lnTo>
                  <a:pt x="426323" y="65830"/>
                </a:lnTo>
                <a:lnTo>
                  <a:pt x="425581" y="64980"/>
                </a:lnTo>
                <a:lnTo>
                  <a:pt x="424834" y="64150"/>
                </a:lnTo>
                <a:lnTo>
                  <a:pt x="424083" y="63341"/>
                </a:lnTo>
                <a:lnTo>
                  <a:pt x="423329" y="62553"/>
                </a:lnTo>
                <a:lnTo>
                  <a:pt x="422570" y="61785"/>
                </a:lnTo>
                <a:lnTo>
                  <a:pt x="421806" y="61037"/>
                </a:lnTo>
                <a:lnTo>
                  <a:pt x="421039" y="60310"/>
                </a:lnTo>
                <a:lnTo>
                  <a:pt x="420268" y="59604"/>
                </a:lnTo>
                <a:lnTo>
                  <a:pt x="419492" y="58918"/>
                </a:lnTo>
                <a:lnTo>
                  <a:pt x="418712" y="58253"/>
                </a:lnTo>
                <a:lnTo>
                  <a:pt x="417929" y="57609"/>
                </a:lnTo>
                <a:lnTo>
                  <a:pt x="417141" y="56985"/>
                </a:lnTo>
                <a:lnTo>
                  <a:pt x="416348" y="56381"/>
                </a:lnTo>
                <a:lnTo>
                  <a:pt x="415552" y="55799"/>
                </a:lnTo>
                <a:lnTo>
                  <a:pt x="414752" y="55236"/>
                </a:lnTo>
                <a:lnTo>
                  <a:pt x="413947" y="54695"/>
                </a:lnTo>
                <a:lnTo>
                  <a:pt x="413139" y="54174"/>
                </a:lnTo>
                <a:lnTo>
                  <a:pt x="412326" y="53673"/>
                </a:lnTo>
                <a:lnTo>
                  <a:pt x="411509" y="53193"/>
                </a:lnTo>
                <a:lnTo>
                  <a:pt x="446625" y="22711"/>
                </a:lnTo>
                <a:lnTo>
                  <a:pt x="447152" y="22706"/>
                </a:lnTo>
                <a:lnTo>
                  <a:pt x="447667" y="22692"/>
                </a:lnTo>
                <a:lnTo>
                  <a:pt x="448170" y="22668"/>
                </a:lnTo>
                <a:lnTo>
                  <a:pt x="448662" y="22634"/>
                </a:lnTo>
                <a:lnTo>
                  <a:pt x="449142" y="22591"/>
                </a:lnTo>
                <a:lnTo>
                  <a:pt x="449610" y="22538"/>
                </a:lnTo>
                <a:lnTo>
                  <a:pt x="450066" y="22476"/>
                </a:lnTo>
                <a:lnTo>
                  <a:pt x="450511" y="22403"/>
                </a:lnTo>
                <a:lnTo>
                  <a:pt x="450943" y="22322"/>
                </a:lnTo>
                <a:lnTo>
                  <a:pt x="451365" y="22231"/>
                </a:lnTo>
                <a:lnTo>
                  <a:pt x="451774" y="22130"/>
                </a:lnTo>
                <a:lnTo>
                  <a:pt x="452171" y="22019"/>
                </a:lnTo>
                <a:lnTo>
                  <a:pt x="452557" y="21899"/>
                </a:lnTo>
                <a:lnTo>
                  <a:pt x="452931" y="21769"/>
                </a:lnTo>
                <a:lnTo>
                  <a:pt x="453293" y="21630"/>
                </a:lnTo>
                <a:lnTo>
                  <a:pt x="453644" y="21481"/>
                </a:lnTo>
                <a:lnTo>
                  <a:pt x="453982" y="21323"/>
                </a:lnTo>
                <a:lnTo>
                  <a:pt x="454309" y="21154"/>
                </a:lnTo>
                <a:lnTo>
                  <a:pt x="454625" y="20977"/>
                </a:lnTo>
                <a:lnTo>
                  <a:pt x="454928" y="20789"/>
                </a:lnTo>
                <a:lnTo>
                  <a:pt x="455220" y="20592"/>
                </a:lnTo>
                <a:lnTo>
                  <a:pt x="455500" y="20386"/>
                </a:lnTo>
                <a:lnTo>
                  <a:pt x="455768" y="20169"/>
                </a:lnTo>
                <a:lnTo>
                  <a:pt x="456024" y="19944"/>
                </a:lnTo>
                <a:lnTo>
                  <a:pt x="456269" y="19710"/>
                </a:lnTo>
                <a:lnTo>
                  <a:pt x="456504" y="19471"/>
                </a:lnTo>
                <a:lnTo>
                  <a:pt x="456729" y="19226"/>
                </a:lnTo>
                <a:lnTo>
                  <a:pt x="456943" y="18976"/>
                </a:lnTo>
                <a:lnTo>
                  <a:pt x="457146" y="18720"/>
                </a:lnTo>
                <a:lnTo>
                  <a:pt x="457339" y="18459"/>
                </a:lnTo>
                <a:lnTo>
                  <a:pt x="457522" y="18191"/>
                </a:lnTo>
                <a:lnTo>
                  <a:pt x="457694" y="17919"/>
                </a:lnTo>
                <a:lnTo>
                  <a:pt x="457856" y="17640"/>
                </a:lnTo>
                <a:lnTo>
                  <a:pt x="458007" y="17356"/>
                </a:lnTo>
                <a:lnTo>
                  <a:pt x="458148" y="17066"/>
                </a:lnTo>
                <a:lnTo>
                  <a:pt x="458278" y="16771"/>
                </a:lnTo>
                <a:lnTo>
                  <a:pt x="458399" y="16470"/>
                </a:lnTo>
                <a:lnTo>
                  <a:pt x="458508" y="16163"/>
                </a:lnTo>
                <a:lnTo>
                  <a:pt x="458607" y="15851"/>
                </a:lnTo>
                <a:lnTo>
                  <a:pt x="458696" y="15533"/>
                </a:lnTo>
                <a:lnTo>
                  <a:pt x="458774" y="15209"/>
                </a:lnTo>
                <a:lnTo>
                  <a:pt x="458842" y="14880"/>
                </a:lnTo>
                <a:lnTo>
                  <a:pt x="458899" y="14545"/>
                </a:lnTo>
                <a:lnTo>
                  <a:pt x="458946" y="14205"/>
                </a:lnTo>
                <a:lnTo>
                  <a:pt x="458983" y="13859"/>
                </a:lnTo>
                <a:lnTo>
                  <a:pt x="459009" y="13507"/>
                </a:lnTo>
                <a:lnTo>
                  <a:pt x="459025" y="13150"/>
                </a:lnTo>
                <a:lnTo>
                  <a:pt x="459030" y="12787"/>
                </a:lnTo>
                <a:lnTo>
                  <a:pt x="459025" y="12424"/>
                </a:lnTo>
                <a:lnTo>
                  <a:pt x="459009" y="12067"/>
                </a:lnTo>
                <a:lnTo>
                  <a:pt x="458983" y="11716"/>
                </a:lnTo>
                <a:lnTo>
                  <a:pt x="458946" y="11371"/>
                </a:lnTo>
                <a:lnTo>
                  <a:pt x="458899" y="11032"/>
                </a:lnTo>
                <a:lnTo>
                  <a:pt x="458842" y="10699"/>
                </a:lnTo>
                <a:lnTo>
                  <a:pt x="458774" y="10372"/>
                </a:lnTo>
                <a:lnTo>
                  <a:pt x="458696" y="10051"/>
                </a:lnTo>
                <a:lnTo>
                  <a:pt x="458607" y="9736"/>
                </a:lnTo>
                <a:lnTo>
                  <a:pt x="458508" y="9427"/>
                </a:lnTo>
                <a:lnTo>
                  <a:pt x="458399" y="9124"/>
                </a:lnTo>
                <a:lnTo>
                  <a:pt x="458278" y="8827"/>
                </a:lnTo>
                <a:lnTo>
                  <a:pt x="458148" y="8536"/>
                </a:lnTo>
                <a:lnTo>
                  <a:pt x="458007" y="8250"/>
                </a:lnTo>
                <a:lnTo>
                  <a:pt x="457856" y="7971"/>
                </a:lnTo>
                <a:lnTo>
                  <a:pt x="457694" y="7698"/>
                </a:lnTo>
                <a:lnTo>
                  <a:pt x="457522" y="7430"/>
                </a:lnTo>
                <a:lnTo>
                  <a:pt x="457339" y="7169"/>
                </a:lnTo>
                <a:lnTo>
                  <a:pt x="457146" y="6913"/>
                </a:lnTo>
                <a:lnTo>
                  <a:pt x="456943" y="6664"/>
                </a:lnTo>
                <a:lnTo>
                  <a:pt x="456729" y="6420"/>
                </a:lnTo>
                <a:lnTo>
                  <a:pt x="456504" y="6183"/>
                </a:lnTo>
                <a:lnTo>
                  <a:pt x="456269" y="5951"/>
                </a:lnTo>
                <a:lnTo>
                  <a:pt x="456024" y="5725"/>
                </a:lnTo>
                <a:lnTo>
                  <a:pt x="455767" y="5507"/>
                </a:lnTo>
                <a:lnTo>
                  <a:pt x="455495" y="5299"/>
                </a:lnTo>
                <a:lnTo>
                  <a:pt x="455209" y="5099"/>
                </a:lnTo>
                <a:lnTo>
                  <a:pt x="454909" y="4909"/>
                </a:lnTo>
                <a:lnTo>
                  <a:pt x="454596" y="4728"/>
                </a:lnTo>
                <a:lnTo>
                  <a:pt x="454268" y="4557"/>
                </a:lnTo>
                <a:lnTo>
                  <a:pt x="453926" y="4394"/>
                </a:lnTo>
                <a:lnTo>
                  <a:pt x="453570" y="4241"/>
                </a:lnTo>
                <a:lnTo>
                  <a:pt x="453199" y="4097"/>
                </a:lnTo>
                <a:lnTo>
                  <a:pt x="452815" y="3963"/>
                </a:lnTo>
                <a:lnTo>
                  <a:pt x="452417" y="3838"/>
                </a:lnTo>
                <a:lnTo>
                  <a:pt x="452004" y="3722"/>
                </a:lnTo>
                <a:lnTo>
                  <a:pt x="451578" y="3615"/>
                </a:lnTo>
                <a:lnTo>
                  <a:pt x="451137" y="3517"/>
                </a:lnTo>
                <a:lnTo>
                  <a:pt x="450683" y="3429"/>
                </a:lnTo>
                <a:lnTo>
                  <a:pt x="450214" y="3350"/>
                </a:lnTo>
                <a:lnTo>
                  <a:pt x="449731" y="3281"/>
                </a:lnTo>
                <a:lnTo>
                  <a:pt x="449234" y="3221"/>
                </a:lnTo>
                <a:lnTo>
                  <a:pt x="448723" y="3170"/>
                </a:lnTo>
                <a:lnTo>
                  <a:pt x="448198" y="3128"/>
                </a:lnTo>
                <a:lnTo>
                  <a:pt x="447659" y="3095"/>
                </a:lnTo>
                <a:lnTo>
                  <a:pt x="447106" y="3072"/>
                </a:lnTo>
                <a:lnTo>
                  <a:pt x="446538" y="3058"/>
                </a:lnTo>
                <a:lnTo>
                  <a:pt x="445957" y="3054"/>
                </a:lnTo>
                <a:lnTo>
                  <a:pt x="426013" y="2863"/>
                </a:lnTo>
                <a:lnTo>
                  <a:pt x="425432" y="2868"/>
                </a:lnTo>
                <a:lnTo>
                  <a:pt x="424864" y="2883"/>
                </a:lnTo>
                <a:lnTo>
                  <a:pt x="424311" y="2907"/>
                </a:lnTo>
                <a:lnTo>
                  <a:pt x="423772" y="2942"/>
                </a:lnTo>
                <a:lnTo>
                  <a:pt x="423247" y="2987"/>
                </a:lnTo>
                <a:lnTo>
                  <a:pt x="422736" y="3042"/>
                </a:lnTo>
                <a:lnTo>
                  <a:pt x="422239" y="3106"/>
                </a:lnTo>
                <a:lnTo>
                  <a:pt x="421756" y="3181"/>
                </a:lnTo>
                <a:lnTo>
                  <a:pt x="421287" y="3265"/>
                </a:lnTo>
                <a:lnTo>
                  <a:pt x="420833" y="3360"/>
                </a:lnTo>
                <a:lnTo>
                  <a:pt x="420392" y="3464"/>
                </a:lnTo>
                <a:lnTo>
                  <a:pt x="419966" y="3578"/>
                </a:lnTo>
                <a:lnTo>
                  <a:pt x="419553" y="3703"/>
                </a:lnTo>
                <a:lnTo>
                  <a:pt x="419155" y="3837"/>
                </a:lnTo>
                <a:lnTo>
                  <a:pt x="418771" y="3981"/>
                </a:lnTo>
                <a:lnTo>
                  <a:pt x="418400" y="4135"/>
                </a:lnTo>
                <a:lnTo>
                  <a:pt x="418044" y="4299"/>
                </a:lnTo>
                <a:lnTo>
                  <a:pt x="417702" y="4473"/>
                </a:lnTo>
                <a:lnTo>
                  <a:pt x="417374" y="4657"/>
                </a:lnTo>
                <a:lnTo>
                  <a:pt x="417061" y="4851"/>
                </a:lnTo>
                <a:lnTo>
                  <a:pt x="416761" y="5055"/>
                </a:lnTo>
                <a:lnTo>
                  <a:pt x="416475" y="5268"/>
                </a:lnTo>
                <a:lnTo>
                  <a:pt x="416203" y="5492"/>
                </a:lnTo>
                <a:lnTo>
                  <a:pt x="415946" y="5725"/>
                </a:lnTo>
                <a:lnTo>
                  <a:pt x="415701" y="5967"/>
                </a:lnTo>
                <a:lnTo>
                  <a:pt x="415466" y="6213"/>
                </a:lnTo>
                <a:lnTo>
                  <a:pt x="415241" y="6465"/>
                </a:lnTo>
                <a:lnTo>
                  <a:pt x="415027" y="6722"/>
                </a:lnTo>
                <a:lnTo>
                  <a:pt x="414824" y="6985"/>
                </a:lnTo>
                <a:lnTo>
                  <a:pt x="414631" y="7252"/>
                </a:lnTo>
                <a:lnTo>
                  <a:pt x="414448" y="7525"/>
                </a:lnTo>
                <a:lnTo>
                  <a:pt x="414276" y="7804"/>
                </a:lnTo>
                <a:lnTo>
                  <a:pt x="414114" y="8087"/>
                </a:lnTo>
                <a:lnTo>
                  <a:pt x="413963" y="8376"/>
                </a:lnTo>
                <a:lnTo>
                  <a:pt x="413822" y="8670"/>
                </a:lnTo>
                <a:lnTo>
                  <a:pt x="413692" y="8970"/>
                </a:lnTo>
                <a:lnTo>
                  <a:pt x="413571" y="9275"/>
                </a:lnTo>
                <a:lnTo>
                  <a:pt x="413462" y="9585"/>
                </a:lnTo>
                <a:lnTo>
                  <a:pt x="413363" y="9900"/>
                </a:lnTo>
                <a:lnTo>
                  <a:pt x="413274" y="10221"/>
                </a:lnTo>
                <a:lnTo>
                  <a:pt x="413196" y="10547"/>
                </a:lnTo>
                <a:lnTo>
                  <a:pt x="413128" y="10878"/>
                </a:lnTo>
                <a:lnTo>
                  <a:pt x="413071" y="11215"/>
                </a:lnTo>
                <a:lnTo>
                  <a:pt x="413024" y="11557"/>
                </a:lnTo>
                <a:lnTo>
                  <a:pt x="412987" y="11904"/>
                </a:lnTo>
                <a:lnTo>
                  <a:pt x="412961" y="12257"/>
                </a:lnTo>
                <a:lnTo>
                  <a:pt x="412945" y="12615"/>
                </a:lnTo>
                <a:lnTo>
                  <a:pt x="412940" y="12978"/>
                </a:lnTo>
                <a:lnTo>
                  <a:pt x="412942" y="13340"/>
                </a:lnTo>
                <a:lnTo>
                  <a:pt x="412948" y="13694"/>
                </a:lnTo>
                <a:lnTo>
                  <a:pt x="412958" y="14041"/>
                </a:lnTo>
                <a:lnTo>
                  <a:pt x="412972" y="14380"/>
                </a:lnTo>
                <a:lnTo>
                  <a:pt x="412990" y="14711"/>
                </a:lnTo>
                <a:lnTo>
                  <a:pt x="413012" y="15035"/>
                </a:lnTo>
                <a:lnTo>
                  <a:pt x="413037" y="15352"/>
                </a:lnTo>
                <a:lnTo>
                  <a:pt x="413067" y="15660"/>
                </a:lnTo>
                <a:lnTo>
                  <a:pt x="413101" y="15961"/>
                </a:lnTo>
                <a:lnTo>
                  <a:pt x="413139" y="16255"/>
                </a:lnTo>
                <a:lnTo>
                  <a:pt x="413181" y="16540"/>
                </a:lnTo>
                <a:lnTo>
                  <a:pt x="413226" y="16819"/>
                </a:lnTo>
                <a:lnTo>
                  <a:pt x="413276" y="17089"/>
                </a:lnTo>
                <a:lnTo>
                  <a:pt x="413330" y="17352"/>
                </a:lnTo>
                <a:lnTo>
                  <a:pt x="413387" y="17607"/>
                </a:lnTo>
                <a:lnTo>
                  <a:pt x="413449" y="17855"/>
                </a:lnTo>
                <a:lnTo>
                  <a:pt x="413515" y="18095"/>
                </a:lnTo>
                <a:lnTo>
                  <a:pt x="413584" y="18327"/>
                </a:lnTo>
                <a:lnTo>
                  <a:pt x="413658" y="18552"/>
                </a:lnTo>
                <a:lnTo>
                  <a:pt x="413735" y="18769"/>
                </a:lnTo>
                <a:lnTo>
                  <a:pt x="413817" y="18979"/>
                </a:lnTo>
                <a:lnTo>
                  <a:pt x="413902" y="19181"/>
                </a:lnTo>
                <a:lnTo>
                  <a:pt x="413992" y="19375"/>
                </a:lnTo>
                <a:lnTo>
                  <a:pt x="414085" y="19562"/>
                </a:lnTo>
                <a:lnTo>
                  <a:pt x="414184" y="19741"/>
                </a:lnTo>
                <a:lnTo>
                  <a:pt x="414289" y="19913"/>
                </a:lnTo>
                <a:lnTo>
                  <a:pt x="414401" y="20076"/>
                </a:lnTo>
                <a:lnTo>
                  <a:pt x="414520" y="20233"/>
                </a:lnTo>
                <a:lnTo>
                  <a:pt x="414645" y="20381"/>
                </a:lnTo>
                <a:lnTo>
                  <a:pt x="414777" y="20522"/>
                </a:lnTo>
                <a:lnTo>
                  <a:pt x="414915" y="20656"/>
                </a:lnTo>
                <a:lnTo>
                  <a:pt x="415061" y="20781"/>
                </a:lnTo>
                <a:lnTo>
                  <a:pt x="415212" y="20899"/>
                </a:lnTo>
                <a:lnTo>
                  <a:pt x="415371" y="21010"/>
                </a:lnTo>
                <a:lnTo>
                  <a:pt x="415536" y="21113"/>
                </a:lnTo>
                <a:lnTo>
                  <a:pt x="415707" y="21208"/>
                </a:lnTo>
                <a:lnTo>
                  <a:pt x="415886" y="21296"/>
                </a:lnTo>
                <a:lnTo>
                  <a:pt x="416070" y="21376"/>
                </a:lnTo>
                <a:lnTo>
                  <a:pt x="416262" y="21448"/>
                </a:lnTo>
                <a:lnTo>
                  <a:pt x="416460" y="21513"/>
                </a:lnTo>
                <a:lnTo>
                  <a:pt x="416665" y="21570"/>
                </a:lnTo>
                <a:lnTo>
                  <a:pt x="416876" y="21620"/>
                </a:lnTo>
                <a:lnTo>
                  <a:pt x="417094" y="21661"/>
                </a:lnTo>
                <a:lnTo>
                  <a:pt x="417319" y="21696"/>
                </a:lnTo>
                <a:lnTo>
                  <a:pt x="417550" y="21722"/>
                </a:lnTo>
                <a:lnTo>
                  <a:pt x="417788" y="21741"/>
                </a:lnTo>
                <a:lnTo>
                  <a:pt x="418033" y="21753"/>
                </a:lnTo>
                <a:lnTo>
                  <a:pt x="418284" y="21757"/>
                </a:lnTo>
                <a:lnTo>
                  <a:pt x="383549" y="51529"/>
                </a:lnTo>
                <a:lnTo>
                  <a:pt x="383549" y="22711"/>
                </a:lnTo>
                <a:lnTo>
                  <a:pt x="390611" y="22711"/>
                </a:lnTo>
                <a:lnTo>
                  <a:pt x="391192" y="22706"/>
                </a:lnTo>
                <a:lnTo>
                  <a:pt x="391760" y="22692"/>
                </a:lnTo>
                <a:lnTo>
                  <a:pt x="392313" y="22668"/>
                </a:lnTo>
                <a:lnTo>
                  <a:pt x="392852" y="22634"/>
                </a:lnTo>
                <a:lnTo>
                  <a:pt x="393377" y="22591"/>
                </a:lnTo>
                <a:lnTo>
                  <a:pt x="393888" y="22538"/>
                </a:lnTo>
                <a:lnTo>
                  <a:pt x="394385" y="22476"/>
                </a:lnTo>
                <a:lnTo>
                  <a:pt x="394868" y="22403"/>
                </a:lnTo>
                <a:lnTo>
                  <a:pt x="395337" y="22322"/>
                </a:lnTo>
                <a:lnTo>
                  <a:pt x="395791" y="22231"/>
                </a:lnTo>
                <a:lnTo>
                  <a:pt x="396232" y="22130"/>
                </a:lnTo>
                <a:lnTo>
                  <a:pt x="396658" y="22019"/>
                </a:lnTo>
                <a:lnTo>
                  <a:pt x="397071" y="21899"/>
                </a:lnTo>
                <a:lnTo>
                  <a:pt x="397469" y="21769"/>
                </a:lnTo>
                <a:lnTo>
                  <a:pt x="397853" y="21630"/>
                </a:lnTo>
                <a:lnTo>
                  <a:pt x="398224" y="21481"/>
                </a:lnTo>
                <a:lnTo>
                  <a:pt x="398580" y="21323"/>
                </a:lnTo>
                <a:lnTo>
                  <a:pt x="398922" y="21154"/>
                </a:lnTo>
                <a:lnTo>
                  <a:pt x="399250" y="20977"/>
                </a:lnTo>
                <a:lnTo>
                  <a:pt x="399563" y="20789"/>
                </a:lnTo>
                <a:lnTo>
                  <a:pt x="399863" y="20592"/>
                </a:lnTo>
                <a:lnTo>
                  <a:pt x="400149" y="20386"/>
                </a:lnTo>
                <a:lnTo>
                  <a:pt x="400421" y="20169"/>
                </a:lnTo>
                <a:lnTo>
                  <a:pt x="400678" y="19944"/>
                </a:lnTo>
                <a:lnTo>
                  <a:pt x="400923" y="19710"/>
                </a:lnTo>
                <a:lnTo>
                  <a:pt x="401158" y="19471"/>
                </a:lnTo>
                <a:lnTo>
                  <a:pt x="401383" y="19226"/>
                </a:lnTo>
                <a:lnTo>
                  <a:pt x="401596" y="18976"/>
                </a:lnTo>
                <a:lnTo>
                  <a:pt x="401800" y="18720"/>
                </a:lnTo>
                <a:lnTo>
                  <a:pt x="401993" y="18459"/>
                </a:lnTo>
                <a:lnTo>
                  <a:pt x="402176" y="18191"/>
                </a:lnTo>
                <a:lnTo>
                  <a:pt x="402348" y="17919"/>
                </a:lnTo>
                <a:lnTo>
                  <a:pt x="402510" y="17640"/>
                </a:lnTo>
                <a:lnTo>
                  <a:pt x="402661" y="17356"/>
                </a:lnTo>
                <a:lnTo>
                  <a:pt x="402802" y="17066"/>
                </a:lnTo>
                <a:lnTo>
                  <a:pt x="402932" y="16771"/>
                </a:lnTo>
                <a:lnTo>
                  <a:pt x="403052" y="16470"/>
                </a:lnTo>
                <a:lnTo>
                  <a:pt x="403162" y="16163"/>
                </a:lnTo>
                <a:lnTo>
                  <a:pt x="403261" y="15851"/>
                </a:lnTo>
                <a:lnTo>
                  <a:pt x="403350" y="15533"/>
                </a:lnTo>
                <a:lnTo>
                  <a:pt x="403428" y="15209"/>
                </a:lnTo>
                <a:lnTo>
                  <a:pt x="403496" y="14880"/>
                </a:lnTo>
                <a:lnTo>
                  <a:pt x="403553" y="14545"/>
                </a:lnTo>
                <a:lnTo>
                  <a:pt x="403600" y="14205"/>
                </a:lnTo>
                <a:lnTo>
                  <a:pt x="403637" y="13859"/>
                </a:lnTo>
                <a:lnTo>
                  <a:pt x="403663" y="13507"/>
                </a:lnTo>
                <a:lnTo>
                  <a:pt x="403679" y="13150"/>
                </a:lnTo>
                <a:lnTo>
                  <a:pt x="403684" y="12787"/>
                </a:lnTo>
                <a:lnTo>
                  <a:pt x="403679" y="12424"/>
                </a:lnTo>
                <a:lnTo>
                  <a:pt x="403663" y="12067"/>
                </a:lnTo>
                <a:lnTo>
                  <a:pt x="403637" y="11716"/>
                </a:lnTo>
                <a:lnTo>
                  <a:pt x="403600" y="11371"/>
                </a:lnTo>
                <a:lnTo>
                  <a:pt x="403553" y="11032"/>
                </a:lnTo>
                <a:lnTo>
                  <a:pt x="403496" y="10699"/>
                </a:lnTo>
                <a:lnTo>
                  <a:pt x="403428" y="10372"/>
                </a:lnTo>
                <a:lnTo>
                  <a:pt x="403350" y="10051"/>
                </a:lnTo>
                <a:lnTo>
                  <a:pt x="403261" y="9736"/>
                </a:lnTo>
                <a:lnTo>
                  <a:pt x="403162" y="9427"/>
                </a:lnTo>
                <a:lnTo>
                  <a:pt x="403052" y="9124"/>
                </a:lnTo>
                <a:lnTo>
                  <a:pt x="402932" y="8827"/>
                </a:lnTo>
                <a:lnTo>
                  <a:pt x="402802" y="8536"/>
                </a:lnTo>
                <a:lnTo>
                  <a:pt x="402661" y="8250"/>
                </a:lnTo>
                <a:lnTo>
                  <a:pt x="402510" y="7971"/>
                </a:lnTo>
                <a:lnTo>
                  <a:pt x="402348" y="7698"/>
                </a:lnTo>
                <a:lnTo>
                  <a:pt x="402176" y="7430"/>
                </a:lnTo>
                <a:lnTo>
                  <a:pt x="401993" y="7169"/>
                </a:lnTo>
                <a:lnTo>
                  <a:pt x="401800" y="6913"/>
                </a:lnTo>
                <a:lnTo>
                  <a:pt x="401596" y="6664"/>
                </a:lnTo>
                <a:lnTo>
                  <a:pt x="401383" y="6420"/>
                </a:lnTo>
                <a:lnTo>
                  <a:pt x="401158" y="6183"/>
                </a:lnTo>
                <a:lnTo>
                  <a:pt x="400923" y="5951"/>
                </a:lnTo>
                <a:lnTo>
                  <a:pt x="400678" y="5725"/>
                </a:lnTo>
                <a:lnTo>
                  <a:pt x="400421" y="5507"/>
                </a:lnTo>
                <a:lnTo>
                  <a:pt x="400149" y="5299"/>
                </a:lnTo>
                <a:lnTo>
                  <a:pt x="399863" y="5099"/>
                </a:lnTo>
                <a:lnTo>
                  <a:pt x="399563" y="4909"/>
                </a:lnTo>
                <a:lnTo>
                  <a:pt x="399250" y="4728"/>
                </a:lnTo>
                <a:lnTo>
                  <a:pt x="398922" y="4557"/>
                </a:lnTo>
                <a:lnTo>
                  <a:pt x="398580" y="4394"/>
                </a:lnTo>
                <a:lnTo>
                  <a:pt x="398224" y="4241"/>
                </a:lnTo>
                <a:lnTo>
                  <a:pt x="397853" y="4097"/>
                </a:lnTo>
                <a:lnTo>
                  <a:pt x="397469" y="3963"/>
                </a:lnTo>
                <a:lnTo>
                  <a:pt x="397071" y="3838"/>
                </a:lnTo>
                <a:lnTo>
                  <a:pt x="396658" y="3722"/>
                </a:lnTo>
                <a:lnTo>
                  <a:pt x="396232" y="3615"/>
                </a:lnTo>
                <a:lnTo>
                  <a:pt x="395791" y="3517"/>
                </a:lnTo>
                <a:lnTo>
                  <a:pt x="395337" y="3429"/>
                </a:lnTo>
                <a:lnTo>
                  <a:pt x="394868" y="3350"/>
                </a:lnTo>
                <a:lnTo>
                  <a:pt x="394385" y="3281"/>
                </a:lnTo>
                <a:lnTo>
                  <a:pt x="393888" y="3221"/>
                </a:lnTo>
                <a:lnTo>
                  <a:pt x="393377" y="3170"/>
                </a:lnTo>
                <a:lnTo>
                  <a:pt x="392852" y="3128"/>
                </a:lnTo>
                <a:lnTo>
                  <a:pt x="392313" y="3095"/>
                </a:lnTo>
                <a:lnTo>
                  <a:pt x="391760" y="3072"/>
                </a:lnTo>
                <a:lnTo>
                  <a:pt x="391192" y="3058"/>
                </a:lnTo>
                <a:lnTo>
                  <a:pt x="390611" y="3054"/>
                </a:lnTo>
                <a:lnTo>
                  <a:pt x="360934" y="2863"/>
                </a:lnTo>
                <a:lnTo>
                  <a:pt x="360352" y="2867"/>
                </a:lnTo>
                <a:lnTo>
                  <a:pt x="359785" y="2882"/>
                </a:lnTo>
                <a:lnTo>
                  <a:pt x="359232" y="2905"/>
                </a:lnTo>
                <a:lnTo>
                  <a:pt x="358693" y="2938"/>
                </a:lnTo>
                <a:lnTo>
                  <a:pt x="358168" y="2981"/>
                </a:lnTo>
                <a:lnTo>
                  <a:pt x="357657" y="3033"/>
                </a:lnTo>
                <a:lnTo>
                  <a:pt x="357160" y="3094"/>
                </a:lnTo>
                <a:lnTo>
                  <a:pt x="356677" y="3165"/>
                </a:lnTo>
                <a:lnTo>
                  <a:pt x="356208" y="3245"/>
                </a:lnTo>
                <a:lnTo>
                  <a:pt x="355753" y="3335"/>
                </a:lnTo>
                <a:lnTo>
                  <a:pt x="355313" y="3434"/>
                </a:lnTo>
                <a:lnTo>
                  <a:pt x="354886" y="3543"/>
                </a:lnTo>
                <a:lnTo>
                  <a:pt x="354474" y="3661"/>
                </a:lnTo>
                <a:lnTo>
                  <a:pt x="354076" y="3788"/>
                </a:lnTo>
                <a:lnTo>
                  <a:pt x="353691" y="3925"/>
                </a:lnTo>
                <a:lnTo>
                  <a:pt x="353321" y="4071"/>
                </a:lnTo>
                <a:lnTo>
                  <a:pt x="352965" y="4227"/>
                </a:lnTo>
                <a:lnTo>
                  <a:pt x="352623" y="4393"/>
                </a:lnTo>
                <a:lnTo>
                  <a:pt x="352295" y="4567"/>
                </a:lnTo>
                <a:lnTo>
                  <a:pt x="351981" y="4751"/>
                </a:lnTo>
                <a:lnTo>
                  <a:pt x="351681" y="4945"/>
                </a:lnTo>
                <a:lnTo>
                  <a:pt x="351396" y="5148"/>
                </a:lnTo>
                <a:lnTo>
                  <a:pt x="351124" y="5360"/>
                </a:lnTo>
                <a:lnTo>
                  <a:pt x="350867" y="5582"/>
                </a:lnTo>
                <a:lnTo>
                  <a:pt x="350621" y="5812"/>
                </a:lnTo>
                <a:lnTo>
                  <a:pt x="350386" y="6047"/>
                </a:lnTo>
                <a:lnTo>
                  <a:pt x="350162" y="6288"/>
                </a:lnTo>
                <a:lnTo>
                  <a:pt x="349948" y="6535"/>
                </a:lnTo>
                <a:lnTo>
                  <a:pt x="349745" y="6788"/>
                </a:lnTo>
                <a:lnTo>
                  <a:pt x="349552" y="7046"/>
                </a:lnTo>
                <a:lnTo>
                  <a:pt x="349369" y="7311"/>
                </a:lnTo>
                <a:lnTo>
                  <a:pt x="349197" y="7581"/>
                </a:lnTo>
                <a:lnTo>
                  <a:pt x="349035" y="7857"/>
                </a:lnTo>
                <a:lnTo>
                  <a:pt x="348884" y="8139"/>
                </a:lnTo>
                <a:lnTo>
                  <a:pt x="348743" y="8426"/>
                </a:lnTo>
                <a:lnTo>
                  <a:pt x="348612" y="8719"/>
                </a:lnTo>
                <a:lnTo>
                  <a:pt x="348492" y="9019"/>
                </a:lnTo>
                <a:lnTo>
                  <a:pt x="348383" y="9323"/>
                </a:lnTo>
                <a:lnTo>
                  <a:pt x="348283" y="9634"/>
                </a:lnTo>
                <a:lnTo>
                  <a:pt x="348195" y="9951"/>
                </a:lnTo>
                <a:lnTo>
                  <a:pt x="348116" y="10273"/>
                </a:lnTo>
                <a:lnTo>
                  <a:pt x="348049" y="10601"/>
                </a:lnTo>
                <a:lnTo>
                  <a:pt x="347991" y="10935"/>
                </a:lnTo>
                <a:lnTo>
                  <a:pt x="347944" y="11275"/>
                </a:lnTo>
                <a:lnTo>
                  <a:pt x="347908" y="11620"/>
                </a:lnTo>
                <a:lnTo>
                  <a:pt x="347882" y="11971"/>
                </a:lnTo>
                <a:lnTo>
                  <a:pt x="347866" y="12329"/>
                </a:lnTo>
                <a:lnTo>
                  <a:pt x="347861" y="12691"/>
                </a:lnTo>
                <a:lnTo>
                  <a:pt x="347866" y="13054"/>
                </a:lnTo>
                <a:lnTo>
                  <a:pt x="347882" y="13411"/>
                </a:lnTo>
                <a:lnTo>
                  <a:pt x="347908" y="13763"/>
                </a:lnTo>
                <a:lnTo>
                  <a:pt x="347944" y="14108"/>
                </a:lnTo>
                <a:lnTo>
                  <a:pt x="347991" y="14448"/>
                </a:lnTo>
                <a:lnTo>
                  <a:pt x="348049" y="14782"/>
                </a:lnTo>
                <a:lnTo>
                  <a:pt x="348116" y="15110"/>
                </a:lnTo>
                <a:lnTo>
                  <a:pt x="348195" y="15432"/>
                </a:lnTo>
                <a:lnTo>
                  <a:pt x="348283" y="15749"/>
                </a:lnTo>
                <a:lnTo>
                  <a:pt x="348383" y="16059"/>
                </a:lnTo>
                <a:lnTo>
                  <a:pt x="348492" y="16364"/>
                </a:lnTo>
                <a:lnTo>
                  <a:pt x="348612" y="16663"/>
                </a:lnTo>
                <a:lnTo>
                  <a:pt x="348743" y="16957"/>
                </a:lnTo>
                <a:lnTo>
                  <a:pt x="348884" y="17244"/>
                </a:lnTo>
                <a:lnTo>
                  <a:pt x="349035" y="17526"/>
                </a:lnTo>
                <a:lnTo>
                  <a:pt x="349197" y="17802"/>
                </a:lnTo>
                <a:lnTo>
                  <a:pt x="349369" y="18072"/>
                </a:lnTo>
                <a:lnTo>
                  <a:pt x="349552" y="18336"/>
                </a:lnTo>
                <a:lnTo>
                  <a:pt x="349745" y="18595"/>
                </a:lnTo>
                <a:lnTo>
                  <a:pt x="349948" y="18848"/>
                </a:lnTo>
                <a:lnTo>
                  <a:pt x="350162" y="19095"/>
                </a:lnTo>
                <a:lnTo>
                  <a:pt x="350386" y="19336"/>
                </a:lnTo>
                <a:lnTo>
                  <a:pt x="350621" y="19571"/>
                </a:lnTo>
                <a:lnTo>
                  <a:pt x="350867" y="19801"/>
                </a:lnTo>
                <a:lnTo>
                  <a:pt x="351124" y="20022"/>
                </a:lnTo>
                <a:lnTo>
                  <a:pt x="351396" y="20235"/>
                </a:lnTo>
                <a:lnTo>
                  <a:pt x="351681" y="20438"/>
                </a:lnTo>
                <a:lnTo>
                  <a:pt x="351981" y="20632"/>
                </a:lnTo>
                <a:lnTo>
                  <a:pt x="352295" y="20816"/>
                </a:lnTo>
                <a:lnTo>
                  <a:pt x="352623" y="20990"/>
                </a:lnTo>
                <a:lnTo>
                  <a:pt x="352965" y="21156"/>
                </a:lnTo>
                <a:lnTo>
                  <a:pt x="353321" y="21311"/>
                </a:lnTo>
                <a:lnTo>
                  <a:pt x="353691" y="21458"/>
                </a:lnTo>
                <a:lnTo>
                  <a:pt x="354076" y="21595"/>
                </a:lnTo>
                <a:lnTo>
                  <a:pt x="354474" y="21722"/>
                </a:lnTo>
                <a:lnTo>
                  <a:pt x="354886" y="21840"/>
                </a:lnTo>
                <a:lnTo>
                  <a:pt x="355313" y="21949"/>
                </a:lnTo>
                <a:lnTo>
                  <a:pt x="355753" y="22048"/>
                </a:lnTo>
                <a:lnTo>
                  <a:pt x="356208" y="22138"/>
                </a:lnTo>
                <a:lnTo>
                  <a:pt x="356677" y="22218"/>
                </a:lnTo>
                <a:lnTo>
                  <a:pt x="357160" y="22289"/>
                </a:lnTo>
                <a:lnTo>
                  <a:pt x="357657" y="22350"/>
                </a:lnTo>
                <a:lnTo>
                  <a:pt x="358168" y="22402"/>
                </a:lnTo>
                <a:lnTo>
                  <a:pt x="358693" y="22445"/>
                </a:lnTo>
                <a:lnTo>
                  <a:pt x="359232" y="22478"/>
                </a:lnTo>
                <a:lnTo>
                  <a:pt x="359785" y="22501"/>
                </a:lnTo>
                <a:lnTo>
                  <a:pt x="360352" y="22515"/>
                </a:lnTo>
                <a:lnTo>
                  <a:pt x="360934" y="22520"/>
                </a:lnTo>
                <a:lnTo>
                  <a:pt x="363987" y="22520"/>
                </a:lnTo>
                <a:lnTo>
                  <a:pt x="363987" y="99050"/>
                </a:lnTo>
                <a:lnTo>
                  <a:pt x="360934" y="99050"/>
                </a:lnTo>
                <a:lnTo>
                  <a:pt x="360360" y="99055"/>
                </a:lnTo>
                <a:lnTo>
                  <a:pt x="359800" y="99069"/>
                </a:lnTo>
                <a:lnTo>
                  <a:pt x="359253" y="99092"/>
                </a:lnTo>
                <a:lnTo>
                  <a:pt x="358721" y="99125"/>
                </a:lnTo>
                <a:lnTo>
                  <a:pt x="358201" y="99166"/>
                </a:lnTo>
                <a:lnTo>
                  <a:pt x="357695" y="99217"/>
                </a:lnTo>
                <a:lnTo>
                  <a:pt x="357203" y="99278"/>
                </a:lnTo>
                <a:lnTo>
                  <a:pt x="356725" y="99347"/>
                </a:lnTo>
                <a:lnTo>
                  <a:pt x="356260" y="99426"/>
                </a:lnTo>
                <a:lnTo>
                  <a:pt x="355808" y="99514"/>
                </a:lnTo>
                <a:lnTo>
                  <a:pt x="355370" y="99612"/>
                </a:lnTo>
                <a:lnTo>
                  <a:pt x="354946" y="99718"/>
                </a:lnTo>
                <a:lnTo>
                  <a:pt x="354535" y="99834"/>
                </a:lnTo>
                <a:lnTo>
                  <a:pt x="354138" y="99960"/>
                </a:lnTo>
                <a:lnTo>
                  <a:pt x="353755" y="100094"/>
                </a:lnTo>
                <a:lnTo>
                  <a:pt x="353385" y="100238"/>
                </a:lnTo>
                <a:lnTo>
                  <a:pt x="353028" y="100391"/>
                </a:lnTo>
                <a:lnTo>
                  <a:pt x="352686" y="100553"/>
                </a:lnTo>
                <a:lnTo>
                  <a:pt x="352356" y="100725"/>
                </a:lnTo>
                <a:lnTo>
                  <a:pt x="352041" y="100906"/>
                </a:lnTo>
                <a:lnTo>
                  <a:pt x="351739" y="101096"/>
                </a:lnTo>
                <a:lnTo>
                  <a:pt x="351450" y="101295"/>
                </a:lnTo>
                <a:lnTo>
                  <a:pt x="351176" y="101504"/>
                </a:lnTo>
                <a:lnTo>
                  <a:pt x="350914" y="101722"/>
                </a:lnTo>
                <a:lnTo>
                  <a:pt x="350665" y="101948"/>
                </a:lnTo>
                <a:lnTo>
                  <a:pt x="350427" y="102179"/>
                </a:lnTo>
                <a:lnTo>
                  <a:pt x="350199" y="102417"/>
                </a:lnTo>
                <a:lnTo>
                  <a:pt x="349981" y="102661"/>
                </a:lnTo>
                <a:lnTo>
                  <a:pt x="349775" y="102910"/>
                </a:lnTo>
                <a:lnTo>
                  <a:pt x="349578" y="103166"/>
                </a:lnTo>
                <a:lnTo>
                  <a:pt x="349393" y="103427"/>
                </a:lnTo>
                <a:lnTo>
                  <a:pt x="349218" y="103694"/>
                </a:lnTo>
                <a:lnTo>
                  <a:pt x="349054" y="103968"/>
                </a:lnTo>
                <a:lnTo>
                  <a:pt x="348900" y="104247"/>
                </a:lnTo>
                <a:lnTo>
                  <a:pt x="348757" y="104532"/>
                </a:lnTo>
                <a:lnTo>
                  <a:pt x="348692" y="104675"/>
                </a:lnTo>
                <a:lnTo>
                  <a:pt x="348690" y="104671"/>
                </a:lnTo>
                <a:lnTo>
                  <a:pt x="348500" y="104337"/>
                </a:lnTo>
                <a:lnTo>
                  <a:pt x="348294" y="104006"/>
                </a:lnTo>
                <a:close/>
                <a:moveTo>
                  <a:pt x="302457" y="67560"/>
                </a:moveTo>
                <a:lnTo>
                  <a:pt x="270872" y="67560"/>
                </a:lnTo>
                <a:lnTo>
                  <a:pt x="286712" y="28818"/>
                </a:lnTo>
                <a:lnTo>
                  <a:pt x="302457" y="67560"/>
                </a:lnTo>
                <a:close/>
                <a:moveTo>
                  <a:pt x="505387" y="67560"/>
                </a:moveTo>
                <a:lnTo>
                  <a:pt x="521227" y="28818"/>
                </a:lnTo>
                <a:lnTo>
                  <a:pt x="536972" y="67560"/>
                </a:lnTo>
                <a:lnTo>
                  <a:pt x="505387" y="67560"/>
                </a:lnTo>
                <a:close/>
                <a:moveTo>
                  <a:pt x="752794" y="71610"/>
                </a:moveTo>
                <a:lnTo>
                  <a:pt x="752806" y="72175"/>
                </a:lnTo>
                <a:lnTo>
                  <a:pt x="752824" y="72722"/>
                </a:lnTo>
                <a:lnTo>
                  <a:pt x="752846" y="73249"/>
                </a:lnTo>
                <a:lnTo>
                  <a:pt x="752873" y="73758"/>
                </a:lnTo>
                <a:lnTo>
                  <a:pt x="752906" y="74248"/>
                </a:lnTo>
                <a:lnTo>
                  <a:pt x="752943" y="74719"/>
                </a:lnTo>
                <a:lnTo>
                  <a:pt x="752985" y="75171"/>
                </a:lnTo>
                <a:lnTo>
                  <a:pt x="753032" y="75604"/>
                </a:lnTo>
                <a:lnTo>
                  <a:pt x="753085" y="76018"/>
                </a:lnTo>
                <a:lnTo>
                  <a:pt x="753142" y="76414"/>
                </a:lnTo>
                <a:lnTo>
                  <a:pt x="753204" y="76791"/>
                </a:lnTo>
                <a:lnTo>
                  <a:pt x="753271" y="77149"/>
                </a:lnTo>
                <a:lnTo>
                  <a:pt x="753343" y="77488"/>
                </a:lnTo>
                <a:lnTo>
                  <a:pt x="753420" y="77808"/>
                </a:lnTo>
                <a:lnTo>
                  <a:pt x="753502" y="78109"/>
                </a:lnTo>
                <a:lnTo>
                  <a:pt x="753589" y="78392"/>
                </a:lnTo>
                <a:lnTo>
                  <a:pt x="753681" y="78655"/>
                </a:lnTo>
                <a:lnTo>
                  <a:pt x="753778" y="78900"/>
                </a:lnTo>
                <a:lnTo>
                  <a:pt x="753880" y="79126"/>
                </a:lnTo>
                <a:lnTo>
                  <a:pt x="753987" y="79333"/>
                </a:lnTo>
                <a:lnTo>
                  <a:pt x="754099" y="79522"/>
                </a:lnTo>
                <a:lnTo>
                  <a:pt x="754215" y="79691"/>
                </a:lnTo>
                <a:lnTo>
                  <a:pt x="754466" y="80025"/>
                </a:lnTo>
                <a:lnTo>
                  <a:pt x="754726" y="80345"/>
                </a:lnTo>
                <a:lnTo>
                  <a:pt x="754994" y="80650"/>
                </a:lnTo>
                <a:lnTo>
                  <a:pt x="755270" y="80941"/>
                </a:lnTo>
                <a:lnTo>
                  <a:pt x="755556" y="81218"/>
                </a:lnTo>
                <a:lnTo>
                  <a:pt x="755849" y="81481"/>
                </a:lnTo>
                <a:lnTo>
                  <a:pt x="756152" y="81730"/>
                </a:lnTo>
                <a:lnTo>
                  <a:pt x="756463" y="81964"/>
                </a:lnTo>
                <a:lnTo>
                  <a:pt x="756783" y="82184"/>
                </a:lnTo>
                <a:lnTo>
                  <a:pt x="757111" y="82390"/>
                </a:lnTo>
                <a:lnTo>
                  <a:pt x="757448" y="82582"/>
                </a:lnTo>
                <a:lnTo>
                  <a:pt x="757794" y="82760"/>
                </a:lnTo>
                <a:lnTo>
                  <a:pt x="758148" y="82923"/>
                </a:lnTo>
                <a:lnTo>
                  <a:pt x="758511" y="83072"/>
                </a:lnTo>
                <a:lnTo>
                  <a:pt x="758882" y="83207"/>
                </a:lnTo>
                <a:lnTo>
                  <a:pt x="759262" y="83328"/>
                </a:lnTo>
                <a:lnTo>
                  <a:pt x="759651" y="83434"/>
                </a:lnTo>
                <a:lnTo>
                  <a:pt x="760048" y="83527"/>
                </a:lnTo>
                <a:lnTo>
                  <a:pt x="760454" y="83605"/>
                </a:lnTo>
                <a:lnTo>
                  <a:pt x="760869" y="83669"/>
                </a:lnTo>
                <a:lnTo>
                  <a:pt x="761292" y="83719"/>
                </a:lnTo>
                <a:lnTo>
                  <a:pt x="761723" y="83754"/>
                </a:lnTo>
                <a:lnTo>
                  <a:pt x="762164" y="83775"/>
                </a:lnTo>
                <a:lnTo>
                  <a:pt x="762613" y="83782"/>
                </a:lnTo>
                <a:lnTo>
                  <a:pt x="763038" y="83775"/>
                </a:lnTo>
                <a:lnTo>
                  <a:pt x="763457" y="83754"/>
                </a:lnTo>
                <a:lnTo>
                  <a:pt x="763868" y="83719"/>
                </a:lnTo>
                <a:lnTo>
                  <a:pt x="764272" y="83670"/>
                </a:lnTo>
                <a:lnTo>
                  <a:pt x="764669" y="83607"/>
                </a:lnTo>
                <a:lnTo>
                  <a:pt x="765058" y="83530"/>
                </a:lnTo>
                <a:lnTo>
                  <a:pt x="765440" y="83439"/>
                </a:lnTo>
                <a:lnTo>
                  <a:pt x="765815" y="83334"/>
                </a:lnTo>
                <a:lnTo>
                  <a:pt x="766182" y="83215"/>
                </a:lnTo>
                <a:lnTo>
                  <a:pt x="766542" y="83082"/>
                </a:lnTo>
                <a:lnTo>
                  <a:pt x="766895" y="82934"/>
                </a:lnTo>
                <a:lnTo>
                  <a:pt x="767241" y="82773"/>
                </a:lnTo>
                <a:lnTo>
                  <a:pt x="767579" y="82598"/>
                </a:lnTo>
                <a:lnTo>
                  <a:pt x="767910" y="82409"/>
                </a:lnTo>
                <a:lnTo>
                  <a:pt x="768234" y="82205"/>
                </a:lnTo>
                <a:lnTo>
                  <a:pt x="768550" y="81988"/>
                </a:lnTo>
                <a:lnTo>
                  <a:pt x="768859" y="81757"/>
                </a:lnTo>
                <a:lnTo>
                  <a:pt x="769161" y="81511"/>
                </a:lnTo>
                <a:lnTo>
                  <a:pt x="769456" y="81252"/>
                </a:lnTo>
                <a:lnTo>
                  <a:pt x="769743" y="80979"/>
                </a:lnTo>
                <a:lnTo>
                  <a:pt x="770023" y="80691"/>
                </a:lnTo>
                <a:lnTo>
                  <a:pt x="770296" y="80390"/>
                </a:lnTo>
                <a:lnTo>
                  <a:pt x="770561" y="80074"/>
                </a:lnTo>
                <a:lnTo>
                  <a:pt x="770819" y="79745"/>
                </a:lnTo>
                <a:lnTo>
                  <a:pt x="770944" y="79571"/>
                </a:lnTo>
                <a:lnTo>
                  <a:pt x="771063" y="79379"/>
                </a:lnTo>
                <a:lnTo>
                  <a:pt x="771177" y="79167"/>
                </a:lnTo>
                <a:lnTo>
                  <a:pt x="771286" y="78938"/>
                </a:lnTo>
                <a:lnTo>
                  <a:pt x="771389" y="78689"/>
                </a:lnTo>
                <a:lnTo>
                  <a:pt x="771487" y="78422"/>
                </a:lnTo>
                <a:lnTo>
                  <a:pt x="771580" y="78136"/>
                </a:lnTo>
                <a:lnTo>
                  <a:pt x="771667" y="77832"/>
                </a:lnTo>
                <a:lnTo>
                  <a:pt x="771750" y="77509"/>
                </a:lnTo>
                <a:lnTo>
                  <a:pt x="771826" y="77167"/>
                </a:lnTo>
                <a:lnTo>
                  <a:pt x="771898" y="76806"/>
                </a:lnTo>
                <a:lnTo>
                  <a:pt x="771964" y="76427"/>
                </a:lnTo>
                <a:lnTo>
                  <a:pt x="772025" y="76030"/>
                </a:lnTo>
                <a:lnTo>
                  <a:pt x="772081" y="75613"/>
                </a:lnTo>
                <a:lnTo>
                  <a:pt x="772131" y="75178"/>
                </a:lnTo>
                <a:lnTo>
                  <a:pt x="772176" y="74724"/>
                </a:lnTo>
                <a:lnTo>
                  <a:pt x="772216" y="74252"/>
                </a:lnTo>
                <a:lnTo>
                  <a:pt x="772251" y="73761"/>
                </a:lnTo>
                <a:lnTo>
                  <a:pt x="772280" y="73251"/>
                </a:lnTo>
                <a:lnTo>
                  <a:pt x="772304" y="72723"/>
                </a:lnTo>
                <a:lnTo>
                  <a:pt x="772322" y="72176"/>
                </a:lnTo>
                <a:lnTo>
                  <a:pt x="772335" y="71610"/>
                </a:lnTo>
                <a:lnTo>
                  <a:pt x="772343" y="71026"/>
                </a:lnTo>
                <a:lnTo>
                  <a:pt x="772346" y="70423"/>
                </a:lnTo>
                <a:lnTo>
                  <a:pt x="772346" y="50766"/>
                </a:lnTo>
                <a:lnTo>
                  <a:pt x="772341" y="50161"/>
                </a:lnTo>
                <a:lnTo>
                  <a:pt x="772327" y="49571"/>
                </a:lnTo>
                <a:lnTo>
                  <a:pt x="772303" y="48997"/>
                </a:lnTo>
                <a:lnTo>
                  <a:pt x="772270" y="48437"/>
                </a:lnTo>
                <a:lnTo>
                  <a:pt x="772228" y="47893"/>
                </a:lnTo>
                <a:lnTo>
                  <a:pt x="772176" y="47363"/>
                </a:lnTo>
                <a:lnTo>
                  <a:pt x="772115" y="46849"/>
                </a:lnTo>
                <a:lnTo>
                  <a:pt x="772044" y="46350"/>
                </a:lnTo>
                <a:lnTo>
                  <a:pt x="771964" y="45866"/>
                </a:lnTo>
                <a:lnTo>
                  <a:pt x="771874" y="45396"/>
                </a:lnTo>
                <a:lnTo>
                  <a:pt x="771775" y="44942"/>
                </a:lnTo>
                <a:lnTo>
                  <a:pt x="771666" y="44503"/>
                </a:lnTo>
                <a:lnTo>
                  <a:pt x="771548" y="44080"/>
                </a:lnTo>
                <a:lnTo>
                  <a:pt x="771421" y="43671"/>
                </a:lnTo>
                <a:lnTo>
                  <a:pt x="771284" y="43277"/>
                </a:lnTo>
                <a:lnTo>
                  <a:pt x="771137" y="42898"/>
                </a:lnTo>
                <a:lnTo>
                  <a:pt x="770981" y="42535"/>
                </a:lnTo>
                <a:lnTo>
                  <a:pt x="770816" y="42186"/>
                </a:lnTo>
                <a:lnTo>
                  <a:pt x="770641" y="41853"/>
                </a:lnTo>
                <a:lnTo>
                  <a:pt x="770457" y="41535"/>
                </a:lnTo>
                <a:lnTo>
                  <a:pt x="770264" y="41231"/>
                </a:lnTo>
                <a:lnTo>
                  <a:pt x="770061" y="40943"/>
                </a:lnTo>
                <a:lnTo>
                  <a:pt x="769848" y="40670"/>
                </a:lnTo>
                <a:lnTo>
                  <a:pt x="769626" y="40412"/>
                </a:lnTo>
                <a:lnTo>
                  <a:pt x="769397" y="40167"/>
                </a:lnTo>
                <a:lnTo>
                  <a:pt x="769162" y="39932"/>
                </a:lnTo>
                <a:lnTo>
                  <a:pt x="768922" y="39708"/>
                </a:lnTo>
                <a:lnTo>
                  <a:pt x="768676" y="39494"/>
                </a:lnTo>
                <a:lnTo>
                  <a:pt x="768425" y="39290"/>
                </a:lnTo>
                <a:lnTo>
                  <a:pt x="768168" y="39097"/>
                </a:lnTo>
                <a:lnTo>
                  <a:pt x="767906" y="38914"/>
                </a:lnTo>
                <a:lnTo>
                  <a:pt x="767638" y="38742"/>
                </a:lnTo>
                <a:lnTo>
                  <a:pt x="767365" y="38580"/>
                </a:lnTo>
                <a:lnTo>
                  <a:pt x="767087" y="38429"/>
                </a:lnTo>
                <a:lnTo>
                  <a:pt x="766803" y="38288"/>
                </a:lnTo>
                <a:lnTo>
                  <a:pt x="766513" y="38158"/>
                </a:lnTo>
                <a:lnTo>
                  <a:pt x="766218" y="38038"/>
                </a:lnTo>
                <a:lnTo>
                  <a:pt x="765918" y="37928"/>
                </a:lnTo>
                <a:lnTo>
                  <a:pt x="765612" y="37829"/>
                </a:lnTo>
                <a:lnTo>
                  <a:pt x="765300" y="37740"/>
                </a:lnTo>
                <a:lnTo>
                  <a:pt x="764984" y="37662"/>
                </a:lnTo>
                <a:lnTo>
                  <a:pt x="764661" y="37594"/>
                </a:lnTo>
                <a:lnTo>
                  <a:pt x="764334" y="37537"/>
                </a:lnTo>
                <a:lnTo>
                  <a:pt x="764000" y="37490"/>
                </a:lnTo>
                <a:lnTo>
                  <a:pt x="763662" y="37453"/>
                </a:lnTo>
                <a:lnTo>
                  <a:pt x="763317" y="37427"/>
                </a:lnTo>
                <a:lnTo>
                  <a:pt x="762968" y="37412"/>
                </a:lnTo>
                <a:lnTo>
                  <a:pt x="762613" y="37406"/>
                </a:lnTo>
                <a:lnTo>
                  <a:pt x="762164" y="37413"/>
                </a:lnTo>
                <a:lnTo>
                  <a:pt x="761723" y="37435"/>
                </a:lnTo>
                <a:lnTo>
                  <a:pt x="761292" y="37470"/>
                </a:lnTo>
                <a:lnTo>
                  <a:pt x="760869" y="37520"/>
                </a:lnTo>
                <a:lnTo>
                  <a:pt x="760454" y="37584"/>
                </a:lnTo>
                <a:lnTo>
                  <a:pt x="760048" y="37662"/>
                </a:lnTo>
                <a:lnTo>
                  <a:pt x="759651" y="37754"/>
                </a:lnTo>
                <a:lnTo>
                  <a:pt x="759262" y="37861"/>
                </a:lnTo>
                <a:lnTo>
                  <a:pt x="758882" y="37982"/>
                </a:lnTo>
                <a:lnTo>
                  <a:pt x="758511" y="38117"/>
                </a:lnTo>
                <a:lnTo>
                  <a:pt x="758148" y="38266"/>
                </a:lnTo>
                <a:lnTo>
                  <a:pt x="757794" y="38429"/>
                </a:lnTo>
                <a:lnTo>
                  <a:pt x="757448" y="38607"/>
                </a:lnTo>
                <a:lnTo>
                  <a:pt x="757111" y="38798"/>
                </a:lnTo>
                <a:lnTo>
                  <a:pt x="756783" y="39004"/>
                </a:lnTo>
                <a:lnTo>
                  <a:pt x="756463" y="39225"/>
                </a:lnTo>
                <a:lnTo>
                  <a:pt x="756152" y="39459"/>
                </a:lnTo>
                <a:lnTo>
                  <a:pt x="755849" y="39708"/>
                </a:lnTo>
                <a:lnTo>
                  <a:pt x="755556" y="39970"/>
                </a:lnTo>
                <a:lnTo>
                  <a:pt x="755270" y="40247"/>
                </a:lnTo>
                <a:lnTo>
                  <a:pt x="754994" y="40539"/>
                </a:lnTo>
                <a:lnTo>
                  <a:pt x="754726" y="40844"/>
                </a:lnTo>
                <a:lnTo>
                  <a:pt x="754466" y="41164"/>
                </a:lnTo>
                <a:lnTo>
                  <a:pt x="754215" y="41498"/>
                </a:lnTo>
                <a:lnTo>
                  <a:pt x="754099" y="41667"/>
                </a:lnTo>
                <a:lnTo>
                  <a:pt x="753987" y="41855"/>
                </a:lnTo>
                <a:lnTo>
                  <a:pt x="753880" y="42063"/>
                </a:lnTo>
                <a:lnTo>
                  <a:pt x="753778" y="42289"/>
                </a:lnTo>
                <a:lnTo>
                  <a:pt x="753681" y="42533"/>
                </a:lnTo>
                <a:lnTo>
                  <a:pt x="753589" y="42797"/>
                </a:lnTo>
                <a:lnTo>
                  <a:pt x="753502" y="43080"/>
                </a:lnTo>
                <a:lnTo>
                  <a:pt x="753420" y="43381"/>
                </a:lnTo>
                <a:lnTo>
                  <a:pt x="753343" y="43701"/>
                </a:lnTo>
                <a:lnTo>
                  <a:pt x="753271" y="44040"/>
                </a:lnTo>
                <a:lnTo>
                  <a:pt x="753204" y="44398"/>
                </a:lnTo>
                <a:lnTo>
                  <a:pt x="753142" y="44775"/>
                </a:lnTo>
                <a:lnTo>
                  <a:pt x="753085" y="45170"/>
                </a:lnTo>
                <a:lnTo>
                  <a:pt x="753032" y="45585"/>
                </a:lnTo>
                <a:lnTo>
                  <a:pt x="752985" y="46018"/>
                </a:lnTo>
                <a:lnTo>
                  <a:pt x="752943" y="46470"/>
                </a:lnTo>
                <a:lnTo>
                  <a:pt x="752906" y="46941"/>
                </a:lnTo>
                <a:lnTo>
                  <a:pt x="752873" y="47431"/>
                </a:lnTo>
                <a:lnTo>
                  <a:pt x="752846" y="47940"/>
                </a:lnTo>
                <a:lnTo>
                  <a:pt x="752824" y="48467"/>
                </a:lnTo>
                <a:lnTo>
                  <a:pt x="752806" y="49014"/>
                </a:lnTo>
                <a:lnTo>
                  <a:pt x="752794" y="49579"/>
                </a:lnTo>
                <a:lnTo>
                  <a:pt x="752786" y="50163"/>
                </a:lnTo>
                <a:lnTo>
                  <a:pt x="752784" y="50766"/>
                </a:lnTo>
                <a:lnTo>
                  <a:pt x="735608" y="50766"/>
                </a:lnTo>
                <a:lnTo>
                  <a:pt x="735608" y="22520"/>
                </a:lnTo>
                <a:lnTo>
                  <a:pt x="781220" y="22520"/>
                </a:lnTo>
                <a:lnTo>
                  <a:pt x="781220" y="32826"/>
                </a:lnTo>
                <a:lnTo>
                  <a:pt x="781225" y="33431"/>
                </a:lnTo>
                <a:lnTo>
                  <a:pt x="781239" y="34020"/>
                </a:lnTo>
                <a:lnTo>
                  <a:pt x="781263" y="34595"/>
                </a:lnTo>
                <a:lnTo>
                  <a:pt x="781296" y="35155"/>
                </a:lnTo>
                <a:lnTo>
                  <a:pt x="781338" y="35699"/>
                </a:lnTo>
                <a:lnTo>
                  <a:pt x="781390" y="36228"/>
                </a:lnTo>
                <a:lnTo>
                  <a:pt x="781452" y="36743"/>
                </a:lnTo>
                <a:lnTo>
                  <a:pt x="781523" y="37242"/>
                </a:lnTo>
                <a:lnTo>
                  <a:pt x="781603" y="37726"/>
                </a:lnTo>
                <a:lnTo>
                  <a:pt x="781693" y="38195"/>
                </a:lnTo>
                <a:lnTo>
                  <a:pt x="781792" y="38649"/>
                </a:lnTo>
                <a:lnTo>
                  <a:pt x="781900" y="39088"/>
                </a:lnTo>
                <a:lnTo>
                  <a:pt x="782018" y="39512"/>
                </a:lnTo>
                <a:lnTo>
                  <a:pt x="782146" y="39921"/>
                </a:lnTo>
                <a:lnTo>
                  <a:pt x="782283" y="40315"/>
                </a:lnTo>
                <a:lnTo>
                  <a:pt x="782429" y="40693"/>
                </a:lnTo>
                <a:lnTo>
                  <a:pt x="782585" y="41057"/>
                </a:lnTo>
                <a:lnTo>
                  <a:pt x="782750" y="41405"/>
                </a:lnTo>
                <a:lnTo>
                  <a:pt x="782925" y="41739"/>
                </a:lnTo>
                <a:lnTo>
                  <a:pt x="783109" y="42057"/>
                </a:lnTo>
                <a:lnTo>
                  <a:pt x="783303" y="42360"/>
                </a:lnTo>
                <a:lnTo>
                  <a:pt x="783506" y="42648"/>
                </a:lnTo>
                <a:lnTo>
                  <a:pt x="783718" y="42921"/>
                </a:lnTo>
                <a:lnTo>
                  <a:pt x="783940" y="43179"/>
                </a:lnTo>
                <a:lnTo>
                  <a:pt x="784170" y="43425"/>
                </a:lnTo>
                <a:lnTo>
                  <a:pt x="784405" y="43660"/>
                </a:lnTo>
                <a:lnTo>
                  <a:pt x="784646" y="43884"/>
                </a:lnTo>
                <a:lnTo>
                  <a:pt x="784893" y="44098"/>
                </a:lnTo>
                <a:lnTo>
                  <a:pt x="785146" y="44301"/>
                </a:lnTo>
                <a:lnTo>
                  <a:pt x="785404" y="44495"/>
                </a:lnTo>
                <a:lnTo>
                  <a:pt x="785668" y="44677"/>
                </a:lnTo>
                <a:lnTo>
                  <a:pt x="785939" y="44849"/>
                </a:lnTo>
                <a:lnTo>
                  <a:pt x="786215" y="45011"/>
                </a:lnTo>
                <a:lnTo>
                  <a:pt x="786496" y="45163"/>
                </a:lnTo>
                <a:lnTo>
                  <a:pt x="786784" y="45303"/>
                </a:lnTo>
                <a:lnTo>
                  <a:pt x="787077" y="45434"/>
                </a:lnTo>
                <a:lnTo>
                  <a:pt x="787376" y="45554"/>
                </a:lnTo>
                <a:lnTo>
                  <a:pt x="787681" y="45663"/>
                </a:lnTo>
                <a:lnTo>
                  <a:pt x="787992" y="45763"/>
                </a:lnTo>
                <a:lnTo>
                  <a:pt x="788308" y="45851"/>
                </a:lnTo>
                <a:lnTo>
                  <a:pt x="788631" y="45930"/>
                </a:lnTo>
                <a:lnTo>
                  <a:pt x="788959" y="45997"/>
                </a:lnTo>
                <a:lnTo>
                  <a:pt x="789293" y="46055"/>
                </a:lnTo>
                <a:lnTo>
                  <a:pt x="789632" y="46102"/>
                </a:lnTo>
                <a:lnTo>
                  <a:pt x="789978" y="46138"/>
                </a:lnTo>
                <a:lnTo>
                  <a:pt x="790329" y="46164"/>
                </a:lnTo>
                <a:lnTo>
                  <a:pt x="790686" y="46180"/>
                </a:lnTo>
                <a:lnTo>
                  <a:pt x="791049" y="46185"/>
                </a:lnTo>
                <a:lnTo>
                  <a:pt x="791412" y="46180"/>
                </a:lnTo>
                <a:lnTo>
                  <a:pt x="791769" y="46164"/>
                </a:lnTo>
                <a:lnTo>
                  <a:pt x="792120" y="46138"/>
                </a:lnTo>
                <a:lnTo>
                  <a:pt x="792465" y="46102"/>
                </a:lnTo>
                <a:lnTo>
                  <a:pt x="792804" y="46055"/>
                </a:lnTo>
                <a:lnTo>
                  <a:pt x="793137" y="45997"/>
                </a:lnTo>
                <a:lnTo>
                  <a:pt x="793464" y="45930"/>
                </a:lnTo>
                <a:lnTo>
                  <a:pt x="793785" y="45851"/>
                </a:lnTo>
                <a:lnTo>
                  <a:pt x="794100" y="45763"/>
                </a:lnTo>
                <a:lnTo>
                  <a:pt x="794409" y="45663"/>
                </a:lnTo>
                <a:lnTo>
                  <a:pt x="794712" y="45554"/>
                </a:lnTo>
                <a:lnTo>
                  <a:pt x="795009" y="45434"/>
                </a:lnTo>
                <a:lnTo>
                  <a:pt x="795300" y="45303"/>
                </a:lnTo>
                <a:lnTo>
                  <a:pt x="795586" y="45163"/>
                </a:lnTo>
                <a:lnTo>
                  <a:pt x="795865" y="45011"/>
                </a:lnTo>
                <a:lnTo>
                  <a:pt x="796138" y="44849"/>
                </a:lnTo>
                <a:lnTo>
                  <a:pt x="796406" y="44677"/>
                </a:lnTo>
                <a:lnTo>
                  <a:pt x="796667" y="44495"/>
                </a:lnTo>
                <a:lnTo>
                  <a:pt x="796923" y="44301"/>
                </a:lnTo>
                <a:lnTo>
                  <a:pt x="797172" y="44098"/>
                </a:lnTo>
                <a:lnTo>
                  <a:pt x="797416" y="43884"/>
                </a:lnTo>
                <a:lnTo>
                  <a:pt x="797653" y="43660"/>
                </a:lnTo>
                <a:lnTo>
                  <a:pt x="797885" y="43425"/>
                </a:lnTo>
                <a:lnTo>
                  <a:pt x="798110" y="43179"/>
                </a:lnTo>
                <a:lnTo>
                  <a:pt x="798329" y="42921"/>
                </a:lnTo>
                <a:lnTo>
                  <a:pt x="798537" y="42648"/>
                </a:lnTo>
                <a:lnTo>
                  <a:pt x="798737" y="42360"/>
                </a:lnTo>
                <a:lnTo>
                  <a:pt x="798927" y="42057"/>
                </a:lnTo>
                <a:lnTo>
                  <a:pt x="799108" y="41739"/>
                </a:lnTo>
                <a:lnTo>
                  <a:pt x="799279" y="41405"/>
                </a:lnTo>
                <a:lnTo>
                  <a:pt x="799442" y="41057"/>
                </a:lnTo>
                <a:lnTo>
                  <a:pt x="799595" y="40693"/>
                </a:lnTo>
                <a:lnTo>
                  <a:pt x="799739" y="40315"/>
                </a:lnTo>
                <a:lnTo>
                  <a:pt x="799873" y="39921"/>
                </a:lnTo>
                <a:lnTo>
                  <a:pt x="799998" y="39512"/>
                </a:lnTo>
                <a:lnTo>
                  <a:pt x="800114" y="39088"/>
                </a:lnTo>
                <a:lnTo>
                  <a:pt x="800221" y="38649"/>
                </a:lnTo>
                <a:lnTo>
                  <a:pt x="800318" y="38195"/>
                </a:lnTo>
                <a:lnTo>
                  <a:pt x="800407" y="37726"/>
                </a:lnTo>
                <a:lnTo>
                  <a:pt x="800485" y="37242"/>
                </a:lnTo>
                <a:lnTo>
                  <a:pt x="800555" y="36743"/>
                </a:lnTo>
                <a:lnTo>
                  <a:pt x="800615" y="36228"/>
                </a:lnTo>
                <a:lnTo>
                  <a:pt x="800666" y="35699"/>
                </a:lnTo>
                <a:lnTo>
                  <a:pt x="800708" y="35155"/>
                </a:lnTo>
                <a:lnTo>
                  <a:pt x="800741" y="34595"/>
                </a:lnTo>
                <a:lnTo>
                  <a:pt x="800764" y="34020"/>
                </a:lnTo>
                <a:lnTo>
                  <a:pt x="800778" y="33431"/>
                </a:lnTo>
                <a:lnTo>
                  <a:pt x="800782" y="32826"/>
                </a:lnTo>
                <a:lnTo>
                  <a:pt x="800782" y="2958"/>
                </a:lnTo>
                <a:lnTo>
                  <a:pt x="712992" y="2863"/>
                </a:lnTo>
                <a:lnTo>
                  <a:pt x="712411" y="2867"/>
                </a:lnTo>
                <a:lnTo>
                  <a:pt x="711843" y="2882"/>
                </a:lnTo>
                <a:lnTo>
                  <a:pt x="711290" y="2905"/>
                </a:lnTo>
                <a:lnTo>
                  <a:pt x="710751" y="2938"/>
                </a:lnTo>
                <a:lnTo>
                  <a:pt x="710226" y="2981"/>
                </a:lnTo>
                <a:lnTo>
                  <a:pt x="709715" y="3033"/>
                </a:lnTo>
                <a:lnTo>
                  <a:pt x="709218" y="3094"/>
                </a:lnTo>
                <a:lnTo>
                  <a:pt x="708735" y="3165"/>
                </a:lnTo>
                <a:lnTo>
                  <a:pt x="708266" y="3245"/>
                </a:lnTo>
                <a:lnTo>
                  <a:pt x="707812" y="3335"/>
                </a:lnTo>
                <a:lnTo>
                  <a:pt x="707371" y="3434"/>
                </a:lnTo>
                <a:lnTo>
                  <a:pt x="706945" y="3543"/>
                </a:lnTo>
                <a:lnTo>
                  <a:pt x="706532" y="3661"/>
                </a:lnTo>
                <a:lnTo>
                  <a:pt x="706134" y="3788"/>
                </a:lnTo>
                <a:lnTo>
                  <a:pt x="705750" y="3925"/>
                </a:lnTo>
                <a:lnTo>
                  <a:pt x="705379" y="4071"/>
                </a:lnTo>
                <a:lnTo>
                  <a:pt x="705023" y="4227"/>
                </a:lnTo>
                <a:lnTo>
                  <a:pt x="704681" y="4393"/>
                </a:lnTo>
                <a:lnTo>
                  <a:pt x="704353" y="4567"/>
                </a:lnTo>
                <a:lnTo>
                  <a:pt x="704039" y="4751"/>
                </a:lnTo>
                <a:lnTo>
                  <a:pt x="703740" y="4945"/>
                </a:lnTo>
                <a:lnTo>
                  <a:pt x="703454" y="5148"/>
                </a:lnTo>
                <a:lnTo>
                  <a:pt x="703182" y="5360"/>
                </a:lnTo>
                <a:lnTo>
                  <a:pt x="702925" y="5582"/>
                </a:lnTo>
                <a:lnTo>
                  <a:pt x="702680" y="5812"/>
                </a:lnTo>
                <a:lnTo>
                  <a:pt x="702445" y="6047"/>
                </a:lnTo>
                <a:lnTo>
                  <a:pt x="702220" y="6288"/>
                </a:lnTo>
                <a:lnTo>
                  <a:pt x="702006" y="6535"/>
                </a:lnTo>
                <a:lnTo>
                  <a:pt x="701803" y="6788"/>
                </a:lnTo>
                <a:lnTo>
                  <a:pt x="701610" y="7046"/>
                </a:lnTo>
                <a:lnTo>
                  <a:pt x="701427" y="7311"/>
                </a:lnTo>
                <a:lnTo>
                  <a:pt x="701255" y="7581"/>
                </a:lnTo>
                <a:lnTo>
                  <a:pt x="701093" y="7857"/>
                </a:lnTo>
                <a:lnTo>
                  <a:pt x="700942" y="8139"/>
                </a:lnTo>
                <a:lnTo>
                  <a:pt x="700801" y="8426"/>
                </a:lnTo>
                <a:lnTo>
                  <a:pt x="700670" y="8719"/>
                </a:lnTo>
                <a:lnTo>
                  <a:pt x="700550" y="9019"/>
                </a:lnTo>
                <a:lnTo>
                  <a:pt x="700441" y="9323"/>
                </a:lnTo>
                <a:lnTo>
                  <a:pt x="700342" y="9634"/>
                </a:lnTo>
                <a:lnTo>
                  <a:pt x="700253" y="9951"/>
                </a:lnTo>
                <a:lnTo>
                  <a:pt x="700175" y="10273"/>
                </a:lnTo>
                <a:lnTo>
                  <a:pt x="700107" y="10601"/>
                </a:lnTo>
                <a:lnTo>
                  <a:pt x="700049" y="10935"/>
                </a:lnTo>
                <a:lnTo>
                  <a:pt x="700002" y="11275"/>
                </a:lnTo>
                <a:lnTo>
                  <a:pt x="699966" y="11620"/>
                </a:lnTo>
                <a:lnTo>
                  <a:pt x="699940" y="11971"/>
                </a:lnTo>
                <a:lnTo>
                  <a:pt x="699924" y="12329"/>
                </a:lnTo>
                <a:lnTo>
                  <a:pt x="699919" y="12691"/>
                </a:lnTo>
                <a:lnTo>
                  <a:pt x="699924" y="13054"/>
                </a:lnTo>
                <a:lnTo>
                  <a:pt x="699940" y="13411"/>
                </a:lnTo>
                <a:lnTo>
                  <a:pt x="699966" y="13763"/>
                </a:lnTo>
                <a:lnTo>
                  <a:pt x="700002" y="14108"/>
                </a:lnTo>
                <a:lnTo>
                  <a:pt x="700049" y="14448"/>
                </a:lnTo>
                <a:lnTo>
                  <a:pt x="700107" y="14782"/>
                </a:lnTo>
                <a:lnTo>
                  <a:pt x="700175" y="15110"/>
                </a:lnTo>
                <a:lnTo>
                  <a:pt x="700253" y="15432"/>
                </a:lnTo>
                <a:lnTo>
                  <a:pt x="700342" y="15749"/>
                </a:lnTo>
                <a:lnTo>
                  <a:pt x="700441" y="16059"/>
                </a:lnTo>
                <a:lnTo>
                  <a:pt x="700550" y="16364"/>
                </a:lnTo>
                <a:lnTo>
                  <a:pt x="700670" y="16663"/>
                </a:lnTo>
                <a:lnTo>
                  <a:pt x="700801" y="16957"/>
                </a:lnTo>
                <a:lnTo>
                  <a:pt x="700942" y="17244"/>
                </a:lnTo>
                <a:lnTo>
                  <a:pt x="701093" y="17526"/>
                </a:lnTo>
                <a:lnTo>
                  <a:pt x="701255" y="17802"/>
                </a:lnTo>
                <a:lnTo>
                  <a:pt x="701427" y="18072"/>
                </a:lnTo>
                <a:lnTo>
                  <a:pt x="701610" y="18336"/>
                </a:lnTo>
                <a:lnTo>
                  <a:pt x="701803" y="18595"/>
                </a:lnTo>
                <a:lnTo>
                  <a:pt x="702006" y="18848"/>
                </a:lnTo>
                <a:lnTo>
                  <a:pt x="702220" y="19095"/>
                </a:lnTo>
                <a:lnTo>
                  <a:pt x="702445" y="19336"/>
                </a:lnTo>
                <a:lnTo>
                  <a:pt x="702680" y="19571"/>
                </a:lnTo>
                <a:lnTo>
                  <a:pt x="702925" y="19801"/>
                </a:lnTo>
                <a:lnTo>
                  <a:pt x="703182" y="20022"/>
                </a:lnTo>
                <a:lnTo>
                  <a:pt x="703454" y="20235"/>
                </a:lnTo>
                <a:lnTo>
                  <a:pt x="703740" y="20438"/>
                </a:lnTo>
                <a:lnTo>
                  <a:pt x="704039" y="20632"/>
                </a:lnTo>
                <a:lnTo>
                  <a:pt x="704353" y="20816"/>
                </a:lnTo>
                <a:lnTo>
                  <a:pt x="704681" y="20990"/>
                </a:lnTo>
                <a:lnTo>
                  <a:pt x="705023" y="21156"/>
                </a:lnTo>
                <a:lnTo>
                  <a:pt x="705379" y="21311"/>
                </a:lnTo>
                <a:lnTo>
                  <a:pt x="705750" y="21458"/>
                </a:lnTo>
                <a:lnTo>
                  <a:pt x="706134" y="21595"/>
                </a:lnTo>
                <a:lnTo>
                  <a:pt x="706532" y="21722"/>
                </a:lnTo>
                <a:lnTo>
                  <a:pt x="706945" y="21840"/>
                </a:lnTo>
                <a:lnTo>
                  <a:pt x="707371" y="21949"/>
                </a:lnTo>
                <a:lnTo>
                  <a:pt x="707812" y="22048"/>
                </a:lnTo>
                <a:lnTo>
                  <a:pt x="708266" y="22138"/>
                </a:lnTo>
                <a:lnTo>
                  <a:pt x="708735" y="22218"/>
                </a:lnTo>
                <a:lnTo>
                  <a:pt x="709218" y="22289"/>
                </a:lnTo>
                <a:lnTo>
                  <a:pt x="709715" y="22350"/>
                </a:lnTo>
                <a:lnTo>
                  <a:pt x="710226" y="22402"/>
                </a:lnTo>
                <a:lnTo>
                  <a:pt x="710751" y="22445"/>
                </a:lnTo>
                <a:lnTo>
                  <a:pt x="711290" y="22478"/>
                </a:lnTo>
                <a:lnTo>
                  <a:pt x="711843" y="22501"/>
                </a:lnTo>
                <a:lnTo>
                  <a:pt x="712411" y="22515"/>
                </a:lnTo>
                <a:lnTo>
                  <a:pt x="712992" y="22520"/>
                </a:lnTo>
                <a:lnTo>
                  <a:pt x="716046" y="22520"/>
                </a:lnTo>
                <a:lnTo>
                  <a:pt x="716046" y="99050"/>
                </a:lnTo>
                <a:lnTo>
                  <a:pt x="712992" y="99050"/>
                </a:lnTo>
                <a:lnTo>
                  <a:pt x="712418" y="99055"/>
                </a:lnTo>
                <a:lnTo>
                  <a:pt x="711858" y="99069"/>
                </a:lnTo>
                <a:lnTo>
                  <a:pt x="711312" y="99092"/>
                </a:lnTo>
                <a:lnTo>
                  <a:pt x="710779" y="99125"/>
                </a:lnTo>
                <a:lnTo>
                  <a:pt x="710259" y="99166"/>
                </a:lnTo>
                <a:lnTo>
                  <a:pt x="709754" y="99217"/>
                </a:lnTo>
                <a:lnTo>
                  <a:pt x="709261" y="99278"/>
                </a:lnTo>
                <a:lnTo>
                  <a:pt x="708783" y="99347"/>
                </a:lnTo>
                <a:lnTo>
                  <a:pt x="708318" y="99426"/>
                </a:lnTo>
                <a:lnTo>
                  <a:pt x="707866" y="99514"/>
                </a:lnTo>
                <a:lnTo>
                  <a:pt x="707428" y="99612"/>
                </a:lnTo>
                <a:lnTo>
                  <a:pt x="707004" y="99718"/>
                </a:lnTo>
                <a:lnTo>
                  <a:pt x="706594" y="99834"/>
                </a:lnTo>
                <a:lnTo>
                  <a:pt x="706196" y="99960"/>
                </a:lnTo>
                <a:lnTo>
                  <a:pt x="705813" y="100094"/>
                </a:lnTo>
                <a:lnTo>
                  <a:pt x="705443" y="100238"/>
                </a:lnTo>
                <a:lnTo>
                  <a:pt x="705087" y="100391"/>
                </a:lnTo>
                <a:lnTo>
                  <a:pt x="704744" y="100553"/>
                </a:lnTo>
                <a:lnTo>
                  <a:pt x="704415" y="100725"/>
                </a:lnTo>
                <a:lnTo>
                  <a:pt x="704099" y="100906"/>
                </a:lnTo>
                <a:lnTo>
                  <a:pt x="703797" y="101096"/>
                </a:lnTo>
                <a:lnTo>
                  <a:pt x="703509" y="101295"/>
                </a:lnTo>
                <a:lnTo>
                  <a:pt x="703234" y="101504"/>
                </a:lnTo>
                <a:lnTo>
                  <a:pt x="702973" y="101722"/>
                </a:lnTo>
                <a:lnTo>
                  <a:pt x="702723" y="101948"/>
                </a:lnTo>
                <a:lnTo>
                  <a:pt x="702485" y="102179"/>
                </a:lnTo>
                <a:lnTo>
                  <a:pt x="702257" y="102417"/>
                </a:lnTo>
                <a:lnTo>
                  <a:pt x="702039" y="102661"/>
                </a:lnTo>
                <a:lnTo>
                  <a:pt x="701833" y="102910"/>
                </a:lnTo>
                <a:lnTo>
                  <a:pt x="701637" y="103166"/>
                </a:lnTo>
                <a:lnTo>
                  <a:pt x="701451" y="103427"/>
                </a:lnTo>
                <a:lnTo>
                  <a:pt x="701276" y="103694"/>
                </a:lnTo>
                <a:lnTo>
                  <a:pt x="701112" y="103968"/>
                </a:lnTo>
                <a:lnTo>
                  <a:pt x="700958" y="104247"/>
                </a:lnTo>
                <a:lnTo>
                  <a:pt x="700815" y="104532"/>
                </a:lnTo>
                <a:lnTo>
                  <a:pt x="700682" y="104824"/>
                </a:lnTo>
                <a:lnTo>
                  <a:pt x="700560" y="105121"/>
                </a:lnTo>
                <a:lnTo>
                  <a:pt x="700449" y="105424"/>
                </a:lnTo>
                <a:lnTo>
                  <a:pt x="700348" y="105733"/>
                </a:lnTo>
                <a:lnTo>
                  <a:pt x="700258" y="106048"/>
                </a:lnTo>
                <a:lnTo>
                  <a:pt x="700179" y="106369"/>
                </a:lnTo>
                <a:lnTo>
                  <a:pt x="700110" y="106696"/>
                </a:lnTo>
                <a:lnTo>
                  <a:pt x="700051" y="107029"/>
                </a:lnTo>
                <a:lnTo>
                  <a:pt x="700004" y="107368"/>
                </a:lnTo>
                <a:lnTo>
                  <a:pt x="699967" y="107713"/>
                </a:lnTo>
                <a:lnTo>
                  <a:pt x="699940" y="108064"/>
                </a:lnTo>
                <a:lnTo>
                  <a:pt x="699924" y="108421"/>
                </a:lnTo>
                <a:lnTo>
                  <a:pt x="699919" y="108784"/>
                </a:lnTo>
                <a:lnTo>
                  <a:pt x="699924" y="109147"/>
                </a:lnTo>
                <a:lnTo>
                  <a:pt x="699940" y="109504"/>
                </a:lnTo>
                <a:lnTo>
                  <a:pt x="699966" y="109856"/>
                </a:lnTo>
                <a:lnTo>
                  <a:pt x="700002" y="110202"/>
                </a:lnTo>
                <a:lnTo>
                  <a:pt x="700049" y="110542"/>
                </a:lnTo>
                <a:lnTo>
                  <a:pt x="700107" y="110877"/>
                </a:lnTo>
                <a:lnTo>
                  <a:pt x="700175" y="111206"/>
                </a:lnTo>
                <a:lnTo>
                  <a:pt x="700253" y="111530"/>
                </a:lnTo>
                <a:lnTo>
                  <a:pt x="700342" y="111848"/>
                </a:lnTo>
                <a:lnTo>
                  <a:pt x="700441" y="112160"/>
                </a:lnTo>
                <a:lnTo>
                  <a:pt x="700550" y="112467"/>
                </a:lnTo>
                <a:lnTo>
                  <a:pt x="700670" y="112768"/>
                </a:lnTo>
                <a:lnTo>
                  <a:pt x="700801" y="113063"/>
                </a:lnTo>
                <a:lnTo>
                  <a:pt x="700942" y="113353"/>
                </a:lnTo>
                <a:lnTo>
                  <a:pt x="701093" y="113637"/>
                </a:lnTo>
                <a:lnTo>
                  <a:pt x="701255" y="113915"/>
                </a:lnTo>
                <a:lnTo>
                  <a:pt x="701427" y="114188"/>
                </a:lnTo>
                <a:lnTo>
                  <a:pt x="701610" y="114455"/>
                </a:lnTo>
                <a:lnTo>
                  <a:pt x="701803" y="114717"/>
                </a:lnTo>
                <a:lnTo>
                  <a:pt x="702006" y="114973"/>
                </a:lnTo>
                <a:lnTo>
                  <a:pt x="702220" y="115223"/>
                </a:lnTo>
                <a:lnTo>
                  <a:pt x="702445" y="115468"/>
                </a:lnTo>
                <a:lnTo>
                  <a:pt x="702680" y="115707"/>
                </a:lnTo>
                <a:lnTo>
                  <a:pt x="702925" y="115940"/>
                </a:lnTo>
                <a:lnTo>
                  <a:pt x="703182" y="116166"/>
                </a:lnTo>
                <a:lnTo>
                  <a:pt x="703454" y="116382"/>
                </a:lnTo>
                <a:lnTo>
                  <a:pt x="703740" y="116589"/>
                </a:lnTo>
                <a:lnTo>
                  <a:pt x="704039" y="116786"/>
                </a:lnTo>
                <a:lnTo>
                  <a:pt x="704353" y="116973"/>
                </a:lnTo>
                <a:lnTo>
                  <a:pt x="704681" y="117151"/>
                </a:lnTo>
                <a:lnTo>
                  <a:pt x="705023" y="117319"/>
                </a:lnTo>
                <a:lnTo>
                  <a:pt x="705379" y="117478"/>
                </a:lnTo>
                <a:lnTo>
                  <a:pt x="705750" y="117627"/>
                </a:lnTo>
                <a:lnTo>
                  <a:pt x="706134" y="117766"/>
                </a:lnTo>
                <a:lnTo>
                  <a:pt x="706532" y="117896"/>
                </a:lnTo>
                <a:lnTo>
                  <a:pt x="706945" y="118016"/>
                </a:lnTo>
                <a:lnTo>
                  <a:pt x="707371" y="118126"/>
                </a:lnTo>
                <a:lnTo>
                  <a:pt x="707812" y="118227"/>
                </a:lnTo>
                <a:lnTo>
                  <a:pt x="708266" y="118319"/>
                </a:lnTo>
                <a:lnTo>
                  <a:pt x="708735" y="118400"/>
                </a:lnTo>
                <a:lnTo>
                  <a:pt x="709218" y="118472"/>
                </a:lnTo>
                <a:lnTo>
                  <a:pt x="709715" y="118535"/>
                </a:lnTo>
                <a:lnTo>
                  <a:pt x="710226" y="118588"/>
                </a:lnTo>
                <a:lnTo>
                  <a:pt x="710751" y="118631"/>
                </a:lnTo>
                <a:lnTo>
                  <a:pt x="711290" y="118665"/>
                </a:lnTo>
                <a:lnTo>
                  <a:pt x="711843" y="118689"/>
                </a:lnTo>
                <a:lnTo>
                  <a:pt x="712411" y="118703"/>
                </a:lnTo>
                <a:lnTo>
                  <a:pt x="712992" y="118708"/>
                </a:lnTo>
                <a:lnTo>
                  <a:pt x="805076" y="118708"/>
                </a:lnTo>
                <a:lnTo>
                  <a:pt x="805076" y="88363"/>
                </a:lnTo>
                <a:lnTo>
                  <a:pt x="805072" y="87758"/>
                </a:lnTo>
                <a:lnTo>
                  <a:pt x="805058" y="87168"/>
                </a:lnTo>
                <a:lnTo>
                  <a:pt x="805034" y="86594"/>
                </a:lnTo>
                <a:lnTo>
                  <a:pt x="805001" y="86034"/>
                </a:lnTo>
                <a:lnTo>
                  <a:pt x="804958" y="85490"/>
                </a:lnTo>
                <a:lnTo>
                  <a:pt x="804906" y="84960"/>
                </a:lnTo>
                <a:lnTo>
                  <a:pt x="804845" y="84446"/>
                </a:lnTo>
                <a:lnTo>
                  <a:pt x="804774" y="83947"/>
                </a:lnTo>
                <a:lnTo>
                  <a:pt x="804694" y="83463"/>
                </a:lnTo>
                <a:lnTo>
                  <a:pt x="804604" y="82994"/>
                </a:lnTo>
                <a:lnTo>
                  <a:pt x="804505" y="82540"/>
                </a:lnTo>
                <a:lnTo>
                  <a:pt x="804397" y="82101"/>
                </a:lnTo>
                <a:lnTo>
                  <a:pt x="804279" y="81677"/>
                </a:lnTo>
                <a:lnTo>
                  <a:pt x="804151" y="81268"/>
                </a:lnTo>
                <a:lnTo>
                  <a:pt x="804014" y="80874"/>
                </a:lnTo>
                <a:lnTo>
                  <a:pt x="803868" y="80496"/>
                </a:lnTo>
                <a:lnTo>
                  <a:pt x="803712" y="80132"/>
                </a:lnTo>
                <a:lnTo>
                  <a:pt x="803547" y="79784"/>
                </a:lnTo>
                <a:lnTo>
                  <a:pt x="803372" y="79450"/>
                </a:lnTo>
                <a:lnTo>
                  <a:pt x="803188" y="79132"/>
                </a:lnTo>
                <a:lnTo>
                  <a:pt x="802994" y="78829"/>
                </a:lnTo>
                <a:lnTo>
                  <a:pt x="802791" y="78540"/>
                </a:lnTo>
                <a:lnTo>
                  <a:pt x="802579" y="78267"/>
                </a:lnTo>
                <a:lnTo>
                  <a:pt x="802357" y="78009"/>
                </a:lnTo>
                <a:lnTo>
                  <a:pt x="802128" y="77764"/>
                </a:lnTo>
                <a:lnTo>
                  <a:pt x="801893" y="77529"/>
                </a:lnTo>
                <a:lnTo>
                  <a:pt x="801652" y="77305"/>
                </a:lnTo>
                <a:lnTo>
                  <a:pt x="801407" y="77091"/>
                </a:lnTo>
                <a:lnTo>
                  <a:pt x="801155" y="76887"/>
                </a:lnTo>
                <a:lnTo>
                  <a:pt x="800899" y="76694"/>
                </a:lnTo>
                <a:lnTo>
                  <a:pt x="800636" y="76512"/>
                </a:lnTo>
                <a:lnTo>
                  <a:pt x="800369" y="76339"/>
                </a:lnTo>
                <a:lnTo>
                  <a:pt x="800096" y="76178"/>
                </a:lnTo>
                <a:lnTo>
                  <a:pt x="799817" y="76026"/>
                </a:lnTo>
                <a:lnTo>
                  <a:pt x="799533" y="75885"/>
                </a:lnTo>
                <a:lnTo>
                  <a:pt x="799244" y="75755"/>
                </a:lnTo>
                <a:lnTo>
                  <a:pt x="798949" y="75635"/>
                </a:lnTo>
                <a:lnTo>
                  <a:pt x="798648" y="75525"/>
                </a:lnTo>
                <a:lnTo>
                  <a:pt x="798342" y="75426"/>
                </a:lnTo>
                <a:lnTo>
                  <a:pt x="798031" y="75337"/>
                </a:lnTo>
                <a:lnTo>
                  <a:pt x="797714" y="75259"/>
                </a:lnTo>
                <a:lnTo>
                  <a:pt x="797392" y="75191"/>
                </a:lnTo>
                <a:lnTo>
                  <a:pt x="797064" y="75134"/>
                </a:lnTo>
                <a:lnTo>
                  <a:pt x="796731" y="75087"/>
                </a:lnTo>
                <a:lnTo>
                  <a:pt x="796392" y="75050"/>
                </a:lnTo>
                <a:lnTo>
                  <a:pt x="796048" y="75024"/>
                </a:lnTo>
                <a:lnTo>
                  <a:pt x="795698" y="75009"/>
                </a:lnTo>
                <a:lnTo>
                  <a:pt x="795343" y="75003"/>
                </a:lnTo>
                <a:lnTo>
                  <a:pt x="794980" y="75009"/>
                </a:lnTo>
                <a:lnTo>
                  <a:pt x="794623" y="75024"/>
                </a:lnTo>
                <a:lnTo>
                  <a:pt x="794272" y="75050"/>
                </a:lnTo>
                <a:lnTo>
                  <a:pt x="793926" y="75087"/>
                </a:lnTo>
                <a:lnTo>
                  <a:pt x="793587" y="75134"/>
                </a:lnTo>
                <a:lnTo>
                  <a:pt x="793253" y="75191"/>
                </a:lnTo>
                <a:lnTo>
                  <a:pt x="792925" y="75259"/>
                </a:lnTo>
                <a:lnTo>
                  <a:pt x="792602" y="75337"/>
                </a:lnTo>
                <a:lnTo>
                  <a:pt x="792286" y="75426"/>
                </a:lnTo>
                <a:lnTo>
                  <a:pt x="791975" y="75525"/>
                </a:lnTo>
                <a:lnTo>
                  <a:pt x="791670" y="75635"/>
                </a:lnTo>
                <a:lnTo>
                  <a:pt x="791371" y="75755"/>
                </a:lnTo>
                <a:lnTo>
                  <a:pt x="791078" y="75885"/>
                </a:lnTo>
                <a:lnTo>
                  <a:pt x="790790" y="76026"/>
                </a:lnTo>
                <a:lnTo>
                  <a:pt x="790509" y="76178"/>
                </a:lnTo>
                <a:lnTo>
                  <a:pt x="790233" y="76339"/>
                </a:lnTo>
                <a:lnTo>
                  <a:pt x="789963" y="76512"/>
                </a:lnTo>
                <a:lnTo>
                  <a:pt x="789698" y="76694"/>
                </a:lnTo>
                <a:lnTo>
                  <a:pt x="789440" y="76887"/>
                </a:lnTo>
                <a:lnTo>
                  <a:pt x="789187" y="77091"/>
                </a:lnTo>
                <a:lnTo>
                  <a:pt x="788940" y="77305"/>
                </a:lnTo>
                <a:lnTo>
                  <a:pt x="788699" y="77529"/>
                </a:lnTo>
                <a:lnTo>
                  <a:pt x="788464" y="77764"/>
                </a:lnTo>
                <a:lnTo>
                  <a:pt x="788234" y="78009"/>
                </a:lnTo>
                <a:lnTo>
                  <a:pt x="788012" y="78267"/>
                </a:lnTo>
                <a:lnTo>
                  <a:pt x="787800" y="78540"/>
                </a:lnTo>
                <a:lnTo>
                  <a:pt x="787597" y="78829"/>
                </a:lnTo>
                <a:lnTo>
                  <a:pt x="787403" y="79132"/>
                </a:lnTo>
                <a:lnTo>
                  <a:pt x="787219" y="79450"/>
                </a:lnTo>
                <a:lnTo>
                  <a:pt x="787044" y="79784"/>
                </a:lnTo>
                <a:lnTo>
                  <a:pt x="786879" y="80132"/>
                </a:lnTo>
                <a:lnTo>
                  <a:pt x="786723" y="80496"/>
                </a:lnTo>
                <a:lnTo>
                  <a:pt x="786577" y="80874"/>
                </a:lnTo>
                <a:lnTo>
                  <a:pt x="786440" y="81268"/>
                </a:lnTo>
                <a:lnTo>
                  <a:pt x="786312" y="81677"/>
                </a:lnTo>
                <a:lnTo>
                  <a:pt x="786194" y="82101"/>
                </a:lnTo>
                <a:lnTo>
                  <a:pt x="786086" y="82540"/>
                </a:lnTo>
                <a:lnTo>
                  <a:pt x="785987" y="82994"/>
                </a:lnTo>
                <a:lnTo>
                  <a:pt x="785897" y="83463"/>
                </a:lnTo>
                <a:lnTo>
                  <a:pt x="785817" y="83947"/>
                </a:lnTo>
                <a:lnTo>
                  <a:pt x="785746" y="84446"/>
                </a:lnTo>
                <a:lnTo>
                  <a:pt x="785684" y="84960"/>
                </a:lnTo>
                <a:lnTo>
                  <a:pt x="785633" y="85490"/>
                </a:lnTo>
                <a:lnTo>
                  <a:pt x="785590" y="86034"/>
                </a:lnTo>
                <a:lnTo>
                  <a:pt x="785557" y="86594"/>
                </a:lnTo>
                <a:lnTo>
                  <a:pt x="785533" y="87168"/>
                </a:lnTo>
                <a:lnTo>
                  <a:pt x="785519" y="87758"/>
                </a:lnTo>
                <a:lnTo>
                  <a:pt x="785514" y="88363"/>
                </a:lnTo>
                <a:lnTo>
                  <a:pt x="785514" y="99050"/>
                </a:lnTo>
                <a:lnTo>
                  <a:pt x="735608" y="99050"/>
                </a:lnTo>
                <a:lnTo>
                  <a:pt x="735608" y="70423"/>
                </a:lnTo>
                <a:lnTo>
                  <a:pt x="752784" y="70423"/>
                </a:lnTo>
                <a:lnTo>
                  <a:pt x="752786" y="71026"/>
                </a:lnTo>
                <a:lnTo>
                  <a:pt x="752794" y="71610"/>
                </a:lnTo>
                <a:close/>
                <a:moveTo>
                  <a:pt x="1013437" y="99055"/>
                </a:moveTo>
                <a:lnTo>
                  <a:pt x="1012869" y="99069"/>
                </a:lnTo>
                <a:lnTo>
                  <a:pt x="1012316" y="99092"/>
                </a:lnTo>
                <a:lnTo>
                  <a:pt x="1011777" y="99125"/>
                </a:lnTo>
                <a:lnTo>
                  <a:pt x="1011252" y="99166"/>
                </a:lnTo>
                <a:lnTo>
                  <a:pt x="1010741" y="99217"/>
                </a:lnTo>
                <a:lnTo>
                  <a:pt x="1010244" y="99278"/>
                </a:lnTo>
                <a:lnTo>
                  <a:pt x="1009761" y="99347"/>
                </a:lnTo>
                <a:lnTo>
                  <a:pt x="1009292" y="99426"/>
                </a:lnTo>
                <a:lnTo>
                  <a:pt x="1008838" y="99514"/>
                </a:lnTo>
                <a:lnTo>
                  <a:pt x="1008397" y="99612"/>
                </a:lnTo>
                <a:lnTo>
                  <a:pt x="1007971" y="99718"/>
                </a:lnTo>
                <a:lnTo>
                  <a:pt x="1007558" y="99834"/>
                </a:lnTo>
                <a:lnTo>
                  <a:pt x="1007160" y="99960"/>
                </a:lnTo>
                <a:lnTo>
                  <a:pt x="1006776" y="100094"/>
                </a:lnTo>
                <a:lnTo>
                  <a:pt x="1006405" y="100238"/>
                </a:lnTo>
                <a:lnTo>
                  <a:pt x="1006049" y="100391"/>
                </a:lnTo>
                <a:lnTo>
                  <a:pt x="1005707" y="100553"/>
                </a:lnTo>
                <a:lnTo>
                  <a:pt x="1005379" y="100725"/>
                </a:lnTo>
                <a:lnTo>
                  <a:pt x="1005065" y="100906"/>
                </a:lnTo>
                <a:lnTo>
                  <a:pt x="1004766" y="101096"/>
                </a:lnTo>
                <a:lnTo>
                  <a:pt x="1004480" y="101295"/>
                </a:lnTo>
                <a:lnTo>
                  <a:pt x="1004208" y="101504"/>
                </a:lnTo>
                <a:lnTo>
                  <a:pt x="1003951" y="101722"/>
                </a:lnTo>
                <a:lnTo>
                  <a:pt x="1003706" y="101948"/>
                </a:lnTo>
                <a:lnTo>
                  <a:pt x="1003471" y="102179"/>
                </a:lnTo>
                <a:lnTo>
                  <a:pt x="1003246" y="102417"/>
                </a:lnTo>
                <a:lnTo>
                  <a:pt x="1003032" y="102661"/>
                </a:lnTo>
                <a:lnTo>
                  <a:pt x="1002829" y="102910"/>
                </a:lnTo>
                <a:lnTo>
                  <a:pt x="1002636" y="103166"/>
                </a:lnTo>
                <a:lnTo>
                  <a:pt x="1002453" y="103427"/>
                </a:lnTo>
                <a:lnTo>
                  <a:pt x="1002281" y="103694"/>
                </a:lnTo>
                <a:lnTo>
                  <a:pt x="1002119" y="103968"/>
                </a:lnTo>
                <a:lnTo>
                  <a:pt x="1001968" y="104247"/>
                </a:lnTo>
                <a:lnTo>
                  <a:pt x="1001827" y="104532"/>
                </a:lnTo>
                <a:lnTo>
                  <a:pt x="1001696" y="104824"/>
                </a:lnTo>
                <a:lnTo>
                  <a:pt x="1001576" y="105121"/>
                </a:lnTo>
                <a:lnTo>
                  <a:pt x="1001467" y="105424"/>
                </a:lnTo>
                <a:lnTo>
                  <a:pt x="1001368" y="105733"/>
                </a:lnTo>
                <a:lnTo>
                  <a:pt x="1001279" y="106048"/>
                </a:lnTo>
                <a:lnTo>
                  <a:pt x="1001201" y="106369"/>
                </a:lnTo>
                <a:lnTo>
                  <a:pt x="1001133" y="106696"/>
                </a:lnTo>
                <a:lnTo>
                  <a:pt x="1001075" y="107029"/>
                </a:lnTo>
                <a:lnTo>
                  <a:pt x="1001028" y="107368"/>
                </a:lnTo>
                <a:lnTo>
                  <a:pt x="1000992" y="107713"/>
                </a:lnTo>
                <a:lnTo>
                  <a:pt x="1000966" y="108064"/>
                </a:lnTo>
                <a:lnTo>
                  <a:pt x="1000950" y="108421"/>
                </a:lnTo>
                <a:lnTo>
                  <a:pt x="1000945" y="108784"/>
                </a:lnTo>
                <a:lnTo>
                  <a:pt x="1000950" y="109147"/>
                </a:lnTo>
                <a:lnTo>
                  <a:pt x="1000966" y="109504"/>
                </a:lnTo>
                <a:lnTo>
                  <a:pt x="1000992" y="109856"/>
                </a:lnTo>
                <a:lnTo>
                  <a:pt x="1001028" y="110202"/>
                </a:lnTo>
                <a:lnTo>
                  <a:pt x="1001075" y="110542"/>
                </a:lnTo>
                <a:lnTo>
                  <a:pt x="1001133" y="110877"/>
                </a:lnTo>
                <a:lnTo>
                  <a:pt x="1001201" y="111206"/>
                </a:lnTo>
                <a:lnTo>
                  <a:pt x="1001279" y="111530"/>
                </a:lnTo>
                <a:lnTo>
                  <a:pt x="1001368" y="111848"/>
                </a:lnTo>
                <a:lnTo>
                  <a:pt x="1001467" y="112160"/>
                </a:lnTo>
                <a:lnTo>
                  <a:pt x="1001576" y="112467"/>
                </a:lnTo>
                <a:lnTo>
                  <a:pt x="1001696" y="112768"/>
                </a:lnTo>
                <a:lnTo>
                  <a:pt x="1001827" y="113063"/>
                </a:lnTo>
                <a:lnTo>
                  <a:pt x="1001968" y="113353"/>
                </a:lnTo>
                <a:lnTo>
                  <a:pt x="1002119" y="113637"/>
                </a:lnTo>
                <a:lnTo>
                  <a:pt x="1002281" y="113915"/>
                </a:lnTo>
                <a:lnTo>
                  <a:pt x="1002453" y="114188"/>
                </a:lnTo>
                <a:lnTo>
                  <a:pt x="1002636" y="114455"/>
                </a:lnTo>
                <a:lnTo>
                  <a:pt x="1002829" y="114717"/>
                </a:lnTo>
                <a:lnTo>
                  <a:pt x="1003032" y="114973"/>
                </a:lnTo>
                <a:lnTo>
                  <a:pt x="1003246" y="115223"/>
                </a:lnTo>
                <a:lnTo>
                  <a:pt x="1003471" y="115468"/>
                </a:lnTo>
                <a:lnTo>
                  <a:pt x="1003706" y="115707"/>
                </a:lnTo>
                <a:lnTo>
                  <a:pt x="1003951" y="115940"/>
                </a:lnTo>
                <a:lnTo>
                  <a:pt x="1004208" y="116166"/>
                </a:lnTo>
                <a:lnTo>
                  <a:pt x="1004480" y="116382"/>
                </a:lnTo>
                <a:lnTo>
                  <a:pt x="1004766" y="116589"/>
                </a:lnTo>
                <a:lnTo>
                  <a:pt x="1005065" y="116786"/>
                </a:lnTo>
                <a:lnTo>
                  <a:pt x="1005379" y="116973"/>
                </a:lnTo>
                <a:lnTo>
                  <a:pt x="1005707" y="117151"/>
                </a:lnTo>
                <a:lnTo>
                  <a:pt x="1006049" y="117319"/>
                </a:lnTo>
                <a:lnTo>
                  <a:pt x="1006405" y="117478"/>
                </a:lnTo>
                <a:lnTo>
                  <a:pt x="1006776" y="117627"/>
                </a:lnTo>
                <a:lnTo>
                  <a:pt x="1007160" y="117766"/>
                </a:lnTo>
                <a:lnTo>
                  <a:pt x="1007558" y="117896"/>
                </a:lnTo>
                <a:lnTo>
                  <a:pt x="1007971" y="118016"/>
                </a:lnTo>
                <a:lnTo>
                  <a:pt x="1008397" y="118126"/>
                </a:lnTo>
                <a:lnTo>
                  <a:pt x="1008838" y="118227"/>
                </a:lnTo>
                <a:lnTo>
                  <a:pt x="1009292" y="118319"/>
                </a:lnTo>
                <a:lnTo>
                  <a:pt x="1009761" y="118400"/>
                </a:lnTo>
                <a:lnTo>
                  <a:pt x="1010244" y="118472"/>
                </a:lnTo>
                <a:lnTo>
                  <a:pt x="1010741" y="118535"/>
                </a:lnTo>
                <a:lnTo>
                  <a:pt x="1011252" y="118588"/>
                </a:lnTo>
                <a:lnTo>
                  <a:pt x="1011777" y="118631"/>
                </a:lnTo>
                <a:lnTo>
                  <a:pt x="1012316" y="118665"/>
                </a:lnTo>
                <a:lnTo>
                  <a:pt x="1012869" y="118689"/>
                </a:lnTo>
                <a:lnTo>
                  <a:pt x="1013437" y="118703"/>
                </a:lnTo>
                <a:lnTo>
                  <a:pt x="1014018" y="118708"/>
                </a:lnTo>
                <a:lnTo>
                  <a:pt x="1040355" y="118708"/>
                </a:lnTo>
                <a:lnTo>
                  <a:pt x="1040936" y="118703"/>
                </a:lnTo>
                <a:lnTo>
                  <a:pt x="1041504" y="118689"/>
                </a:lnTo>
                <a:lnTo>
                  <a:pt x="1042056" y="118665"/>
                </a:lnTo>
                <a:lnTo>
                  <a:pt x="1042595" y="118632"/>
                </a:lnTo>
                <a:lnTo>
                  <a:pt x="1043119" y="118590"/>
                </a:lnTo>
                <a:lnTo>
                  <a:pt x="1043629" y="118538"/>
                </a:lnTo>
                <a:lnTo>
                  <a:pt x="1044125" y="118476"/>
                </a:lnTo>
                <a:lnTo>
                  <a:pt x="1044607" y="118406"/>
                </a:lnTo>
                <a:lnTo>
                  <a:pt x="1045074" y="118325"/>
                </a:lnTo>
                <a:lnTo>
                  <a:pt x="1045527" y="118236"/>
                </a:lnTo>
                <a:lnTo>
                  <a:pt x="1045966" y="118136"/>
                </a:lnTo>
                <a:lnTo>
                  <a:pt x="1046391" y="118028"/>
                </a:lnTo>
                <a:lnTo>
                  <a:pt x="1046801" y="117910"/>
                </a:lnTo>
                <a:lnTo>
                  <a:pt x="1047197" y="117782"/>
                </a:lnTo>
                <a:lnTo>
                  <a:pt x="1047579" y="117645"/>
                </a:lnTo>
                <a:lnTo>
                  <a:pt x="1047947" y="117499"/>
                </a:lnTo>
                <a:lnTo>
                  <a:pt x="1048300" y="117343"/>
                </a:lnTo>
                <a:lnTo>
                  <a:pt x="1048639" y="117178"/>
                </a:lnTo>
                <a:lnTo>
                  <a:pt x="1048964" y="117003"/>
                </a:lnTo>
                <a:lnTo>
                  <a:pt x="1049275" y="116819"/>
                </a:lnTo>
                <a:lnTo>
                  <a:pt x="1049571" y="116626"/>
                </a:lnTo>
                <a:lnTo>
                  <a:pt x="1049853" y="116423"/>
                </a:lnTo>
                <a:lnTo>
                  <a:pt x="1050121" y="116210"/>
                </a:lnTo>
                <a:lnTo>
                  <a:pt x="1050375" y="115988"/>
                </a:lnTo>
                <a:lnTo>
                  <a:pt x="1050616" y="115759"/>
                </a:lnTo>
                <a:lnTo>
                  <a:pt x="1050847" y="115523"/>
                </a:lnTo>
                <a:lnTo>
                  <a:pt x="1051068" y="115282"/>
                </a:lnTo>
                <a:lnTo>
                  <a:pt x="1051279" y="115035"/>
                </a:lnTo>
                <a:lnTo>
                  <a:pt x="1051479" y="114783"/>
                </a:lnTo>
                <a:lnTo>
                  <a:pt x="1051669" y="114524"/>
                </a:lnTo>
                <a:lnTo>
                  <a:pt x="1051849" y="114260"/>
                </a:lnTo>
                <a:lnTo>
                  <a:pt x="1052018" y="113990"/>
                </a:lnTo>
                <a:lnTo>
                  <a:pt x="1052177" y="113714"/>
                </a:lnTo>
                <a:lnTo>
                  <a:pt x="1052326" y="113432"/>
                </a:lnTo>
                <a:lnTo>
                  <a:pt x="1052465" y="113144"/>
                </a:lnTo>
                <a:lnTo>
                  <a:pt x="1052593" y="112851"/>
                </a:lnTo>
                <a:lnTo>
                  <a:pt x="1052711" y="112552"/>
                </a:lnTo>
                <a:lnTo>
                  <a:pt x="1052819" y="112247"/>
                </a:lnTo>
                <a:lnTo>
                  <a:pt x="1052917" y="111936"/>
                </a:lnTo>
                <a:lnTo>
                  <a:pt x="1053004" y="111620"/>
                </a:lnTo>
                <a:lnTo>
                  <a:pt x="1053081" y="111298"/>
                </a:lnTo>
                <a:lnTo>
                  <a:pt x="1053148" y="110969"/>
                </a:lnTo>
                <a:lnTo>
                  <a:pt x="1053204" y="110636"/>
                </a:lnTo>
                <a:lnTo>
                  <a:pt x="1053251" y="110296"/>
                </a:lnTo>
                <a:lnTo>
                  <a:pt x="1053287" y="109950"/>
                </a:lnTo>
                <a:lnTo>
                  <a:pt x="1053312" y="109599"/>
                </a:lnTo>
                <a:lnTo>
                  <a:pt x="1053328" y="109242"/>
                </a:lnTo>
                <a:lnTo>
                  <a:pt x="1053333" y="108879"/>
                </a:lnTo>
                <a:lnTo>
                  <a:pt x="1053325" y="108515"/>
                </a:lnTo>
                <a:lnTo>
                  <a:pt x="1053302" y="108153"/>
                </a:lnTo>
                <a:lnTo>
                  <a:pt x="1053264" y="107793"/>
                </a:lnTo>
                <a:lnTo>
                  <a:pt x="1053211" y="107436"/>
                </a:lnTo>
                <a:lnTo>
                  <a:pt x="1053142" y="107082"/>
                </a:lnTo>
                <a:lnTo>
                  <a:pt x="1053059" y="106730"/>
                </a:lnTo>
                <a:lnTo>
                  <a:pt x="1052959" y="106380"/>
                </a:lnTo>
                <a:lnTo>
                  <a:pt x="1052845" y="106034"/>
                </a:lnTo>
                <a:lnTo>
                  <a:pt x="1052716" y="105689"/>
                </a:lnTo>
                <a:lnTo>
                  <a:pt x="1052571" y="105347"/>
                </a:lnTo>
                <a:lnTo>
                  <a:pt x="1052411" y="105008"/>
                </a:lnTo>
                <a:lnTo>
                  <a:pt x="1052235" y="104671"/>
                </a:lnTo>
                <a:lnTo>
                  <a:pt x="1052045" y="104337"/>
                </a:lnTo>
                <a:lnTo>
                  <a:pt x="1051839" y="104006"/>
                </a:lnTo>
                <a:lnTo>
                  <a:pt x="1051618" y="103676"/>
                </a:lnTo>
                <a:lnTo>
                  <a:pt x="1051382" y="103350"/>
                </a:lnTo>
                <a:lnTo>
                  <a:pt x="1051130" y="103026"/>
                </a:lnTo>
                <a:lnTo>
                  <a:pt x="1050864" y="102704"/>
                </a:lnTo>
                <a:lnTo>
                  <a:pt x="1050582" y="102385"/>
                </a:lnTo>
                <a:lnTo>
                  <a:pt x="1050285" y="102068"/>
                </a:lnTo>
                <a:lnTo>
                  <a:pt x="1049972" y="101754"/>
                </a:lnTo>
                <a:lnTo>
                  <a:pt x="1049644" y="101443"/>
                </a:lnTo>
                <a:lnTo>
                  <a:pt x="1049302" y="101134"/>
                </a:lnTo>
                <a:lnTo>
                  <a:pt x="1048943" y="100828"/>
                </a:lnTo>
                <a:lnTo>
                  <a:pt x="1048752" y="100683"/>
                </a:lnTo>
                <a:lnTo>
                  <a:pt x="1048545" y="100544"/>
                </a:lnTo>
                <a:lnTo>
                  <a:pt x="1048322" y="100411"/>
                </a:lnTo>
                <a:lnTo>
                  <a:pt x="1048082" y="100285"/>
                </a:lnTo>
                <a:lnTo>
                  <a:pt x="1047826" y="100164"/>
                </a:lnTo>
                <a:lnTo>
                  <a:pt x="1047554" y="100050"/>
                </a:lnTo>
                <a:lnTo>
                  <a:pt x="1047265" y="99942"/>
                </a:lnTo>
                <a:lnTo>
                  <a:pt x="1046961" y="99840"/>
                </a:lnTo>
                <a:lnTo>
                  <a:pt x="1046640" y="99745"/>
                </a:lnTo>
                <a:lnTo>
                  <a:pt x="1046303" y="99655"/>
                </a:lnTo>
                <a:lnTo>
                  <a:pt x="1045949" y="99572"/>
                </a:lnTo>
                <a:lnTo>
                  <a:pt x="1045580" y="99495"/>
                </a:lnTo>
                <a:lnTo>
                  <a:pt x="1045194" y="99424"/>
                </a:lnTo>
                <a:lnTo>
                  <a:pt x="1044792" y="99359"/>
                </a:lnTo>
                <a:lnTo>
                  <a:pt x="1044373" y="99300"/>
                </a:lnTo>
                <a:lnTo>
                  <a:pt x="1043939" y="99248"/>
                </a:lnTo>
                <a:lnTo>
                  <a:pt x="1043488" y="99202"/>
                </a:lnTo>
                <a:lnTo>
                  <a:pt x="1043021" y="99161"/>
                </a:lnTo>
                <a:lnTo>
                  <a:pt x="1042538" y="99127"/>
                </a:lnTo>
                <a:lnTo>
                  <a:pt x="1042038" y="99100"/>
                </a:lnTo>
                <a:lnTo>
                  <a:pt x="1041523" y="99078"/>
                </a:lnTo>
                <a:lnTo>
                  <a:pt x="1040991" y="99063"/>
                </a:lnTo>
                <a:lnTo>
                  <a:pt x="1040442" y="99053"/>
                </a:lnTo>
                <a:lnTo>
                  <a:pt x="1039878" y="99050"/>
                </a:lnTo>
                <a:lnTo>
                  <a:pt x="1000945" y="3054"/>
                </a:lnTo>
                <a:lnTo>
                  <a:pt x="958672" y="2863"/>
                </a:lnTo>
                <a:lnTo>
                  <a:pt x="958091" y="2867"/>
                </a:lnTo>
                <a:lnTo>
                  <a:pt x="957523" y="2882"/>
                </a:lnTo>
                <a:lnTo>
                  <a:pt x="956970" y="2905"/>
                </a:lnTo>
                <a:lnTo>
                  <a:pt x="956431" y="2938"/>
                </a:lnTo>
                <a:lnTo>
                  <a:pt x="955906" y="2981"/>
                </a:lnTo>
                <a:lnTo>
                  <a:pt x="955395" y="3033"/>
                </a:lnTo>
                <a:lnTo>
                  <a:pt x="954898" y="3094"/>
                </a:lnTo>
                <a:lnTo>
                  <a:pt x="954415" y="3165"/>
                </a:lnTo>
                <a:lnTo>
                  <a:pt x="953946" y="3245"/>
                </a:lnTo>
                <a:lnTo>
                  <a:pt x="953492" y="3335"/>
                </a:lnTo>
                <a:lnTo>
                  <a:pt x="953051" y="3434"/>
                </a:lnTo>
                <a:lnTo>
                  <a:pt x="952625" y="3543"/>
                </a:lnTo>
                <a:lnTo>
                  <a:pt x="952212" y="3661"/>
                </a:lnTo>
                <a:lnTo>
                  <a:pt x="951814" y="3788"/>
                </a:lnTo>
                <a:lnTo>
                  <a:pt x="951429" y="3925"/>
                </a:lnTo>
                <a:lnTo>
                  <a:pt x="951059" y="4071"/>
                </a:lnTo>
                <a:lnTo>
                  <a:pt x="950703" y="4227"/>
                </a:lnTo>
                <a:lnTo>
                  <a:pt x="950361" y="4393"/>
                </a:lnTo>
                <a:lnTo>
                  <a:pt x="950033" y="4567"/>
                </a:lnTo>
                <a:lnTo>
                  <a:pt x="949719" y="4751"/>
                </a:lnTo>
                <a:lnTo>
                  <a:pt x="949420" y="4945"/>
                </a:lnTo>
                <a:lnTo>
                  <a:pt x="949134" y="5148"/>
                </a:lnTo>
                <a:lnTo>
                  <a:pt x="948862" y="5360"/>
                </a:lnTo>
                <a:lnTo>
                  <a:pt x="948605" y="5582"/>
                </a:lnTo>
                <a:lnTo>
                  <a:pt x="948359" y="5812"/>
                </a:lnTo>
                <a:lnTo>
                  <a:pt x="948125" y="6047"/>
                </a:lnTo>
                <a:lnTo>
                  <a:pt x="947900" y="6288"/>
                </a:lnTo>
                <a:lnTo>
                  <a:pt x="947686" y="6535"/>
                </a:lnTo>
                <a:lnTo>
                  <a:pt x="947483" y="6788"/>
                </a:lnTo>
                <a:lnTo>
                  <a:pt x="947290" y="7046"/>
                </a:lnTo>
                <a:lnTo>
                  <a:pt x="947107" y="7311"/>
                </a:lnTo>
                <a:lnTo>
                  <a:pt x="946935" y="7581"/>
                </a:lnTo>
                <a:lnTo>
                  <a:pt x="946773" y="7857"/>
                </a:lnTo>
                <a:lnTo>
                  <a:pt x="946622" y="8139"/>
                </a:lnTo>
                <a:lnTo>
                  <a:pt x="946481" y="8426"/>
                </a:lnTo>
                <a:lnTo>
                  <a:pt x="946350" y="8719"/>
                </a:lnTo>
                <a:lnTo>
                  <a:pt x="946230" y="9019"/>
                </a:lnTo>
                <a:lnTo>
                  <a:pt x="946121" y="9323"/>
                </a:lnTo>
                <a:lnTo>
                  <a:pt x="946022" y="9634"/>
                </a:lnTo>
                <a:lnTo>
                  <a:pt x="945933" y="9951"/>
                </a:lnTo>
                <a:lnTo>
                  <a:pt x="945855" y="10273"/>
                </a:lnTo>
                <a:lnTo>
                  <a:pt x="945787" y="10601"/>
                </a:lnTo>
                <a:lnTo>
                  <a:pt x="945729" y="10935"/>
                </a:lnTo>
                <a:lnTo>
                  <a:pt x="945682" y="11275"/>
                </a:lnTo>
                <a:lnTo>
                  <a:pt x="945646" y="11620"/>
                </a:lnTo>
                <a:lnTo>
                  <a:pt x="945620" y="11971"/>
                </a:lnTo>
                <a:lnTo>
                  <a:pt x="945604" y="12329"/>
                </a:lnTo>
                <a:lnTo>
                  <a:pt x="945599" y="12691"/>
                </a:lnTo>
                <a:lnTo>
                  <a:pt x="945604" y="13054"/>
                </a:lnTo>
                <a:lnTo>
                  <a:pt x="945620" y="13411"/>
                </a:lnTo>
                <a:lnTo>
                  <a:pt x="945646" y="13763"/>
                </a:lnTo>
                <a:lnTo>
                  <a:pt x="945682" y="14108"/>
                </a:lnTo>
                <a:lnTo>
                  <a:pt x="945729" y="14448"/>
                </a:lnTo>
                <a:lnTo>
                  <a:pt x="945787" y="14782"/>
                </a:lnTo>
                <a:lnTo>
                  <a:pt x="945855" y="15110"/>
                </a:lnTo>
                <a:lnTo>
                  <a:pt x="945933" y="15432"/>
                </a:lnTo>
                <a:lnTo>
                  <a:pt x="946022" y="15749"/>
                </a:lnTo>
                <a:lnTo>
                  <a:pt x="946121" y="16059"/>
                </a:lnTo>
                <a:lnTo>
                  <a:pt x="946230" y="16364"/>
                </a:lnTo>
                <a:lnTo>
                  <a:pt x="946350" y="16663"/>
                </a:lnTo>
                <a:lnTo>
                  <a:pt x="946481" y="16957"/>
                </a:lnTo>
                <a:lnTo>
                  <a:pt x="946622" y="17244"/>
                </a:lnTo>
                <a:lnTo>
                  <a:pt x="946773" y="17526"/>
                </a:lnTo>
                <a:lnTo>
                  <a:pt x="946935" y="17802"/>
                </a:lnTo>
                <a:lnTo>
                  <a:pt x="947107" y="18072"/>
                </a:lnTo>
                <a:lnTo>
                  <a:pt x="947290" y="18336"/>
                </a:lnTo>
                <a:lnTo>
                  <a:pt x="947483" y="18595"/>
                </a:lnTo>
                <a:lnTo>
                  <a:pt x="947686" y="18848"/>
                </a:lnTo>
                <a:lnTo>
                  <a:pt x="947900" y="19095"/>
                </a:lnTo>
                <a:lnTo>
                  <a:pt x="948125" y="19336"/>
                </a:lnTo>
                <a:lnTo>
                  <a:pt x="948359" y="19571"/>
                </a:lnTo>
                <a:lnTo>
                  <a:pt x="948605" y="19801"/>
                </a:lnTo>
                <a:lnTo>
                  <a:pt x="948862" y="20022"/>
                </a:lnTo>
                <a:lnTo>
                  <a:pt x="949134" y="20235"/>
                </a:lnTo>
                <a:lnTo>
                  <a:pt x="949420" y="20438"/>
                </a:lnTo>
                <a:lnTo>
                  <a:pt x="949719" y="20632"/>
                </a:lnTo>
                <a:lnTo>
                  <a:pt x="950033" y="20816"/>
                </a:lnTo>
                <a:lnTo>
                  <a:pt x="950361" y="20990"/>
                </a:lnTo>
                <a:lnTo>
                  <a:pt x="950703" y="21156"/>
                </a:lnTo>
                <a:lnTo>
                  <a:pt x="951059" y="21311"/>
                </a:lnTo>
                <a:lnTo>
                  <a:pt x="951429" y="21458"/>
                </a:lnTo>
                <a:lnTo>
                  <a:pt x="951814" y="21595"/>
                </a:lnTo>
                <a:lnTo>
                  <a:pt x="952212" y="21722"/>
                </a:lnTo>
                <a:lnTo>
                  <a:pt x="952625" y="21840"/>
                </a:lnTo>
                <a:lnTo>
                  <a:pt x="953051" y="21949"/>
                </a:lnTo>
                <a:lnTo>
                  <a:pt x="953492" y="22048"/>
                </a:lnTo>
                <a:lnTo>
                  <a:pt x="953946" y="22138"/>
                </a:lnTo>
                <a:lnTo>
                  <a:pt x="954415" y="22218"/>
                </a:lnTo>
                <a:lnTo>
                  <a:pt x="954898" y="22289"/>
                </a:lnTo>
                <a:lnTo>
                  <a:pt x="955395" y="22350"/>
                </a:lnTo>
                <a:lnTo>
                  <a:pt x="955906" y="22402"/>
                </a:lnTo>
                <a:lnTo>
                  <a:pt x="956431" y="22445"/>
                </a:lnTo>
                <a:lnTo>
                  <a:pt x="956970" y="22478"/>
                </a:lnTo>
                <a:lnTo>
                  <a:pt x="957523" y="22501"/>
                </a:lnTo>
                <a:lnTo>
                  <a:pt x="958091" y="22515"/>
                </a:lnTo>
                <a:lnTo>
                  <a:pt x="958672" y="22520"/>
                </a:lnTo>
                <a:lnTo>
                  <a:pt x="971459" y="22520"/>
                </a:lnTo>
                <a:lnTo>
                  <a:pt x="940732" y="99050"/>
                </a:lnTo>
                <a:lnTo>
                  <a:pt x="940135" y="99055"/>
                </a:lnTo>
                <a:lnTo>
                  <a:pt x="939552" y="99069"/>
                </a:lnTo>
                <a:lnTo>
                  <a:pt x="938983" y="99092"/>
                </a:lnTo>
                <a:lnTo>
                  <a:pt x="938429" y="99125"/>
                </a:lnTo>
                <a:lnTo>
                  <a:pt x="937889" y="99166"/>
                </a:lnTo>
                <a:lnTo>
                  <a:pt x="937363" y="99217"/>
                </a:lnTo>
                <a:lnTo>
                  <a:pt x="936851" y="99278"/>
                </a:lnTo>
                <a:lnTo>
                  <a:pt x="936353" y="99347"/>
                </a:lnTo>
                <a:lnTo>
                  <a:pt x="935870" y="99426"/>
                </a:lnTo>
                <a:lnTo>
                  <a:pt x="935401" y="99514"/>
                </a:lnTo>
                <a:lnTo>
                  <a:pt x="934946" y="99612"/>
                </a:lnTo>
                <a:lnTo>
                  <a:pt x="934506" y="99718"/>
                </a:lnTo>
                <a:lnTo>
                  <a:pt x="934080" y="99834"/>
                </a:lnTo>
                <a:lnTo>
                  <a:pt x="933668" y="99960"/>
                </a:lnTo>
                <a:lnTo>
                  <a:pt x="933270" y="100094"/>
                </a:lnTo>
                <a:lnTo>
                  <a:pt x="932886" y="100238"/>
                </a:lnTo>
                <a:lnTo>
                  <a:pt x="932517" y="100391"/>
                </a:lnTo>
                <a:lnTo>
                  <a:pt x="932162" y="100553"/>
                </a:lnTo>
                <a:lnTo>
                  <a:pt x="931821" y="100725"/>
                </a:lnTo>
                <a:lnTo>
                  <a:pt x="931495" y="100906"/>
                </a:lnTo>
                <a:lnTo>
                  <a:pt x="931182" y="101096"/>
                </a:lnTo>
                <a:lnTo>
                  <a:pt x="930884" y="101295"/>
                </a:lnTo>
                <a:lnTo>
                  <a:pt x="930601" y="101504"/>
                </a:lnTo>
                <a:lnTo>
                  <a:pt x="930331" y="101722"/>
                </a:lnTo>
                <a:lnTo>
                  <a:pt x="930074" y="101948"/>
                </a:lnTo>
                <a:lnTo>
                  <a:pt x="929828" y="102179"/>
                </a:lnTo>
                <a:lnTo>
                  <a:pt x="929593" y="102417"/>
                </a:lnTo>
                <a:lnTo>
                  <a:pt x="929369" y="102661"/>
                </a:lnTo>
                <a:lnTo>
                  <a:pt x="929156" y="102910"/>
                </a:lnTo>
                <a:lnTo>
                  <a:pt x="928953" y="103166"/>
                </a:lnTo>
                <a:lnTo>
                  <a:pt x="928762" y="103427"/>
                </a:lnTo>
                <a:lnTo>
                  <a:pt x="928582" y="103694"/>
                </a:lnTo>
                <a:lnTo>
                  <a:pt x="928412" y="103968"/>
                </a:lnTo>
                <a:lnTo>
                  <a:pt x="928254" y="104247"/>
                </a:lnTo>
                <a:lnTo>
                  <a:pt x="928106" y="104532"/>
                </a:lnTo>
                <a:lnTo>
                  <a:pt x="927969" y="104824"/>
                </a:lnTo>
                <a:lnTo>
                  <a:pt x="927844" y="105121"/>
                </a:lnTo>
                <a:lnTo>
                  <a:pt x="927729" y="105424"/>
                </a:lnTo>
                <a:lnTo>
                  <a:pt x="927625" y="105733"/>
                </a:lnTo>
                <a:lnTo>
                  <a:pt x="927532" y="106048"/>
                </a:lnTo>
                <a:lnTo>
                  <a:pt x="927450" y="106369"/>
                </a:lnTo>
                <a:lnTo>
                  <a:pt x="927379" y="106696"/>
                </a:lnTo>
                <a:lnTo>
                  <a:pt x="927319" y="107029"/>
                </a:lnTo>
                <a:lnTo>
                  <a:pt x="927269" y="107368"/>
                </a:lnTo>
                <a:lnTo>
                  <a:pt x="927231" y="107713"/>
                </a:lnTo>
                <a:lnTo>
                  <a:pt x="927204" y="108064"/>
                </a:lnTo>
                <a:lnTo>
                  <a:pt x="927187" y="108421"/>
                </a:lnTo>
                <a:lnTo>
                  <a:pt x="927182" y="108784"/>
                </a:lnTo>
                <a:lnTo>
                  <a:pt x="927187" y="109147"/>
                </a:lnTo>
                <a:lnTo>
                  <a:pt x="927203" y="109504"/>
                </a:lnTo>
                <a:lnTo>
                  <a:pt x="927229" y="109856"/>
                </a:lnTo>
                <a:lnTo>
                  <a:pt x="927266" y="110202"/>
                </a:lnTo>
                <a:lnTo>
                  <a:pt x="927312" y="110542"/>
                </a:lnTo>
                <a:lnTo>
                  <a:pt x="927370" y="110877"/>
                </a:lnTo>
                <a:lnTo>
                  <a:pt x="927438" y="111206"/>
                </a:lnTo>
                <a:lnTo>
                  <a:pt x="927516" y="111530"/>
                </a:lnTo>
                <a:lnTo>
                  <a:pt x="927605" y="111848"/>
                </a:lnTo>
                <a:lnTo>
                  <a:pt x="927704" y="112160"/>
                </a:lnTo>
                <a:lnTo>
                  <a:pt x="927813" y="112467"/>
                </a:lnTo>
                <a:lnTo>
                  <a:pt x="927933" y="112768"/>
                </a:lnTo>
                <a:lnTo>
                  <a:pt x="928064" y="113063"/>
                </a:lnTo>
                <a:lnTo>
                  <a:pt x="928205" y="113353"/>
                </a:lnTo>
                <a:lnTo>
                  <a:pt x="928356" y="113637"/>
                </a:lnTo>
                <a:lnTo>
                  <a:pt x="928518" y="113915"/>
                </a:lnTo>
                <a:lnTo>
                  <a:pt x="928690" y="114188"/>
                </a:lnTo>
                <a:lnTo>
                  <a:pt x="928873" y="114455"/>
                </a:lnTo>
                <a:lnTo>
                  <a:pt x="929066" y="114717"/>
                </a:lnTo>
                <a:lnTo>
                  <a:pt x="929269" y="114973"/>
                </a:lnTo>
                <a:lnTo>
                  <a:pt x="929483" y="115223"/>
                </a:lnTo>
                <a:lnTo>
                  <a:pt x="929708" y="115468"/>
                </a:lnTo>
                <a:lnTo>
                  <a:pt x="929943" y="115707"/>
                </a:lnTo>
                <a:lnTo>
                  <a:pt x="930188" y="115940"/>
                </a:lnTo>
                <a:lnTo>
                  <a:pt x="930445" y="116166"/>
                </a:lnTo>
                <a:lnTo>
                  <a:pt x="930717" y="116382"/>
                </a:lnTo>
                <a:lnTo>
                  <a:pt x="931003" y="116589"/>
                </a:lnTo>
                <a:lnTo>
                  <a:pt x="931302" y="116786"/>
                </a:lnTo>
                <a:lnTo>
                  <a:pt x="931616" y="116973"/>
                </a:lnTo>
                <a:lnTo>
                  <a:pt x="931944" y="117151"/>
                </a:lnTo>
                <a:lnTo>
                  <a:pt x="932286" y="117319"/>
                </a:lnTo>
                <a:lnTo>
                  <a:pt x="932642" y="117478"/>
                </a:lnTo>
                <a:lnTo>
                  <a:pt x="933013" y="117627"/>
                </a:lnTo>
                <a:lnTo>
                  <a:pt x="933397" y="117766"/>
                </a:lnTo>
                <a:lnTo>
                  <a:pt x="933795" y="117896"/>
                </a:lnTo>
                <a:lnTo>
                  <a:pt x="934208" y="118016"/>
                </a:lnTo>
                <a:lnTo>
                  <a:pt x="934634" y="118126"/>
                </a:lnTo>
                <a:lnTo>
                  <a:pt x="935075" y="118227"/>
                </a:lnTo>
                <a:lnTo>
                  <a:pt x="935529" y="118319"/>
                </a:lnTo>
                <a:lnTo>
                  <a:pt x="935998" y="118400"/>
                </a:lnTo>
                <a:lnTo>
                  <a:pt x="936481" y="118472"/>
                </a:lnTo>
                <a:lnTo>
                  <a:pt x="936978" y="118535"/>
                </a:lnTo>
                <a:lnTo>
                  <a:pt x="937489" y="118588"/>
                </a:lnTo>
                <a:lnTo>
                  <a:pt x="938014" y="118631"/>
                </a:lnTo>
                <a:lnTo>
                  <a:pt x="938553" y="118665"/>
                </a:lnTo>
                <a:lnTo>
                  <a:pt x="939106" y="118689"/>
                </a:lnTo>
                <a:lnTo>
                  <a:pt x="939674" y="118703"/>
                </a:lnTo>
                <a:lnTo>
                  <a:pt x="940255" y="118708"/>
                </a:lnTo>
                <a:lnTo>
                  <a:pt x="966592" y="118708"/>
                </a:lnTo>
                <a:lnTo>
                  <a:pt x="967174" y="118703"/>
                </a:lnTo>
                <a:lnTo>
                  <a:pt x="967741" y="118689"/>
                </a:lnTo>
                <a:lnTo>
                  <a:pt x="968294" y="118665"/>
                </a:lnTo>
                <a:lnTo>
                  <a:pt x="968833" y="118632"/>
                </a:lnTo>
                <a:lnTo>
                  <a:pt x="969358" y="118590"/>
                </a:lnTo>
                <a:lnTo>
                  <a:pt x="969869" y="118538"/>
                </a:lnTo>
                <a:lnTo>
                  <a:pt x="970366" y="118476"/>
                </a:lnTo>
                <a:lnTo>
                  <a:pt x="970849" y="118406"/>
                </a:lnTo>
                <a:lnTo>
                  <a:pt x="971318" y="118325"/>
                </a:lnTo>
                <a:lnTo>
                  <a:pt x="971773" y="118236"/>
                </a:lnTo>
                <a:lnTo>
                  <a:pt x="972213" y="118136"/>
                </a:lnTo>
                <a:lnTo>
                  <a:pt x="972640" y="118028"/>
                </a:lnTo>
                <a:lnTo>
                  <a:pt x="973052" y="117910"/>
                </a:lnTo>
                <a:lnTo>
                  <a:pt x="973451" y="117782"/>
                </a:lnTo>
                <a:lnTo>
                  <a:pt x="973835" y="117645"/>
                </a:lnTo>
                <a:lnTo>
                  <a:pt x="974205" y="117499"/>
                </a:lnTo>
                <a:lnTo>
                  <a:pt x="974561" y="117343"/>
                </a:lnTo>
                <a:lnTo>
                  <a:pt x="974903" y="117178"/>
                </a:lnTo>
                <a:lnTo>
                  <a:pt x="975231" y="117003"/>
                </a:lnTo>
                <a:lnTo>
                  <a:pt x="975545" y="116819"/>
                </a:lnTo>
                <a:lnTo>
                  <a:pt x="975845" y="116626"/>
                </a:lnTo>
                <a:lnTo>
                  <a:pt x="976130" y="116423"/>
                </a:lnTo>
                <a:lnTo>
                  <a:pt x="976402" y="116210"/>
                </a:lnTo>
                <a:lnTo>
                  <a:pt x="976659" y="115988"/>
                </a:lnTo>
                <a:lnTo>
                  <a:pt x="976905" y="115759"/>
                </a:lnTo>
                <a:lnTo>
                  <a:pt x="977140" y="115523"/>
                </a:lnTo>
                <a:lnTo>
                  <a:pt x="977364" y="115282"/>
                </a:lnTo>
                <a:lnTo>
                  <a:pt x="977578" y="115035"/>
                </a:lnTo>
                <a:lnTo>
                  <a:pt x="977781" y="114783"/>
                </a:lnTo>
                <a:lnTo>
                  <a:pt x="977975" y="114524"/>
                </a:lnTo>
                <a:lnTo>
                  <a:pt x="978157" y="114260"/>
                </a:lnTo>
                <a:lnTo>
                  <a:pt x="978329" y="113990"/>
                </a:lnTo>
                <a:lnTo>
                  <a:pt x="978491" y="113714"/>
                </a:lnTo>
                <a:lnTo>
                  <a:pt x="978643" y="113432"/>
                </a:lnTo>
                <a:lnTo>
                  <a:pt x="978783" y="113144"/>
                </a:lnTo>
                <a:lnTo>
                  <a:pt x="978914" y="112851"/>
                </a:lnTo>
                <a:lnTo>
                  <a:pt x="979034" y="112552"/>
                </a:lnTo>
                <a:lnTo>
                  <a:pt x="979143" y="112247"/>
                </a:lnTo>
                <a:lnTo>
                  <a:pt x="979243" y="111936"/>
                </a:lnTo>
                <a:lnTo>
                  <a:pt x="979331" y="111620"/>
                </a:lnTo>
                <a:lnTo>
                  <a:pt x="979410" y="111298"/>
                </a:lnTo>
                <a:lnTo>
                  <a:pt x="979477" y="110969"/>
                </a:lnTo>
                <a:lnTo>
                  <a:pt x="979535" y="110636"/>
                </a:lnTo>
                <a:lnTo>
                  <a:pt x="979582" y="110296"/>
                </a:lnTo>
                <a:lnTo>
                  <a:pt x="979618" y="109950"/>
                </a:lnTo>
                <a:lnTo>
                  <a:pt x="979644" y="109599"/>
                </a:lnTo>
                <a:lnTo>
                  <a:pt x="979660" y="109242"/>
                </a:lnTo>
                <a:lnTo>
                  <a:pt x="979665" y="108879"/>
                </a:lnTo>
                <a:lnTo>
                  <a:pt x="979660" y="108516"/>
                </a:lnTo>
                <a:lnTo>
                  <a:pt x="979644" y="108159"/>
                </a:lnTo>
                <a:lnTo>
                  <a:pt x="979618" y="107808"/>
                </a:lnTo>
                <a:lnTo>
                  <a:pt x="979582" y="107462"/>
                </a:lnTo>
                <a:lnTo>
                  <a:pt x="979535" y="107123"/>
                </a:lnTo>
                <a:lnTo>
                  <a:pt x="979477" y="106789"/>
                </a:lnTo>
                <a:lnTo>
                  <a:pt x="979410" y="106461"/>
                </a:lnTo>
                <a:lnTo>
                  <a:pt x="979331" y="106138"/>
                </a:lnTo>
                <a:lnTo>
                  <a:pt x="979243" y="105822"/>
                </a:lnTo>
                <a:lnTo>
                  <a:pt x="979143" y="105511"/>
                </a:lnTo>
                <a:lnTo>
                  <a:pt x="979034" y="105206"/>
                </a:lnTo>
                <a:lnTo>
                  <a:pt x="978914" y="104907"/>
                </a:lnTo>
                <a:lnTo>
                  <a:pt x="978783" y="104614"/>
                </a:lnTo>
                <a:lnTo>
                  <a:pt x="978643" y="104326"/>
                </a:lnTo>
                <a:lnTo>
                  <a:pt x="978491" y="104044"/>
                </a:lnTo>
                <a:lnTo>
                  <a:pt x="978329" y="103769"/>
                </a:lnTo>
                <a:lnTo>
                  <a:pt x="978157" y="103498"/>
                </a:lnTo>
                <a:lnTo>
                  <a:pt x="977975" y="103234"/>
                </a:lnTo>
                <a:lnTo>
                  <a:pt x="977781" y="102976"/>
                </a:lnTo>
                <a:lnTo>
                  <a:pt x="977578" y="102723"/>
                </a:lnTo>
                <a:lnTo>
                  <a:pt x="977364" y="102476"/>
                </a:lnTo>
                <a:lnTo>
                  <a:pt x="977140" y="102235"/>
                </a:lnTo>
                <a:lnTo>
                  <a:pt x="976905" y="101999"/>
                </a:lnTo>
                <a:lnTo>
                  <a:pt x="976659" y="101770"/>
                </a:lnTo>
                <a:lnTo>
                  <a:pt x="976402" y="101548"/>
                </a:lnTo>
                <a:lnTo>
                  <a:pt x="976130" y="101336"/>
                </a:lnTo>
                <a:lnTo>
                  <a:pt x="975845" y="101133"/>
                </a:lnTo>
                <a:lnTo>
                  <a:pt x="975545" y="100939"/>
                </a:lnTo>
                <a:lnTo>
                  <a:pt x="975231" y="100755"/>
                </a:lnTo>
                <a:lnTo>
                  <a:pt x="974903" y="100580"/>
                </a:lnTo>
                <a:lnTo>
                  <a:pt x="974561" y="100415"/>
                </a:lnTo>
                <a:lnTo>
                  <a:pt x="974205" y="100259"/>
                </a:lnTo>
                <a:lnTo>
                  <a:pt x="973835" y="100113"/>
                </a:lnTo>
                <a:lnTo>
                  <a:pt x="973451" y="99976"/>
                </a:lnTo>
                <a:lnTo>
                  <a:pt x="973052" y="99848"/>
                </a:lnTo>
                <a:lnTo>
                  <a:pt x="972640" y="99730"/>
                </a:lnTo>
                <a:lnTo>
                  <a:pt x="972213" y="99622"/>
                </a:lnTo>
                <a:lnTo>
                  <a:pt x="971773" y="99523"/>
                </a:lnTo>
                <a:lnTo>
                  <a:pt x="971318" y="99433"/>
                </a:lnTo>
                <a:lnTo>
                  <a:pt x="970849" y="99353"/>
                </a:lnTo>
                <a:lnTo>
                  <a:pt x="970366" y="99282"/>
                </a:lnTo>
                <a:lnTo>
                  <a:pt x="969869" y="99220"/>
                </a:lnTo>
                <a:lnTo>
                  <a:pt x="969358" y="99168"/>
                </a:lnTo>
                <a:lnTo>
                  <a:pt x="968833" y="99126"/>
                </a:lnTo>
                <a:lnTo>
                  <a:pt x="968294" y="99093"/>
                </a:lnTo>
                <a:lnTo>
                  <a:pt x="967741" y="99069"/>
                </a:lnTo>
                <a:lnTo>
                  <a:pt x="967174" y="99055"/>
                </a:lnTo>
                <a:lnTo>
                  <a:pt x="966592" y="99050"/>
                </a:lnTo>
                <a:lnTo>
                  <a:pt x="961821" y="99050"/>
                </a:lnTo>
                <a:lnTo>
                  <a:pt x="966592" y="87218"/>
                </a:lnTo>
                <a:lnTo>
                  <a:pt x="1014113" y="87218"/>
                </a:lnTo>
                <a:lnTo>
                  <a:pt x="1018789" y="99050"/>
                </a:lnTo>
                <a:lnTo>
                  <a:pt x="1014018" y="99050"/>
                </a:lnTo>
                <a:lnTo>
                  <a:pt x="1013437" y="99055"/>
                </a:lnTo>
                <a:close/>
                <a:moveTo>
                  <a:pt x="1006002" y="67560"/>
                </a:moveTo>
                <a:lnTo>
                  <a:pt x="974417" y="67560"/>
                </a:lnTo>
                <a:lnTo>
                  <a:pt x="990257" y="28818"/>
                </a:lnTo>
                <a:lnTo>
                  <a:pt x="1006002" y="67560"/>
                </a:lnTo>
                <a:close/>
                <a:moveTo>
                  <a:pt x="688740" y="83167"/>
                </a:moveTo>
                <a:lnTo>
                  <a:pt x="689064" y="83133"/>
                </a:lnTo>
                <a:lnTo>
                  <a:pt x="689380" y="83090"/>
                </a:lnTo>
                <a:lnTo>
                  <a:pt x="689689" y="83037"/>
                </a:lnTo>
                <a:lnTo>
                  <a:pt x="689991" y="82975"/>
                </a:lnTo>
                <a:lnTo>
                  <a:pt x="690285" y="82902"/>
                </a:lnTo>
                <a:lnTo>
                  <a:pt x="690571" y="82821"/>
                </a:lnTo>
                <a:lnTo>
                  <a:pt x="690850" y="82729"/>
                </a:lnTo>
                <a:lnTo>
                  <a:pt x="691122" y="82629"/>
                </a:lnTo>
                <a:lnTo>
                  <a:pt x="691386" y="82518"/>
                </a:lnTo>
                <a:lnTo>
                  <a:pt x="691643" y="82398"/>
                </a:lnTo>
                <a:lnTo>
                  <a:pt x="691892" y="82268"/>
                </a:lnTo>
                <a:lnTo>
                  <a:pt x="692134" y="82129"/>
                </a:lnTo>
                <a:lnTo>
                  <a:pt x="692368" y="81980"/>
                </a:lnTo>
                <a:lnTo>
                  <a:pt x="692595" y="81821"/>
                </a:lnTo>
                <a:lnTo>
                  <a:pt x="692814" y="81653"/>
                </a:lnTo>
                <a:lnTo>
                  <a:pt x="693026" y="81476"/>
                </a:lnTo>
                <a:lnTo>
                  <a:pt x="693231" y="81288"/>
                </a:lnTo>
                <a:lnTo>
                  <a:pt x="693428" y="81091"/>
                </a:lnTo>
                <a:lnTo>
                  <a:pt x="693618" y="80885"/>
                </a:lnTo>
                <a:lnTo>
                  <a:pt x="693800" y="80668"/>
                </a:lnTo>
                <a:lnTo>
                  <a:pt x="693974" y="80443"/>
                </a:lnTo>
                <a:lnTo>
                  <a:pt x="694142" y="80209"/>
                </a:lnTo>
                <a:lnTo>
                  <a:pt x="694302" y="79970"/>
                </a:lnTo>
                <a:lnTo>
                  <a:pt x="694455" y="79725"/>
                </a:lnTo>
                <a:lnTo>
                  <a:pt x="694601" y="79475"/>
                </a:lnTo>
                <a:lnTo>
                  <a:pt x="694740" y="79219"/>
                </a:lnTo>
                <a:lnTo>
                  <a:pt x="694872" y="78958"/>
                </a:lnTo>
                <a:lnTo>
                  <a:pt x="694997" y="78690"/>
                </a:lnTo>
                <a:lnTo>
                  <a:pt x="695114" y="78418"/>
                </a:lnTo>
                <a:lnTo>
                  <a:pt x="695225" y="78139"/>
                </a:lnTo>
                <a:lnTo>
                  <a:pt x="695328" y="77855"/>
                </a:lnTo>
                <a:lnTo>
                  <a:pt x="695424" y="77565"/>
                </a:lnTo>
                <a:lnTo>
                  <a:pt x="695513" y="77270"/>
                </a:lnTo>
                <a:lnTo>
                  <a:pt x="695595" y="76969"/>
                </a:lnTo>
                <a:lnTo>
                  <a:pt x="695670" y="76662"/>
                </a:lnTo>
                <a:lnTo>
                  <a:pt x="695737" y="76350"/>
                </a:lnTo>
                <a:lnTo>
                  <a:pt x="695798" y="76032"/>
                </a:lnTo>
                <a:lnTo>
                  <a:pt x="695851" y="75708"/>
                </a:lnTo>
                <a:lnTo>
                  <a:pt x="695898" y="75379"/>
                </a:lnTo>
                <a:lnTo>
                  <a:pt x="695937" y="75044"/>
                </a:lnTo>
                <a:lnTo>
                  <a:pt x="695969" y="74704"/>
                </a:lnTo>
                <a:lnTo>
                  <a:pt x="695994" y="74358"/>
                </a:lnTo>
                <a:lnTo>
                  <a:pt x="696012" y="74006"/>
                </a:lnTo>
                <a:lnTo>
                  <a:pt x="696022" y="73649"/>
                </a:lnTo>
                <a:lnTo>
                  <a:pt x="696026" y="73286"/>
                </a:lnTo>
                <a:lnTo>
                  <a:pt x="696021" y="72923"/>
                </a:lnTo>
                <a:lnTo>
                  <a:pt x="696005" y="72566"/>
                </a:lnTo>
                <a:lnTo>
                  <a:pt x="695979" y="72215"/>
                </a:lnTo>
                <a:lnTo>
                  <a:pt x="695943" y="71870"/>
                </a:lnTo>
                <a:lnTo>
                  <a:pt x="695896" y="71531"/>
                </a:lnTo>
                <a:lnTo>
                  <a:pt x="695838" y="71198"/>
                </a:lnTo>
                <a:lnTo>
                  <a:pt x="695770" y="70871"/>
                </a:lnTo>
                <a:lnTo>
                  <a:pt x="695692" y="70550"/>
                </a:lnTo>
                <a:lnTo>
                  <a:pt x="695603" y="70235"/>
                </a:lnTo>
                <a:lnTo>
                  <a:pt x="695504" y="69926"/>
                </a:lnTo>
                <a:lnTo>
                  <a:pt x="695395" y="69623"/>
                </a:lnTo>
                <a:lnTo>
                  <a:pt x="695275" y="69326"/>
                </a:lnTo>
                <a:lnTo>
                  <a:pt x="695144" y="69034"/>
                </a:lnTo>
                <a:lnTo>
                  <a:pt x="695003" y="68749"/>
                </a:lnTo>
                <a:lnTo>
                  <a:pt x="694852" y="68470"/>
                </a:lnTo>
                <a:lnTo>
                  <a:pt x="694690" y="68197"/>
                </a:lnTo>
                <a:lnTo>
                  <a:pt x="694518" y="67929"/>
                </a:lnTo>
                <a:lnTo>
                  <a:pt x="694335" y="67668"/>
                </a:lnTo>
                <a:lnTo>
                  <a:pt x="694142" y="67412"/>
                </a:lnTo>
                <a:lnTo>
                  <a:pt x="693939" y="67163"/>
                </a:lnTo>
                <a:lnTo>
                  <a:pt x="693725" y="66919"/>
                </a:lnTo>
                <a:lnTo>
                  <a:pt x="693500" y="66682"/>
                </a:lnTo>
                <a:lnTo>
                  <a:pt x="693265" y="66450"/>
                </a:lnTo>
                <a:lnTo>
                  <a:pt x="693020" y="66224"/>
                </a:lnTo>
                <a:lnTo>
                  <a:pt x="692763" y="66006"/>
                </a:lnTo>
                <a:lnTo>
                  <a:pt x="692491" y="65798"/>
                </a:lnTo>
                <a:lnTo>
                  <a:pt x="692205" y="65598"/>
                </a:lnTo>
                <a:lnTo>
                  <a:pt x="691906" y="65408"/>
                </a:lnTo>
                <a:lnTo>
                  <a:pt x="691592" y="65227"/>
                </a:lnTo>
                <a:lnTo>
                  <a:pt x="691264" y="65055"/>
                </a:lnTo>
                <a:lnTo>
                  <a:pt x="690922" y="64893"/>
                </a:lnTo>
                <a:lnTo>
                  <a:pt x="690566" y="64740"/>
                </a:lnTo>
                <a:lnTo>
                  <a:pt x="690195" y="64596"/>
                </a:lnTo>
                <a:lnTo>
                  <a:pt x="689811" y="64462"/>
                </a:lnTo>
                <a:lnTo>
                  <a:pt x="689413" y="64336"/>
                </a:lnTo>
                <a:lnTo>
                  <a:pt x="689000" y="64221"/>
                </a:lnTo>
                <a:lnTo>
                  <a:pt x="688574" y="64114"/>
                </a:lnTo>
                <a:lnTo>
                  <a:pt x="688133" y="64016"/>
                </a:lnTo>
                <a:lnTo>
                  <a:pt x="687679" y="63928"/>
                </a:lnTo>
                <a:lnTo>
                  <a:pt x="687210" y="63849"/>
                </a:lnTo>
                <a:lnTo>
                  <a:pt x="686727" y="63780"/>
                </a:lnTo>
                <a:lnTo>
                  <a:pt x="686230" y="63720"/>
                </a:lnTo>
                <a:lnTo>
                  <a:pt x="685719" y="63669"/>
                </a:lnTo>
                <a:lnTo>
                  <a:pt x="685194" y="63627"/>
                </a:lnTo>
                <a:lnTo>
                  <a:pt x="684655" y="63594"/>
                </a:lnTo>
                <a:lnTo>
                  <a:pt x="684102" y="63571"/>
                </a:lnTo>
                <a:lnTo>
                  <a:pt x="683534" y="63557"/>
                </a:lnTo>
                <a:lnTo>
                  <a:pt x="682953" y="63553"/>
                </a:lnTo>
                <a:lnTo>
                  <a:pt x="648218" y="63362"/>
                </a:lnTo>
                <a:lnTo>
                  <a:pt x="647637" y="63366"/>
                </a:lnTo>
                <a:lnTo>
                  <a:pt x="647070" y="63381"/>
                </a:lnTo>
                <a:lnTo>
                  <a:pt x="646516" y="63404"/>
                </a:lnTo>
                <a:lnTo>
                  <a:pt x="645977" y="63437"/>
                </a:lnTo>
                <a:lnTo>
                  <a:pt x="645452" y="63480"/>
                </a:lnTo>
                <a:lnTo>
                  <a:pt x="644941" y="63532"/>
                </a:lnTo>
                <a:lnTo>
                  <a:pt x="644444" y="63593"/>
                </a:lnTo>
                <a:lnTo>
                  <a:pt x="643961" y="63664"/>
                </a:lnTo>
                <a:lnTo>
                  <a:pt x="643493" y="63744"/>
                </a:lnTo>
                <a:lnTo>
                  <a:pt x="643038" y="63834"/>
                </a:lnTo>
                <a:lnTo>
                  <a:pt x="642597" y="63933"/>
                </a:lnTo>
                <a:lnTo>
                  <a:pt x="642171" y="64042"/>
                </a:lnTo>
                <a:lnTo>
                  <a:pt x="641759" y="64160"/>
                </a:lnTo>
                <a:lnTo>
                  <a:pt x="641360" y="64287"/>
                </a:lnTo>
                <a:lnTo>
                  <a:pt x="640976" y="64424"/>
                </a:lnTo>
                <a:lnTo>
                  <a:pt x="640606" y="64570"/>
                </a:lnTo>
                <a:lnTo>
                  <a:pt x="640250" y="64726"/>
                </a:lnTo>
                <a:lnTo>
                  <a:pt x="639908" y="64891"/>
                </a:lnTo>
                <a:lnTo>
                  <a:pt x="639580" y="65066"/>
                </a:lnTo>
                <a:lnTo>
                  <a:pt x="639266" y="65250"/>
                </a:lnTo>
                <a:lnTo>
                  <a:pt x="638966" y="65444"/>
                </a:lnTo>
                <a:lnTo>
                  <a:pt x="638680" y="65647"/>
                </a:lnTo>
                <a:lnTo>
                  <a:pt x="638409" y="65859"/>
                </a:lnTo>
                <a:lnTo>
                  <a:pt x="638151" y="66081"/>
                </a:lnTo>
                <a:lnTo>
                  <a:pt x="637906" y="66311"/>
                </a:lnTo>
                <a:lnTo>
                  <a:pt x="637671" y="66546"/>
                </a:lnTo>
                <a:lnTo>
                  <a:pt x="637447" y="66787"/>
                </a:lnTo>
                <a:lnTo>
                  <a:pt x="637233" y="67034"/>
                </a:lnTo>
                <a:lnTo>
                  <a:pt x="637029" y="67287"/>
                </a:lnTo>
                <a:lnTo>
                  <a:pt x="636836" y="67545"/>
                </a:lnTo>
                <a:lnTo>
                  <a:pt x="636653" y="67810"/>
                </a:lnTo>
                <a:lnTo>
                  <a:pt x="636481" y="68080"/>
                </a:lnTo>
                <a:lnTo>
                  <a:pt x="636320" y="68356"/>
                </a:lnTo>
                <a:lnTo>
                  <a:pt x="636168" y="68638"/>
                </a:lnTo>
                <a:lnTo>
                  <a:pt x="636027" y="68925"/>
                </a:lnTo>
                <a:lnTo>
                  <a:pt x="635897" y="69218"/>
                </a:lnTo>
                <a:lnTo>
                  <a:pt x="635777" y="69517"/>
                </a:lnTo>
                <a:lnTo>
                  <a:pt x="635667" y="69822"/>
                </a:lnTo>
                <a:lnTo>
                  <a:pt x="635568" y="70133"/>
                </a:lnTo>
                <a:lnTo>
                  <a:pt x="635479" y="70450"/>
                </a:lnTo>
                <a:lnTo>
                  <a:pt x="635401" y="70772"/>
                </a:lnTo>
                <a:lnTo>
                  <a:pt x="635333" y="71100"/>
                </a:lnTo>
                <a:lnTo>
                  <a:pt x="635276" y="71434"/>
                </a:lnTo>
                <a:lnTo>
                  <a:pt x="635229" y="71774"/>
                </a:lnTo>
                <a:lnTo>
                  <a:pt x="635192" y="72119"/>
                </a:lnTo>
                <a:lnTo>
                  <a:pt x="635166" y="72470"/>
                </a:lnTo>
                <a:lnTo>
                  <a:pt x="635151" y="72827"/>
                </a:lnTo>
                <a:lnTo>
                  <a:pt x="635145" y="73190"/>
                </a:lnTo>
                <a:lnTo>
                  <a:pt x="635151" y="73553"/>
                </a:lnTo>
                <a:lnTo>
                  <a:pt x="635166" y="73910"/>
                </a:lnTo>
                <a:lnTo>
                  <a:pt x="635192" y="74262"/>
                </a:lnTo>
                <a:lnTo>
                  <a:pt x="635229" y="74607"/>
                </a:lnTo>
                <a:lnTo>
                  <a:pt x="635276" y="74947"/>
                </a:lnTo>
                <a:lnTo>
                  <a:pt x="635333" y="75281"/>
                </a:lnTo>
                <a:lnTo>
                  <a:pt x="635401" y="75609"/>
                </a:lnTo>
                <a:lnTo>
                  <a:pt x="635479" y="75931"/>
                </a:lnTo>
                <a:lnTo>
                  <a:pt x="635568" y="76248"/>
                </a:lnTo>
                <a:lnTo>
                  <a:pt x="635667" y="76558"/>
                </a:lnTo>
                <a:lnTo>
                  <a:pt x="635777" y="76863"/>
                </a:lnTo>
                <a:lnTo>
                  <a:pt x="635897" y="77162"/>
                </a:lnTo>
                <a:lnTo>
                  <a:pt x="636027" y="77456"/>
                </a:lnTo>
                <a:lnTo>
                  <a:pt x="636168" y="77743"/>
                </a:lnTo>
                <a:lnTo>
                  <a:pt x="636320" y="78025"/>
                </a:lnTo>
                <a:lnTo>
                  <a:pt x="636481" y="78301"/>
                </a:lnTo>
                <a:lnTo>
                  <a:pt x="636653" y="78571"/>
                </a:lnTo>
                <a:lnTo>
                  <a:pt x="636836" y="78835"/>
                </a:lnTo>
                <a:lnTo>
                  <a:pt x="637029" y="79094"/>
                </a:lnTo>
                <a:lnTo>
                  <a:pt x="637233" y="79347"/>
                </a:lnTo>
                <a:lnTo>
                  <a:pt x="637447" y="79594"/>
                </a:lnTo>
                <a:lnTo>
                  <a:pt x="637671" y="79835"/>
                </a:lnTo>
                <a:lnTo>
                  <a:pt x="637906" y="80070"/>
                </a:lnTo>
                <a:lnTo>
                  <a:pt x="638151" y="80299"/>
                </a:lnTo>
                <a:lnTo>
                  <a:pt x="638409" y="80521"/>
                </a:lnTo>
                <a:lnTo>
                  <a:pt x="638680" y="80734"/>
                </a:lnTo>
                <a:lnTo>
                  <a:pt x="638966" y="80937"/>
                </a:lnTo>
                <a:lnTo>
                  <a:pt x="639266" y="81130"/>
                </a:lnTo>
                <a:lnTo>
                  <a:pt x="639580" y="81315"/>
                </a:lnTo>
                <a:lnTo>
                  <a:pt x="639908" y="81489"/>
                </a:lnTo>
                <a:lnTo>
                  <a:pt x="640250" y="81655"/>
                </a:lnTo>
                <a:lnTo>
                  <a:pt x="640606" y="81810"/>
                </a:lnTo>
                <a:lnTo>
                  <a:pt x="640976" y="81957"/>
                </a:lnTo>
                <a:lnTo>
                  <a:pt x="641360" y="82094"/>
                </a:lnTo>
                <a:lnTo>
                  <a:pt x="641759" y="82221"/>
                </a:lnTo>
                <a:lnTo>
                  <a:pt x="642171" y="82339"/>
                </a:lnTo>
                <a:lnTo>
                  <a:pt x="642597" y="82448"/>
                </a:lnTo>
                <a:lnTo>
                  <a:pt x="643038" y="82547"/>
                </a:lnTo>
                <a:lnTo>
                  <a:pt x="643493" y="82637"/>
                </a:lnTo>
                <a:lnTo>
                  <a:pt x="643961" y="82717"/>
                </a:lnTo>
                <a:lnTo>
                  <a:pt x="644444" y="82788"/>
                </a:lnTo>
                <a:lnTo>
                  <a:pt x="644941" y="82849"/>
                </a:lnTo>
                <a:lnTo>
                  <a:pt x="645452" y="82901"/>
                </a:lnTo>
                <a:lnTo>
                  <a:pt x="645977" y="82944"/>
                </a:lnTo>
                <a:lnTo>
                  <a:pt x="646516" y="82977"/>
                </a:lnTo>
                <a:lnTo>
                  <a:pt x="647070" y="83000"/>
                </a:lnTo>
                <a:lnTo>
                  <a:pt x="647637" y="83014"/>
                </a:lnTo>
                <a:lnTo>
                  <a:pt x="648218" y="83019"/>
                </a:lnTo>
                <a:lnTo>
                  <a:pt x="668162" y="83019"/>
                </a:lnTo>
                <a:lnTo>
                  <a:pt x="668162" y="97082"/>
                </a:lnTo>
                <a:lnTo>
                  <a:pt x="667236" y="97492"/>
                </a:lnTo>
                <a:lnTo>
                  <a:pt x="666301" y="97884"/>
                </a:lnTo>
                <a:lnTo>
                  <a:pt x="665358" y="98259"/>
                </a:lnTo>
                <a:lnTo>
                  <a:pt x="664406" y="98617"/>
                </a:lnTo>
                <a:lnTo>
                  <a:pt x="663446" y="98957"/>
                </a:lnTo>
                <a:lnTo>
                  <a:pt x="662478" y="99279"/>
                </a:lnTo>
                <a:lnTo>
                  <a:pt x="661502" y="99584"/>
                </a:lnTo>
                <a:lnTo>
                  <a:pt x="660518" y="99872"/>
                </a:lnTo>
                <a:lnTo>
                  <a:pt x="659525" y="100142"/>
                </a:lnTo>
                <a:lnTo>
                  <a:pt x="658524" y="100395"/>
                </a:lnTo>
                <a:lnTo>
                  <a:pt x="657514" y="100631"/>
                </a:lnTo>
                <a:lnTo>
                  <a:pt x="656497" y="100849"/>
                </a:lnTo>
                <a:lnTo>
                  <a:pt x="655471" y="101049"/>
                </a:lnTo>
                <a:lnTo>
                  <a:pt x="654436" y="101232"/>
                </a:lnTo>
                <a:lnTo>
                  <a:pt x="653394" y="101398"/>
                </a:lnTo>
                <a:lnTo>
                  <a:pt x="652343" y="101546"/>
                </a:lnTo>
                <a:lnTo>
                  <a:pt x="651284" y="101677"/>
                </a:lnTo>
                <a:lnTo>
                  <a:pt x="650216" y="101790"/>
                </a:lnTo>
                <a:lnTo>
                  <a:pt x="649141" y="101886"/>
                </a:lnTo>
                <a:lnTo>
                  <a:pt x="648057" y="101964"/>
                </a:lnTo>
                <a:lnTo>
                  <a:pt x="646965" y="102025"/>
                </a:lnTo>
                <a:lnTo>
                  <a:pt x="645864" y="102069"/>
                </a:lnTo>
                <a:lnTo>
                  <a:pt x="644755" y="102095"/>
                </a:lnTo>
                <a:lnTo>
                  <a:pt x="643638" y="102104"/>
                </a:lnTo>
                <a:lnTo>
                  <a:pt x="642003" y="102090"/>
                </a:lnTo>
                <a:lnTo>
                  <a:pt x="640405" y="102047"/>
                </a:lnTo>
                <a:lnTo>
                  <a:pt x="638844" y="101976"/>
                </a:lnTo>
                <a:lnTo>
                  <a:pt x="637320" y="101877"/>
                </a:lnTo>
                <a:lnTo>
                  <a:pt x="635834" y="101749"/>
                </a:lnTo>
                <a:lnTo>
                  <a:pt x="634385" y="101593"/>
                </a:lnTo>
                <a:lnTo>
                  <a:pt x="632973" y="101409"/>
                </a:lnTo>
                <a:lnTo>
                  <a:pt x="631599" y="101196"/>
                </a:lnTo>
                <a:lnTo>
                  <a:pt x="630262" y="100955"/>
                </a:lnTo>
                <a:lnTo>
                  <a:pt x="628962" y="100686"/>
                </a:lnTo>
                <a:lnTo>
                  <a:pt x="627699" y="100388"/>
                </a:lnTo>
                <a:lnTo>
                  <a:pt x="626474" y="100062"/>
                </a:lnTo>
                <a:lnTo>
                  <a:pt x="625286" y="99708"/>
                </a:lnTo>
                <a:lnTo>
                  <a:pt x="624135" y="99325"/>
                </a:lnTo>
                <a:lnTo>
                  <a:pt x="623021" y="98913"/>
                </a:lnTo>
                <a:lnTo>
                  <a:pt x="621945" y="98474"/>
                </a:lnTo>
                <a:lnTo>
                  <a:pt x="620906" y="98006"/>
                </a:lnTo>
                <a:lnTo>
                  <a:pt x="619904" y="97510"/>
                </a:lnTo>
                <a:lnTo>
                  <a:pt x="618940" y="96985"/>
                </a:lnTo>
                <a:lnTo>
                  <a:pt x="618013" y="96432"/>
                </a:lnTo>
                <a:lnTo>
                  <a:pt x="617123" y="95851"/>
                </a:lnTo>
                <a:lnTo>
                  <a:pt x="616270" y="95241"/>
                </a:lnTo>
                <a:lnTo>
                  <a:pt x="615455" y="94603"/>
                </a:lnTo>
                <a:lnTo>
                  <a:pt x="614677" y="93936"/>
                </a:lnTo>
                <a:lnTo>
                  <a:pt x="613933" y="93242"/>
                </a:lnTo>
                <a:lnTo>
                  <a:pt x="613221" y="92522"/>
                </a:lnTo>
                <a:lnTo>
                  <a:pt x="612541" y="91776"/>
                </a:lnTo>
                <a:lnTo>
                  <a:pt x="611892" y="91003"/>
                </a:lnTo>
                <a:lnTo>
                  <a:pt x="611275" y="90203"/>
                </a:lnTo>
                <a:lnTo>
                  <a:pt x="610690" y="89378"/>
                </a:lnTo>
                <a:lnTo>
                  <a:pt x="610136" y="88526"/>
                </a:lnTo>
                <a:lnTo>
                  <a:pt x="609614" y="87647"/>
                </a:lnTo>
                <a:lnTo>
                  <a:pt x="609124" y="86742"/>
                </a:lnTo>
                <a:lnTo>
                  <a:pt x="608665" y="85811"/>
                </a:lnTo>
                <a:lnTo>
                  <a:pt x="608238" y="84854"/>
                </a:lnTo>
                <a:lnTo>
                  <a:pt x="607842" y="83870"/>
                </a:lnTo>
                <a:lnTo>
                  <a:pt x="607478" y="82859"/>
                </a:lnTo>
                <a:lnTo>
                  <a:pt x="607146" y="81823"/>
                </a:lnTo>
                <a:lnTo>
                  <a:pt x="606845" y="80760"/>
                </a:lnTo>
                <a:lnTo>
                  <a:pt x="606576" y="79670"/>
                </a:lnTo>
                <a:lnTo>
                  <a:pt x="606339" y="78555"/>
                </a:lnTo>
                <a:lnTo>
                  <a:pt x="606133" y="77412"/>
                </a:lnTo>
                <a:lnTo>
                  <a:pt x="605959" y="76244"/>
                </a:lnTo>
                <a:lnTo>
                  <a:pt x="605817" y="75049"/>
                </a:lnTo>
                <a:lnTo>
                  <a:pt x="605706" y="73828"/>
                </a:lnTo>
                <a:lnTo>
                  <a:pt x="605627" y="72580"/>
                </a:lnTo>
                <a:lnTo>
                  <a:pt x="605580" y="71306"/>
                </a:lnTo>
                <a:lnTo>
                  <a:pt x="605564" y="70006"/>
                </a:lnTo>
                <a:lnTo>
                  <a:pt x="605564" y="55865"/>
                </a:lnTo>
                <a:lnTo>
                  <a:pt x="605573" y="55008"/>
                </a:lnTo>
                <a:lnTo>
                  <a:pt x="605600" y="54156"/>
                </a:lnTo>
                <a:lnTo>
                  <a:pt x="605644" y="53309"/>
                </a:lnTo>
                <a:lnTo>
                  <a:pt x="605707" y="52468"/>
                </a:lnTo>
                <a:lnTo>
                  <a:pt x="605787" y="51632"/>
                </a:lnTo>
                <a:lnTo>
                  <a:pt x="605886" y="50802"/>
                </a:lnTo>
                <a:lnTo>
                  <a:pt x="606002" y="49976"/>
                </a:lnTo>
                <a:lnTo>
                  <a:pt x="606136" y="49156"/>
                </a:lnTo>
                <a:lnTo>
                  <a:pt x="606288" y="48342"/>
                </a:lnTo>
                <a:lnTo>
                  <a:pt x="606458" y="47532"/>
                </a:lnTo>
                <a:lnTo>
                  <a:pt x="606646" y="46728"/>
                </a:lnTo>
                <a:lnTo>
                  <a:pt x="606852" y="45930"/>
                </a:lnTo>
                <a:lnTo>
                  <a:pt x="607076" y="45136"/>
                </a:lnTo>
                <a:lnTo>
                  <a:pt x="607317" y="44348"/>
                </a:lnTo>
                <a:lnTo>
                  <a:pt x="607577" y="43565"/>
                </a:lnTo>
                <a:lnTo>
                  <a:pt x="607854" y="42788"/>
                </a:lnTo>
                <a:lnTo>
                  <a:pt x="608149" y="42016"/>
                </a:lnTo>
                <a:lnTo>
                  <a:pt x="608462" y="41249"/>
                </a:lnTo>
                <a:lnTo>
                  <a:pt x="608793" y="40487"/>
                </a:lnTo>
                <a:lnTo>
                  <a:pt x="609142" y="39731"/>
                </a:lnTo>
                <a:lnTo>
                  <a:pt x="609509" y="38980"/>
                </a:lnTo>
                <a:lnTo>
                  <a:pt x="609894" y="38234"/>
                </a:lnTo>
                <a:lnTo>
                  <a:pt x="610296" y="37494"/>
                </a:lnTo>
                <a:lnTo>
                  <a:pt x="610717" y="36759"/>
                </a:lnTo>
                <a:lnTo>
                  <a:pt x="611148" y="36036"/>
                </a:lnTo>
                <a:lnTo>
                  <a:pt x="611582" y="35331"/>
                </a:lnTo>
                <a:lnTo>
                  <a:pt x="612020" y="34644"/>
                </a:lnTo>
                <a:lnTo>
                  <a:pt x="612461" y="33975"/>
                </a:lnTo>
                <a:lnTo>
                  <a:pt x="612905" y="33324"/>
                </a:lnTo>
                <a:lnTo>
                  <a:pt x="613353" y="32692"/>
                </a:lnTo>
                <a:lnTo>
                  <a:pt x="613804" y="32078"/>
                </a:lnTo>
                <a:lnTo>
                  <a:pt x="614258" y="31483"/>
                </a:lnTo>
                <a:lnTo>
                  <a:pt x="614716" y="30905"/>
                </a:lnTo>
                <a:lnTo>
                  <a:pt x="615176" y="30346"/>
                </a:lnTo>
                <a:lnTo>
                  <a:pt x="615641" y="29805"/>
                </a:lnTo>
                <a:lnTo>
                  <a:pt x="616108" y="29283"/>
                </a:lnTo>
                <a:lnTo>
                  <a:pt x="616579" y="28778"/>
                </a:lnTo>
                <a:lnTo>
                  <a:pt x="617053" y="28292"/>
                </a:lnTo>
                <a:lnTo>
                  <a:pt x="617531" y="27824"/>
                </a:lnTo>
                <a:lnTo>
                  <a:pt x="618011" y="27374"/>
                </a:lnTo>
                <a:lnTo>
                  <a:pt x="618495" y="26943"/>
                </a:lnTo>
                <a:lnTo>
                  <a:pt x="618983" y="26530"/>
                </a:lnTo>
                <a:lnTo>
                  <a:pt x="619474" y="26135"/>
                </a:lnTo>
                <a:lnTo>
                  <a:pt x="619968" y="25758"/>
                </a:lnTo>
                <a:lnTo>
                  <a:pt x="620465" y="25400"/>
                </a:lnTo>
                <a:lnTo>
                  <a:pt x="620966" y="25060"/>
                </a:lnTo>
                <a:lnTo>
                  <a:pt x="621470" y="24738"/>
                </a:lnTo>
                <a:lnTo>
                  <a:pt x="621977" y="24435"/>
                </a:lnTo>
                <a:lnTo>
                  <a:pt x="622698" y="24045"/>
                </a:lnTo>
                <a:lnTo>
                  <a:pt x="623429" y="23672"/>
                </a:lnTo>
                <a:lnTo>
                  <a:pt x="624172" y="23315"/>
                </a:lnTo>
                <a:lnTo>
                  <a:pt x="624924" y="22975"/>
                </a:lnTo>
                <a:lnTo>
                  <a:pt x="625688" y="22651"/>
                </a:lnTo>
                <a:lnTo>
                  <a:pt x="626462" y="22345"/>
                </a:lnTo>
                <a:lnTo>
                  <a:pt x="627246" y="22054"/>
                </a:lnTo>
                <a:lnTo>
                  <a:pt x="628042" y="21781"/>
                </a:lnTo>
                <a:lnTo>
                  <a:pt x="628847" y="21523"/>
                </a:lnTo>
                <a:lnTo>
                  <a:pt x="629664" y="21283"/>
                </a:lnTo>
                <a:lnTo>
                  <a:pt x="630491" y="21059"/>
                </a:lnTo>
                <a:lnTo>
                  <a:pt x="631328" y="20852"/>
                </a:lnTo>
                <a:lnTo>
                  <a:pt x="632177" y="20661"/>
                </a:lnTo>
                <a:lnTo>
                  <a:pt x="633035" y="20487"/>
                </a:lnTo>
                <a:lnTo>
                  <a:pt x="633905" y="20329"/>
                </a:lnTo>
                <a:lnTo>
                  <a:pt x="634785" y="20188"/>
                </a:lnTo>
                <a:lnTo>
                  <a:pt x="635675" y="20064"/>
                </a:lnTo>
                <a:lnTo>
                  <a:pt x="636577" y="19956"/>
                </a:lnTo>
                <a:lnTo>
                  <a:pt x="637489" y="19865"/>
                </a:lnTo>
                <a:lnTo>
                  <a:pt x="638411" y="19790"/>
                </a:lnTo>
                <a:lnTo>
                  <a:pt x="639344" y="19732"/>
                </a:lnTo>
                <a:lnTo>
                  <a:pt x="640288" y="19691"/>
                </a:lnTo>
                <a:lnTo>
                  <a:pt x="641242" y="19666"/>
                </a:lnTo>
                <a:lnTo>
                  <a:pt x="642207" y="19657"/>
                </a:lnTo>
                <a:lnTo>
                  <a:pt x="642880" y="19661"/>
                </a:lnTo>
                <a:lnTo>
                  <a:pt x="643548" y="19672"/>
                </a:lnTo>
                <a:lnTo>
                  <a:pt x="644210" y="19691"/>
                </a:lnTo>
                <a:lnTo>
                  <a:pt x="644867" y="19717"/>
                </a:lnTo>
                <a:lnTo>
                  <a:pt x="645518" y="19751"/>
                </a:lnTo>
                <a:lnTo>
                  <a:pt x="646164" y="19792"/>
                </a:lnTo>
                <a:lnTo>
                  <a:pt x="646804" y="19840"/>
                </a:lnTo>
                <a:lnTo>
                  <a:pt x="647439" y="19896"/>
                </a:lnTo>
                <a:lnTo>
                  <a:pt x="648069" y="19959"/>
                </a:lnTo>
                <a:lnTo>
                  <a:pt x="648693" y="20030"/>
                </a:lnTo>
                <a:lnTo>
                  <a:pt x="649311" y="20108"/>
                </a:lnTo>
                <a:lnTo>
                  <a:pt x="649924" y="20194"/>
                </a:lnTo>
                <a:lnTo>
                  <a:pt x="650532" y="20287"/>
                </a:lnTo>
                <a:lnTo>
                  <a:pt x="651134" y="20388"/>
                </a:lnTo>
                <a:lnTo>
                  <a:pt x="651731" y="20496"/>
                </a:lnTo>
                <a:lnTo>
                  <a:pt x="652322" y="20612"/>
                </a:lnTo>
                <a:lnTo>
                  <a:pt x="652907" y="20735"/>
                </a:lnTo>
                <a:lnTo>
                  <a:pt x="653488" y="20865"/>
                </a:lnTo>
                <a:lnTo>
                  <a:pt x="654062" y="21003"/>
                </a:lnTo>
                <a:lnTo>
                  <a:pt x="654632" y="21148"/>
                </a:lnTo>
                <a:lnTo>
                  <a:pt x="655196" y="21301"/>
                </a:lnTo>
                <a:lnTo>
                  <a:pt x="655754" y="21462"/>
                </a:lnTo>
                <a:lnTo>
                  <a:pt x="656307" y="21629"/>
                </a:lnTo>
                <a:lnTo>
                  <a:pt x="656854" y="21804"/>
                </a:lnTo>
                <a:lnTo>
                  <a:pt x="657392" y="21984"/>
                </a:lnTo>
                <a:lnTo>
                  <a:pt x="657916" y="22167"/>
                </a:lnTo>
                <a:lnTo>
                  <a:pt x="658427" y="22351"/>
                </a:lnTo>
                <a:lnTo>
                  <a:pt x="658923" y="22537"/>
                </a:lnTo>
                <a:lnTo>
                  <a:pt x="659406" y="22726"/>
                </a:lnTo>
                <a:lnTo>
                  <a:pt x="659875" y="22917"/>
                </a:lnTo>
                <a:lnTo>
                  <a:pt x="660330" y="23110"/>
                </a:lnTo>
                <a:lnTo>
                  <a:pt x="660772" y="23305"/>
                </a:lnTo>
                <a:lnTo>
                  <a:pt x="661200" y="23502"/>
                </a:lnTo>
                <a:lnTo>
                  <a:pt x="661614" y="23701"/>
                </a:lnTo>
                <a:lnTo>
                  <a:pt x="662014" y="23903"/>
                </a:lnTo>
                <a:lnTo>
                  <a:pt x="662401" y="24107"/>
                </a:lnTo>
                <a:lnTo>
                  <a:pt x="662774" y="24312"/>
                </a:lnTo>
                <a:lnTo>
                  <a:pt x="663133" y="24520"/>
                </a:lnTo>
                <a:lnTo>
                  <a:pt x="663478" y="24731"/>
                </a:lnTo>
                <a:lnTo>
                  <a:pt x="663810" y="24943"/>
                </a:lnTo>
                <a:lnTo>
                  <a:pt x="664128" y="25157"/>
                </a:lnTo>
                <a:lnTo>
                  <a:pt x="664432" y="25374"/>
                </a:lnTo>
                <a:lnTo>
                  <a:pt x="664722" y="25593"/>
                </a:lnTo>
                <a:lnTo>
                  <a:pt x="664999" y="25814"/>
                </a:lnTo>
                <a:lnTo>
                  <a:pt x="665261" y="26037"/>
                </a:lnTo>
                <a:lnTo>
                  <a:pt x="665510" y="26262"/>
                </a:lnTo>
                <a:lnTo>
                  <a:pt x="665746" y="26489"/>
                </a:lnTo>
                <a:lnTo>
                  <a:pt x="665967" y="26719"/>
                </a:lnTo>
                <a:lnTo>
                  <a:pt x="666102" y="26867"/>
                </a:lnTo>
                <a:lnTo>
                  <a:pt x="666235" y="27027"/>
                </a:lnTo>
                <a:lnTo>
                  <a:pt x="666368" y="27198"/>
                </a:lnTo>
                <a:lnTo>
                  <a:pt x="666499" y="27380"/>
                </a:lnTo>
                <a:lnTo>
                  <a:pt x="666629" y="27573"/>
                </a:lnTo>
                <a:lnTo>
                  <a:pt x="666758" y="27777"/>
                </a:lnTo>
                <a:lnTo>
                  <a:pt x="666885" y="27993"/>
                </a:lnTo>
                <a:lnTo>
                  <a:pt x="667012" y="28219"/>
                </a:lnTo>
                <a:lnTo>
                  <a:pt x="667137" y="28457"/>
                </a:lnTo>
                <a:lnTo>
                  <a:pt x="667261" y="28705"/>
                </a:lnTo>
                <a:lnTo>
                  <a:pt x="667384" y="28965"/>
                </a:lnTo>
                <a:lnTo>
                  <a:pt x="667506" y="29236"/>
                </a:lnTo>
                <a:lnTo>
                  <a:pt x="667627" y="29517"/>
                </a:lnTo>
                <a:lnTo>
                  <a:pt x="667746" y="29810"/>
                </a:lnTo>
                <a:lnTo>
                  <a:pt x="667865" y="30115"/>
                </a:lnTo>
                <a:lnTo>
                  <a:pt x="667982" y="30430"/>
                </a:lnTo>
                <a:lnTo>
                  <a:pt x="668098" y="30756"/>
                </a:lnTo>
                <a:lnTo>
                  <a:pt x="668213" y="31093"/>
                </a:lnTo>
                <a:lnTo>
                  <a:pt x="668327" y="31442"/>
                </a:lnTo>
                <a:lnTo>
                  <a:pt x="668439" y="31801"/>
                </a:lnTo>
                <a:lnTo>
                  <a:pt x="668551" y="32172"/>
                </a:lnTo>
                <a:lnTo>
                  <a:pt x="668661" y="32554"/>
                </a:lnTo>
                <a:lnTo>
                  <a:pt x="668770" y="32947"/>
                </a:lnTo>
                <a:lnTo>
                  <a:pt x="668878" y="33351"/>
                </a:lnTo>
                <a:lnTo>
                  <a:pt x="668986" y="33754"/>
                </a:lnTo>
                <a:lnTo>
                  <a:pt x="669097" y="34146"/>
                </a:lnTo>
                <a:lnTo>
                  <a:pt x="669210" y="34525"/>
                </a:lnTo>
                <a:lnTo>
                  <a:pt x="669324" y="34892"/>
                </a:lnTo>
                <a:lnTo>
                  <a:pt x="669441" y="35247"/>
                </a:lnTo>
                <a:lnTo>
                  <a:pt x="669561" y="35590"/>
                </a:lnTo>
                <a:lnTo>
                  <a:pt x="669682" y="35921"/>
                </a:lnTo>
                <a:lnTo>
                  <a:pt x="669806" y="36240"/>
                </a:lnTo>
                <a:lnTo>
                  <a:pt x="669931" y="36547"/>
                </a:lnTo>
                <a:lnTo>
                  <a:pt x="670059" y="36841"/>
                </a:lnTo>
                <a:lnTo>
                  <a:pt x="670189" y="37124"/>
                </a:lnTo>
                <a:lnTo>
                  <a:pt x="670321" y="37394"/>
                </a:lnTo>
                <a:lnTo>
                  <a:pt x="670455" y="37653"/>
                </a:lnTo>
                <a:lnTo>
                  <a:pt x="670592" y="37899"/>
                </a:lnTo>
                <a:lnTo>
                  <a:pt x="670730" y="38133"/>
                </a:lnTo>
                <a:lnTo>
                  <a:pt x="670871" y="38355"/>
                </a:lnTo>
                <a:lnTo>
                  <a:pt x="671014" y="38565"/>
                </a:lnTo>
                <a:lnTo>
                  <a:pt x="671159" y="38763"/>
                </a:lnTo>
                <a:lnTo>
                  <a:pt x="671306" y="38949"/>
                </a:lnTo>
                <a:lnTo>
                  <a:pt x="671456" y="39123"/>
                </a:lnTo>
                <a:lnTo>
                  <a:pt x="671607" y="39284"/>
                </a:lnTo>
                <a:lnTo>
                  <a:pt x="671761" y="39434"/>
                </a:lnTo>
                <a:lnTo>
                  <a:pt x="671917" y="39571"/>
                </a:lnTo>
                <a:lnTo>
                  <a:pt x="672075" y="39696"/>
                </a:lnTo>
                <a:lnTo>
                  <a:pt x="672283" y="39868"/>
                </a:lnTo>
                <a:lnTo>
                  <a:pt x="672495" y="40032"/>
                </a:lnTo>
                <a:lnTo>
                  <a:pt x="672710" y="40189"/>
                </a:lnTo>
                <a:lnTo>
                  <a:pt x="672928" y="40338"/>
                </a:lnTo>
                <a:lnTo>
                  <a:pt x="673150" y="40480"/>
                </a:lnTo>
                <a:lnTo>
                  <a:pt x="673375" y="40615"/>
                </a:lnTo>
                <a:lnTo>
                  <a:pt x="673603" y="40743"/>
                </a:lnTo>
                <a:lnTo>
                  <a:pt x="673835" y="40863"/>
                </a:lnTo>
                <a:lnTo>
                  <a:pt x="674069" y="40976"/>
                </a:lnTo>
                <a:lnTo>
                  <a:pt x="674308" y="41081"/>
                </a:lnTo>
                <a:lnTo>
                  <a:pt x="674549" y="41180"/>
                </a:lnTo>
                <a:lnTo>
                  <a:pt x="674794" y="41271"/>
                </a:lnTo>
                <a:lnTo>
                  <a:pt x="675042" y="41355"/>
                </a:lnTo>
                <a:lnTo>
                  <a:pt x="675294" y="41431"/>
                </a:lnTo>
                <a:lnTo>
                  <a:pt x="675549" y="41501"/>
                </a:lnTo>
                <a:lnTo>
                  <a:pt x="675807" y="41563"/>
                </a:lnTo>
                <a:lnTo>
                  <a:pt x="676068" y="41617"/>
                </a:lnTo>
                <a:lnTo>
                  <a:pt x="676333" y="41665"/>
                </a:lnTo>
                <a:lnTo>
                  <a:pt x="676601" y="41705"/>
                </a:lnTo>
                <a:lnTo>
                  <a:pt x="676872" y="41738"/>
                </a:lnTo>
                <a:lnTo>
                  <a:pt x="677147" y="41763"/>
                </a:lnTo>
                <a:lnTo>
                  <a:pt x="677425" y="41781"/>
                </a:lnTo>
                <a:lnTo>
                  <a:pt x="677706" y="41792"/>
                </a:lnTo>
                <a:lnTo>
                  <a:pt x="677991" y="41796"/>
                </a:lnTo>
                <a:lnTo>
                  <a:pt x="678346" y="41791"/>
                </a:lnTo>
                <a:lnTo>
                  <a:pt x="678696" y="41775"/>
                </a:lnTo>
                <a:lnTo>
                  <a:pt x="679040" y="41749"/>
                </a:lnTo>
                <a:lnTo>
                  <a:pt x="679378" y="41712"/>
                </a:lnTo>
                <a:lnTo>
                  <a:pt x="679712" y="41665"/>
                </a:lnTo>
                <a:lnTo>
                  <a:pt x="680039" y="41608"/>
                </a:lnTo>
                <a:lnTo>
                  <a:pt x="680362" y="41540"/>
                </a:lnTo>
                <a:lnTo>
                  <a:pt x="680679" y="41462"/>
                </a:lnTo>
                <a:lnTo>
                  <a:pt x="680990" y="41373"/>
                </a:lnTo>
                <a:lnTo>
                  <a:pt x="681296" y="41274"/>
                </a:lnTo>
                <a:lnTo>
                  <a:pt x="681596" y="41164"/>
                </a:lnTo>
                <a:lnTo>
                  <a:pt x="681891" y="41044"/>
                </a:lnTo>
                <a:lnTo>
                  <a:pt x="682181" y="40914"/>
                </a:lnTo>
                <a:lnTo>
                  <a:pt x="682465" y="40773"/>
                </a:lnTo>
                <a:lnTo>
                  <a:pt x="682743" y="40622"/>
                </a:lnTo>
                <a:lnTo>
                  <a:pt x="683017" y="40460"/>
                </a:lnTo>
                <a:lnTo>
                  <a:pt x="683284" y="40288"/>
                </a:lnTo>
                <a:lnTo>
                  <a:pt x="683546" y="40105"/>
                </a:lnTo>
                <a:lnTo>
                  <a:pt x="683803" y="39912"/>
                </a:lnTo>
                <a:lnTo>
                  <a:pt x="684054" y="39708"/>
                </a:lnTo>
                <a:lnTo>
                  <a:pt x="684300" y="39494"/>
                </a:lnTo>
                <a:lnTo>
                  <a:pt x="684540" y="39270"/>
                </a:lnTo>
                <a:lnTo>
                  <a:pt x="684775" y="39035"/>
                </a:lnTo>
                <a:lnTo>
                  <a:pt x="685005" y="38790"/>
                </a:lnTo>
                <a:lnTo>
                  <a:pt x="685226" y="38532"/>
                </a:lnTo>
                <a:lnTo>
                  <a:pt x="685439" y="38261"/>
                </a:lnTo>
                <a:lnTo>
                  <a:pt x="685642" y="37975"/>
                </a:lnTo>
                <a:lnTo>
                  <a:pt x="685835" y="37675"/>
                </a:lnTo>
                <a:lnTo>
                  <a:pt x="686020" y="37361"/>
                </a:lnTo>
                <a:lnTo>
                  <a:pt x="686194" y="37034"/>
                </a:lnTo>
                <a:lnTo>
                  <a:pt x="686360" y="36692"/>
                </a:lnTo>
                <a:lnTo>
                  <a:pt x="686515" y="36335"/>
                </a:lnTo>
                <a:lnTo>
                  <a:pt x="686662" y="35965"/>
                </a:lnTo>
                <a:lnTo>
                  <a:pt x="686799" y="35581"/>
                </a:lnTo>
                <a:lnTo>
                  <a:pt x="686926" y="35183"/>
                </a:lnTo>
                <a:lnTo>
                  <a:pt x="687044" y="34770"/>
                </a:lnTo>
                <a:lnTo>
                  <a:pt x="687153" y="34344"/>
                </a:lnTo>
                <a:lnTo>
                  <a:pt x="687252" y="33903"/>
                </a:lnTo>
                <a:lnTo>
                  <a:pt x="687342" y="33448"/>
                </a:lnTo>
                <a:lnTo>
                  <a:pt x="687422" y="32980"/>
                </a:lnTo>
                <a:lnTo>
                  <a:pt x="687493" y="32497"/>
                </a:lnTo>
                <a:lnTo>
                  <a:pt x="687554" y="32000"/>
                </a:lnTo>
                <a:lnTo>
                  <a:pt x="687606" y="31489"/>
                </a:lnTo>
                <a:lnTo>
                  <a:pt x="687649" y="30964"/>
                </a:lnTo>
                <a:lnTo>
                  <a:pt x="687682" y="30425"/>
                </a:lnTo>
                <a:lnTo>
                  <a:pt x="687705" y="29871"/>
                </a:lnTo>
                <a:lnTo>
                  <a:pt x="687719" y="29304"/>
                </a:lnTo>
                <a:lnTo>
                  <a:pt x="687724" y="28723"/>
                </a:lnTo>
                <a:lnTo>
                  <a:pt x="687724" y="16031"/>
                </a:lnTo>
                <a:lnTo>
                  <a:pt x="687719" y="15450"/>
                </a:lnTo>
                <a:lnTo>
                  <a:pt x="687706" y="14883"/>
                </a:lnTo>
                <a:lnTo>
                  <a:pt x="687682" y="14330"/>
                </a:lnTo>
                <a:lnTo>
                  <a:pt x="687650" y="13791"/>
                </a:lnTo>
                <a:lnTo>
                  <a:pt x="687608" y="13267"/>
                </a:lnTo>
                <a:lnTo>
                  <a:pt x="687557" y="12757"/>
                </a:lnTo>
                <a:lnTo>
                  <a:pt x="687497" y="12261"/>
                </a:lnTo>
                <a:lnTo>
                  <a:pt x="687427" y="11780"/>
                </a:lnTo>
                <a:lnTo>
                  <a:pt x="687348" y="11312"/>
                </a:lnTo>
                <a:lnTo>
                  <a:pt x="687260" y="10859"/>
                </a:lnTo>
                <a:lnTo>
                  <a:pt x="687163" y="10420"/>
                </a:lnTo>
                <a:lnTo>
                  <a:pt x="687056" y="9996"/>
                </a:lnTo>
                <a:lnTo>
                  <a:pt x="686940" y="9585"/>
                </a:lnTo>
                <a:lnTo>
                  <a:pt x="686815" y="9189"/>
                </a:lnTo>
                <a:lnTo>
                  <a:pt x="686680" y="8807"/>
                </a:lnTo>
                <a:lnTo>
                  <a:pt x="686537" y="8440"/>
                </a:lnTo>
                <a:lnTo>
                  <a:pt x="686384" y="8086"/>
                </a:lnTo>
                <a:lnTo>
                  <a:pt x="686221" y="7747"/>
                </a:lnTo>
                <a:lnTo>
                  <a:pt x="686050" y="7422"/>
                </a:lnTo>
                <a:lnTo>
                  <a:pt x="685869" y="7112"/>
                </a:lnTo>
                <a:lnTo>
                  <a:pt x="685678" y="6815"/>
                </a:lnTo>
                <a:lnTo>
                  <a:pt x="685479" y="6533"/>
                </a:lnTo>
                <a:lnTo>
                  <a:pt x="685270" y="6265"/>
                </a:lnTo>
                <a:lnTo>
                  <a:pt x="685052" y="6012"/>
                </a:lnTo>
                <a:lnTo>
                  <a:pt x="684827" y="5770"/>
                </a:lnTo>
                <a:lnTo>
                  <a:pt x="684596" y="5539"/>
                </a:lnTo>
                <a:lnTo>
                  <a:pt x="684359" y="5318"/>
                </a:lnTo>
                <a:lnTo>
                  <a:pt x="684117" y="5108"/>
                </a:lnTo>
                <a:lnTo>
                  <a:pt x="683869" y="4908"/>
                </a:lnTo>
                <a:lnTo>
                  <a:pt x="683615" y="4718"/>
                </a:lnTo>
                <a:lnTo>
                  <a:pt x="683356" y="4538"/>
                </a:lnTo>
                <a:lnTo>
                  <a:pt x="683091" y="4368"/>
                </a:lnTo>
                <a:lnTo>
                  <a:pt x="682820" y="4209"/>
                </a:lnTo>
                <a:lnTo>
                  <a:pt x="682544" y="4060"/>
                </a:lnTo>
                <a:lnTo>
                  <a:pt x="682262" y="3922"/>
                </a:lnTo>
                <a:lnTo>
                  <a:pt x="681975" y="3793"/>
                </a:lnTo>
                <a:lnTo>
                  <a:pt x="681682" y="3675"/>
                </a:lnTo>
                <a:lnTo>
                  <a:pt x="681383" y="3567"/>
                </a:lnTo>
                <a:lnTo>
                  <a:pt x="681079" y="3470"/>
                </a:lnTo>
                <a:lnTo>
                  <a:pt x="680769" y="3382"/>
                </a:lnTo>
                <a:lnTo>
                  <a:pt x="680453" y="3305"/>
                </a:lnTo>
                <a:lnTo>
                  <a:pt x="680132" y="3238"/>
                </a:lnTo>
                <a:lnTo>
                  <a:pt x="679805" y="3182"/>
                </a:lnTo>
                <a:lnTo>
                  <a:pt x="679473" y="3136"/>
                </a:lnTo>
                <a:lnTo>
                  <a:pt x="679134" y="3100"/>
                </a:lnTo>
                <a:lnTo>
                  <a:pt x="678791" y="3074"/>
                </a:lnTo>
                <a:lnTo>
                  <a:pt x="678441" y="3059"/>
                </a:lnTo>
                <a:lnTo>
                  <a:pt x="678086" y="3054"/>
                </a:lnTo>
                <a:lnTo>
                  <a:pt x="677776" y="3060"/>
                </a:lnTo>
                <a:lnTo>
                  <a:pt x="677465" y="3077"/>
                </a:lnTo>
                <a:lnTo>
                  <a:pt x="677153" y="3107"/>
                </a:lnTo>
                <a:lnTo>
                  <a:pt x="676840" y="3149"/>
                </a:lnTo>
                <a:lnTo>
                  <a:pt x="676527" y="3203"/>
                </a:lnTo>
                <a:lnTo>
                  <a:pt x="676214" y="3268"/>
                </a:lnTo>
                <a:lnTo>
                  <a:pt x="675899" y="3346"/>
                </a:lnTo>
                <a:lnTo>
                  <a:pt x="675584" y="3435"/>
                </a:lnTo>
                <a:lnTo>
                  <a:pt x="675268" y="3537"/>
                </a:lnTo>
                <a:lnTo>
                  <a:pt x="674952" y="3650"/>
                </a:lnTo>
                <a:lnTo>
                  <a:pt x="674635" y="3775"/>
                </a:lnTo>
                <a:lnTo>
                  <a:pt x="674317" y="3912"/>
                </a:lnTo>
                <a:lnTo>
                  <a:pt x="673999" y="4061"/>
                </a:lnTo>
                <a:lnTo>
                  <a:pt x="673680" y="4223"/>
                </a:lnTo>
                <a:lnTo>
                  <a:pt x="673360" y="4395"/>
                </a:lnTo>
                <a:lnTo>
                  <a:pt x="673039" y="4580"/>
                </a:lnTo>
                <a:lnTo>
                  <a:pt x="672718" y="4777"/>
                </a:lnTo>
                <a:lnTo>
                  <a:pt x="672397" y="4986"/>
                </a:lnTo>
                <a:lnTo>
                  <a:pt x="672074" y="5207"/>
                </a:lnTo>
                <a:lnTo>
                  <a:pt x="671751" y="5439"/>
                </a:lnTo>
                <a:lnTo>
                  <a:pt x="671427" y="5684"/>
                </a:lnTo>
                <a:lnTo>
                  <a:pt x="671103" y="5940"/>
                </a:lnTo>
                <a:lnTo>
                  <a:pt x="670778" y="6209"/>
                </a:lnTo>
                <a:lnTo>
                  <a:pt x="670452" y="6489"/>
                </a:lnTo>
                <a:lnTo>
                  <a:pt x="669910" y="6221"/>
                </a:lnTo>
                <a:lnTo>
                  <a:pt x="669366" y="5959"/>
                </a:lnTo>
                <a:lnTo>
                  <a:pt x="668819" y="5703"/>
                </a:lnTo>
                <a:lnTo>
                  <a:pt x="668269" y="5452"/>
                </a:lnTo>
                <a:lnTo>
                  <a:pt x="667718" y="5207"/>
                </a:lnTo>
                <a:lnTo>
                  <a:pt x="667163" y="4968"/>
                </a:lnTo>
                <a:lnTo>
                  <a:pt x="666606" y="4734"/>
                </a:lnTo>
                <a:lnTo>
                  <a:pt x="666047" y="4506"/>
                </a:lnTo>
                <a:lnTo>
                  <a:pt x="665485" y="4284"/>
                </a:lnTo>
                <a:lnTo>
                  <a:pt x="664921" y="4067"/>
                </a:lnTo>
                <a:lnTo>
                  <a:pt x="664354" y="3856"/>
                </a:lnTo>
                <a:lnTo>
                  <a:pt x="663785" y="3650"/>
                </a:lnTo>
                <a:lnTo>
                  <a:pt x="663213" y="3450"/>
                </a:lnTo>
                <a:lnTo>
                  <a:pt x="662638" y="3256"/>
                </a:lnTo>
                <a:lnTo>
                  <a:pt x="662062" y="3067"/>
                </a:lnTo>
                <a:lnTo>
                  <a:pt x="661482" y="2884"/>
                </a:lnTo>
                <a:lnTo>
                  <a:pt x="660901" y="2707"/>
                </a:lnTo>
                <a:lnTo>
                  <a:pt x="660316" y="2535"/>
                </a:lnTo>
                <a:lnTo>
                  <a:pt x="659730" y="2369"/>
                </a:lnTo>
                <a:lnTo>
                  <a:pt x="659141" y="2208"/>
                </a:lnTo>
                <a:lnTo>
                  <a:pt x="658549" y="2053"/>
                </a:lnTo>
                <a:lnTo>
                  <a:pt x="657955" y="1904"/>
                </a:lnTo>
                <a:lnTo>
                  <a:pt x="657358" y="1760"/>
                </a:lnTo>
                <a:lnTo>
                  <a:pt x="656759" y="1622"/>
                </a:lnTo>
                <a:lnTo>
                  <a:pt x="656157" y="1490"/>
                </a:lnTo>
                <a:lnTo>
                  <a:pt x="655553" y="1363"/>
                </a:lnTo>
                <a:lnTo>
                  <a:pt x="654945" y="1242"/>
                </a:lnTo>
                <a:lnTo>
                  <a:pt x="654335" y="1127"/>
                </a:lnTo>
                <a:lnTo>
                  <a:pt x="653722" y="1017"/>
                </a:lnTo>
                <a:lnTo>
                  <a:pt x="653106" y="912"/>
                </a:lnTo>
                <a:lnTo>
                  <a:pt x="652487" y="814"/>
                </a:lnTo>
                <a:lnTo>
                  <a:pt x="651866" y="721"/>
                </a:lnTo>
                <a:lnTo>
                  <a:pt x="651241" y="634"/>
                </a:lnTo>
                <a:lnTo>
                  <a:pt x="650614" y="552"/>
                </a:lnTo>
                <a:lnTo>
                  <a:pt x="649984" y="476"/>
                </a:lnTo>
                <a:lnTo>
                  <a:pt x="649352" y="406"/>
                </a:lnTo>
                <a:lnTo>
                  <a:pt x="648716" y="341"/>
                </a:lnTo>
                <a:lnTo>
                  <a:pt x="648078" y="282"/>
                </a:lnTo>
                <a:lnTo>
                  <a:pt x="647436" y="228"/>
                </a:lnTo>
                <a:lnTo>
                  <a:pt x="646792" y="180"/>
                </a:lnTo>
                <a:lnTo>
                  <a:pt x="646146" y="138"/>
                </a:lnTo>
                <a:lnTo>
                  <a:pt x="645496" y="101"/>
                </a:lnTo>
                <a:lnTo>
                  <a:pt x="644843" y="70"/>
                </a:lnTo>
                <a:lnTo>
                  <a:pt x="644188" y="45"/>
                </a:lnTo>
                <a:lnTo>
                  <a:pt x="643530" y="25"/>
                </a:lnTo>
                <a:lnTo>
                  <a:pt x="642869" y="11"/>
                </a:lnTo>
                <a:lnTo>
                  <a:pt x="642205" y="3"/>
                </a:lnTo>
                <a:lnTo>
                  <a:pt x="641539" y="0"/>
                </a:lnTo>
                <a:lnTo>
                  <a:pt x="639261" y="36"/>
                </a:lnTo>
                <a:lnTo>
                  <a:pt x="637023" y="145"/>
                </a:lnTo>
                <a:lnTo>
                  <a:pt x="634825" y="326"/>
                </a:lnTo>
                <a:lnTo>
                  <a:pt x="632667" y="579"/>
                </a:lnTo>
                <a:lnTo>
                  <a:pt x="630549" y="905"/>
                </a:lnTo>
                <a:lnTo>
                  <a:pt x="628472" y="1303"/>
                </a:lnTo>
                <a:lnTo>
                  <a:pt x="626434" y="1774"/>
                </a:lnTo>
                <a:lnTo>
                  <a:pt x="624437" y="2317"/>
                </a:lnTo>
                <a:lnTo>
                  <a:pt x="622479" y="2932"/>
                </a:lnTo>
                <a:lnTo>
                  <a:pt x="620562" y="3620"/>
                </a:lnTo>
                <a:lnTo>
                  <a:pt x="618685" y="4380"/>
                </a:lnTo>
                <a:lnTo>
                  <a:pt x="616848" y="5213"/>
                </a:lnTo>
                <a:lnTo>
                  <a:pt x="615051" y="6118"/>
                </a:lnTo>
                <a:lnTo>
                  <a:pt x="613294" y="7095"/>
                </a:lnTo>
                <a:lnTo>
                  <a:pt x="611577" y="8145"/>
                </a:lnTo>
                <a:lnTo>
                  <a:pt x="609900" y="9267"/>
                </a:lnTo>
                <a:lnTo>
                  <a:pt x="608264" y="10461"/>
                </a:lnTo>
                <a:lnTo>
                  <a:pt x="606667" y="11728"/>
                </a:lnTo>
                <a:lnTo>
                  <a:pt x="605111" y="13068"/>
                </a:lnTo>
                <a:lnTo>
                  <a:pt x="603594" y="14479"/>
                </a:lnTo>
                <a:lnTo>
                  <a:pt x="602118" y="15963"/>
                </a:lnTo>
                <a:lnTo>
                  <a:pt x="600682" y="17520"/>
                </a:lnTo>
                <a:lnTo>
                  <a:pt x="599286" y="19149"/>
                </a:lnTo>
                <a:lnTo>
                  <a:pt x="597930" y="20850"/>
                </a:lnTo>
                <a:lnTo>
                  <a:pt x="596957" y="22141"/>
                </a:lnTo>
                <a:lnTo>
                  <a:pt x="596025" y="23446"/>
                </a:lnTo>
                <a:lnTo>
                  <a:pt x="595134" y="24766"/>
                </a:lnTo>
                <a:lnTo>
                  <a:pt x="594285" y="26101"/>
                </a:lnTo>
                <a:lnTo>
                  <a:pt x="593478" y="27450"/>
                </a:lnTo>
                <a:lnTo>
                  <a:pt x="592711" y="28814"/>
                </a:lnTo>
                <a:lnTo>
                  <a:pt x="591987" y="30192"/>
                </a:lnTo>
                <a:lnTo>
                  <a:pt x="591303" y="31585"/>
                </a:lnTo>
                <a:lnTo>
                  <a:pt x="590661" y="32993"/>
                </a:lnTo>
                <a:lnTo>
                  <a:pt x="590061" y="34415"/>
                </a:lnTo>
                <a:lnTo>
                  <a:pt x="589502" y="35852"/>
                </a:lnTo>
                <a:lnTo>
                  <a:pt x="588984" y="37303"/>
                </a:lnTo>
                <a:lnTo>
                  <a:pt x="588508" y="38769"/>
                </a:lnTo>
                <a:lnTo>
                  <a:pt x="588073" y="40250"/>
                </a:lnTo>
                <a:lnTo>
                  <a:pt x="587679" y="41745"/>
                </a:lnTo>
                <a:lnTo>
                  <a:pt x="587327" y="43255"/>
                </a:lnTo>
                <a:lnTo>
                  <a:pt x="587017" y="44779"/>
                </a:lnTo>
                <a:lnTo>
                  <a:pt x="586747" y="46318"/>
                </a:lnTo>
                <a:lnTo>
                  <a:pt x="586520" y="47872"/>
                </a:lnTo>
                <a:lnTo>
                  <a:pt x="586333" y="49440"/>
                </a:lnTo>
                <a:lnTo>
                  <a:pt x="586188" y="51023"/>
                </a:lnTo>
                <a:lnTo>
                  <a:pt x="586085" y="52620"/>
                </a:lnTo>
                <a:lnTo>
                  <a:pt x="586023" y="54232"/>
                </a:lnTo>
                <a:lnTo>
                  <a:pt x="586002" y="55859"/>
                </a:lnTo>
                <a:lnTo>
                  <a:pt x="586002" y="70015"/>
                </a:lnTo>
                <a:lnTo>
                  <a:pt x="586010" y="71070"/>
                </a:lnTo>
                <a:lnTo>
                  <a:pt x="586036" y="72118"/>
                </a:lnTo>
                <a:lnTo>
                  <a:pt x="586078" y="73157"/>
                </a:lnTo>
                <a:lnTo>
                  <a:pt x="586137" y="74187"/>
                </a:lnTo>
                <a:lnTo>
                  <a:pt x="586213" y="75209"/>
                </a:lnTo>
                <a:lnTo>
                  <a:pt x="586306" y="76223"/>
                </a:lnTo>
                <a:lnTo>
                  <a:pt x="586416" y="77228"/>
                </a:lnTo>
                <a:lnTo>
                  <a:pt x="586543" y="78224"/>
                </a:lnTo>
                <a:lnTo>
                  <a:pt x="586686" y="79212"/>
                </a:lnTo>
                <a:lnTo>
                  <a:pt x="586847" y="80192"/>
                </a:lnTo>
                <a:lnTo>
                  <a:pt x="587024" y="81163"/>
                </a:lnTo>
                <a:lnTo>
                  <a:pt x="587219" y="82126"/>
                </a:lnTo>
                <a:lnTo>
                  <a:pt x="587430" y="83080"/>
                </a:lnTo>
                <a:lnTo>
                  <a:pt x="587658" y="84026"/>
                </a:lnTo>
                <a:lnTo>
                  <a:pt x="587903" y="84963"/>
                </a:lnTo>
                <a:lnTo>
                  <a:pt x="588165" y="85892"/>
                </a:lnTo>
                <a:lnTo>
                  <a:pt x="588444" y="86812"/>
                </a:lnTo>
                <a:lnTo>
                  <a:pt x="588739" y="87724"/>
                </a:lnTo>
                <a:lnTo>
                  <a:pt x="589052" y="88628"/>
                </a:lnTo>
                <a:lnTo>
                  <a:pt x="589381" y="89523"/>
                </a:lnTo>
                <a:lnTo>
                  <a:pt x="589728" y="90409"/>
                </a:lnTo>
                <a:lnTo>
                  <a:pt x="590091" y="91287"/>
                </a:lnTo>
                <a:lnTo>
                  <a:pt x="590471" y="92157"/>
                </a:lnTo>
                <a:lnTo>
                  <a:pt x="590868" y="93018"/>
                </a:lnTo>
                <a:lnTo>
                  <a:pt x="591276" y="93866"/>
                </a:lnTo>
                <a:lnTo>
                  <a:pt x="591686" y="94697"/>
                </a:lnTo>
                <a:lnTo>
                  <a:pt x="592099" y="95510"/>
                </a:lnTo>
                <a:lnTo>
                  <a:pt x="592516" y="96306"/>
                </a:lnTo>
                <a:lnTo>
                  <a:pt x="592936" y="97084"/>
                </a:lnTo>
                <a:lnTo>
                  <a:pt x="593358" y="97845"/>
                </a:lnTo>
                <a:lnTo>
                  <a:pt x="593784" y="98589"/>
                </a:lnTo>
                <a:lnTo>
                  <a:pt x="594214" y="99315"/>
                </a:lnTo>
                <a:lnTo>
                  <a:pt x="594646" y="100023"/>
                </a:lnTo>
                <a:lnTo>
                  <a:pt x="595081" y="100715"/>
                </a:lnTo>
                <a:lnTo>
                  <a:pt x="595520" y="101389"/>
                </a:lnTo>
                <a:lnTo>
                  <a:pt x="595962" y="102045"/>
                </a:lnTo>
                <a:lnTo>
                  <a:pt x="596407" y="102684"/>
                </a:lnTo>
                <a:lnTo>
                  <a:pt x="596855" y="103306"/>
                </a:lnTo>
                <a:lnTo>
                  <a:pt x="597306" y="103910"/>
                </a:lnTo>
                <a:lnTo>
                  <a:pt x="597760" y="104496"/>
                </a:lnTo>
                <a:lnTo>
                  <a:pt x="598218" y="105066"/>
                </a:lnTo>
                <a:lnTo>
                  <a:pt x="598678" y="105618"/>
                </a:lnTo>
                <a:lnTo>
                  <a:pt x="599142" y="106152"/>
                </a:lnTo>
                <a:lnTo>
                  <a:pt x="599609" y="106669"/>
                </a:lnTo>
                <a:lnTo>
                  <a:pt x="600079" y="107169"/>
                </a:lnTo>
                <a:lnTo>
                  <a:pt x="600552" y="107651"/>
                </a:lnTo>
                <a:lnTo>
                  <a:pt x="601029" y="108116"/>
                </a:lnTo>
                <a:lnTo>
                  <a:pt x="601508" y="108563"/>
                </a:lnTo>
                <a:lnTo>
                  <a:pt x="601997" y="108998"/>
                </a:lnTo>
                <a:lnTo>
                  <a:pt x="602500" y="109427"/>
                </a:lnTo>
                <a:lnTo>
                  <a:pt x="603018" y="109850"/>
                </a:lnTo>
                <a:lnTo>
                  <a:pt x="603551" y="110266"/>
                </a:lnTo>
                <a:lnTo>
                  <a:pt x="604098" y="110676"/>
                </a:lnTo>
                <a:lnTo>
                  <a:pt x="604660" y="111079"/>
                </a:lnTo>
                <a:lnTo>
                  <a:pt x="605237" y="111477"/>
                </a:lnTo>
                <a:lnTo>
                  <a:pt x="605829" y="111868"/>
                </a:lnTo>
                <a:lnTo>
                  <a:pt x="606435" y="112252"/>
                </a:lnTo>
                <a:lnTo>
                  <a:pt x="607056" y="112631"/>
                </a:lnTo>
                <a:lnTo>
                  <a:pt x="607692" y="113003"/>
                </a:lnTo>
                <a:lnTo>
                  <a:pt x="608343" y="113368"/>
                </a:lnTo>
                <a:lnTo>
                  <a:pt x="609008" y="113728"/>
                </a:lnTo>
                <a:lnTo>
                  <a:pt x="609689" y="114081"/>
                </a:lnTo>
                <a:lnTo>
                  <a:pt x="610383" y="114428"/>
                </a:lnTo>
                <a:lnTo>
                  <a:pt x="611093" y="114768"/>
                </a:lnTo>
                <a:lnTo>
                  <a:pt x="611818" y="115102"/>
                </a:lnTo>
                <a:lnTo>
                  <a:pt x="612557" y="115430"/>
                </a:lnTo>
                <a:lnTo>
                  <a:pt x="613311" y="115752"/>
                </a:lnTo>
                <a:lnTo>
                  <a:pt x="614079" y="116067"/>
                </a:lnTo>
                <a:lnTo>
                  <a:pt x="614862" y="116376"/>
                </a:lnTo>
                <a:lnTo>
                  <a:pt x="615661" y="116678"/>
                </a:lnTo>
                <a:lnTo>
                  <a:pt x="616473" y="116975"/>
                </a:lnTo>
                <a:lnTo>
                  <a:pt x="617301" y="117264"/>
                </a:lnTo>
                <a:lnTo>
                  <a:pt x="618370" y="117631"/>
                </a:lnTo>
                <a:lnTo>
                  <a:pt x="619447" y="117983"/>
                </a:lnTo>
                <a:lnTo>
                  <a:pt x="620532" y="118318"/>
                </a:lnTo>
                <a:lnTo>
                  <a:pt x="621624" y="118638"/>
                </a:lnTo>
                <a:lnTo>
                  <a:pt x="622724" y="118943"/>
                </a:lnTo>
                <a:lnTo>
                  <a:pt x="623832" y="119232"/>
                </a:lnTo>
                <a:lnTo>
                  <a:pt x="624947" y="119505"/>
                </a:lnTo>
                <a:lnTo>
                  <a:pt x="626069" y="119763"/>
                </a:lnTo>
                <a:lnTo>
                  <a:pt x="627200" y="120005"/>
                </a:lnTo>
                <a:lnTo>
                  <a:pt x="628338" y="120231"/>
                </a:lnTo>
                <a:lnTo>
                  <a:pt x="629483" y="120442"/>
                </a:lnTo>
                <a:lnTo>
                  <a:pt x="630637" y="120637"/>
                </a:lnTo>
                <a:lnTo>
                  <a:pt x="631797" y="120817"/>
                </a:lnTo>
                <a:lnTo>
                  <a:pt x="632966" y="120981"/>
                </a:lnTo>
                <a:lnTo>
                  <a:pt x="634142" y="121129"/>
                </a:lnTo>
                <a:lnTo>
                  <a:pt x="635326" y="121262"/>
                </a:lnTo>
                <a:lnTo>
                  <a:pt x="636517" y="121379"/>
                </a:lnTo>
                <a:lnTo>
                  <a:pt x="637716" y="121480"/>
                </a:lnTo>
                <a:lnTo>
                  <a:pt x="638922" y="121566"/>
                </a:lnTo>
                <a:lnTo>
                  <a:pt x="640137" y="121636"/>
                </a:lnTo>
                <a:lnTo>
                  <a:pt x="641358" y="121691"/>
                </a:lnTo>
                <a:lnTo>
                  <a:pt x="642588" y="121730"/>
                </a:lnTo>
                <a:lnTo>
                  <a:pt x="643825" y="121754"/>
                </a:lnTo>
                <a:lnTo>
                  <a:pt x="645069" y="121761"/>
                </a:lnTo>
                <a:lnTo>
                  <a:pt x="645965" y="121757"/>
                </a:lnTo>
                <a:lnTo>
                  <a:pt x="646856" y="121743"/>
                </a:lnTo>
                <a:lnTo>
                  <a:pt x="647742" y="121720"/>
                </a:lnTo>
                <a:lnTo>
                  <a:pt x="648623" y="121688"/>
                </a:lnTo>
                <a:lnTo>
                  <a:pt x="649498" y="121647"/>
                </a:lnTo>
                <a:lnTo>
                  <a:pt x="650368" y="121597"/>
                </a:lnTo>
                <a:lnTo>
                  <a:pt x="651234" y="121538"/>
                </a:lnTo>
                <a:lnTo>
                  <a:pt x="652094" y="121469"/>
                </a:lnTo>
                <a:lnTo>
                  <a:pt x="652949" y="121391"/>
                </a:lnTo>
                <a:lnTo>
                  <a:pt x="653798" y="121305"/>
                </a:lnTo>
                <a:lnTo>
                  <a:pt x="654643" y="121209"/>
                </a:lnTo>
                <a:lnTo>
                  <a:pt x="655483" y="121104"/>
                </a:lnTo>
                <a:lnTo>
                  <a:pt x="656317" y="120990"/>
                </a:lnTo>
                <a:lnTo>
                  <a:pt x="657146" y="120866"/>
                </a:lnTo>
                <a:lnTo>
                  <a:pt x="657970" y="120734"/>
                </a:lnTo>
                <a:lnTo>
                  <a:pt x="658789" y="120592"/>
                </a:lnTo>
                <a:lnTo>
                  <a:pt x="659603" y="120442"/>
                </a:lnTo>
                <a:lnTo>
                  <a:pt x="660412" y="120282"/>
                </a:lnTo>
                <a:lnTo>
                  <a:pt x="661215" y="120113"/>
                </a:lnTo>
                <a:lnTo>
                  <a:pt x="662014" y="119935"/>
                </a:lnTo>
                <a:lnTo>
                  <a:pt x="662807" y="119748"/>
                </a:lnTo>
                <a:lnTo>
                  <a:pt x="663595" y="119551"/>
                </a:lnTo>
                <a:lnTo>
                  <a:pt x="664378" y="119346"/>
                </a:lnTo>
                <a:lnTo>
                  <a:pt x="665156" y="119131"/>
                </a:lnTo>
                <a:lnTo>
                  <a:pt x="665938" y="118904"/>
                </a:lnTo>
                <a:lnTo>
                  <a:pt x="666734" y="118661"/>
                </a:lnTo>
                <a:lnTo>
                  <a:pt x="667544" y="118403"/>
                </a:lnTo>
                <a:lnTo>
                  <a:pt x="668368" y="118128"/>
                </a:lnTo>
                <a:lnTo>
                  <a:pt x="669205" y="117838"/>
                </a:lnTo>
                <a:lnTo>
                  <a:pt x="670056" y="117532"/>
                </a:lnTo>
                <a:lnTo>
                  <a:pt x="670920" y="117210"/>
                </a:lnTo>
                <a:lnTo>
                  <a:pt x="671799" y="116873"/>
                </a:lnTo>
                <a:lnTo>
                  <a:pt x="672691" y="116520"/>
                </a:lnTo>
                <a:lnTo>
                  <a:pt x="673597" y="116150"/>
                </a:lnTo>
                <a:lnTo>
                  <a:pt x="674517" y="115766"/>
                </a:lnTo>
                <a:lnTo>
                  <a:pt x="675450" y="115365"/>
                </a:lnTo>
                <a:lnTo>
                  <a:pt x="676397" y="114948"/>
                </a:lnTo>
                <a:lnTo>
                  <a:pt x="677358" y="114516"/>
                </a:lnTo>
                <a:lnTo>
                  <a:pt x="678333" y="114068"/>
                </a:lnTo>
                <a:lnTo>
                  <a:pt x="679321" y="113605"/>
                </a:lnTo>
                <a:lnTo>
                  <a:pt x="680324" y="113125"/>
                </a:lnTo>
                <a:lnTo>
                  <a:pt x="681340" y="112630"/>
                </a:lnTo>
                <a:lnTo>
                  <a:pt x="682369" y="112119"/>
                </a:lnTo>
                <a:lnTo>
                  <a:pt x="683413" y="111592"/>
                </a:lnTo>
                <a:lnTo>
                  <a:pt x="684470" y="111049"/>
                </a:lnTo>
                <a:lnTo>
                  <a:pt x="685541" y="110491"/>
                </a:lnTo>
                <a:lnTo>
                  <a:pt x="686626" y="109916"/>
                </a:lnTo>
                <a:lnTo>
                  <a:pt x="687724" y="109326"/>
                </a:lnTo>
                <a:lnTo>
                  <a:pt x="687724" y="83210"/>
                </a:lnTo>
                <a:lnTo>
                  <a:pt x="688070" y="83205"/>
                </a:lnTo>
                <a:lnTo>
                  <a:pt x="688409" y="83191"/>
                </a:lnTo>
                <a:lnTo>
                  <a:pt x="688740" y="83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Text NALYZER">
            <a:extLst xmlns:a="http://schemas.openxmlformats.org/drawingml/2006/main">
              <a:ext uri="{FF2B5EF4-FFF2-40B4-BE49-F238E27FC236}">
                <a16:creationId xmlns:a16="http://schemas.microsoft.com/office/drawing/2014/main" id="{6B33DB63-B1B5-4BC5-A866-E8127212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364" y="4680183"/>
            <a:ext cx="826451" cy="116036"/>
          </a:xfrm>
          <a:custGeom xmlns:a="http://schemas.openxmlformats.org/drawingml/2006/main">
            <a:pathLst>
              <a:path w="826451" h="116036">
                <a:moveTo>
                  <a:pt x="35689" y="37311"/>
                </a:moveTo>
                <a:lnTo>
                  <a:pt x="35689" y="96378"/>
                </a:lnTo>
                <a:lnTo>
                  <a:pt x="42750" y="96378"/>
                </a:lnTo>
                <a:cubicBezTo>
                  <a:pt x="47458" y="96378"/>
                  <a:pt x="50813" y="97285"/>
                  <a:pt x="52817" y="99098"/>
                </a:cubicBezTo>
                <a:cubicBezTo>
                  <a:pt x="54821" y="100911"/>
                  <a:pt x="55823" y="103281"/>
                  <a:pt x="55823" y="106207"/>
                </a:cubicBezTo>
                <a:cubicBezTo>
                  <a:pt x="55823" y="109134"/>
                  <a:pt x="54821" y="111503"/>
                  <a:pt x="52817" y="113316"/>
                </a:cubicBezTo>
                <a:cubicBezTo>
                  <a:pt x="50813" y="115129"/>
                  <a:pt x="47458" y="116036"/>
                  <a:pt x="42750" y="116036"/>
                </a:cubicBezTo>
                <a:lnTo>
                  <a:pt x="17081" y="116036"/>
                </a:lnTo>
                <a:cubicBezTo>
                  <a:pt x="12373" y="116036"/>
                  <a:pt x="9018" y="115113"/>
                  <a:pt x="7014" y="113269"/>
                </a:cubicBezTo>
                <a:cubicBezTo>
                  <a:pt x="5010" y="111424"/>
                  <a:pt x="4008" y="109038"/>
                  <a:pt x="4008" y="106112"/>
                </a:cubicBezTo>
                <a:cubicBezTo>
                  <a:pt x="4008" y="103185"/>
                  <a:pt x="4994" y="100832"/>
                  <a:pt x="6966" y="99050"/>
                </a:cubicBezTo>
                <a:cubicBezTo>
                  <a:pt x="8938" y="97269"/>
                  <a:pt x="11992" y="96378"/>
                  <a:pt x="16127" y="96378"/>
                </a:cubicBezTo>
                <a:lnTo>
                  <a:pt x="16127" y="19848"/>
                </a:lnTo>
                <a:lnTo>
                  <a:pt x="13073" y="19848"/>
                </a:lnTo>
                <a:cubicBezTo>
                  <a:pt x="8366" y="19848"/>
                  <a:pt x="5010" y="18942"/>
                  <a:pt x="3006" y="17129"/>
                </a:cubicBezTo>
                <a:cubicBezTo>
                  <a:pt x="1002" y="15316"/>
                  <a:pt x="0" y="12946"/>
                  <a:pt x="0" y="10020"/>
                </a:cubicBezTo>
                <a:cubicBezTo>
                  <a:pt x="0" y="7093"/>
                  <a:pt x="1002" y="4723"/>
                  <a:pt x="3006" y="2910"/>
                </a:cubicBezTo>
                <a:cubicBezTo>
                  <a:pt x="5010" y="1097"/>
                  <a:pt x="8366" y="191"/>
                  <a:pt x="13073" y="191"/>
                </a:cubicBezTo>
                <a:lnTo>
                  <a:pt x="35689" y="382"/>
                </a:lnTo>
                <a:lnTo>
                  <a:pt x="85691" y="78820"/>
                </a:lnTo>
                <a:lnTo>
                  <a:pt x="85691" y="19848"/>
                </a:lnTo>
                <a:lnTo>
                  <a:pt x="78630" y="19848"/>
                </a:lnTo>
                <a:cubicBezTo>
                  <a:pt x="73922" y="19848"/>
                  <a:pt x="70566" y="18942"/>
                  <a:pt x="68562" y="17129"/>
                </a:cubicBezTo>
                <a:cubicBezTo>
                  <a:pt x="66558" y="15316"/>
                  <a:pt x="65556" y="12946"/>
                  <a:pt x="65556" y="10020"/>
                </a:cubicBezTo>
                <a:cubicBezTo>
                  <a:pt x="65556" y="7093"/>
                  <a:pt x="66558" y="4723"/>
                  <a:pt x="68562" y="2910"/>
                </a:cubicBezTo>
                <a:cubicBezTo>
                  <a:pt x="70566" y="1097"/>
                  <a:pt x="73922" y="191"/>
                  <a:pt x="78630" y="191"/>
                </a:cubicBezTo>
                <a:lnTo>
                  <a:pt x="104299" y="382"/>
                </a:lnTo>
                <a:cubicBezTo>
                  <a:pt x="109006" y="382"/>
                  <a:pt x="112362" y="1272"/>
                  <a:pt x="114366" y="3054"/>
                </a:cubicBezTo>
                <a:cubicBezTo>
                  <a:pt x="116370" y="4835"/>
                  <a:pt x="117372" y="7189"/>
                  <a:pt x="117372" y="10115"/>
                </a:cubicBezTo>
                <a:cubicBezTo>
                  <a:pt x="117372" y="13041"/>
                  <a:pt x="116386" y="15427"/>
                  <a:pt x="114414" y="17272"/>
                </a:cubicBezTo>
                <a:cubicBezTo>
                  <a:pt x="112442" y="19117"/>
                  <a:pt x="109420" y="20039"/>
                  <a:pt x="105348" y="20039"/>
                </a:cubicBezTo>
                <a:lnTo>
                  <a:pt x="105348" y="116036"/>
                </a:lnTo>
                <a:lnTo>
                  <a:pt x="85977" y="116036"/>
                </a:lnTo>
                <a:lnTo>
                  <a:pt x="35689" y="37311"/>
                </a:lnTo>
                <a:close/>
                <a:moveTo>
                  <a:pt x="201326" y="84546"/>
                </a:moveTo>
                <a:lnTo>
                  <a:pt x="153805" y="84546"/>
                </a:lnTo>
                <a:lnTo>
                  <a:pt x="149033" y="96378"/>
                </a:lnTo>
                <a:lnTo>
                  <a:pt x="153805" y="96378"/>
                </a:lnTo>
                <a:cubicBezTo>
                  <a:pt x="158512" y="96378"/>
                  <a:pt x="161868" y="97285"/>
                  <a:pt x="163872" y="99098"/>
                </a:cubicBezTo>
                <a:cubicBezTo>
                  <a:pt x="165876" y="100911"/>
                  <a:pt x="166878" y="103281"/>
                  <a:pt x="166878" y="106207"/>
                </a:cubicBezTo>
                <a:cubicBezTo>
                  <a:pt x="166878" y="109134"/>
                  <a:pt x="165876" y="111503"/>
                  <a:pt x="163872" y="113316"/>
                </a:cubicBezTo>
                <a:cubicBezTo>
                  <a:pt x="161868" y="115129"/>
                  <a:pt x="158512" y="116036"/>
                  <a:pt x="153805" y="116036"/>
                </a:cubicBezTo>
                <a:lnTo>
                  <a:pt x="127468" y="116036"/>
                </a:lnTo>
                <a:cubicBezTo>
                  <a:pt x="122760" y="116036"/>
                  <a:pt x="119404" y="115113"/>
                  <a:pt x="117400" y="113269"/>
                </a:cubicBezTo>
                <a:cubicBezTo>
                  <a:pt x="115396" y="111424"/>
                  <a:pt x="114394" y="109038"/>
                  <a:pt x="114394" y="106112"/>
                </a:cubicBezTo>
                <a:cubicBezTo>
                  <a:pt x="114394" y="103185"/>
                  <a:pt x="115444" y="100832"/>
                  <a:pt x="117543" y="99050"/>
                </a:cubicBezTo>
                <a:cubicBezTo>
                  <a:pt x="119643" y="97269"/>
                  <a:pt x="123110" y="96378"/>
                  <a:pt x="127945" y="96378"/>
                </a:cubicBezTo>
                <a:lnTo>
                  <a:pt x="158671" y="19848"/>
                </a:lnTo>
                <a:lnTo>
                  <a:pt x="145884" y="19848"/>
                </a:lnTo>
                <a:cubicBezTo>
                  <a:pt x="141177" y="19848"/>
                  <a:pt x="137821" y="18942"/>
                  <a:pt x="135817" y="17129"/>
                </a:cubicBezTo>
                <a:cubicBezTo>
                  <a:pt x="133813" y="15316"/>
                  <a:pt x="132811" y="12946"/>
                  <a:pt x="132811" y="10020"/>
                </a:cubicBezTo>
                <a:cubicBezTo>
                  <a:pt x="132811" y="7093"/>
                  <a:pt x="133813" y="4723"/>
                  <a:pt x="135817" y="2910"/>
                </a:cubicBezTo>
                <a:cubicBezTo>
                  <a:pt x="137821" y="1097"/>
                  <a:pt x="141177" y="191"/>
                  <a:pt x="145884" y="191"/>
                </a:cubicBezTo>
                <a:lnTo>
                  <a:pt x="188157" y="382"/>
                </a:lnTo>
                <a:lnTo>
                  <a:pt x="227091" y="96378"/>
                </a:lnTo>
                <a:cubicBezTo>
                  <a:pt x="231671" y="96378"/>
                  <a:pt x="234693" y="96971"/>
                  <a:pt x="236156" y="98156"/>
                </a:cubicBezTo>
                <a:cubicBezTo>
                  <a:pt x="239082" y="100597"/>
                  <a:pt x="240545" y="103281"/>
                  <a:pt x="240545" y="106207"/>
                </a:cubicBezTo>
                <a:cubicBezTo>
                  <a:pt x="240545" y="109134"/>
                  <a:pt x="239559" y="111503"/>
                  <a:pt x="237587" y="113316"/>
                </a:cubicBezTo>
                <a:cubicBezTo>
                  <a:pt x="235615" y="115129"/>
                  <a:pt x="232275" y="116036"/>
                  <a:pt x="227568" y="116036"/>
                </a:cubicBezTo>
                <a:lnTo>
                  <a:pt x="201231" y="116036"/>
                </a:lnTo>
                <a:cubicBezTo>
                  <a:pt x="196523" y="116036"/>
                  <a:pt x="193167" y="115113"/>
                  <a:pt x="191163" y="113269"/>
                </a:cubicBezTo>
                <a:cubicBezTo>
                  <a:pt x="189159" y="111424"/>
                  <a:pt x="188157" y="109038"/>
                  <a:pt x="188157" y="106112"/>
                </a:cubicBezTo>
                <a:cubicBezTo>
                  <a:pt x="188157" y="103185"/>
                  <a:pt x="189159" y="100832"/>
                  <a:pt x="191163" y="99050"/>
                </a:cubicBezTo>
                <a:cubicBezTo>
                  <a:pt x="193167" y="97269"/>
                  <a:pt x="196523" y="96378"/>
                  <a:pt x="201231" y="96378"/>
                </a:cubicBezTo>
                <a:lnTo>
                  <a:pt x="206002" y="96378"/>
                </a:lnTo>
                <a:lnTo>
                  <a:pt x="201326" y="84546"/>
                </a:lnTo>
                <a:moveTo>
                  <a:pt x="193215" y="64888"/>
                </a:moveTo>
                <a:lnTo>
                  <a:pt x="177470" y="26146"/>
                </a:lnTo>
                <a:lnTo>
                  <a:pt x="161629" y="64888"/>
                </a:lnTo>
                <a:lnTo>
                  <a:pt x="193215" y="64888"/>
                </a:lnTo>
                <a:close/>
                <a:moveTo>
                  <a:pt x="286520" y="20039"/>
                </a:moveTo>
                <a:lnTo>
                  <a:pt x="286520" y="96378"/>
                </a:lnTo>
                <a:lnTo>
                  <a:pt x="328698" y="96378"/>
                </a:lnTo>
                <a:lnTo>
                  <a:pt x="328698" y="77866"/>
                </a:lnTo>
                <a:cubicBezTo>
                  <a:pt x="328698" y="72968"/>
                  <a:pt x="329604" y="69517"/>
                  <a:pt x="331417" y="67513"/>
                </a:cubicBezTo>
                <a:cubicBezTo>
                  <a:pt x="333231" y="65509"/>
                  <a:pt x="335600" y="64507"/>
                  <a:pt x="338527" y="64507"/>
                </a:cubicBezTo>
                <a:cubicBezTo>
                  <a:pt x="341389" y="64507"/>
                  <a:pt x="343727" y="65509"/>
                  <a:pt x="345540" y="67513"/>
                </a:cubicBezTo>
                <a:cubicBezTo>
                  <a:pt x="347353" y="69517"/>
                  <a:pt x="348260" y="72968"/>
                  <a:pt x="348260" y="77866"/>
                </a:cubicBezTo>
                <a:lnTo>
                  <a:pt x="348260" y="116036"/>
                </a:lnTo>
                <a:lnTo>
                  <a:pt x="255603" y="116036"/>
                </a:lnTo>
                <a:cubicBezTo>
                  <a:pt x="250895" y="116036"/>
                  <a:pt x="247540" y="115113"/>
                  <a:pt x="245536" y="113269"/>
                </a:cubicBezTo>
                <a:cubicBezTo>
                  <a:pt x="243532" y="111424"/>
                  <a:pt x="242530" y="109038"/>
                  <a:pt x="242530" y="106112"/>
                </a:cubicBezTo>
                <a:cubicBezTo>
                  <a:pt x="242530" y="103185"/>
                  <a:pt x="243532" y="100832"/>
                  <a:pt x="245536" y="99050"/>
                </a:cubicBezTo>
                <a:cubicBezTo>
                  <a:pt x="247540" y="97269"/>
                  <a:pt x="250895" y="96378"/>
                  <a:pt x="255603" y="96378"/>
                </a:cubicBezTo>
                <a:lnTo>
                  <a:pt x="266958" y="96378"/>
                </a:lnTo>
                <a:lnTo>
                  <a:pt x="266958" y="19848"/>
                </a:lnTo>
                <a:lnTo>
                  <a:pt x="255603" y="19848"/>
                </a:lnTo>
                <a:cubicBezTo>
                  <a:pt x="250895" y="19848"/>
                  <a:pt x="247540" y="18942"/>
                  <a:pt x="245536" y="17129"/>
                </a:cubicBezTo>
                <a:cubicBezTo>
                  <a:pt x="243532" y="15316"/>
                  <a:pt x="242530" y="12946"/>
                  <a:pt x="242530" y="10020"/>
                </a:cubicBezTo>
                <a:cubicBezTo>
                  <a:pt x="242530" y="7093"/>
                  <a:pt x="243532" y="4723"/>
                  <a:pt x="245536" y="2910"/>
                </a:cubicBezTo>
                <a:cubicBezTo>
                  <a:pt x="247540" y="1097"/>
                  <a:pt x="250895" y="191"/>
                  <a:pt x="255603" y="191"/>
                </a:cubicBezTo>
                <a:lnTo>
                  <a:pt x="297971" y="382"/>
                </a:lnTo>
                <a:cubicBezTo>
                  <a:pt x="302679" y="382"/>
                  <a:pt x="306035" y="1272"/>
                  <a:pt x="308039" y="3054"/>
                </a:cubicBezTo>
                <a:cubicBezTo>
                  <a:pt x="310042" y="4835"/>
                  <a:pt x="311044" y="7189"/>
                  <a:pt x="311044" y="10115"/>
                </a:cubicBezTo>
                <a:cubicBezTo>
                  <a:pt x="311044" y="13041"/>
                  <a:pt x="310042" y="15427"/>
                  <a:pt x="308039" y="17272"/>
                </a:cubicBezTo>
                <a:cubicBezTo>
                  <a:pt x="306035" y="19117"/>
                  <a:pt x="302679" y="20039"/>
                  <a:pt x="297971" y="20039"/>
                </a:cubicBezTo>
                <a:lnTo>
                  <a:pt x="286520" y="20039"/>
                </a:lnTo>
                <a:close/>
                <a:moveTo>
                  <a:pt x="421814" y="67426"/>
                </a:moveTo>
                <a:lnTo>
                  <a:pt x="421814" y="96378"/>
                </a:lnTo>
                <a:lnTo>
                  <a:pt x="434982" y="96378"/>
                </a:lnTo>
                <a:cubicBezTo>
                  <a:pt x="439690" y="96378"/>
                  <a:pt x="443046" y="97285"/>
                  <a:pt x="445049" y="99098"/>
                </a:cubicBezTo>
                <a:cubicBezTo>
                  <a:pt x="447053" y="100911"/>
                  <a:pt x="448055" y="103281"/>
                  <a:pt x="448055" y="106207"/>
                </a:cubicBezTo>
                <a:cubicBezTo>
                  <a:pt x="448055" y="109134"/>
                  <a:pt x="447053" y="111503"/>
                  <a:pt x="445049" y="113316"/>
                </a:cubicBezTo>
                <a:cubicBezTo>
                  <a:pt x="443046" y="115129"/>
                  <a:pt x="439690" y="116036"/>
                  <a:pt x="434982" y="116036"/>
                </a:cubicBezTo>
                <a:lnTo>
                  <a:pt x="389083" y="116036"/>
                </a:lnTo>
                <a:cubicBezTo>
                  <a:pt x="384439" y="116036"/>
                  <a:pt x="381115" y="115113"/>
                  <a:pt x="379111" y="113269"/>
                </a:cubicBezTo>
                <a:cubicBezTo>
                  <a:pt x="377107" y="111424"/>
                  <a:pt x="376105" y="109038"/>
                  <a:pt x="376105" y="106112"/>
                </a:cubicBezTo>
                <a:cubicBezTo>
                  <a:pt x="376105" y="103185"/>
                  <a:pt x="377107" y="100832"/>
                  <a:pt x="379111" y="99050"/>
                </a:cubicBezTo>
                <a:cubicBezTo>
                  <a:pt x="381115" y="97269"/>
                  <a:pt x="384439" y="96378"/>
                  <a:pt x="389083" y="96378"/>
                </a:cubicBezTo>
                <a:lnTo>
                  <a:pt x="402252" y="96378"/>
                </a:lnTo>
                <a:lnTo>
                  <a:pt x="402252" y="67426"/>
                </a:lnTo>
                <a:lnTo>
                  <a:pt x="369903" y="19657"/>
                </a:lnTo>
                <a:cubicBezTo>
                  <a:pt x="365577" y="19657"/>
                  <a:pt x="362412" y="18751"/>
                  <a:pt x="360408" y="16938"/>
                </a:cubicBezTo>
                <a:cubicBezTo>
                  <a:pt x="358404" y="15125"/>
                  <a:pt x="357402" y="12755"/>
                  <a:pt x="357402" y="9829"/>
                </a:cubicBezTo>
                <a:cubicBezTo>
                  <a:pt x="357402" y="6902"/>
                  <a:pt x="358404" y="4533"/>
                  <a:pt x="360408" y="2720"/>
                </a:cubicBezTo>
                <a:cubicBezTo>
                  <a:pt x="362412" y="907"/>
                  <a:pt x="365768" y="0"/>
                  <a:pt x="370475" y="0"/>
                </a:cubicBezTo>
                <a:lnTo>
                  <a:pt x="388224" y="191"/>
                </a:lnTo>
                <a:cubicBezTo>
                  <a:pt x="392932" y="191"/>
                  <a:pt x="396288" y="1081"/>
                  <a:pt x="398292" y="2863"/>
                </a:cubicBezTo>
                <a:cubicBezTo>
                  <a:pt x="400295" y="4644"/>
                  <a:pt x="401297" y="6998"/>
                  <a:pt x="401297" y="9924"/>
                </a:cubicBezTo>
                <a:cubicBezTo>
                  <a:pt x="401297" y="14355"/>
                  <a:pt x="398721" y="17663"/>
                  <a:pt x="393568" y="19848"/>
                </a:cubicBezTo>
                <a:lnTo>
                  <a:pt x="412080" y="47178"/>
                </a:lnTo>
                <a:lnTo>
                  <a:pt x="430211" y="19848"/>
                </a:lnTo>
                <a:cubicBezTo>
                  <a:pt x="427348" y="19848"/>
                  <a:pt x="425313" y="18942"/>
                  <a:pt x="424104" y="17129"/>
                </a:cubicBezTo>
                <a:cubicBezTo>
                  <a:pt x="422895" y="15316"/>
                  <a:pt x="422291" y="12946"/>
                  <a:pt x="422291" y="10020"/>
                </a:cubicBezTo>
                <a:cubicBezTo>
                  <a:pt x="422291" y="7093"/>
                  <a:pt x="423293" y="4723"/>
                  <a:pt x="425297" y="2910"/>
                </a:cubicBezTo>
                <a:cubicBezTo>
                  <a:pt x="427301" y="1097"/>
                  <a:pt x="430656" y="191"/>
                  <a:pt x="435364" y="191"/>
                </a:cubicBezTo>
                <a:lnTo>
                  <a:pt x="453781" y="191"/>
                </a:lnTo>
                <a:cubicBezTo>
                  <a:pt x="458488" y="191"/>
                  <a:pt x="461844" y="1081"/>
                  <a:pt x="463848" y="2863"/>
                </a:cubicBezTo>
                <a:cubicBezTo>
                  <a:pt x="465852" y="4644"/>
                  <a:pt x="466854" y="6998"/>
                  <a:pt x="466854" y="9924"/>
                </a:cubicBezTo>
                <a:cubicBezTo>
                  <a:pt x="466854" y="12850"/>
                  <a:pt x="465836" y="15236"/>
                  <a:pt x="463800" y="17081"/>
                </a:cubicBezTo>
                <a:cubicBezTo>
                  <a:pt x="461765" y="18926"/>
                  <a:pt x="458457" y="19848"/>
                  <a:pt x="453876" y="19848"/>
                </a:cubicBezTo>
                <a:lnTo>
                  <a:pt x="421814" y="67426"/>
                </a:lnTo>
                <a:close/>
                <a:moveTo>
                  <a:pt x="509966" y="96378"/>
                </a:moveTo>
                <a:lnTo>
                  <a:pt x="554338" y="96378"/>
                </a:lnTo>
                <a:lnTo>
                  <a:pt x="554338" y="81874"/>
                </a:lnTo>
                <a:cubicBezTo>
                  <a:pt x="554338" y="76976"/>
                  <a:pt x="555245" y="73524"/>
                  <a:pt x="557058" y="71520"/>
                </a:cubicBezTo>
                <a:cubicBezTo>
                  <a:pt x="558871" y="69517"/>
                  <a:pt x="561241" y="68515"/>
                  <a:pt x="564167" y="68515"/>
                </a:cubicBezTo>
                <a:cubicBezTo>
                  <a:pt x="567093" y="68515"/>
                  <a:pt x="569463" y="69517"/>
                  <a:pt x="571276" y="71520"/>
                </a:cubicBezTo>
                <a:cubicBezTo>
                  <a:pt x="573089" y="73524"/>
                  <a:pt x="573996" y="76976"/>
                  <a:pt x="573996" y="81874"/>
                </a:cubicBezTo>
                <a:lnTo>
                  <a:pt x="573900" y="116036"/>
                </a:lnTo>
                <a:lnTo>
                  <a:pt x="484965" y="116036"/>
                </a:lnTo>
                <a:lnTo>
                  <a:pt x="484965" y="96378"/>
                </a:lnTo>
                <a:lnTo>
                  <a:pt x="544605" y="19848"/>
                </a:lnTo>
                <a:lnTo>
                  <a:pt x="508535" y="19848"/>
                </a:lnTo>
                <a:lnTo>
                  <a:pt x="508535" y="33971"/>
                </a:lnTo>
                <a:cubicBezTo>
                  <a:pt x="508535" y="38869"/>
                  <a:pt x="507644" y="42321"/>
                  <a:pt x="505863" y="44325"/>
                </a:cubicBezTo>
                <a:cubicBezTo>
                  <a:pt x="504082" y="46328"/>
                  <a:pt x="501728" y="47330"/>
                  <a:pt x="498802" y="47330"/>
                </a:cubicBezTo>
                <a:cubicBezTo>
                  <a:pt x="495875" y="47330"/>
                  <a:pt x="493506" y="46328"/>
                  <a:pt x="491692" y="44325"/>
                </a:cubicBezTo>
                <a:cubicBezTo>
                  <a:pt x="489879" y="42321"/>
                  <a:pt x="488973" y="38869"/>
                  <a:pt x="488973" y="33971"/>
                </a:cubicBezTo>
                <a:lnTo>
                  <a:pt x="488973" y="191"/>
                </a:lnTo>
                <a:lnTo>
                  <a:pt x="569893" y="382"/>
                </a:lnTo>
                <a:lnTo>
                  <a:pt x="569893" y="19276"/>
                </a:lnTo>
                <a:lnTo>
                  <a:pt x="509966" y="96378"/>
                </a:lnTo>
                <a:close/>
                <a:moveTo>
                  <a:pt x="626365" y="67751"/>
                </a:moveTo>
                <a:lnTo>
                  <a:pt x="626365" y="96378"/>
                </a:lnTo>
                <a:lnTo>
                  <a:pt x="676272" y="96378"/>
                </a:lnTo>
                <a:lnTo>
                  <a:pt x="676272" y="85691"/>
                </a:lnTo>
                <a:cubicBezTo>
                  <a:pt x="676272" y="80793"/>
                  <a:pt x="677179" y="77341"/>
                  <a:pt x="678992" y="75337"/>
                </a:cubicBezTo>
                <a:cubicBezTo>
                  <a:pt x="680805" y="73334"/>
                  <a:pt x="683175" y="72332"/>
                  <a:pt x="686101" y="72332"/>
                </a:cubicBezTo>
                <a:cubicBezTo>
                  <a:pt x="688964" y="72332"/>
                  <a:pt x="691302" y="73334"/>
                  <a:pt x="693115" y="75337"/>
                </a:cubicBezTo>
                <a:cubicBezTo>
                  <a:pt x="694928" y="77341"/>
                  <a:pt x="695834" y="80793"/>
                  <a:pt x="695834" y="85691"/>
                </a:cubicBezTo>
                <a:lnTo>
                  <a:pt x="695834" y="116036"/>
                </a:lnTo>
                <a:lnTo>
                  <a:pt x="603750" y="116036"/>
                </a:lnTo>
                <a:cubicBezTo>
                  <a:pt x="599042" y="116036"/>
                  <a:pt x="595687" y="115113"/>
                  <a:pt x="593683" y="113269"/>
                </a:cubicBezTo>
                <a:cubicBezTo>
                  <a:pt x="591679" y="111424"/>
                  <a:pt x="590677" y="109038"/>
                  <a:pt x="590677" y="106112"/>
                </a:cubicBezTo>
                <a:cubicBezTo>
                  <a:pt x="590677" y="103185"/>
                  <a:pt x="591695" y="100832"/>
                  <a:pt x="593730" y="99050"/>
                </a:cubicBezTo>
                <a:cubicBezTo>
                  <a:pt x="595766" y="97269"/>
                  <a:pt x="599106" y="96378"/>
                  <a:pt x="603750" y="96378"/>
                </a:cubicBezTo>
                <a:lnTo>
                  <a:pt x="606803" y="96378"/>
                </a:lnTo>
                <a:lnTo>
                  <a:pt x="606803" y="19848"/>
                </a:lnTo>
                <a:lnTo>
                  <a:pt x="603750" y="19848"/>
                </a:lnTo>
                <a:cubicBezTo>
                  <a:pt x="599042" y="19848"/>
                  <a:pt x="595687" y="18942"/>
                  <a:pt x="593683" y="17129"/>
                </a:cubicBezTo>
                <a:cubicBezTo>
                  <a:pt x="591679" y="15316"/>
                  <a:pt x="590677" y="12946"/>
                  <a:pt x="590677" y="10020"/>
                </a:cubicBezTo>
                <a:cubicBezTo>
                  <a:pt x="590677" y="7093"/>
                  <a:pt x="591679" y="4723"/>
                  <a:pt x="593683" y="2910"/>
                </a:cubicBezTo>
                <a:cubicBezTo>
                  <a:pt x="595687" y="1097"/>
                  <a:pt x="599042" y="191"/>
                  <a:pt x="603750" y="191"/>
                </a:cubicBezTo>
                <a:lnTo>
                  <a:pt x="691540" y="286"/>
                </a:lnTo>
                <a:lnTo>
                  <a:pt x="691540" y="30154"/>
                </a:lnTo>
                <a:cubicBezTo>
                  <a:pt x="691540" y="35052"/>
                  <a:pt x="690650" y="38504"/>
                  <a:pt x="688868" y="40508"/>
                </a:cubicBezTo>
                <a:cubicBezTo>
                  <a:pt x="687087" y="42511"/>
                  <a:pt x="684733" y="43513"/>
                  <a:pt x="681807" y="43513"/>
                </a:cubicBezTo>
                <a:cubicBezTo>
                  <a:pt x="678881" y="43513"/>
                  <a:pt x="676511" y="42511"/>
                  <a:pt x="674698" y="40508"/>
                </a:cubicBezTo>
                <a:cubicBezTo>
                  <a:pt x="672885" y="38504"/>
                  <a:pt x="671978" y="35052"/>
                  <a:pt x="671978" y="30154"/>
                </a:cubicBezTo>
                <a:lnTo>
                  <a:pt x="671978" y="19848"/>
                </a:lnTo>
                <a:lnTo>
                  <a:pt x="626365" y="19848"/>
                </a:lnTo>
                <a:lnTo>
                  <a:pt x="626365" y="48094"/>
                </a:lnTo>
                <a:lnTo>
                  <a:pt x="643542" y="48094"/>
                </a:lnTo>
                <a:cubicBezTo>
                  <a:pt x="643542" y="43195"/>
                  <a:pt x="644019" y="40106"/>
                  <a:pt x="644973" y="38826"/>
                </a:cubicBezTo>
                <a:cubicBezTo>
                  <a:pt x="646945" y="36098"/>
                  <a:pt x="649744" y="34734"/>
                  <a:pt x="653371" y="34734"/>
                </a:cubicBezTo>
                <a:cubicBezTo>
                  <a:pt x="656233" y="34734"/>
                  <a:pt x="658571" y="35736"/>
                  <a:pt x="660384" y="37740"/>
                </a:cubicBezTo>
                <a:cubicBezTo>
                  <a:pt x="662197" y="39744"/>
                  <a:pt x="663104" y="43195"/>
                  <a:pt x="663104" y="48094"/>
                </a:cubicBezTo>
                <a:lnTo>
                  <a:pt x="663104" y="67751"/>
                </a:lnTo>
                <a:cubicBezTo>
                  <a:pt x="663104" y="72650"/>
                  <a:pt x="662595" y="75757"/>
                  <a:pt x="661577" y="77073"/>
                </a:cubicBezTo>
                <a:cubicBezTo>
                  <a:pt x="659541" y="79765"/>
                  <a:pt x="656806" y="81111"/>
                  <a:pt x="653371" y="81111"/>
                </a:cubicBezTo>
                <a:cubicBezTo>
                  <a:pt x="649744" y="81111"/>
                  <a:pt x="646945" y="79747"/>
                  <a:pt x="644973" y="77019"/>
                </a:cubicBezTo>
                <a:cubicBezTo>
                  <a:pt x="644019" y="75739"/>
                  <a:pt x="643542" y="72650"/>
                  <a:pt x="643542" y="67751"/>
                </a:cubicBezTo>
                <a:lnTo>
                  <a:pt x="626365" y="67751"/>
                </a:lnTo>
                <a:close/>
                <a:moveTo>
                  <a:pt x="743527" y="71950"/>
                </a:moveTo>
                <a:lnTo>
                  <a:pt x="743527" y="96378"/>
                </a:lnTo>
                <a:lnTo>
                  <a:pt x="750588" y="96378"/>
                </a:lnTo>
                <a:cubicBezTo>
                  <a:pt x="755296" y="96378"/>
                  <a:pt x="758652" y="97285"/>
                  <a:pt x="760656" y="99098"/>
                </a:cubicBezTo>
                <a:cubicBezTo>
                  <a:pt x="762660" y="100911"/>
                  <a:pt x="763661" y="103281"/>
                  <a:pt x="763661" y="106207"/>
                </a:cubicBezTo>
                <a:cubicBezTo>
                  <a:pt x="763661" y="109134"/>
                  <a:pt x="762660" y="111503"/>
                  <a:pt x="760656" y="113316"/>
                </a:cubicBezTo>
                <a:cubicBezTo>
                  <a:pt x="758652" y="115129"/>
                  <a:pt x="755296" y="116036"/>
                  <a:pt x="750588" y="116036"/>
                </a:cubicBezTo>
                <a:lnTo>
                  <a:pt x="720911" y="116036"/>
                </a:lnTo>
                <a:cubicBezTo>
                  <a:pt x="716204" y="116036"/>
                  <a:pt x="712848" y="115113"/>
                  <a:pt x="710844" y="113269"/>
                </a:cubicBezTo>
                <a:cubicBezTo>
                  <a:pt x="708840" y="111424"/>
                  <a:pt x="707838" y="109038"/>
                  <a:pt x="707838" y="106112"/>
                </a:cubicBezTo>
                <a:cubicBezTo>
                  <a:pt x="707838" y="103185"/>
                  <a:pt x="708856" y="100832"/>
                  <a:pt x="710892" y="99050"/>
                </a:cubicBezTo>
                <a:cubicBezTo>
                  <a:pt x="712928" y="97269"/>
                  <a:pt x="716267" y="96378"/>
                  <a:pt x="720911" y="96378"/>
                </a:cubicBezTo>
                <a:lnTo>
                  <a:pt x="723965" y="96378"/>
                </a:lnTo>
                <a:lnTo>
                  <a:pt x="723965" y="19848"/>
                </a:lnTo>
                <a:lnTo>
                  <a:pt x="720911" y="19848"/>
                </a:lnTo>
                <a:cubicBezTo>
                  <a:pt x="716204" y="19848"/>
                  <a:pt x="712848" y="18942"/>
                  <a:pt x="710844" y="17129"/>
                </a:cubicBezTo>
                <a:cubicBezTo>
                  <a:pt x="708840" y="15316"/>
                  <a:pt x="707838" y="12946"/>
                  <a:pt x="707838" y="10020"/>
                </a:cubicBezTo>
                <a:cubicBezTo>
                  <a:pt x="707838" y="7093"/>
                  <a:pt x="708840" y="4723"/>
                  <a:pt x="710844" y="2910"/>
                </a:cubicBezTo>
                <a:cubicBezTo>
                  <a:pt x="712848" y="1097"/>
                  <a:pt x="716204" y="191"/>
                  <a:pt x="720911" y="191"/>
                </a:cubicBezTo>
                <a:lnTo>
                  <a:pt x="765188" y="382"/>
                </a:lnTo>
                <a:cubicBezTo>
                  <a:pt x="778993" y="382"/>
                  <a:pt x="789696" y="3805"/>
                  <a:pt x="797299" y="10652"/>
                </a:cubicBezTo>
                <a:cubicBezTo>
                  <a:pt x="804901" y="17496"/>
                  <a:pt x="808702" y="25822"/>
                  <a:pt x="808702" y="35629"/>
                </a:cubicBezTo>
                <a:cubicBezTo>
                  <a:pt x="808702" y="41742"/>
                  <a:pt x="806920" y="47299"/>
                  <a:pt x="803358" y="52298"/>
                </a:cubicBezTo>
                <a:cubicBezTo>
                  <a:pt x="799795" y="57296"/>
                  <a:pt x="794420" y="61737"/>
                  <a:pt x="787231" y="65622"/>
                </a:cubicBezTo>
                <a:cubicBezTo>
                  <a:pt x="791366" y="69230"/>
                  <a:pt x="795788" y="73850"/>
                  <a:pt x="800495" y="79482"/>
                </a:cubicBezTo>
                <a:cubicBezTo>
                  <a:pt x="803422" y="83089"/>
                  <a:pt x="807366" y="88721"/>
                  <a:pt x="812328" y="96378"/>
                </a:cubicBezTo>
                <a:cubicBezTo>
                  <a:pt x="817290" y="96378"/>
                  <a:pt x="820566" y="96996"/>
                  <a:pt x="822157" y="98230"/>
                </a:cubicBezTo>
                <a:cubicBezTo>
                  <a:pt x="825019" y="100622"/>
                  <a:pt x="826451" y="103281"/>
                  <a:pt x="826451" y="106207"/>
                </a:cubicBezTo>
                <a:cubicBezTo>
                  <a:pt x="826451" y="109134"/>
                  <a:pt x="825465" y="111503"/>
                  <a:pt x="823492" y="113316"/>
                </a:cubicBezTo>
                <a:cubicBezTo>
                  <a:pt x="821520" y="115129"/>
                  <a:pt x="818181" y="116036"/>
                  <a:pt x="813473" y="116036"/>
                </a:cubicBezTo>
                <a:lnTo>
                  <a:pt x="802308" y="116036"/>
                </a:lnTo>
                <a:cubicBezTo>
                  <a:pt x="786468" y="91597"/>
                  <a:pt x="773331" y="76902"/>
                  <a:pt x="762898" y="71950"/>
                </a:cubicBezTo>
                <a:lnTo>
                  <a:pt x="743527" y="71950"/>
                </a:lnTo>
                <a:moveTo>
                  <a:pt x="743527" y="52292"/>
                </a:moveTo>
                <a:lnTo>
                  <a:pt x="758795" y="52292"/>
                </a:lnTo>
                <a:cubicBezTo>
                  <a:pt x="764457" y="52292"/>
                  <a:pt x="769514" y="51437"/>
                  <a:pt x="773967" y="49725"/>
                </a:cubicBezTo>
                <a:cubicBezTo>
                  <a:pt x="779947" y="47441"/>
                  <a:pt x="783971" y="45030"/>
                  <a:pt x="786038" y="42494"/>
                </a:cubicBezTo>
                <a:cubicBezTo>
                  <a:pt x="788106" y="39955"/>
                  <a:pt x="789140" y="37449"/>
                  <a:pt x="789140" y="34976"/>
                </a:cubicBezTo>
                <a:cubicBezTo>
                  <a:pt x="789140" y="31298"/>
                  <a:pt x="787168" y="27890"/>
                  <a:pt x="783223" y="24751"/>
                </a:cubicBezTo>
                <a:cubicBezTo>
                  <a:pt x="779279" y="21610"/>
                  <a:pt x="773522" y="20039"/>
                  <a:pt x="765952" y="20039"/>
                </a:cubicBezTo>
                <a:lnTo>
                  <a:pt x="743527" y="19848"/>
                </a:lnTo>
                <a:lnTo>
                  <a:pt x="743527" y="52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49719-8E63-46D2-9E44-F695BDBE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326" y="4143649"/>
            <a:ext cx="2467289" cy="325715"/>
          </a:xfrm>
          <a:custGeom xmlns:a="http://schemas.openxmlformats.org/drawingml/2006/main">
            <a:pathLst>
              <a:path w="2467289" h="325715" fill="none">
                <a:moveTo>
                  <a:pt x="0" y="0"/>
                </a:moveTo>
                <a:lnTo>
                  <a:pt x="2467289" y="0"/>
                </a:lnTo>
                <a:lnTo>
                  <a:pt x="2467289" y="325715"/>
                </a:lnTo>
                <a:lnTo>
                  <a:pt x="0" y="3257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56" name="Text OPER">
            <a:extLst xmlns:a="http://schemas.openxmlformats.org/drawingml/2006/main">
              <a:ext uri="{FF2B5EF4-FFF2-40B4-BE49-F238E27FC236}">
                <a16:creationId xmlns:a16="http://schemas.microsoft.com/office/drawing/2014/main" id="{CEFC08E2-6B58-4E7A-AD00-34E2D81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290" y="4237796"/>
            <a:ext cx="469239" cy="121761"/>
          </a:xfrm>
          <a:custGeom xmlns:a="http://schemas.openxmlformats.org/drawingml/2006/main">
            <a:pathLst>
              <a:path w="469239" h="121761">
                <a:moveTo>
                  <a:pt x="109642" y="60928"/>
                </a:moveTo>
                <a:cubicBezTo>
                  <a:pt x="109642" y="78337"/>
                  <a:pt x="104124" y="92829"/>
                  <a:pt x="93086" y="104403"/>
                </a:cubicBezTo>
                <a:cubicBezTo>
                  <a:pt x="82049" y="115975"/>
                  <a:pt x="69278" y="121761"/>
                  <a:pt x="54774" y="121761"/>
                </a:cubicBezTo>
                <a:cubicBezTo>
                  <a:pt x="41732" y="121761"/>
                  <a:pt x="29963" y="116947"/>
                  <a:pt x="19467" y="107319"/>
                </a:cubicBezTo>
                <a:cubicBezTo>
                  <a:pt x="6489" y="95395"/>
                  <a:pt x="0" y="79932"/>
                  <a:pt x="0" y="60928"/>
                </a:cubicBezTo>
                <a:cubicBezTo>
                  <a:pt x="0" y="41927"/>
                  <a:pt x="6489" y="26432"/>
                  <a:pt x="19467" y="14442"/>
                </a:cubicBezTo>
                <a:cubicBezTo>
                  <a:pt x="29963" y="4814"/>
                  <a:pt x="41732" y="0"/>
                  <a:pt x="54774" y="0"/>
                </a:cubicBezTo>
                <a:cubicBezTo>
                  <a:pt x="69278" y="0"/>
                  <a:pt x="82049" y="5787"/>
                  <a:pt x="93086" y="17361"/>
                </a:cubicBezTo>
                <a:cubicBezTo>
                  <a:pt x="104124" y="28933"/>
                  <a:pt x="109642" y="43456"/>
                  <a:pt x="109642" y="60928"/>
                </a:cubicBezTo>
                <a:moveTo>
                  <a:pt x="90080" y="60928"/>
                </a:moveTo>
                <a:cubicBezTo>
                  <a:pt x="90080" y="49018"/>
                  <a:pt x="86486" y="39163"/>
                  <a:pt x="79298" y="31362"/>
                </a:cubicBezTo>
                <a:cubicBezTo>
                  <a:pt x="72109" y="23559"/>
                  <a:pt x="63934" y="19657"/>
                  <a:pt x="54774" y="19657"/>
                </a:cubicBezTo>
                <a:cubicBezTo>
                  <a:pt x="45676" y="19657"/>
                  <a:pt x="37534" y="23575"/>
                  <a:pt x="30345" y="31409"/>
                </a:cubicBezTo>
                <a:cubicBezTo>
                  <a:pt x="23156" y="39242"/>
                  <a:pt x="19562" y="49082"/>
                  <a:pt x="19562" y="60928"/>
                </a:cubicBezTo>
                <a:cubicBezTo>
                  <a:pt x="19562" y="72775"/>
                  <a:pt x="23156" y="82600"/>
                  <a:pt x="30345" y="90403"/>
                </a:cubicBezTo>
                <a:cubicBezTo>
                  <a:pt x="37534" y="98203"/>
                  <a:pt x="45676" y="102104"/>
                  <a:pt x="54774" y="102104"/>
                </a:cubicBezTo>
                <a:cubicBezTo>
                  <a:pt x="63934" y="102104"/>
                  <a:pt x="72109" y="98219"/>
                  <a:pt x="79298" y="90450"/>
                </a:cubicBezTo>
                <a:cubicBezTo>
                  <a:pt x="86486" y="82679"/>
                  <a:pt x="90080" y="72839"/>
                  <a:pt x="90080" y="60928"/>
                </a:cubicBezTo>
                <a:close/>
                <a:moveTo>
                  <a:pt x="160675" y="78820"/>
                </a:moveTo>
                <a:lnTo>
                  <a:pt x="160675" y="99050"/>
                </a:lnTo>
                <a:lnTo>
                  <a:pt x="180428" y="99050"/>
                </a:lnTo>
                <a:cubicBezTo>
                  <a:pt x="185136" y="99050"/>
                  <a:pt x="188491" y="99957"/>
                  <a:pt x="190495" y="101770"/>
                </a:cubicBezTo>
                <a:cubicBezTo>
                  <a:pt x="192499" y="103583"/>
                  <a:pt x="193501" y="105953"/>
                  <a:pt x="193501" y="108879"/>
                </a:cubicBezTo>
                <a:cubicBezTo>
                  <a:pt x="193501" y="111805"/>
                  <a:pt x="192499" y="114175"/>
                  <a:pt x="190495" y="115988"/>
                </a:cubicBezTo>
                <a:cubicBezTo>
                  <a:pt x="188491" y="117801"/>
                  <a:pt x="185136" y="118708"/>
                  <a:pt x="180428" y="118708"/>
                </a:cubicBezTo>
                <a:lnTo>
                  <a:pt x="138060" y="118708"/>
                </a:lnTo>
                <a:cubicBezTo>
                  <a:pt x="133352" y="118708"/>
                  <a:pt x="129996" y="117785"/>
                  <a:pt x="127992" y="115940"/>
                </a:cubicBezTo>
                <a:cubicBezTo>
                  <a:pt x="125989" y="114096"/>
                  <a:pt x="124987" y="111710"/>
                  <a:pt x="124987" y="108784"/>
                </a:cubicBezTo>
                <a:cubicBezTo>
                  <a:pt x="124987" y="105857"/>
                  <a:pt x="126004" y="103503"/>
                  <a:pt x="128040" y="101722"/>
                </a:cubicBezTo>
                <a:cubicBezTo>
                  <a:pt x="130076" y="99941"/>
                  <a:pt x="133416" y="99050"/>
                  <a:pt x="138060" y="99050"/>
                </a:cubicBezTo>
                <a:lnTo>
                  <a:pt x="141113" y="99050"/>
                </a:lnTo>
                <a:lnTo>
                  <a:pt x="141113" y="22520"/>
                </a:lnTo>
                <a:lnTo>
                  <a:pt x="138060" y="22520"/>
                </a:lnTo>
                <a:cubicBezTo>
                  <a:pt x="133352" y="22520"/>
                  <a:pt x="129996" y="21614"/>
                  <a:pt x="127992" y="19801"/>
                </a:cubicBezTo>
                <a:cubicBezTo>
                  <a:pt x="125989" y="17987"/>
                  <a:pt x="124987" y="15618"/>
                  <a:pt x="124987" y="12691"/>
                </a:cubicBezTo>
                <a:cubicBezTo>
                  <a:pt x="124987" y="9765"/>
                  <a:pt x="125989" y="7395"/>
                  <a:pt x="127992" y="5582"/>
                </a:cubicBezTo>
                <a:cubicBezTo>
                  <a:pt x="129996" y="3769"/>
                  <a:pt x="133352" y="2863"/>
                  <a:pt x="138060" y="2863"/>
                </a:cubicBezTo>
                <a:lnTo>
                  <a:pt x="183100" y="3054"/>
                </a:lnTo>
                <a:cubicBezTo>
                  <a:pt x="196332" y="3054"/>
                  <a:pt x="206813" y="6655"/>
                  <a:pt x="214542" y="13857"/>
                </a:cubicBezTo>
                <a:cubicBezTo>
                  <a:pt x="222272" y="21058"/>
                  <a:pt x="226136" y="29830"/>
                  <a:pt x="226136" y="40174"/>
                </a:cubicBezTo>
                <a:cubicBezTo>
                  <a:pt x="226136" y="45883"/>
                  <a:pt x="224832" y="51277"/>
                  <a:pt x="222224" y="56354"/>
                </a:cubicBezTo>
                <a:cubicBezTo>
                  <a:pt x="220252" y="60161"/>
                  <a:pt x="216960" y="63920"/>
                  <a:pt x="212348" y="67632"/>
                </a:cubicBezTo>
                <a:cubicBezTo>
                  <a:pt x="207735" y="71344"/>
                  <a:pt x="203028" y="74137"/>
                  <a:pt x="198225" y="76011"/>
                </a:cubicBezTo>
                <a:cubicBezTo>
                  <a:pt x="193422" y="77884"/>
                  <a:pt x="187076" y="78820"/>
                  <a:pt x="179188" y="78820"/>
                </a:cubicBezTo>
                <a:lnTo>
                  <a:pt x="160675" y="78820"/>
                </a:lnTo>
                <a:moveTo>
                  <a:pt x="160675" y="59163"/>
                </a:moveTo>
                <a:lnTo>
                  <a:pt x="178806" y="59163"/>
                </a:lnTo>
                <a:cubicBezTo>
                  <a:pt x="187330" y="59163"/>
                  <a:pt x="194090" y="57249"/>
                  <a:pt x="199084" y="53420"/>
                </a:cubicBezTo>
                <a:cubicBezTo>
                  <a:pt x="204077" y="49591"/>
                  <a:pt x="206574" y="44987"/>
                  <a:pt x="206574" y="39607"/>
                </a:cubicBezTo>
                <a:cubicBezTo>
                  <a:pt x="206574" y="35051"/>
                  <a:pt x="204555" y="31064"/>
                  <a:pt x="200515" y="27646"/>
                </a:cubicBezTo>
                <a:cubicBezTo>
                  <a:pt x="196475" y="24229"/>
                  <a:pt x="190702" y="22520"/>
                  <a:pt x="183195" y="22520"/>
                </a:cubicBezTo>
                <a:lnTo>
                  <a:pt x="160675" y="22520"/>
                </a:lnTo>
                <a:lnTo>
                  <a:pt x="160675" y="59163"/>
                </a:lnTo>
                <a:close/>
                <a:moveTo>
                  <a:pt x="269153" y="70423"/>
                </a:moveTo>
                <a:lnTo>
                  <a:pt x="269153" y="99050"/>
                </a:lnTo>
                <a:lnTo>
                  <a:pt x="319060" y="99050"/>
                </a:lnTo>
                <a:lnTo>
                  <a:pt x="319060" y="88363"/>
                </a:lnTo>
                <a:cubicBezTo>
                  <a:pt x="319060" y="83464"/>
                  <a:pt x="319967" y="80013"/>
                  <a:pt x="321780" y="78009"/>
                </a:cubicBezTo>
                <a:cubicBezTo>
                  <a:pt x="323593" y="76005"/>
                  <a:pt x="325963" y="75003"/>
                  <a:pt x="328889" y="75003"/>
                </a:cubicBezTo>
                <a:cubicBezTo>
                  <a:pt x="331752" y="75003"/>
                  <a:pt x="334090" y="76005"/>
                  <a:pt x="335903" y="78009"/>
                </a:cubicBezTo>
                <a:cubicBezTo>
                  <a:pt x="337716" y="80013"/>
                  <a:pt x="338622" y="83464"/>
                  <a:pt x="338622" y="88363"/>
                </a:cubicBezTo>
                <a:lnTo>
                  <a:pt x="338622" y="118708"/>
                </a:lnTo>
                <a:lnTo>
                  <a:pt x="246538" y="118708"/>
                </a:lnTo>
                <a:cubicBezTo>
                  <a:pt x="241830" y="118708"/>
                  <a:pt x="238475" y="117785"/>
                  <a:pt x="236471" y="115940"/>
                </a:cubicBezTo>
                <a:cubicBezTo>
                  <a:pt x="234467" y="114096"/>
                  <a:pt x="233465" y="111710"/>
                  <a:pt x="233465" y="108784"/>
                </a:cubicBezTo>
                <a:cubicBezTo>
                  <a:pt x="233465" y="105857"/>
                  <a:pt x="234483" y="103503"/>
                  <a:pt x="236518" y="101722"/>
                </a:cubicBezTo>
                <a:cubicBezTo>
                  <a:pt x="238554" y="99941"/>
                  <a:pt x="241894" y="99050"/>
                  <a:pt x="246538" y="99050"/>
                </a:cubicBezTo>
                <a:lnTo>
                  <a:pt x="249592" y="99050"/>
                </a:lnTo>
                <a:lnTo>
                  <a:pt x="249592" y="22520"/>
                </a:lnTo>
                <a:lnTo>
                  <a:pt x="246538" y="22520"/>
                </a:lnTo>
                <a:cubicBezTo>
                  <a:pt x="241830" y="22520"/>
                  <a:pt x="238475" y="21614"/>
                  <a:pt x="236471" y="19801"/>
                </a:cubicBezTo>
                <a:cubicBezTo>
                  <a:pt x="234467" y="17987"/>
                  <a:pt x="233465" y="15618"/>
                  <a:pt x="233465" y="12691"/>
                </a:cubicBezTo>
                <a:cubicBezTo>
                  <a:pt x="233465" y="9765"/>
                  <a:pt x="234467" y="7395"/>
                  <a:pt x="236471" y="5582"/>
                </a:cubicBezTo>
                <a:cubicBezTo>
                  <a:pt x="238475" y="3769"/>
                  <a:pt x="241830" y="2863"/>
                  <a:pt x="246538" y="2863"/>
                </a:cubicBezTo>
                <a:lnTo>
                  <a:pt x="334328" y="2958"/>
                </a:lnTo>
                <a:lnTo>
                  <a:pt x="334328" y="32826"/>
                </a:lnTo>
                <a:cubicBezTo>
                  <a:pt x="334328" y="37724"/>
                  <a:pt x="333438" y="41176"/>
                  <a:pt x="331656" y="43179"/>
                </a:cubicBezTo>
                <a:cubicBezTo>
                  <a:pt x="329875" y="45183"/>
                  <a:pt x="327521" y="46185"/>
                  <a:pt x="324595" y="46185"/>
                </a:cubicBezTo>
                <a:cubicBezTo>
                  <a:pt x="321669" y="46185"/>
                  <a:pt x="319299" y="45183"/>
                  <a:pt x="317486" y="43179"/>
                </a:cubicBezTo>
                <a:cubicBezTo>
                  <a:pt x="315673" y="41176"/>
                  <a:pt x="314766" y="37724"/>
                  <a:pt x="314766" y="32826"/>
                </a:cubicBezTo>
                <a:lnTo>
                  <a:pt x="314766" y="22520"/>
                </a:lnTo>
                <a:lnTo>
                  <a:pt x="269153" y="22520"/>
                </a:lnTo>
                <a:lnTo>
                  <a:pt x="269153" y="50766"/>
                </a:lnTo>
                <a:lnTo>
                  <a:pt x="286330" y="50766"/>
                </a:lnTo>
                <a:cubicBezTo>
                  <a:pt x="286330" y="45867"/>
                  <a:pt x="286807" y="42778"/>
                  <a:pt x="287761" y="41498"/>
                </a:cubicBezTo>
                <a:cubicBezTo>
                  <a:pt x="289733" y="38770"/>
                  <a:pt x="292532" y="37406"/>
                  <a:pt x="296159" y="37406"/>
                </a:cubicBezTo>
                <a:cubicBezTo>
                  <a:pt x="299021" y="37406"/>
                  <a:pt x="301359" y="38408"/>
                  <a:pt x="303172" y="40412"/>
                </a:cubicBezTo>
                <a:cubicBezTo>
                  <a:pt x="304985" y="42416"/>
                  <a:pt x="305892" y="45867"/>
                  <a:pt x="305892" y="50766"/>
                </a:cubicBezTo>
                <a:lnTo>
                  <a:pt x="305892" y="70423"/>
                </a:lnTo>
                <a:cubicBezTo>
                  <a:pt x="305892" y="75322"/>
                  <a:pt x="305383" y="78429"/>
                  <a:pt x="304365" y="79745"/>
                </a:cubicBezTo>
                <a:cubicBezTo>
                  <a:pt x="302329" y="82437"/>
                  <a:pt x="299594" y="83782"/>
                  <a:pt x="296159" y="83782"/>
                </a:cubicBezTo>
                <a:cubicBezTo>
                  <a:pt x="292532" y="83782"/>
                  <a:pt x="289733" y="82419"/>
                  <a:pt x="287761" y="79691"/>
                </a:cubicBezTo>
                <a:cubicBezTo>
                  <a:pt x="286807" y="78411"/>
                  <a:pt x="286330" y="75322"/>
                  <a:pt x="286330" y="70423"/>
                </a:cubicBezTo>
                <a:lnTo>
                  <a:pt x="269153" y="70423"/>
                </a:lnTo>
                <a:close/>
                <a:moveTo>
                  <a:pt x="386315" y="74622"/>
                </a:moveTo>
                <a:lnTo>
                  <a:pt x="386315" y="99050"/>
                </a:lnTo>
                <a:lnTo>
                  <a:pt x="393377" y="99050"/>
                </a:lnTo>
                <a:cubicBezTo>
                  <a:pt x="398084" y="99050"/>
                  <a:pt x="401440" y="99957"/>
                  <a:pt x="403444" y="101770"/>
                </a:cubicBezTo>
                <a:cubicBezTo>
                  <a:pt x="405448" y="103583"/>
                  <a:pt x="406450" y="105953"/>
                  <a:pt x="406450" y="108879"/>
                </a:cubicBezTo>
                <a:cubicBezTo>
                  <a:pt x="406450" y="111805"/>
                  <a:pt x="405448" y="114175"/>
                  <a:pt x="403444" y="115988"/>
                </a:cubicBezTo>
                <a:cubicBezTo>
                  <a:pt x="401440" y="117801"/>
                  <a:pt x="398084" y="118708"/>
                  <a:pt x="393377" y="118708"/>
                </a:cubicBezTo>
                <a:lnTo>
                  <a:pt x="363700" y="118708"/>
                </a:lnTo>
                <a:cubicBezTo>
                  <a:pt x="358992" y="118708"/>
                  <a:pt x="355636" y="117785"/>
                  <a:pt x="353632" y="115940"/>
                </a:cubicBezTo>
                <a:cubicBezTo>
                  <a:pt x="351629" y="114096"/>
                  <a:pt x="350627" y="111710"/>
                  <a:pt x="350627" y="108784"/>
                </a:cubicBezTo>
                <a:cubicBezTo>
                  <a:pt x="350627" y="105857"/>
                  <a:pt x="351644" y="103503"/>
                  <a:pt x="353680" y="101722"/>
                </a:cubicBezTo>
                <a:cubicBezTo>
                  <a:pt x="355716" y="99941"/>
                  <a:pt x="359056" y="99050"/>
                  <a:pt x="363700" y="99050"/>
                </a:cubicBezTo>
                <a:lnTo>
                  <a:pt x="366753" y="99050"/>
                </a:lnTo>
                <a:lnTo>
                  <a:pt x="366753" y="22520"/>
                </a:lnTo>
                <a:lnTo>
                  <a:pt x="363700" y="22520"/>
                </a:lnTo>
                <a:cubicBezTo>
                  <a:pt x="358992" y="22520"/>
                  <a:pt x="355636" y="21614"/>
                  <a:pt x="353632" y="19801"/>
                </a:cubicBezTo>
                <a:cubicBezTo>
                  <a:pt x="351629" y="17987"/>
                  <a:pt x="350627" y="15618"/>
                  <a:pt x="350627" y="12691"/>
                </a:cubicBezTo>
                <a:cubicBezTo>
                  <a:pt x="350627" y="9765"/>
                  <a:pt x="351629" y="7395"/>
                  <a:pt x="353632" y="5582"/>
                </a:cubicBezTo>
                <a:cubicBezTo>
                  <a:pt x="355636" y="3769"/>
                  <a:pt x="358992" y="2863"/>
                  <a:pt x="363700" y="2863"/>
                </a:cubicBezTo>
                <a:lnTo>
                  <a:pt x="407977" y="3054"/>
                </a:lnTo>
                <a:cubicBezTo>
                  <a:pt x="421781" y="3054"/>
                  <a:pt x="432485" y="6477"/>
                  <a:pt x="440087" y="13324"/>
                </a:cubicBezTo>
                <a:cubicBezTo>
                  <a:pt x="447689" y="20168"/>
                  <a:pt x="451490" y="28494"/>
                  <a:pt x="451490" y="38301"/>
                </a:cubicBezTo>
                <a:cubicBezTo>
                  <a:pt x="451490" y="44414"/>
                  <a:pt x="449709" y="49970"/>
                  <a:pt x="446146" y="54970"/>
                </a:cubicBezTo>
                <a:cubicBezTo>
                  <a:pt x="442584" y="59968"/>
                  <a:pt x="437208" y="64409"/>
                  <a:pt x="430020" y="68294"/>
                </a:cubicBezTo>
                <a:cubicBezTo>
                  <a:pt x="434155" y="71902"/>
                  <a:pt x="438576" y="76522"/>
                  <a:pt x="443284" y="82154"/>
                </a:cubicBezTo>
                <a:cubicBezTo>
                  <a:pt x="446210" y="85761"/>
                  <a:pt x="450154" y="91393"/>
                  <a:pt x="455116" y="99050"/>
                </a:cubicBezTo>
                <a:cubicBezTo>
                  <a:pt x="460078" y="99050"/>
                  <a:pt x="463354" y="99668"/>
                  <a:pt x="464945" y="100902"/>
                </a:cubicBezTo>
                <a:cubicBezTo>
                  <a:pt x="467808" y="103294"/>
                  <a:pt x="469239" y="105953"/>
                  <a:pt x="469239" y="108879"/>
                </a:cubicBezTo>
                <a:cubicBezTo>
                  <a:pt x="469239" y="111805"/>
                  <a:pt x="468253" y="114175"/>
                  <a:pt x="466281" y="115988"/>
                </a:cubicBezTo>
                <a:cubicBezTo>
                  <a:pt x="464309" y="117801"/>
                  <a:pt x="460969" y="118708"/>
                  <a:pt x="456261" y="118708"/>
                </a:cubicBezTo>
                <a:lnTo>
                  <a:pt x="445097" y="118708"/>
                </a:lnTo>
                <a:cubicBezTo>
                  <a:pt x="429256" y="94269"/>
                  <a:pt x="416119" y="79574"/>
                  <a:pt x="405686" y="74622"/>
                </a:cubicBezTo>
                <a:lnTo>
                  <a:pt x="386315" y="74622"/>
                </a:lnTo>
                <a:moveTo>
                  <a:pt x="386315" y="54964"/>
                </a:moveTo>
                <a:lnTo>
                  <a:pt x="401583" y="54964"/>
                </a:lnTo>
                <a:cubicBezTo>
                  <a:pt x="407245" y="54964"/>
                  <a:pt x="412302" y="54109"/>
                  <a:pt x="416756" y="52397"/>
                </a:cubicBezTo>
                <a:cubicBezTo>
                  <a:pt x="422736" y="50113"/>
                  <a:pt x="426759" y="47702"/>
                  <a:pt x="428827" y="45165"/>
                </a:cubicBezTo>
                <a:cubicBezTo>
                  <a:pt x="430894" y="42627"/>
                  <a:pt x="431928" y="40121"/>
                  <a:pt x="431928" y="37648"/>
                </a:cubicBezTo>
                <a:cubicBezTo>
                  <a:pt x="431928" y="33970"/>
                  <a:pt x="429956" y="30562"/>
                  <a:pt x="426012" y="27423"/>
                </a:cubicBezTo>
                <a:cubicBezTo>
                  <a:pt x="422068" y="24281"/>
                  <a:pt x="416310" y="22711"/>
                  <a:pt x="408740" y="22711"/>
                </a:cubicBezTo>
                <a:lnTo>
                  <a:pt x="386315" y="22520"/>
                </a:lnTo>
                <a:lnTo>
                  <a:pt x="386315" y="54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A">
            <a:extLst xmlns:a="http://schemas.openxmlformats.org/drawingml/2006/main">
              <a:ext uri="{FF2B5EF4-FFF2-40B4-BE49-F238E27FC236}">
                <a16:creationId xmlns:a16="http://schemas.microsoft.com/office/drawing/2014/main" id="{24769762-081B-4930-B22F-8809B5D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17" y="4240659"/>
            <a:ext cx="126151" cy="115845"/>
          </a:xfrm>
          <a:custGeom xmlns:a="http://schemas.openxmlformats.org/drawingml/2006/main">
            <a:pathLst>
              <a:path w="126151" h="115845">
                <a:moveTo>
                  <a:pt x="86931" y="84355"/>
                </a:moveTo>
                <a:lnTo>
                  <a:pt x="39410" y="84355"/>
                </a:lnTo>
                <a:lnTo>
                  <a:pt x="34639" y="96188"/>
                </a:lnTo>
                <a:lnTo>
                  <a:pt x="39410" y="96188"/>
                </a:lnTo>
                <a:cubicBezTo>
                  <a:pt x="44118" y="96188"/>
                  <a:pt x="47474" y="97094"/>
                  <a:pt x="49477" y="98907"/>
                </a:cubicBezTo>
                <a:cubicBezTo>
                  <a:pt x="51481" y="100720"/>
                  <a:pt x="52483" y="103090"/>
                  <a:pt x="52483" y="106016"/>
                </a:cubicBezTo>
                <a:cubicBezTo>
                  <a:pt x="52483" y="108943"/>
                  <a:pt x="51481" y="111312"/>
                  <a:pt x="49477" y="113125"/>
                </a:cubicBezTo>
                <a:cubicBezTo>
                  <a:pt x="47474" y="114938"/>
                  <a:pt x="44118" y="115845"/>
                  <a:pt x="39410" y="115845"/>
                </a:cubicBezTo>
                <a:lnTo>
                  <a:pt x="13073" y="115845"/>
                </a:lnTo>
                <a:cubicBezTo>
                  <a:pt x="8366" y="115845"/>
                  <a:pt x="5010" y="114923"/>
                  <a:pt x="3006" y="113078"/>
                </a:cubicBezTo>
                <a:cubicBezTo>
                  <a:pt x="1002" y="111233"/>
                  <a:pt x="0" y="108847"/>
                  <a:pt x="0" y="105921"/>
                </a:cubicBezTo>
                <a:cubicBezTo>
                  <a:pt x="0" y="102995"/>
                  <a:pt x="1050" y="100641"/>
                  <a:pt x="3149" y="98860"/>
                </a:cubicBezTo>
                <a:cubicBezTo>
                  <a:pt x="5248" y="97078"/>
                  <a:pt x="8715" y="96188"/>
                  <a:pt x="13550" y="96188"/>
                </a:cubicBezTo>
                <a:lnTo>
                  <a:pt x="44277" y="19657"/>
                </a:lnTo>
                <a:lnTo>
                  <a:pt x="31490" y="19657"/>
                </a:lnTo>
                <a:cubicBezTo>
                  <a:pt x="26782" y="19657"/>
                  <a:pt x="23427" y="18751"/>
                  <a:pt x="21423" y="16938"/>
                </a:cubicBezTo>
                <a:cubicBezTo>
                  <a:pt x="19419" y="15125"/>
                  <a:pt x="18417" y="12755"/>
                  <a:pt x="18417" y="9829"/>
                </a:cubicBezTo>
                <a:cubicBezTo>
                  <a:pt x="18417" y="6902"/>
                  <a:pt x="19419" y="4533"/>
                  <a:pt x="21423" y="2720"/>
                </a:cubicBezTo>
                <a:cubicBezTo>
                  <a:pt x="23427" y="907"/>
                  <a:pt x="26782" y="0"/>
                  <a:pt x="31490" y="0"/>
                </a:cubicBezTo>
                <a:lnTo>
                  <a:pt x="73763" y="191"/>
                </a:lnTo>
                <a:lnTo>
                  <a:pt x="112696" y="96188"/>
                </a:lnTo>
                <a:cubicBezTo>
                  <a:pt x="117276" y="96188"/>
                  <a:pt x="120298" y="96780"/>
                  <a:pt x="121761" y="97965"/>
                </a:cubicBezTo>
                <a:cubicBezTo>
                  <a:pt x="124688" y="100406"/>
                  <a:pt x="126151" y="103090"/>
                  <a:pt x="126151" y="106016"/>
                </a:cubicBezTo>
                <a:cubicBezTo>
                  <a:pt x="126151" y="108943"/>
                  <a:pt x="125165" y="111312"/>
                  <a:pt x="123193" y="113125"/>
                </a:cubicBezTo>
                <a:cubicBezTo>
                  <a:pt x="121221" y="114938"/>
                  <a:pt x="117881" y="115845"/>
                  <a:pt x="113173" y="115845"/>
                </a:cubicBezTo>
                <a:lnTo>
                  <a:pt x="86836" y="115845"/>
                </a:lnTo>
                <a:cubicBezTo>
                  <a:pt x="82128" y="115845"/>
                  <a:pt x="78773" y="114923"/>
                  <a:pt x="76769" y="113078"/>
                </a:cubicBezTo>
                <a:cubicBezTo>
                  <a:pt x="74765" y="111233"/>
                  <a:pt x="73763" y="108847"/>
                  <a:pt x="73763" y="105921"/>
                </a:cubicBezTo>
                <a:cubicBezTo>
                  <a:pt x="73763" y="102995"/>
                  <a:pt x="74765" y="100641"/>
                  <a:pt x="76769" y="98860"/>
                </a:cubicBezTo>
                <a:cubicBezTo>
                  <a:pt x="78773" y="97078"/>
                  <a:pt x="82128" y="96188"/>
                  <a:pt x="86836" y="96188"/>
                </a:cubicBezTo>
                <a:lnTo>
                  <a:pt x="91607" y="96188"/>
                </a:lnTo>
                <a:lnTo>
                  <a:pt x="86931" y="84355"/>
                </a:lnTo>
                <a:moveTo>
                  <a:pt x="78820" y="64698"/>
                </a:moveTo>
                <a:lnTo>
                  <a:pt x="63075" y="25955"/>
                </a:lnTo>
                <a:lnTo>
                  <a:pt x="47235" y="64698"/>
                </a:lnTo>
                <a:lnTo>
                  <a:pt x="78820" y="64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NDMUTATOR">
            <a:extLst xmlns:a="http://schemas.openxmlformats.org/drawingml/2006/main">
              <a:ext uri="{FF2B5EF4-FFF2-40B4-BE49-F238E27FC236}">
                <a16:creationId xmlns:a16="http://schemas.microsoft.com/office/drawing/2014/main" id="{154CDD50-780A-4709-89C7-47DCE2F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37" y="4237796"/>
            <a:ext cx="1178221" cy="121761"/>
          </a:xfrm>
          <a:custGeom xmlns:a="http://schemas.openxmlformats.org/drawingml/2006/main">
            <a:pathLst>
              <a:path w="1178221" h="121761">
                <a:moveTo>
                  <a:pt x="473015" y="9736"/>
                </a:moveTo>
                <a:lnTo>
                  <a:pt x="472916" y="9427"/>
                </a:lnTo>
                <a:lnTo>
                  <a:pt x="472806" y="9124"/>
                </a:lnTo>
                <a:lnTo>
                  <a:pt x="472686" y="8827"/>
                </a:lnTo>
                <a:lnTo>
                  <a:pt x="472556" y="8536"/>
                </a:lnTo>
                <a:lnTo>
                  <a:pt x="472415" y="8250"/>
                </a:lnTo>
                <a:lnTo>
                  <a:pt x="472263" y="7971"/>
                </a:lnTo>
                <a:lnTo>
                  <a:pt x="472102" y="7698"/>
                </a:lnTo>
                <a:lnTo>
                  <a:pt x="471929" y="7430"/>
                </a:lnTo>
                <a:lnTo>
                  <a:pt x="471747" y="7169"/>
                </a:lnTo>
                <a:lnTo>
                  <a:pt x="471554" y="6913"/>
                </a:lnTo>
                <a:lnTo>
                  <a:pt x="471350" y="6664"/>
                </a:lnTo>
                <a:lnTo>
                  <a:pt x="471136" y="6420"/>
                </a:lnTo>
                <a:lnTo>
                  <a:pt x="470912" y="6183"/>
                </a:lnTo>
                <a:lnTo>
                  <a:pt x="470677" y="5951"/>
                </a:lnTo>
                <a:lnTo>
                  <a:pt x="470432" y="5725"/>
                </a:lnTo>
                <a:lnTo>
                  <a:pt x="470174" y="5507"/>
                </a:lnTo>
                <a:lnTo>
                  <a:pt x="469903" y="5299"/>
                </a:lnTo>
                <a:lnTo>
                  <a:pt x="469617" y="5099"/>
                </a:lnTo>
                <a:lnTo>
                  <a:pt x="469317" y="4909"/>
                </a:lnTo>
                <a:lnTo>
                  <a:pt x="469003" y="4728"/>
                </a:lnTo>
                <a:lnTo>
                  <a:pt x="468675" y="4557"/>
                </a:lnTo>
                <a:lnTo>
                  <a:pt x="468333" y="4394"/>
                </a:lnTo>
                <a:lnTo>
                  <a:pt x="467977" y="4241"/>
                </a:lnTo>
                <a:lnTo>
                  <a:pt x="467607" y="4097"/>
                </a:lnTo>
                <a:lnTo>
                  <a:pt x="467223" y="3963"/>
                </a:lnTo>
                <a:lnTo>
                  <a:pt x="466824" y="3838"/>
                </a:lnTo>
                <a:lnTo>
                  <a:pt x="466412" y="3722"/>
                </a:lnTo>
                <a:lnTo>
                  <a:pt x="465985" y="3615"/>
                </a:lnTo>
                <a:lnTo>
                  <a:pt x="465545" y="3517"/>
                </a:lnTo>
                <a:lnTo>
                  <a:pt x="465090" y="3429"/>
                </a:lnTo>
                <a:lnTo>
                  <a:pt x="464621" y="3350"/>
                </a:lnTo>
                <a:lnTo>
                  <a:pt x="464139" y="3281"/>
                </a:lnTo>
                <a:lnTo>
                  <a:pt x="463642" y="3221"/>
                </a:lnTo>
                <a:lnTo>
                  <a:pt x="463131" y="3170"/>
                </a:lnTo>
                <a:lnTo>
                  <a:pt x="462606" y="3128"/>
                </a:lnTo>
                <a:lnTo>
                  <a:pt x="462066" y="3095"/>
                </a:lnTo>
                <a:lnTo>
                  <a:pt x="461513" y="3072"/>
                </a:lnTo>
                <a:lnTo>
                  <a:pt x="460946" y="3058"/>
                </a:lnTo>
                <a:lnTo>
                  <a:pt x="460364" y="3054"/>
                </a:lnTo>
                <a:lnTo>
                  <a:pt x="438703" y="2863"/>
                </a:lnTo>
                <a:lnTo>
                  <a:pt x="412557" y="61835"/>
                </a:lnTo>
                <a:lnTo>
                  <a:pt x="385934" y="3054"/>
                </a:lnTo>
                <a:lnTo>
                  <a:pt x="364463" y="2863"/>
                </a:lnTo>
                <a:lnTo>
                  <a:pt x="363882" y="2867"/>
                </a:lnTo>
                <a:lnTo>
                  <a:pt x="363314" y="2882"/>
                </a:lnTo>
                <a:lnTo>
                  <a:pt x="362761" y="2905"/>
                </a:lnTo>
                <a:lnTo>
                  <a:pt x="362222" y="2938"/>
                </a:lnTo>
                <a:lnTo>
                  <a:pt x="361697" y="2981"/>
                </a:lnTo>
                <a:lnTo>
                  <a:pt x="361186" y="3033"/>
                </a:lnTo>
                <a:lnTo>
                  <a:pt x="360689" y="3094"/>
                </a:lnTo>
                <a:lnTo>
                  <a:pt x="360206" y="3165"/>
                </a:lnTo>
                <a:lnTo>
                  <a:pt x="359737" y="3245"/>
                </a:lnTo>
                <a:lnTo>
                  <a:pt x="359283" y="3335"/>
                </a:lnTo>
                <a:lnTo>
                  <a:pt x="358842" y="3434"/>
                </a:lnTo>
                <a:lnTo>
                  <a:pt x="358416" y="3543"/>
                </a:lnTo>
                <a:lnTo>
                  <a:pt x="358003" y="3661"/>
                </a:lnTo>
                <a:lnTo>
                  <a:pt x="357605" y="3788"/>
                </a:lnTo>
                <a:lnTo>
                  <a:pt x="357221" y="3925"/>
                </a:lnTo>
                <a:lnTo>
                  <a:pt x="356850" y="4071"/>
                </a:lnTo>
                <a:lnTo>
                  <a:pt x="356494" y="4227"/>
                </a:lnTo>
                <a:lnTo>
                  <a:pt x="356152" y="4393"/>
                </a:lnTo>
                <a:lnTo>
                  <a:pt x="355824" y="4567"/>
                </a:lnTo>
                <a:lnTo>
                  <a:pt x="355510" y="4751"/>
                </a:lnTo>
                <a:lnTo>
                  <a:pt x="355211" y="4945"/>
                </a:lnTo>
                <a:lnTo>
                  <a:pt x="354925" y="5148"/>
                </a:lnTo>
                <a:lnTo>
                  <a:pt x="354653" y="5360"/>
                </a:lnTo>
                <a:lnTo>
                  <a:pt x="354396" y="5582"/>
                </a:lnTo>
                <a:lnTo>
                  <a:pt x="354151" y="5812"/>
                </a:lnTo>
                <a:lnTo>
                  <a:pt x="353916" y="6047"/>
                </a:lnTo>
                <a:lnTo>
                  <a:pt x="353691" y="6288"/>
                </a:lnTo>
                <a:lnTo>
                  <a:pt x="353477" y="6535"/>
                </a:lnTo>
                <a:lnTo>
                  <a:pt x="353274" y="6788"/>
                </a:lnTo>
                <a:lnTo>
                  <a:pt x="353081" y="7046"/>
                </a:lnTo>
                <a:lnTo>
                  <a:pt x="352898" y="7311"/>
                </a:lnTo>
                <a:lnTo>
                  <a:pt x="352726" y="7581"/>
                </a:lnTo>
                <a:lnTo>
                  <a:pt x="352564" y="7857"/>
                </a:lnTo>
                <a:lnTo>
                  <a:pt x="352413" y="8139"/>
                </a:lnTo>
                <a:lnTo>
                  <a:pt x="352272" y="8426"/>
                </a:lnTo>
                <a:lnTo>
                  <a:pt x="352141" y="8719"/>
                </a:lnTo>
                <a:lnTo>
                  <a:pt x="352021" y="9019"/>
                </a:lnTo>
                <a:lnTo>
                  <a:pt x="351912" y="9323"/>
                </a:lnTo>
                <a:lnTo>
                  <a:pt x="351813" y="9634"/>
                </a:lnTo>
                <a:lnTo>
                  <a:pt x="351724" y="9951"/>
                </a:lnTo>
                <a:lnTo>
                  <a:pt x="351646" y="10273"/>
                </a:lnTo>
                <a:lnTo>
                  <a:pt x="351578" y="10601"/>
                </a:lnTo>
                <a:lnTo>
                  <a:pt x="351520" y="10935"/>
                </a:lnTo>
                <a:lnTo>
                  <a:pt x="351473" y="11275"/>
                </a:lnTo>
                <a:lnTo>
                  <a:pt x="351437" y="11620"/>
                </a:lnTo>
                <a:lnTo>
                  <a:pt x="351411" y="11971"/>
                </a:lnTo>
                <a:lnTo>
                  <a:pt x="351395" y="12329"/>
                </a:lnTo>
                <a:lnTo>
                  <a:pt x="351390" y="12691"/>
                </a:lnTo>
                <a:lnTo>
                  <a:pt x="351395" y="13054"/>
                </a:lnTo>
                <a:lnTo>
                  <a:pt x="351408" y="13411"/>
                </a:lnTo>
                <a:lnTo>
                  <a:pt x="351431" y="13763"/>
                </a:lnTo>
                <a:lnTo>
                  <a:pt x="351463" y="14108"/>
                </a:lnTo>
                <a:lnTo>
                  <a:pt x="351504" y="14448"/>
                </a:lnTo>
                <a:lnTo>
                  <a:pt x="351554" y="14782"/>
                </a:lnTo>
                <a:lnTo>
                  <a:pt x="351613" y="15110"/>
                </a:lnTo>
                <a:lnTo>
                  <a:pt x="351682" y="15432"/>
                </a:lnTo>
                <a:lnTo>
                  <a:pt x="351759" y="15749"/>
                </a:lnTo>
                <a:lnTo>
                  <a:pt x="351846" y="16059"/>
                </a:lnTo>
                <a:lnTo>
                  <a:pt x="351941" y="16364"/>
                </a:lnTo>
                <a:lnTo>
                  <a:pt x="352046" y="16663"/>
                </a:lnTo>
                <a:lnTo>
                  <a:pt x="352160" y="16957"/>
                </a:lnTo>
                <a:lnTo>
                  <a:pt x="352283" y="17244"/>
                </a:lnTo>
                <a:lnTo>
                  <a:pt x="352415" y="17526"/>
                </a:lnTo>
                <a:lnTo>
                  <a:pt x="352556" y="17802"/>
                </a:lnTo>
                <a:lnTo>
                  <a:pt x="352707" y="18072"/>
                </a:lnTo>
                <a:lnTo>
                  <a:pt x="352866" y="18336"/>
                </a:lnTo>
                <a:lnTo>
                  <a:pt x="353035" y="18595"/>
                </a:lnTo>
                <a:lnTo>
                  <a:pt x="353212" y="18848"/>
                </a:lnTo>
                <a:lnTo>
                  <a:pt x="353399" y="19095"/>
                </a:lnTo>
                <a:lnTo>
                  <a:pt x="353595" y="19336"/>
                </a:lnTo>
                <a:lnTo>
                  <a:pt x="353800" y="19571"/>
                </a:lnTo>
                <a:lnTo>
                  <a:pt x="354014" y="19801"/>
                </a:lnTo>
                <a:lnTo>
                  <a:pt x="354237" y="20022"/>
                </a:lnTo>
                <a:lnTo>
                  <a:pt x="354469" y="20235"/>
                </a:lnTo>
                <a:lnTo>
                  <a:pt x="354710" y="20438"/>
                </a:lnTo>
                <a:lnTo>
                  <a:pt x="354959" y="20632"/>
                </a:lnTo>
                <a:lnTo>
                  <a:pt x="355217" y="20816"/>
                </a:lnTo>
                <a:lnTo>
                  <a:pt x="355484" y="20990"/>
                </a:lnTo>
                <a:lnTo>
                  <a:pt x="355760" y="21156"/>
                </a:lnTo>
                <a:lnTo>
                  <a:pt x="356045" y="21311"/>
                </a:lnTo>
                <a:lnTo>
                  <a:pt x="356338" y="21458"/>
                </a:lnTo>
                <a:lnTo>
                  <a:pt x="356640" y="21595"/>
                </a:lnTo>
                <a:lnTo>
                  <a:pt x="356951" y="21722"/>
                </a:lnTo>
                <a:lnTo>
                  <a:pt x="357271" y="21840"/>
                </a:lnTo>
                <a:lnTo>
                  <a:pt x="357599" y="21949"/>
                </a:lnTo>
                <a:lnTo>
                  <a:pt x="357936" y="22048"/>
                </a:lnTo>
                <a:lnTo>
                  <a:pt x="358282" y="22138"/>
                </a:lnTo>
                <a:lnTo>
                  <a:pt x="358637" y="22218"/>
                </a:lnTo>
                <a:lnTo>
                  <a:pt x="359000" y="22289"/>
                </a:lnTo>
                <a:lnTo>
                  <a:pt x="359373" y="22350"/>
                </a:lnTo>
                <a:lnTo>
                  <a:pt x="359754" y="22402"/>
                </a:lnTo>
                <a:lnTo>
                  <a:pt x="360144" y="22445"/>
                </a:lnTo>
                <a:lnTo>
                  <a:pt x="360543" y="22478"/>
                </a:lnTo>
                <a:lnTo>
                  <a:pt x="360950" y="22501"/>
                </a:lnTo>
                <a:lnTo>
                  <a:pt x="361366" y="22515"/>
                </a:lnTo>
                <a:lnTo>
                  <a:pt x="361791" y="22520"/>
                </a:lnTo>
                <a:lnTo>
                  <a:pt x="361791" y="99050"/>
                </a:lnTo>
                <a:lnTo>
                  <a:pt x="361280" y="99055"/>
                </a:lnTo>
                <a:lnTo>
                  <a:pt x="360780" y="99069"/>
                </a:lnTo>
                <a:lnTo>
                  <a:pt x="360291" y="99092"/>
                </a:lnTo>
                <a:lnTo>
                  <a:pt x="359814" y="99125"/>
                </a:lnTo>
                <a:lnTo>
                  <a:pt x="359348" y="99166"/>
                </a:lnTo>
                <a:lnTo>
                  <a:pt x="358893" y="99217"/>
                </a:lnTo>
                <a:lnTo>
                  <a:pt x="358449" y="99278"/>
                </a:lnTo>
                <a:lnTo>
                  <a:pt x="358017" y="99347"/>
                </a:lnTo>
                <a:lnTo>
                  <a:pt x="357596" y="99426"/>
                </a:lnTo>
                <a:lnTo>
                  <a:pt x="357186" y="99514"/>
                </a:lnTo>
                <a:lnTo>
                  <a:pt x="356787" y="99612"/>
                </a:lnTo>
                <a:lnTo>
                  <a:pt x="356400" y="99718"/>
                </a:lnTo>
                <a:lnTo>
                  <a:pt x="356024" y="99834"/>
                </a:lnTo>
                <a:lnTo>
                  <a:pt x="355659" y="99960"/>
                </a:lnTo>
                <a:lnTo>
                  <a:pt x="355305" y="100094"/>
                </a:lnTo>
                <a:lnTo>
                  <a:pt x="354963" y="100238"/>
                </a:lnTo>
                <a:lnTo>
                  <a:pt x="354632" y="100391"/>
                </a:lnTo>
                <a:lnTo>
                  <a:pt x="354312" y="100553"/>
                </a:lnTo>
                <a:lnTo>
                  <a:pt x="354004" y="100725"/>
                </a:lnTo>
                <a:lnTo>
                  <a:pt x="353707" y="100906"/>
                </a:lnTo>
                <a:lnTo>
                  <a:pt x="353421" y="101096"/>
                </a:lnTo>
                <a:lnTo>
                  <a:pt x="353146" y="101295"/>
                </a:lnTo>
                <a:lnTo>
                  <a:pt x="352883" y="101504"/>
                </a:lnTo>
                <a:lnTo>
                  <a:pt x="352630" y="101722"/>
                </a:lnTo>
                <a:lnTo>
                  <a:pt x="352389" y="101948"/>
                </a:lnTo>
                <a:lnTo>
                  <a:pt x="352158" y="102179"/>
                </a:lnTo>
                <a:lnTo>
                  <a:pt x="351937" y="102417"/>
                </a:lnTo>
                <a:lnTo>
                  <a:pt x="351727" y="102661"/>
                </a:lnTo>
                <a:lnTo>
                  <a:pt x="351526" y="102910"/>
                </a:lnTo>
                <a:lnTo>
                  <a:pt x="351336" y="103166"/>
                </a:lnTo>
                <a:lnTo>
                  <a:pt x="351157" y="103427"/>
                </a:lnTo>
                <a:lnTo>
                  <a:pt x="350987" y="103694"/>
                </a:lnTo>
                <a:lnTo>
                  <a:pt x="350828" y="103968"/>
                </a:lnTo>
                <a:lnTo>
                  <a:pt x="350679" y="104247"/>
                </a:lnTo>
                <a:lnTo>
                  <a:pt x="350540" y="104532"/>
                </a:lnTo>
                <a:lnTo>
                  <a:pt x="350412" y="104824"/>
                </a:lnTo>
                <a:lnTo>
                  <a:pt x="350294" y="105121"/>
                </a:lnTo>
                <a:lnTo>
                  <a:pt x="350186" y="105424"/>
                </a:lnTo>
                <a:lnTo>
                  <a:pt x="350088" y="105733"/>
                </a:lnTo>
                <a:lnTo>
                  <a:pt x="350001" y="106048"/>
                </a:lnTo>
                <a:lnTo>
                  <a:pt x="349924" y="106369"/>
                </a:lnTo>
                <a:lnTo>
                  <a:pt x="349857" y="106696"/>
                </a:lnTo>
                <a:lnTo>
                  <a:pt x="349801" y="107029"/>
                </a:lnTo>
                <a:lnTo>
                  <a:pt x="349755" y="107368"/>
                </a:lnTo>
                <a:lnTo>
                  <a:pt x="349719" y="107713"/>
                </a:lnTo>
                <a:lnTo>
                  <a:pt x="349693" y="108064"/>
                </a:lnTo>
                <a:lnTo>
                  <a:pt x="349677" y="108421"/>
                </a:lnTo>
                <a:lnTo>
                  <a:pt x="349672" y="108784"/>
                </a:lnTo>
                <a:lnTo>
                  <a:pt x="349678" y="109147"/>
                </a:lnTo>
                <a:lnTo>
                  <a:pt x="349693" y="109504"/>
                </a:lnTo>
                <a:lnTo>
                  <a:pt x="349719" y="109856"/>
                </a:lnTo>
                <a:lnTo>
                  <a:pt x="349756" y="110202"/>
                </a:lnTo>
                <a:lnTo>
                  <a:pt x="349803" y="110542"/>
                </a:lnTo>
                <a:lnTo>
                  <a:pt x="349860" y="110877"/>
                </a:lnTo>
                <a:lnTo>
                  <a:pt x="349928" y="111206"/>
                </a:lnTo>
                <a:lnTo>
                  <a:pt x="350006" y="111530"/>
                </a:lnTo>
                <a:lnTo>
                  <a:pt x="350095" y="111848"/>
                </a:lnTo>
                <a:lnTo>
                  <a:pt x="350194" y="112160"/>
                </a:lnTo>
                <a:lnTo>
                  <a:pt x="350304" y="112467"/>
                </a:lnTo>
                <a:lnTo>
                  <a:pt x="350424" y="112768"/>
                </a:lnTo>
                <a:lnTo>
                  <a:pt x="350554" y="113063"/>
                </a:lnTo>
                <a:lnTo>
                  <a:pt x="350695" y="113353"/>
                </a:lnTo>
                <a:lnTo>
                  <a:pt x="350847" y="113637"/>
                </a:lnTo>
                <a:lnTo>
                  <a:pt x="351008" y="113915"/>
                </a:lnTo>
                <a:lnTo>
                  <a:pt x="351180" y="114188"/>
                </a:lnTo>
                <a:lnTo>
                  <a:pt x="351363" y="114455"/>
                </a:lnTo>
                <a:lnTo>
                  <a:pt x="351556" y="114717"/>
                </a:lnTo>
                <a:lnTo>
                  <a:pt x="351760" y="114973"/>
                </a:lnTo>
                <a:lnTo>
                  <a:pt x="351974" y="115223"/>
                </a:lnTo>
                <a:lnTo>
                  <a:pt x="352198" y="115468"/>
                </a:lnTo>
                <a:lnTo>
                  <a:pt x="352433" y="115707"/>
                </a:lnTo>
                <a:lnTo>
                  <a:pt x="352678" y="115940"/>
                </a:lnTo>
                <a:lnTo>
                  <a:pt x="352936" y="116166"/>
                </a:lnTo>
                <a:lnTo>
                  <a:pt x="353207" y="116382"/>
                </a:lnTo>
                <a:lnTo>
                  <a:pt x="353493" y="116589"/>
                </a:lnTo>
                <a:lnTo>
                  <a:pt x="353793" y="116786"/>
                </a:lnTo>
                <a:lnTo>
                  <a:pt x="354107" y="116973"/>
                </a:lnTo>
                <a:lnTo>
                  <a:pt x="354435" y="117151"/>
                </a:lnTo>
                <a:lnTo>
                  <a:pt x="354777" y="117319"/>
                </a:lnTo>
                <a:lnTo>
                  <a:pt x="355133" y="117478"/>
                </a:lnTo>
                <a:lnTo>
                  <a:pt x="355503" y="117627"/>
                </a:lnTo>
                <a:lnTo>
                  <a:pt x="355887" y="117766"/>
                </a:lnTo>
                <a:lnTo>
                  <a:pt x="356286" y="117896"/>
                </a:lnTo>
                <a:lnTo>
                  <a:pt x="356698" y="118016"/>
                </a:lnTo>
                <a:lnTo>
                  <a:pt x="357124" y="118126"/>
                </a:lnTo>
                <a:lnTo>
                  <a:pt x="357565" y="118227"/>
                </a:lnTo>
                <a:lnTo>
                  <a:pt x="358020" y="118319"/>
                </a:lnTo>
                <a:lnTo>
                  <a:pt x="358488" y="118400"/>
                </a:lnTo>
                <a:lnTo>
                  <a:pt x="358971" y="118472"/>
                </a:lnTo>
                <a:lnTo>
                  <a:pt x="359468" y="118535"/>
                </a:lnTo>
                <a:lnTo>
                  <a:pt x="359979" y="118588"/>
                </a:lnTo>
                <a:lnTo>
                  <a:pt x="360504" y="118631"/>
                </a:lnTo>
                <a:lnTo>
                  <a:pt x="361043" y="118665"/>
                </a:lnTo>
                <a:lnTo>
                  <a:pt x="361597" y="118689"/>
                </a:lnTo>
                <a:lnTo>
                  <a:pt x="362164" y="118703"/>
                </a:lnTo>
                <a:lnTo>
                  <a:pt x="362745" y="118708"/>
                </a:lnTo>
                <a:lnTo>
                  <a:pt x="388415" y="118708"/>
                </a:lnTo>
                <a:lnTo>
                  <a:pt x="388996" y="118703"/>
                </a:lnTo>
                <a:lnTo>
                  <a:pt x="389563" y="118689"/>
                </a:lnTo>
                <a:lnTo>
                  <a:pt x="390117" y="118665"/>
                </a:lnTo>
                <a:lnTo>
                  <a:pt x="390656" y="118632"/>
                </a:lnTo>
                <a:lnTo>
                  <a:pt x="391181" y="118590"/>
                </a:lnTo>
                <a:lnTo>
                  <a:pt x="391692" y="118538"/>
                </a:lnTo>
                <a:lnTo>
                  <a:pt x="392189" y="118476"/>
                </a:lnTo>
                <a:lnTo>
                  <a:pt x="392672" y="118406"/>
                </a:lnTo>
                <a:lnTo>
                  <a:pt x="393140" y="118325"/>
                </a:lnTo>
                <a:lnTo>
                  <a:pt x="393595" y="118236"/>
                </a:lnTo>
                <a:lnTo>
                  <a:pt x="394036" y="118136"/>
                </a:lnTo>
                <a:lnTo>
                  <a:pt x="394462" y="118028"/>
                </a:lnTo>
                <a:lnTo>
                  <a:pt x="394875" y="117910"/>
                </a:lnTo>
                <a:lnTo>
                  <a:pt x="395273" y="117782"/>
                </a:lnTo>
                <a:lnTo>
                  <a:pt x="395657" y="117645"/>
                </a:lnTo>
                <a:lnTo>
                  <a:pt x="396027" y="117499"/>
                </a:lnTo>
                <a:lnTo>
                  <a:pt x="396383" y="117343"/>
                </a:lnTo>
                <a:lnTo>
                  <a:pt x="396725" y="117178"/>
                </a:lnTo>
                <a:lnTo>
                  <a:pt x="397053" y="117003"/>
                </a:lnTo>
                <a:lnTo>
                  <a:pt x="397367" y="116819"/>
                </a:lnTo>
                <a:lnTo>
                  <a:pt x="397667" y="116626"/>
                </a:lnTo>
                <a:lnTo>
                  <a:pt x="397953" y="116423"/>
                </a:lnTo>
                <a:lnTo>
                  <a:pt x="398224" y="116210"/>
                </a:lnTo>
                <a:lnTo>
                  <a:pt x="398482" y="115988"/>
                </a:lnTo>
                <a:lnTo>
                  <a:pt x="398727" y="115759"/>
                </a:lnTo>
                <a:lnTo>
                  <a:pt x="398962" y="115523"/>
                </a:lnTo>
                <a:lnTo>
                  <a:pt x="399186" y="115282"/>
                </a:lnTo>
                <a:lnTo>
                  <a:pt x="399400" y="115035"/>
                </a:lnTo>
                <a:lnTo>
                  <a:pt x="399604" y="114783"/>
                </a:lnTo>
                <a:lnTo>
                  <a:pt x="399797" y="114524"/>
                </a:lnTo>
                <a:lnTo>
                  <a:pt x="399980" y="114260"/>
                </a:lnTo>
                <a:lnTo>
                  <a:pt x="400152" y="113990"/>
                </a:lnTo>
                <a:lnTo>
                  <a:pt x="400314" y="113714"/>
                </a:lnTo>
                <a:lnTo>
                  <a:pt x="400465" y="113432"/>
                </a:lnTo>
                <a:lnTo>
                  <a:pt x="400606" y="113144"/>
                </a:lnTo>
                <a:lnTo>
                  <a:pt x="400736" y="112851"/>
                </a:lnTo>
                <a:lnTo>
                  <a:pt x="400856" y="112552"/>
                </a:lnTo>
                <a:lnTo>
                  <a:pt x="400966" y="112247"/>
                </a:lnTo>
                <a:lnTo>
                  <a:pt x="401065" y="111936"/>
                </a:lnTo>
                <a:lnTo>
                  <a:pt x="401154" y="111620"/>
                </a:lnTo>
                <a:lnTo>
                  <a:pt x="401232" y="111298"/>
                </a:lnTo>
                <a:lnTo>
                  <a:pt x="401300" y="110969"/>
                </a:lnTo>
                <a:lnTo>
                  <a:pt x="401357" y="110636"/>
                </a:lnTo>
                <a:lnTo>
                  <a:pt x="401404" y="110296"/>
                </a:lnTo>
                <a:lnTo>
                  <a:pt x="401441" y="109950"/>
                </a:lnTo>
                <a:lnTo>
                  <a:pt x="401467" y="109599"/>
                </a:lnTo>
                <a:lnTo>
                  <a:pt x="401482" y="109242"/>
                </a:lnTo>
                <a:lnTo>
                  <a:pt x="401488" y="108879"/>
                </a:lnTo>
                <a:lnTo>
                  <a:pt x="401482" y="108516"/>
                </a:lnTo>
                <a:lnTo>
                  <a:pt x="401467" y="108159"/>
                </a:lnTo>
                <a:lnTo>
                  <a:pt x="401441" y="107808"/>
                </a:lnTo>
                <a:lnTo>
                  <a:pt x="401404" y="107462"/>
                </a:lnTo>
                <a:lnTo>
                  <a:pt x="401357" y="107123"/>
                </a:lnTo>
                <a:lnTo>
                  <a:pt x="401300" y="106789"/>
                </a:lnTo>
                <a:lnTo>
                  <a:pt x="401232" y="106461"/>
                </a:lnTo>
                <a:lnTo>
                  <a:pt x="401154" y="106138"/>
                </a:lnTo>
                <a:lnTo>
                  <a:pt x="401065" y="105822"/>
                </a:lnTo>
                <a:lnTo>
                  <a:pt x="400966" y="105511"/>
                </a:lnTo>
                <a:lnTo>
                  <a:pt x="400856" y="105206"/>
                </a:lnTo>
                <a:lnTo>
                  <a:pt x="400736" y="104907"/>
                </a:lnTo>
                <a:lnTo>
                  <a:pt x="400606" y="104614"/>
                </a:lnTo>
                <a:lnTo>
                  <a:pt x="400465" y="104326"/>
                </a:lnTo>
                <a:lnTo>
                  <a:pt x="400314" y="104044"/>
                </a:lnTo>
                <a:lnTo>
                  <a:pt x="400152" y="103769"/>
                </a:lnTo>
                <a:lnTo>
                  <a:pt x="399980" y="103498"/>
                </a:lnTo>
                <a:lnTo>
                  <a:pt x="399797" y="103234"/>
                </a:lnTo>
                <a:lnTo>
                  <a:pt x="399604" y="102976"/>
                </a:lnTo>
                <a:lnTo>
                  <a:pt x="399400" y="102723"/>
                </a:lnTo>
                <a:lnTo>
                  <a:pt x="399186" y="102476"/>
                </a:lnTo>
                <a:lnTo>
                  <a:pt x="398962" y="102235"/>
                </a:lnTo>
                <a:lnTo>
                  <a:pt x="398727" y="101999"/>
                </a:lnTo>
                <a:lnTo>
                  <a:pt x="398482" y="101770"/>
                </a:lnTo>
                <a:lnTo>
                  <a:pt x="398224" y="101548"/>
                </a:lnTo>
                <a:lnTo>
                  <a:pt x="397953" y="101336"/>
                </a:lnTo>
                <a:lnTo>
                  <a:pt x="397667" y="101133"/>
                </a:lnTo>
                <a:lnTo>
                  <a:pt x="397367" y="100939"/>
                </a:lnTo>
                <a:lnTo>
                  <a:pt x="397053" y="100755"/>
                </a:lnTo>
                <a:lnTo>
                  <a:pt x="396725" y="100580"/>
                </a:lnTo>
                <a:lnTo>
                  <a:pt x="396383" y="100415"/>
                </a:lnTo>
                <a:lnTo>
                  <a:pt x="396027" y="100259"/>
                </a:lnTo>
                <a:lnTo>
                  <a:pt x="395657" y="100113"/>
                </a:lnTo>
                <a:lnTo>
                  <a:pt x="395273" y="99976"/>
                </a:lnTo>
                <a:lnTo>
                  <a:pt x="394875" y="99848"/>
                </a:lnTo>
                <a:lnTo>
                  <a:pt x="394462" y="99730"/>
                </a:lnTo>
                <a:lnTo>
                  <a:pt x="394036" y="99622"/>
                </a:lnTo>
                <a:lnTo>
                  <a:pt x="393595" y="99523"/>
                </a:lnTo>
                <a:lnTo>
                  <a:pt x="393140" y="99433"/>
                </a:lnTo>
                <a:lnTo>
                  <a:pt x="392672" y="99353"/>
                </a:lnTo>
                <a:lnTo>
                  <a:pt x="392189" y="99282"/>
                </a:lnTo>
                <a:lnTo>
                  <a:pt x="391692" y="99220"/>
                </a:lnTo>
                <a:lnTo>
                  <a:pt x="391181" y="99168"/>
                </a:lnTo>
                <a:lnTo>
                  <a:pt x="390656" y="99126"/>
                </a:lnTo>
                <a:lnTo>
                  <a:pt x="390117" y="99093"/>
                </a:lnTo>
                <a:lnTo>
                  <a:pt x="389563" y="99069"/>
                </a:lnTo>
                <a:lnTo>
                  <a:pt x="388996" y="99055"/>
                </a:lnTo>
                <a:lnTo>
                  <a:pt x="388415" y="99050"/>
                </a:lnTo>
                <a:lnTo>
                  <a:pt x="381353" y="99050"/>
                </a:lnTo>
                <a:lnTo>
                  <a:pt x="381353" y="40779"/>
                </a:lnTo>
                <a:lnTo>
                  <a:pt x="404064" y="91181"/>
                </a:lnTo>
                <a:lnTo>
                  <a:pt x="421050" y="91181"/>
                </a:lnTo>
                <a:lnTo>
                  <a:pt x="443474" y="40779"/>
                </a:lnTo>
                <a:lnTo>
                  <a:pt x="443474" y="99050"/>
                </a:lnTo>
                <a:lnTo>
                  <a:pt x="436318" y="99050"/>
                </a:lnTo>
                <a:lnTo>
                  <a:pt x="435744" y="99055"/>
                </a:lnTo>
                <a:lnTo>
                  <a:pt x="435184" y="99069"/>
                </a:lnTo>
                <a:lnTo>
                  <a:pt x="434638" y="99092"/>
                </a:lnTo>
                <a:lnTo>
                  <a:pt x="434106" y="99125"/>
                </a:lnTo>
                <a:lnTo>
                  <a:pt x="433587" y="99166"/>
                </a:lnTo>
                <a:lnTo>
                  <a:pt x="433082" y="99217"/>
                </a:lnTo>
                <a:lnTo>
                  <a:pt x="432591" y="99278"/>
                </a:lnTo>
                <a:lnTo>
                  <a:pt x="432114" y="99347"/>
                </a:lnTo>
                <a:lnTo>
                  <a:pt x="431650" y="99426"/>
                </a:lnTo>
                <a:lnTo>
                  <a:pt x="431200" y="99514"/>
                </a:lnTo>
                <a:lnTo>
                  <a:pt x="430764" y="99612"/>
                </a:lnTo>
                <a:lnTo>
                  <a:pt x="430342" y="99718"/>
                </a:lnTo>
                <a:lnTo>
                  <a:pt x="429933" y="99834"/>
                </a:lnTo>
                <a:lnTo>
                  <a:pt x="429538" y="99960"/>
                </a:lnTo>
                <a:lnTo>
                  <a:pt x="429157" y="100094"/>
                </a:lnTo>
                <a:lnTo>
                  <a:pt x="428790" y="100238"/>
                </a:lnTo>
                <a:lnTo>
                  <a:pt x="428436" y="100391"/>
                </a:lnTo>
                <a:lnTo>
                  <a:pt x="428096" y="100553"/>
                </a:lnTo>
                <a:lnTo>
                  <a:pt x="427770" y="100725"/>
                </a:lnTo>
                <a:lnTo>
                  <a:pt x="427458" y="100906"/>
                </a:lnTo>
                <a:lnTo>
                  <a:pt x="427159" y="101096"/>
                </a:lnTo>
                <a:lnTo>
                  <a:pt x="426874" y="101295"/>
                </a:lnTo>
                <a:lnTo>
                  <a:pt x="426603" y="101504"/>
                </a:lnTo>
                <a:lnTo>
                  <a:pt x="426346" y="101722"/>
                </a:lnTo>
                <a:lnTo>
                  <a:pt x="426100" y="101948"/>
                </a:lnTo>
                <a:lnTo>
                  <a:pt x="425866" y="102179"/>
                </a:lnTo>
                <a:lnTo>
                  <a:pt x="425641" y="102417"/>
                </a:lnTo>
                <a:lnTo>
                  <a:pt x="425427" y="102661"/>
                </a:lnTo>
                <a:lnTo>
                  <a:pt x="425224" y="102910"/>
                </a:lnTo>
                <a:lnTo>
                  <a:pt x="425031" y="103166"/>
                </a:lnTo>
                <a:lnTo>
                  <a:pt x="424848" y="103427"/>
                </a:lnTo>
                <a:lnTo>
                  <a:pt x="424676" y="103694"/>
                </a:lnTo>
                <a:lnTo>
                  <a:pt x="424514" y="103968"/>
                </a:lnTo>
                <a:lnTo>
                  <a:pt x="424363" y="104247"/>
                </a:lnTo>
                <a:lnTo>
                  <a:pt x="424222" y="104532"/>
                </a:lnTo>
                <a:lnTo>
                  <a:pt x="424091" y="104824"/>
                </a:lnTo>
                <a:lnTo>
                  <a:pt x="423971" y="105121"/>
                </a:lnTo>
                <a:lnTo>
                  <a:pt x="423862" y="105424"/>
                </a:lnTo>
                <a:lnTo>
                  <a:pt x="423763" y="105733"/>
                </a:lnTo>
                <a:lnTo>
                  <a:pt x="423674" y="106048"/>
                </a:lnTo>
                <a:lnTo>
                  <a:pt x="423596" y="106369"/>
                </a:lnTo>
                <a:lnTo>
                  <a:pt x="423528" y="106696"/>
                </a:lnTo>
                <a:lnTo>
                  <a:pt x="423470" y="107029"/>
                </a:lnTo>
                <a:lnTo>
                  <a:pt x="423423" y="107368"/>
                </a:lnTo>
                <a:lnTo>
                  <a:pt x="423387" y="107713"/>
                </a:lnTo>
                <a:lnTo>
                  <a:pt x="423361" y="108064"/>
                </a:lnTo>
                <a:lnTo>
                  <a:pt x="423345" y="108421"/>
                </a:lnTo>
                <a:lnTo>
                  <a:pt x="423340" y="108784"/>
                </a:lnTo>
                <a:lnTo>
                  <a:pt x="423345" y="109147"/>
                </a:lnTo>
                <a:lnTo>
                  <a:pt x="423361" y="109504"/>
                </a:lnTo>
                <a:lnTo>
                  <a:pt x="423387" y="109856"/>
                </a:lnTo>
                <a:lnTo>
                  <a:pt x="423423" y="110202"/>
                </a:lnTo>
                <a:lnTo>
                  <a:pt x="423470" y="110542"/>
                </a:lnTo>
                <a:lnTo>
                  <a:pt x="423528" y="110877"/>
                </a:lnTo>
                <a:lnTo>
                  <a:pt x="423596" y="111206"/>
                </a:lnTo>
                <a:lnTo>
                  <a:pt x="423674" y="111530"/>
                </a:lnTo>
                <a:lnTo>
                  <a:pt x="423763" y="111848"/>
                </a:lnTo>
                <a:lnTo>
                  <a:pt x="423862" y="112160"/>
                </a:lnTo>
                <a:lnTo>
                  <a:pt x="423971" y="112467"/>
                </a:lnTo>
                <a:lnTo>
                  <a:pt x="424091" y="112768"/>
                </a:lnTo>
                <a:lnTo>
                  <a:pt x="424222" y="113063"/>
                </a:lnTo>
                <a:lnTo>
                  <a:pt x="424363" y="113353"/>
                </a:lnTo>
                <a:lnTo>
                  <a:pt x="424514" y="113637"/>
                </a:lnTo>
                <a:lnTo>
                  <a:pt x="424676" y="113915"/>
                </a:lnTo>
                <a:lnTo>
                  <a:pt x="424848" y="114188"/>
                </a:lnTo>
                <a:lnTo>
                  <a:pt x="425031" y="114455"/>
                </a:lnTo>
                <a:lnTo>
                  <a:pt x="425224" y="114717"/>
                </a:lnTo>
                <a:lnTo>
                  <a:pt x="425427" y="114973"/>
                </a:lnTo>
                <a:lnTo>
                  <a:pt x="425641" y="115223"/>
                </a:lnTo>
                <a:lnTo>
                  <a:pt x="425866" y="115468"/>
                </a:lnTo>
                <a:lnTo>
                  <a:pt x="426100" y="115707"/>
                </a:lnTo>
                <a:lnTo>
                  <a:pt x="426346" y="115940"/>
                </a:lnTo>
                <a:lnTo>
                  <a:pt x="426603" y="116166"/>
                </a:lnTo>
                <a:lnTo>
                  <a:pt x="426874" y="116382"/>
                </a:lnTo>
                <a:lnTo>
                  <a:pt x="427159" y="116589"/>
                </a:lnTo>
                <a:lnTo>
                  <a:pt x="427458" y="116786"/>
                </a:lnTo>
                <a:lnTo>
                  <a:pt x="427770" y="116973"/>
                </a:lnTo>
                <a:lnTo>
                  <a:pt x="428096" y="117151"/>
                </a:lnTo>
                <a:lnTo>
                  <a:pt x="428436" y="117319"/>
                </a:lnTo>
                <a:lnTo>
                  <a:pt x="428790" y="117478"/>
                </a:lnTo>
                <a:lnTo>
                  <a:pt x="429157" y="117627"/>
                </a:lnTo>
                <a:lnTo>
                  <a:pt x="429538" y="117766"/>
                </a:lnTo>
                <a:lnTo>
                  <a:pt x="429933" y="117896"/>
                </a:lnTo>
                <a:lnTo>
                  <a:pt x="430342" y="118016"/>
                </a:lnTo>
                <a:lnTo>
                  <a:pt x="430764" y="118126"/>
                </a:lnTo>
                <a:lnTo>
                  <a:pt x="431200" y="118227"/>
                </a:lnTo>
                <a:lnTo>
                  <a:pt x="431650" y="118319"/>
                </a:lnTo>
                <a:lnTo>
                  <a:pt x="432114" y="118400"/>
                </a:lnTo>
                <a:lnTo>
                  <a:pt x="432591" y="118472"/>
                </a:lnTo>
                <a:lnTo>
                  <a:pt x="433082" y="118535"/>
                </a:lnTo>
                <a:lnTo>
                  <a:pt x="433587" y="118588"/>
                </a:lnTo>
                <a:lnTo>
                  <a:pt x="434106" y="118631"/>
                </a:lnTo>
                <a:lnTo>
                  <a:pt x="434638" y="118665"/>
                </a:lnTo>
                <a:lnTo>
                  <a:pt x="435184" y="118689"/>
                </a:lnTo>
                <a:lnTo>
                  <a:pt x="435744" y="118703"/>
                </a:lnTo>
                <a:lnTo>
                  <a:pt x="436318" y="118708"/>
                </a:lnTo>
                <a:lnTo>
                  <a:pt x="462082" y="118708"/>
                </a:lnTo>
                <a:lnTo>
                  <a:pt x="462663" y="118703"/>
                </a:lnTo>
                <a:lnTo>
                  <a:pt x="463231" y="118689"/>
                </a:lnTo>
                <a:lnTo>
                  <a:pt x="463784" y="118665"/>
                </a:lnTo>
                <a:lnTo>
                  <a:pt x="464323" y="118632"/>
                </a:lnTo>
                <a:lnTo>
                  <a:pt x="464848" y="118590"/>
                </a:lnTo>
                <a:lnTo>
                  <a:pt x="465359" y="118538"/>
                </a:lnTo>
                <a:lnTo>
                  <a:pt x="465856" y="118476"/>
                </a:lnTo>
                <a:lnTo>
                  <a:pt x="466339" y="118406"/>
                </a:lnTo>
                <a:lnTo>
                  <a:pt x="466808" y="118325"/>
                </a:lnTo>
                <a:lnTo>
                  <a:pt x="467263" y="118236"/>
                </a:lnTo>
                <a:lnTo>
                  <a:pt x="467703" y="118136"/>
                </a:lnTo>
                <a:lnTo>
                  <a:pt x="468130" y="118028"/>
                </a:lnTo>
                <a:lnTo>
                  <a:pt x="468542" y="117910"/>
                </a:lnTo>
                <a:lnTo>
                  <a:pt x="468940" y="117782"/>
                </a:lnTo>
                <a:lnTo>
                  <a:pt x="469325" y="117645"/>
                </a:lnTo>
                <a:lnTo>
                  <a:pt x="469695" y="117499"/>
                </a:lnTo>
                <a:lnTo>
                  <a:pt x="470051" y="117343"/>
                </a:lnTo>
                <a:lnTo>
                  <a:pt x="470393" y="117178"/>
                </a:lnTo>
                <a:lnTo>
                  <a:pt x="470721" y="117003"/>
                </a:lnTo>
                <a:lnTo>
                  <a:pt x="471035" y="116819"/>
                </a:lnTo>
                <a:lnTo>
                  <a:pt x="471335" y="116626"/>
                </a:lnTo>
                <a:lnTo>
                  <a:pt x="471620" y="116423"/>
                </a:lnTo>
                <a:lnTo>
                  <a:pt x="471892" y="116210"/>
                </a:lnTo>
                <a:lnTo>
                  <a:pt x="472149" y="115988"/>
                </a:lnTo>
                <a:lnTo>
                  <a:pt x="472395" y="115759"/>
                </a:lnTo>
                <a:lnTo>
                  <a:pt x="472629" y="115523"/>
                </a:lnTo>
                <a:lnTo>
                  <a:pt x="472854" y="115282"/>
                </a:lnTo>
                <a:lnTo>
                  <a:pt x="473068" y="115035"/>
                </a:lnTo>
                <a:lnTo>
                  <a:pt x="473271" y="114783"/>
                </a:lnTo>
                <a:lnTo>
                  <a:pt x="473464" y="114524"/>
                </a:lnTo>
                <a:lnTo>
                  <a:pt x="473647" y="114260"/>
                </a:lnTo>
                <a:lnTo>
                  <a:pt x="473819" y="113990"/>
                </a:lnTo>
                <a:lnTo>
                  <a:pt x="473981" y="113714"/>
                </a:lnTo>
                <a:lnTo>
                  <a:pt x="474132" y="113432"/>
                </a:lnTo>
                <a:lnTo>
                  <a:pt x="474273" y="113144"/>
                </a:lnTo>
                <a:lnTo>
                  <a:pt x="474404" y="112851"/>
                </a:lnTo>
                <a:lnTo>
                  <a:pt x="474524" y="112552"/>
                </a:lnTo>
                <a:lnTo>
                  <a:pt x="474633" y="112247"/>
                </a:lnTo>
                <a:lnTo>
                  <a:pt x="474733" y="111936"/>
                </a:lnTo>
                <a:lnTo>
                  <a:pt x="474821" y="111620"/>
                </a:lnTo>
                <a:lnTo>
                  <a:pt x="474900" y="111298"/>
                </a:lnTo>
                <a:lnTo>
                  <a:pt x="474967" y="110969"/>
                </a:lnTo>
                <a:lnTo>
                  <a:pt x="475025" y="110636"/>
                </a:lnTo>
                <a:lnTo>
                  <a:pt x="475072" y="110296"/>
                </a:lnTo>
                <a:lnTo>
                  <a:pt x="475108" y="109950"/>
                </a:lnTo>
                <a:lnTo>
                  <a:pt x="475134" y="109599"/>
                </a:lnTo>
                <a:lnTo>
                  <a:pt x="475150" y="109242"/>
                </a:lnTo>
                <a:lnTo>
                  <a:pt x="475155" y="108879"/>
                </a:lnTo>
                <a:lnTo>
                  <a:pt x="475150" y="108516"/>
                </a:lnTo>
                <a:lnTo>
                  <a:pt x="475135" y="108159"/>
                </a:lnTo>
                <a:lnTo>
                  <a:pt x="475109" y="107808"/>
                </a:lnTo>
                <a:lnTo>
                  <a:pt x="475073" y="107462"/>
                </a:lnTo>
                <a:lnTo>
                  <a:pt x="475027" y="107123"/>
                </a:lnTo>
                <a:lnTo>
                  <a:pt x="474970" y="106789"/>
                </a:lnTo>
                <a:lnTo>
                  <a:pt x="474904" y="106461"/>
                </a:lnTo>
                <a:lnTo>
                  <a:pt x="474827" y="106138"/>
                </a:lnTo>
                <a:lnTo>
                  <a:pt x="474739" y="105822"/>
                </a:lnTo>
                <a:lnTo>
                  <a:pt x="474642" y="105511"/>
                </a:lnTo>
                <a:lnTo>
                  <a:pt x="474534" y="105206"/>
                </a:lnTo>
                <a:lnTo>
                  <a:pt x="474416" y="104907"/>
                </a:lnTo>
                <a:lnTo>
                  <a:pt x="474287" y="104614"/>
                </a:lnTo>
                <a:lnTo>
                  <a:pt x="474149" y="104326"/>
                </a:lnTo>
                <a:lnTo>
                  <a:pt x="474000" y="104044"/>
                </a:lnTo>
                <a:lnTo>
                  <a:pt x="473840" y="103769"/>
                </a:lnTo>
                <a:lnTo>
                  <a:pt x="473671" y="103498"/>
                </a:lnTo>
                <a:lnTo>
                  <a:pt x="473491" y="103234"/>
                </a:lnTo>
                <a:lnTo>
                  <a:pt x="473301" y="102976"/>
                </a:lnTo>
                <a:lnTo>
                  <a:pt x="473101" y="102723"/>
                </a:lnTo>
                <a:lnTo>
                  <a:pt x="472890" y="102476"/>
                </a:lnTo>
                <a:lnTo>
                  <a:pt x="472670" y="102235"/>
                </a:lnTo>
                <a:lnTo>
                  <a:pt x="472438" y="101999"/>
                </a:lnTo>
                <a:lnTo>
                  <a:pt x="472197" y="101770"/>
                </a:lnTo>
                <a:lnTo>
                  <a:pt x="471945" y="101548"/>
                </a:lnTo>
                <a:lnTo>
                  <a:pt x="471682" y="101336"/>
                </a:lnTo>
                <a:lnTo>
                  <a:pt x="471407" y="101133"/>
                </a:lnTo>
                <a:lnTo>
                  <a:pt x="471121" y="100939"/>
                </a:lnTo>
                <a:lnTo>
                  <a:pt x="470824" y="100755"/>
                </a:lnTo>
                <a:lnTo>
                  <a:pt x="470515" y="100580"/>
                </a:lnTo>
                <a:lnTo>
                  <a:pt x="470195" y="100415"/>
                </a:lnTo>
                <a:lnTo>
                  <a:pt x="469864" y="100259"/>
                </a:lnTo>
                <a:lnTo>
                  <a:pt x="469522" y="100113"/>
                </a:lnTo>
                <a:lnTo>
                  <a:pt x="469169" y="99976"/>
                </a:lnTo>
                <a:lnTo>
                  <a:pt x="468804" y="99848"/>
                </a:lnTo>
                <a:lnTo>
                  <a:pt x="468428" y="99730"/>
                </a:lnTo>
                <a:lnTo>
                  <a:pt x="468040" y="99622"/>
                </a:lnTo>
                <a:lnTo>
                  <a:pt x="467642" y="99523"/>
                </a:lnTo>
                <a:lnTo>
                  <a:pt x="467232" y="99433"/>
                </a:lnTo>
                <a:lnTo>
                  <a:pt x="466811" y="99353"/>
                </a:lnTo>
                <a:lnTo>
                  <a:pt x="466379" y="99282"/>
                </a:lnTo>
                <a:lnTo>
                  <a:pt x="465935" y="99220"/>
                </a:lnTo>
                <a:lnTo>
                  <a:pt x="465480" y="99168"/>
                </a:lnTo>
                <a:lnTo>
                  <a:pt x="465014" y="99126"/>
                </a:lnTo>
                <a:lnTo>
                  <a:pt x="464536" y="99093"/>
                </a:lnTo>
                <a:lnTo>
                  <a:pt x="464048" y="99069"/>
                </a:lnTo>
                <a:lnTo>
                  <a:pt x="463548" y="99055"/>
                </a:lnTo>
                <a:lnTo>
                  <a:pt x="463036" y="99050"/>
                </a:lnTo>
                <a:lnTo>
                  <a:pt x="463036" y="22711"/>
                </a:lnTo>
                <a:lnTo>
                  <a:pt x="463454" y="22706"/>
                </a:lnTo>
                <a:lnTo>
                  <a:pt x="463863" y="22692"/>
                </a:lnTo>
                <a:lnTo>
                  <a:pt x="464263" y="22668"/>
                </a:lnTo>
                <a:lnTo>
                  <a:pt x="464656" y="22634"/>
                </a:lnTo>
                <a:lnTo>
                  <a:pt x="465040" y="22591"/>
                </a:lnTo>
                <a:lnTo>
                  <a:pt x="465416" y="22538"/>
                </a:lnTo>
                <a:lnTo>
                  <a:pt x="465784" y="22476"/>
                </a:lnTo>
                <a:lnTo>
                  <a:pt x="466143" y="22403"/>
                </a:lnTo>
                <a:lnTo>
                  <a:pt x="466494" y="22322"/>
                </a:lnTo>
                <a:lnTo>
                  <a:pt x="466837" y="22231"/>
                </a:lnTo>
                <a:lnTo>
                  <a:pt x="467171" y="22130"/>
                </a:lnTo>
                <a:lnTo>
                  <a:pt x="467497" y="22019"/>
                </a:lnTo>
                <a:lnTo>
                  <a:pt x="467815" y="21899"/>
                </a:lnTo>
                <a:lnTo>
                  <a:pt x="468125" y="21769"/>
                </a:lnTo>
                <a:lnTo>
                  <a:pt x="468426" y="21630"/>
                </a:lnTo>
                <a:lnTo>
                  <a:pt x="468719" y="21481"/>
                </a:lnTo>
                <a:lnTo>
                  <a:pt x="469004" y="21323"/>
                </a:lnTo>
                <a:lnTo>
                  <a:pt x="469281" y="21154"/>
                </a:lnTo>
                <a:lnTo>
                  <a:pt x="469549" y="20977"/>
                </a:lnTo>
                <a:lnTo>
                  <a:pt x="469809" y="20789"/>
                </a:lnTo>
                <a:lnTo>
                  <a:pt x="470060" y="20592"/>
                </a:lnTo>
                <a:lnTo>
                  <a:pt x="470304" y="20386"/>
                </a:lnTo>
                <a:lnTo>
                  <a:pt x="470539" y="20169"/>
                </a:lnTo>
                <a:lnTo>
                  <a:pt x="470766" y="19944"/>
                </a:lnTo>
                <a:lnTo>
                  <a:pt x="470984" y="19710"/>
                </a:lnTo>
                <a:lnTo>
                  <a:pt x="471192" y="19471"/>
                </a:lnTo>
                <a:lnTo>
                  <a:pt x="471392" y="19226"/>
                </a:lnTo>
                <a:lnTo>
                  <a:pt x="471582" y="18976"/>
                </a:lnTo>
                <a:lnTo>
                  <a:pt x="471763" y="18720"/>
                </a:lnTo>
                <a:lnTo>
                  <a:pt x="471935" y="18459"/>
                </a:lnTo>
                <a:lnTo>
                  <a:pt x="472097" y="18191"/>
                </a:lnTo>
                <a:lnTo>
                  <a:pt x="472250" y="17919"/>
                </a:lnTo>
                <a:lnTo>
                  <a:pt x="472394" y="17640"/>
                </a:lnTo>
                <a:lnTo>
                  <a:pt x="472528" y="17356"/>
                </a:lnTo>
                <a:lnTo>
                  <a:pt x="472654" y="17066"/>
                </a:lnTo>
                <a:lnTo>
                  <a:pt x="472770" y="16771"/>
                </a:lnTo>
                <a:lnTo>
                  <a:pt x="472876" y="16470"/>
                </a:lnTo>
                <a:lnTo>
                  <a:pt x="472974" y="16163"/>
                </a:lnTo>
                <a:lnTo>
                  <a:pt x="473062" y="15851"/>
                </a:lnTo>
                <a:lnTo>
                  <a:pt x="473066" y="15833"/>
                </a:lnTo>
                <a:lnTo>
                  <a:pt x="473071" y="15851"/>
                </a:lnTo>
                <a:lnTo>
                  <a:pt x="473169" y="16163"/>
                </a:lnTo>
                <a:lnTo>
                  <a:pt x="473277" y="16470"/>
                </a:lnTo>
                <a:lnTo>
                  <a:pt x="473395" y="16771"/>
                </a:lnTo>
                <a:lnTo>
                  <a:pt x="473523" y="17066"/>
                </a:lnTo>
                <a:lnTo>
                  <a:pt x="473662" y="17356"/>
                </a:lnTo>
                <a:lnTo>
                  <a:pt x="473811" y="17640"/>
                </a:lnTo>
                <a:lnTo>
                  <a:pt x="473970" y="17919"/>
                </a:lnTo>
                <a:lnTo>
                  <a:pt x="474139" y="18191"/>
                </a:lnTo>
                <a:lnTo>
                  <a:pt x="474319" y="18459"/>
                </a:lnTo>
                <a:lnTo>
                  <a:pt x="474509" y="18720"/>
                </a:lnTo>
                <a:lnTo>
                  <a:pt x="474710" y="18976"/>
                </a:lnTo>
                <a:lnTo>
                  <a:pt x="474920" y="19226"/>
                </a:lnTo>
                <a:lnTo>
                  <a:pt x="475141" y="19471"/>
                </a:lnTo>
                <a:lnTo>
                  <a:pt x="475372" y="19710"/>
                </a:lnTo>
                <a:lnTo>
                  <a:pt x="475613" y="19944"/>
                </a:lnTo>
                <a:lnTo>
                  <a:pt x="475866" y="20169"/>
                </a:lnTo>
                <a:lnTo>
                  <a:pt x="476129" y="20386"/>
                </a:lnTo>
                <a:lnTo>
                  <a:pt x="476404" y="20592"/>
                </a:lnTo>
                <a:lnTo>
                  <a:pt x="476690" y="20789"/>
                </a:lnTo>
                <a:lnTo>
                  <a:pt x="476987" y="20977"/>
                </a:lnTo>
                <a:lnTo>
                  <a:pt x="477295" y="21154"/>
                </a:lnTo>
                <a:lnTo>
                  <a:pt x="477615" y="21323"/>
                </a:lnTo>
                <a:lnTo>
                  <a:pt x="477946" y="21481"/>
                </a:lnTo>
                <a:lnTo>
                  <a:pt x="478288" y="21630"/>
                </a:lnTo>
                <a:lnTo>
                  <a:pt x="478642" y="21769"/>
                </a:lnTo>
                <a:lnTo>
                  <a:pt x="479007" y="21899"/>
                </a:lnTo>
                <a:lnTo>
                  <a:pt x="479383" y="22019"/>
                </a:lnTo>
                <a:lnTo>
                  <a:pt x="479770" y="22130"/>
                </a:lnTo>
                <a:lnTo>
                  <a:pt x="480169" y="22231"/>
                </a:lnTo>
                <a:lnTo>
                  <a:pt x="480578" y="22322"/>
                </a:lnTo>
                <a:lnTo>
                  <a:pt x="481000" y="22403"/>
                </a:lnTo>
                <a:lnTo>
                  <a:pt x="481432" y="22476"/>
                </a:lnTo>
                <a:lnTo>
                  <a:pt x="481876" y="22538"/>
                </a:lnTo>
                <a:lnTo>
                  <a:pt x="482331" y="22591"/>
                </a:lnTo>
                <a:lnTo>
                  <a:pt x="482797" y="22634"/>
                </a:lnTo>
                <a:lnTo>
                  <a:pt x="483274" y="22668"/>
                </a:lnTo>
                <a:lnTo>
                  <a:pt x="483763" y="22692"/>
                </a:lnTo>
                <a:lnTo>
                  <a:pt x="484263" y="22706"/>
                </a:lnTo>
                <a:lnTo>
                  <a:pt x="484774" y="22711"/>
                </a:lnTo>
                <a:lnTo>
                  <a:pt x="484774" y="78206"/>
                </a:lnTo>
                <a:lnTo>
                  <a:pt x="484780" y="79138"/>
                </a:lnTo>
                <a:lnTo>
                  <a:pt x="484799" y="80053"/>
                </a:lnTo>
                <a:lnTo>
                  <a:pt x="484829" y="80953"/>
                </a:lnTo>
                <a:lnTo>
                  <a:pt x="484872" y="81837"/>
                </a:lnTo>
                <a:lnTo>
                  <a:pt x="484927" y="82706"/>
                </a:lnTo>
                <a:lnTo>
                  <a:pt x="484995" y="83558"/>
                </a:lnTo>
                <a:lnTo>
                  <a:pt x="485074" y="84395"/>
                </a:lnTo>
                <a:lnTo>
                  <a:pt x="485166" y="85216"/>
                </a:lnTo>
                <a:lnTo>
                  <a:pt x="485271" y="86022"/>
                </a:lnTo>
                <a:lnTo>
                  <a:pt x="485387" y="86811"/>
                </a:lnTo>
                <a:lnTo>
                  <a:pt x="485516" y="87585"/>
                </a:lnTo>
                <a:lnTo>
                  <a:pt x="485657" y="88343"/>
                </a:lnTo>
                <a:lnTo>
                  <a:pt x="485810" y="89086"/>
                </a:lnTo>
                <a:lnTo>
                  <a:pt x="485976" y="89812"/>
                </a:lnTo>
                <a:lnTo>
                  <a:pt x="486153" y="90523"/>
                </a:lnTo>
                <a:lnTo>
                  <a:pt x="486343" y="91218"/>
                </a:lnTo>
                <a:lnTo>
                  <a:pt x="486546" y="91898"/>
                </a:lnTo>
                <a:lnTo>
                  <a:pt x="486760" y="92561"/>
                </a:lnTo>
                <a:lnTo>
                  <a:pt x="486987" y="93209"/>
                </a:lnTo>
                <a:lnTo>
                  <a:pt x="487226" y="93841"/>
                </a:lnTo>
                <a:lnTo>
                  <a:pt x="487477" y="94457"/>
                </a:lnTo>
                <a:lnTo>
                  <a:pt x="487741" y="95058"/>
                </a:lnTo>
                <a:lnTo>
                  <a:pt x="488017" y="95642"/>
                </a:lnTo>
                <a:lnTo>
                  <a:pt x="488305" y="96211"/>
                </a:lnTo>
                <a:lnTo>
                  <a:pt x="488604" y="96772"/>
                </a:lnTo>
                <a:lnTo>
                  <a:pt x="488913" y="97330"/>
                </a:lnTo>
                <a:lnTo>
                  <a:pt x="489231" y="97887"/>
                </a:lnTo>
                <a:lnTo>
                  <a:pt x="489560" y="98441"/>
                </a:lnTo>
                <a:lnTo>
                  <a:pt x="489898" y="98994"/>
                </a:lnTo>
                <a:lnTo>
                  <a:pt x="490246" y="99545"/>
                </a:lnTo>
                <a:lnTo>
                  <a:pt x="490604" y="100095"/>
                </a:lnTo>
                <a:lnTo>
                  <a:pt x="490971" y="100642"/>
                </a:lnTo>
                <a:lnTo>
                  <a:pt x="491349" y="101188"/>
                </a:lnTo>
                <a:lnTo>
                  <a:pt x="491736" y="101732"/>
                </a:lnTo>
                <a:lnTo>
                  <a:pt x="492133" y="102273"/>
                </a:lnTo>
                <a:lnTo>
                  <a:pt x="492539" y="102814"/>
                </a:lnTo>
                <a:lnTo>
                  <a:pt x="492956" y="103352"/>
                </a:lnTo>
                <a:lnTo>
                  <a:pt x="493382" y="103888"/>
                </a:lnTo>
                <a:lnTo>
                  <a:pt x="493818" y="104423"/>
                </a:lnTo>
                <a:lnTo>
                  <a:pt x="494264" y="104956"/>
                </a:lnTo>
                <a:lnTo>
                  <a:pt x="494719" y="105487"/>
                </a:lnTo>
                <a:lnTo>
                  <a:pt x="495184" y="106016"/>
                </a:lnTo>
                <a:lnTo>
                  <a:pt x="495659" y="106544"/>
                </a:lnTo>
                <a:lnTo>
                  <a:pt x="496144" y="107069"/>
                </a:lnTo>
                <a:lnTo>
                  <a:pt x="496639" y="107593"/>
                </a:lnTo>
                <a:lnTo>
                  <a:pt x="497143" y="108115"/>
                </a:lnTo>
                <a:lnTo>
                  <a:pt x="497657" y="108635"/>
                </a:lnTo>
                <a:lnTo>
                  <a:pt x="498181" y="109153"/>
                </a:lnTo>
                <a:lnTo>
                  <a:pt x="498713" y="109666"/>
                </a:lnTo>
                <a:lnTo>
                  <a:pt x="499250" y="110167"/>
                </a:lnTo>
                <a:lnTo>
                  <a:pt x="499793" y="110659"/>
                </a:lnTo>
                <a:lnTo>
                  <a:pt x="500342" y="111139"/>
                </a:lnTo>
                <a:lnTo>
                  <a:pt x="500896" y="111610"/>
                </a:lnTo>
                <a:lnTo>
                  <a:pt x="501455" y="112070"/>
                </a:lnTo>
                <a:lnTo>
                  <a:pt x="502021" y="112519"/>
                </a:lnTo>
                <a:lnTo>
                  <a:pt x="502592" y="112958"/>
                </a:lnTo>
                <a:lnTo>
                  <a:pt x="503169" y="113387"/>
                </a:lnTo>
                <a:lnTo>
                  <a:pt x="503751" y="113805"/>
                </a:lnTo>
                <a:lnTo>
                  <a:pt x="504339" y="114212"/>
                </a:lnTo>
                <a:lnTo>
                  <a:pt x="504933" y="114610"/>
                </a:lnTo>
                <a:lnTo>
                  <a:pt x="505532" y="114997"/>
                </a:lnTo>
                <a:lnTo>
                  <a:pt x="506137" y="115373"/>
                </a:lnTo>
                <a:lnTo>
                  <a:pt x="506747" y="115739"/>
                </a:lnTo>
                <a:lnTo>
                  <a:pt x="507363" y="116094"/>
                </a:lnTo>
                <a:lnTo>
                  <a:pt x="507985" y="116439"/>
                </a:lnTo>
                <a:lnTo>
                  <a:pt x="508612" y="116774"/>
                </a:lnTo>
                <a:lnTo>
                  <a:pt x="509245" y="117098"/>
                </a:lnTo>
                <a:lnTo>
                  <a:pt x="509884" y="117411"/>
                </a:lnTo>
                <a:lnTo>
                  <a:pt x="510528" y="117715"/>
                </a:lnTo>
                <a:lnTo>
                  <a:pt x="511178" y="118007"/>
                </a:lnTo>
                <a:lnTo>
                  <a:pt x="511834" y="118290"/>
                </a:lnTo>
                <a:lnTo>
                  <a:pt x="512495" y="118562"/>
                </a:lnTo>
                <a:lnTo>
                  <a:pt x="513161" y="118823"/>
                </a:lnTo>
                <a:lnTo>
                  <a:pt x="513830" y="119073"/>
                </a:lnTo>
                <a:lnTo>
                  <a:pt x="514504" y="119312"/>
                </a:lnTo>
                <a:lnTo>
                  <a:pt x="515181" y="119539"/>
                </a:lnTo>
                <a:lnTo>
                  <a:pt x="515862" y="119756"/>
                </a:lnTo>
                <a:lnTo>
                  <a:pt x="516547" y="119961"/>
                </a:lnTo>
                <a:lnTo>
                  <a:pt x="517236" y="120156"/>
                </a:lnTo>
                <a:lnTo>
                  <a:pt x="517929" y="120339"/>
                </a:lnTo>
                <a:lnTo>
                  <a:pt x="518625" y="120511"/>
                </a:lnTo>
                <a:lnTo>
                  <a:pt x="519325" y="120673"/>
                </a:lnTo>
                <a:lnTo>
                  <a:pt x="520029" y="120823"/>
                </a:lnTo>
                <a:lnTo>
                  <a:pt x="520737" y="120961"/>
                </a:lnTo>
                <a:lnTo>
                  <a:pt x="521449" y="121089"/>
                </a:lnTo>
                <a:lnTo>
                  <a:pt x="522164" y="121206"/>
                </a:lnTo>
                <a:lnTo>
                  <a:pt x="522883" y="121311"/>
                </a:lnTo>
                <a:lnTo>
                  <a:pt x="523606" y="121406"/>
                </a:lnTo>
                <a:lnTo>
                  <a:pt x="524333" y="121489"/>
                </a:lnTo>
                <a:lnTo>
                  <a:pt x="525064" y="121561"/>
                </a:lnTo>
                <a:lnTo>
                  <a:pt x="525799" y="121622"/>
                </a:lnTo>
                <a:lnTo>
                  <a:pt x="526537" y="121672"/>
                </a:lnTo>
                <a:lnTo>
                  <a:pt x="527279" y="121711"/>
                </a:lnTo>
                <a:lnTo>
                  <a:pt x="528025" y="121739"/>
                </a:lnTo>
                <a:lnTo>
                  <a:pt x="528775" y="121756"/>
                </a:lnTo>
                <a:lnTo>
                  <a:pt x="529528" y="121761"/>
                </a:lnTo>
                <a:lnTo>
                  <a:pt x="531046" y="121739"/>
                </a:lnTo>
                <a:lnTo>
                  <a:pt x="532545" y="121673"/>
                </a:lnTo>
                <a:lnTo>
                  <a:pt x="534026" y="121563"/>
                </a:lnTo>
                <a:lnTo>
                  <a:pt x="535488" y="121408"/>
                </a:lnTo>
                <a:lnTo>
                  <a:pt x="536932" y="121210"/>
                </a:lnTo>
                <a:lnTo>
                  <a:pt x="538358" y="120967"/>
                </a:lnTo>
                <a:lnTo>
                  <a:pt x="539765" y="120681"/>
                </a:lnTo>
                <a:lnTo>
                  <a:pt x="541154" y="120350"/>
                </a:lnTo>
                <a:lnTo>
                  <a:pt x="542524" y="119975"/>
                </a:lnTo>
                <a:lnTo>
                  <a:pt x="543877" y="119556"/>
                </a:lnTo>
                <a:lnTo>
                  <a:pt x="545210" y="119093"/>
                </a:lnTo>
                <a:lnTo>
                  <a:pt x="546526" y="118585"/>
                </a:lnTo>
                <a:lnTo>
                  <a:pt x="547822" y="118034"/>
                </a:lnTo>
                <a:lnTo>
                  <a:pt x="549101" y="117439"/>
                </a:lnTo>
                <a:lnTo>
                  <a:pt x="550361" y="116799"/>
                </a:lnTo>
                <a:lnTo>
                  <a:pt x="551603" y="116115"/>
                </a:lnTo>
                <a:lnTo>
                  <a:pt x="552826" y="115388"/>
                </a:lnTo>
                <a:lnTo>
                  <a:pt x="554031" y="114616"/>
                </a:lnTo>
                <a:lnTo>
                  <a:pt x="555218" y="113800"/>
                </a:lnTo>
                <a:lnTo>
                  <a:pt x="556386" y="112940"/>
                </a:lnTo>
                <a:lnTo>
                  <a:pt x="557536" y="112035"/>
                </a:lnTo>
                <a:lnTo>
                  <a:pt x="558667" y="111087"/>
                </a:lnTo>
                <a:lnTo>
                  <a:pt x="559780" y="110095"/>
                </a:lnTo>
                <a:lnTo>
                  <a:pt x="560875" y="109058"/>
                </a:lnTo>
                <a:lnTo>
                  <a:pt x="561938" y="107990"/>
                </a:lnTo>
                <a:lnTo>
                  <a:pt x="562955" y="106903"/>
                </a:lnTo>
                <a:lnTo>
                  <a:pt x="563928" y="105797"/>
                </a:lnTo>
                <a:lnTo>
                  <a:pt x="564855" y="104672"/>
                </a:lnTo>
                <a:lnTo>
                  <a:pt x="565737" y="103529"/>
                </a:lnTo>
                <a:lnTo>
                  <a:pt x="566574" y="102366"/>
                </a:lnTo>
                <a:lnTo>
                  <a:pt x="567365" y="101184"/>
                </a:lnTo>
                <a:lnTo>
                  <a:pt x="568111" y="99984"/>
                </a:lnTo>
                <a:lnTo>
                  <a:pt x="568812" y="98765"/>
                </a:lnTo>
                <a:lnTo>
                  <a:pt x="569468" y="97527"/>
                </a:lnTo>
                <a:lnTo>
                  <a:pt x="570079" y="96269"/>
                </a:lnTo>
                <a:lnTo>
                  <a:pt x="570644" y="94993"/>
                </a:lnTo>
                <a:lnTo>
                  <a:pt x="571164" y="93698"/>
                </a:lnTo>
                <a:lnTo>
                  <a:pt x="571639" y="92385"/>
                </a:lnTo>
                <a:lnTo>
                  <a:pt x="572069" y="91052"/>
                </a:lnTo>
                <a:lnTo>
                  <a:pt x="572453" y="89700"/>
                </a:lnTo>
                <a:lnTo>
                  <a:pt x="572792" y="88330"/>
                </a:lnTo>
                <a:lnTo>
                  <a:pt x="573086" y="86940"/>
                </a:lnTo>
                <a:lnTo>
                  <a:pt x="573335" y="85532"/>
                </a:lnTo>
                <a:lnTo>
                  <a:pt x="573539" y="84104"/>
                </a:lnTo>
                <a:lnTo>
                  <a:pt x="573697" y="82658"/>
                </a:lnTo>
                <a:lnTo>
                  <a:pt x="573810" y="81193"/>
                </a:lnTo>
                <a:lnTo>
                  <a:pt x="573878" y="79709"/>
                </a:lnTo>
                <a:lnTo>
                  <a:pt x="573900" y="78206"/>
                </a:lnTo>
                <a:lnTo>
                  <a:pt x="573900" y="22711"/>
                </a:lnTo>
                <a:lnTo>
                  <a:pt x="574412" y="22706"/>
                </a:lnTo>
                <a:lnTo>
                  <a:pt x="574912" y="22692"/>
                </a:lnTo>
                <a:lnTo>
                  <a:pt x="575400" y="22668"/>
                </a:lnTo>
                <a:lnTo>
                  <a:pt x="575878" y="22634"/>
                </a:lnTo>
                <a:lnTo>
                  <a:pt x="576344" y="22591"/>
                </a:lnTo>
                <a:lnTo>
                  <a:pt x="576799" y="22538"/>
                </a:lnTo>
                <a:lnTo>
                  <a:pt x="577243" y="22476"/>
                </a:lnTo>
                <a:lnTo>
                  <a:pt x="577675" y="22403"/>
                </a:lnTo>
                <a:lnTo>
                  <a:pt x="578096" y="22322"/>
                </a:lnTo>
                <a:lnTo>
                  <a:pt x="578506" y="22231"/>
                </a:lnTo>
                <a:lnTo>
                  <a:pt x="578905" y="22130"/>
                </a:lnTo>
                <a:lnTo>
                  <a:pt x="579292" y="22019"/>
                </a:lnTo>
                <a:lnTo>
                  <a:pt x="579668" y="21899"/>
                </a:lnTo>
                <a:lnTo>
                  <a:pt x="580033" y="21769"/>
                </a:lnTo>
                <a:lnTo>
                  <a:pt x="580386" y="21630"/>
                </a:lnTo>
                <a:lnTo>
                  <a:pt x="580729" y="21481"/>
                </a:lnTo>
                <a:lnTo>
                  <a:pt x="581060" y="21323"/>
                </a:lnTo>
                <a:lnTo>
                  <a:pt x="581379" y="21154"/>
                </a:lnTo>
                <a:lnTo>
                  <a:pt x="581688" y="20977"/>
                </a:lnTo>
                <a:lnTo>
                  <a:pt x="581985" y="20789"/>
                </a:lnTo>
                <a:lnTo>
                  <a:pt x="582271" y="20592"/>
                </a:lnTo>
                <a:lnTo>
                  <a:pt x="582546" y="20386"/>
                </a:lnTo>
                <a:lnTo>
                  <a:pt x="582809" y="20169"/>
                </a:lnTo>
                <a:lnTo>
                  <a:pt x="583061" y="19944"/>
                </a:lnTo>
                <a:lnTo>
                  <a:pt x="583302" y="19710"/>
                </a:lnTo>
                <a:lnTo>
                  <a:pt x="583534" y="19471"/>
                </a:lnTo>
                <a:lnTo>
                  <a:pt x="583754" y="19226"/>
                </a:lnTo>
                <a:lnTo>
                  <a:pt x="583965" y="18976"/>
                </a:lnTo>
                <a:lnTo>
                  <a:pt x="584165" y="18720"/>
                </a:lnTo>
                <a:lnTo>
                  <a:pt x="584355" y="18459"/>
                </a:lnTo>
                <a:lnTo>
                  <a:pt x="584535" y="18191"/>
                </a:lnTo>
                <a:lnTo>
                  <a:pt x="584705" y="17919"/>
                </a:lnTo>
                <a:lnTo>
                  <a:pt x="584864" y="17640"/>
                </a:lnTo>
                <a:lnTo>
                  <a:pt x="585013" y="17356"/>
                </a:lnTo>
                <a:lnTo>
                  <a:pt x="585151" y="17066"/>
                </a:lnTo>
                <a:lnTo>
                  <a:pt x="585280" y="16771"/>
                </a:lnTo>
                <a:lnTo>
                  <a:pt x="585398" y="16470"/>
                </a:lnTo>
                <a:lnTo>
                  <a:pt x="585506" y="16163"/>
                </a:lnTo>
                <a:lnTo>
                  <a:pt x="585603" y="15851"/>
                </a:lnTo>
                <a:lnTo>
                  <a:pt x="585691" y="15533"/>
                </a:lnTo>
                <a:lnTo>
                  <a:pt x="585768" y="15209"/>
                </a:lnTo>
                <a:lnTo>
                  <a:pt x="585834" y="14880"/>
                </a:lnTo>
                <a:lnTo>
                  <a:pt x="585891" y="14545"/>
                </a:lnTo>
                <a:lnTo>
                  <a:pt x="585937" y="14205"/>
                </a:lnTo>
                <a:lnTo>
                  <a:pt x="585973" y="13859"/>
                </a:lnTo>
                <a:lnTo>
                  <a:pt x="585999" y="13507"/>
                </a:lnTo>
                <a:lnTo>
                  <a:pt x="586014" y="13150"/>
                </a:lnTo>
                <a:lnTo>
                  <a:pt x="586019" y="12787"/>
                </a:lnTo>
                <a:lnTo>
                  <a:pt x="586014" y="12424"/>
                </a:lnTo>
                <a:lnTo>
                  <a:pt x="585998" y="12067"/>
                </a:lnTo>
                <a:lnTo>
                  <a:pt x="585972" y="11716"/>
                </a:lnTo>
                <a:lnTo>
                  <a:pt x="585936" y="11371"/>
                </a:lnTo>
                <a:lnTo>
                  <a:pt x="585889" y="11032"/>
                </a:lnTo>
                <a:lnTo>
                  <a:pt x="585831" y="10699"/>
                </a:lnTo>
                <a:lnTo>
                  <a:pt x="585764" y="10372"/>
                </a:lnTo>
                <a:lnTo>
                  <a:pt x="585685" y="10051"/>
                </a:lnTo>
                <a:lnTo>
                  <a:pt x="585597" y="9736"/>
                </a:lnTo>
                <a:lnTo>
                  <a:pt x="585497" y="9427"/>
                </a:lnTo>
                <a:lnTo>
                  <a:pt x="585388" y="9124"/>
                </a:lnTo>
                <a:lnTo>
                  <a:pt x="585268" y="8827"/>
                </a:lnTo>
                <a:lnTo>
                  <a:pt x="585137" y="8536"/>
                </a:lnTo>
                <a:lnTo>
                  <a:pt x="584996" y="8250"/>
                </a:lnTo>
                <a:lnTo>
                  <a:pt x="584845" y="7971"/>
                </a:lnTo>
                <a:lnTo>
                  <a:pt x="584683" y="7698"/>
                </a:lnTo>
                <a:lnTo>
                  <a:pt x="584511" y="7430"/>
                </a:lnTo>
                <a:lnTo>
                  <a:pt x="584328" y="7169"/>
                </a:lnTo>
                <a:lnTo>
                  <a:pt x="584135" y="6913"/>
                </a:lnTo>
                <a:lnTo>
                  <a:pt x="583932" y="6664"/>
                </a:lnTo>
                <a:lnTo>
                  <a:pt x="583718" y="6420"/>
                </a:lnTo>
                <a:lnTo>
                  <a:pt x="583493" y="6183"/>
                </a:lnTo>
                <a:lnTo>
                  <a:pt x="583259" y="5951"/>
                </a:lnTo>
                <a:lnTo>
                  <a:pt x="583013" y="5725"/>
                </a:lnTo>
                <a:lnTo>
                  <a:pt x="582756" y="5507"/>
                </a:lnTo>
                <a:lnTo>
                  <a:pt x="582484" y="5299"/>
                </a:lnTo>
                <a:lnTo>
                  <a:pt x="582199" y="5099"/>
                </a:lnTo>
                <a:lnTo>
                  <a:pt x="581899" y="4909"/>
                </a:lnTo>
                <a:lnTo>
                  <a:pt x="581585" y="4728"/>
                </a:lnTo>
                <a:lnTo>
                  <a:pt x="581257" y="4557"/>
                </a:lnTo>
                <a:lnTo>
                  <a:pt x="580915" y="4394"/>
                </a:lnTo>
                <a:lnTo>
                  <a:pt x="580559" y="4241"/>
                </a:lnTo>
                <a:lnTo>
                  <a:pt x="580189" y="4097"/>
                </a:lnTo>
                <a:lnTo>
                  <a:pt x="579804" y="3963"/>
                </a:lnTo>
                <a:lnTo>
                  <a:pt x="579406" y="3838"/>
                </a:lnTo>
                <a:lnTo>
                  <a:pt x="578994" y="3722"/>
                </a:lnTo>
                <a:lnTo>
                  <a:pt x="578567" y="3615"/>
                </a:lnTo>
                <a:lnTo>
                  <a:pt x="578127" y="3517"/>
                </a:lnTo>
                <a:lnTo>
                  <a:pt x="577672" y="3429"/>
                </a:lnTo>
                <a:lnTo>
                  <a:pt x="577203" y="3350"/>
                </a:lnTo>
                <a:lnTo>
                  <a:pt x="576720" y="3281"/>
                </a:lnTo>
                <a:lnTo>
                  <a:pt x="576223" y="3221"/>
                </a:lnTo>
                <a:lnTo>
                  <a:pt x="575712" y="3170"/>
                </a:lnTo>
                <a:lnTo>
                  <a:pt x="575187" y="3128"/>
                </a:lnTo>
                <a:lnTo>
                  <a:pt x="574648" y="3095"/>
                </a:lnTo>
                <a:lnTo>
                  <a:pt x="574095" y="3072"/>
                </a:lnTo>
                <a:lnTo>
                  <a:pt x="573528" y="3058"/>
                </a:lnTo>
                <a:lnTo>
                  <a:pt x="572946" y="3054"/>
                </a:lnTo>
                <a:lnTo>
                  <a:pt x="547277" y="2863"/>
                </a:lnTo>
                <a:lnTo>
                  <a:pt x="546696" y="2867"/>
                </a:lnTo>
                <a:lnTo>
                  <a:pt x="546128" y="2882"/>
                </a:lnTo>
                <a:lnTo>
                  <a:pt x="545575" y="2905"/>
                </a:lnTo>
                <a:lnTo>
                  <a:pt x="545036" y="2938"/>
                </a:lnTo>
                <a:lnTo>
                  <a:pt x="544511" y="2981"/>
                </a:lnTo>
                <a:lnTo>
                  <a:pt x="544000" y="3033"/>
                </a:lnTo>
                <a:lnTo>
                  <a:pt x="543503" y="3094"/>
                </a:lnTo>
                <a:lnTo>
                  <a:pt x="543020" y="3165"/>
                </a:lnTo>
                <a:lnTo>
                  <a:pt x="542551" y="3245"/>
                </a:lnTo>
                <a:lnTo>
                  <a:pt x="542097" y="3335"/>
                </a:lnTo>
                <a:lnTo>
                  <a:pt x="541656" y="3434"/>
                </a:lnTo>
                <a:lnTo>
                  <a:pt x="541229" y="3543"/>
                </a:lnTo>
                <a:lnTo>
                  <a:pt x="540817" y="3661"/>
                </a:lnTo>
                <a:lnTo>
                  <a:pt x="540419" y="3788"/>
                </a:lnTo>
                <a:lnTo>
                  <a:pt x="540034" y="3925"/>
                </a:lnTo>
                <a:lnTo>
                  <a:pt x="539664" y="4071"/>
                </a:lnTo>
                <a:lnTo>
                  <a:pt x="539308" y="4227"/>
                </a:lnTo>
                <a:lnTo>
                  <a:pt x="538966" y="4393"/>
                </a:lnTo>
                <a:lnTo>
                  <a:pt x="538638" y="4567"/>
                </a:lnTo>
                <a:lnTo>
                  <a:pt x="538324" y="4751"/>
                </a:lnTo>
                <a:lnTo>
                  <a:pt x="538025" y="4945"/>
                </a:lnTo>
                <a:lnTo>
                  <a:pt x="537739" y="5148"/>
                </a:lnTo>
                <a:lnTo>
                  <a:pt x="537467" y="5360"/>
                </a:lnTo>
                <a:lnTo>
                  <a:pt x="537210" y="5582"/>
                </a:lnTo>
                <a:lnTo>
                  <a:pt x="536964" y="5812"/>
                </a:lnTo>
                <a:lnTo>
                  <a:pt x="536730" y="6047"/>
                </a:lnTo>
                <a:lnTo>
                  <a:pt x="536505" y="6288"/>
                </a:lnTo>
                <a:lnTo>
                  <a:pt x="536291" y="6535"/>
                </a:lnTo>
                <a:lnTo>
                  <a:pt x="536088" y="6788"/>
                </a:lnTo>
                <a:lnTo>
                  <a:pt x="535895" y="7046"/>
                </a:lnTo>
                <a:lnTo>
                  <a:pt x="535712" y="7311"/>
                </a:lnTo>
                <a:lnTo>
                  <a:pt x="535540" y="7581"/>
                </a:lnTo>
                <a:lnTo>
                  <a:pt x="535378" y="7857"/>
                </a:lnTo>
                <a:lnTo>
                  <a:pt x="535227" y="8139"/>
                </a:lnTo>
                <a:lnTo>
                  <a:pt x="535086" y="8426"/>
                </a:lnTo>
                <a:lnTo>
                  <a:pt x="534955" y="8719"/>
                </a:lnTo>
                <a:lnTo>
                  <a:pt x="534835" y="9019"/>
                </a:lnTo>
                <a:lnTo>
                  <a:pt x="534726" y="9323"/>
                </a:lnTo>
                <a:lnTo>
                  <a:pt x="534627" y="9634"/>
                </a:lnTo>
                <a:lnTo>
                  <a:pt x="534538" y="9951"/>
                </a:lnTo>
                <a:lnTo>
                  <a:pt x="534460" y="10273"/>
                </a:lnTo>
                <a:lnTo>
                  <a:pt x="534392" y="10601"/>
                </a:lnTo>
                <a:lnTo>
                  <a:pt x="534334" y="10935"/>
                </a:lnTo>
                <a:lnTo>
                  <a:pt x="534287" y="11275"/>
                </a:lnTo>
                <a:lnTo>
                  <a:pt x="534251" y="11620"/>
                </a:lnTo>
                <a:lnTo>
                  <a:pt x="534225" y="11971"/>
                </a:lnTo>
                <a:lnTo>
                  <a:pt x="534209" y="12329"/>
                </a:lnTo>
                <a:lnTo>
                  <a:pt x="534204" y="12691"/>
                </a:lnTo>
                <a:lnTo>
                  <a:pt x="534209" y="13054"/>
                </a:lnTo>
                <a:lnTo>
                  <a:pt x="534225" y="13411"/>
                </a:lnTo>
                <a:lnTo>
                  <a:pt x="534251" y="13763"/>
                </a:lnTo>
                <a:lnTo>
                  <a:pt x="534287" y="14108"/>
                </a:lnTo>
                <a:lnTo>
                  <a:pt x="534334" y="14448"/>
                </a:lnTo>
                <a:lnTo>
                  <a:pt x="534392" y="14782"/>
                </a:lnTo>
                <a:lnTo>
                  <a:pt x="534460" y="15110"/>
                </a:lnTo>
                <a:lnTo>
                  <a:pt x="534538" y="15432"/>
                </a:lnTo>
                <a:lnTo>
                  <a:pt x="534627" y="15749"/>
                </a:lnTo>
                <a:lnTo>
                  <a:pt x="534726" y="16059"/>
                </a:lnTo>
                <a:lnTo>
                  <a:pt x="534835" y="16364"/>
                </a:lnTo>
                <a:lnTo>
                  <a:pt x="534955" y="16663"/>
                </a:lnTo>
                <a:lnTo>
                  <a:pt x="535086" y="16957"/>
                </a:lnTo>
                <a:lnTo>
                  <a:pt x="535227" y="17244"/>
                </a:lnTo>
                <a:lnTo>
                  <a:pt x="535378" y="17526"/>
                </a:lnTo>
                <a:lnTo>
                  <a:pt x="535540" y="17802"/>
                </a:lnTo>
                <a:lnTo>
                  <a:pt x="535712" y="18072"/>
                </a:lnTo>
                <a:lnTo>
                  <a:pt x="535895" y="18336"/>
                </a:lnTo>
                <a:lnTo>
                  <a:pt x="536088" y="18595"/>
                </a:lnTo>
                <a:lnTo>
                  <a:pt x="536291" y="18848"/>
                </a:lnTo>
                <a:lnTo>
                  <a:pt x="536505" y="19095"/>
                </a:lnTo>
                <a:lnTo>
                  <a:pt x="536730" y="19336"/>
                </a:lnTo>
                <a:lnTo>
                  <a:pt x="536964" y="19571"/>
                </a:lnTo>
                <a:lnTo>
                  <a:pt x="537210" y="19801"/>
                </a:lnTo>
                <a:lnTo>
                  <a:pt x="537467" y="20022"/>
                </a:lnTo>
                <a:lnTo>
                  <a:pt x="537739" y="20235"/>
                </a:lnTo>
                <a:lnTo>
                  <a:pt x="538025" y="20438"/>
                </a:lnTo>
                <a:lnTo>
                  <a:pt x="538324" y="20632"/>
                </a:lnTo>
                <a:lnTo>
                  <a:pt x="538638" y="20816"/>
                </a:lnTo>
                <a:lnTo>
                  <a:pt x="538966" y="20990"/>
                </a:lnTo>
                <a:lnTo>
                  <a:pt x="539308" y="21156"/>
                </a:lnTo>
                <a:lnTo>
                  <a:pt x="539664" y="21311"/>
                </a:lnTo>
                <a:lnTo>
                  <a:pt x="540034" y="21458"/>
                </a:lnTo>
                <a:lnTo>
                  <a:pt x="540419" y="21595"/>
                </a:lnTo>
                <a:lnTo>
                  <a:pt x="540817" y="21722"/>
                </a:lnTo>
                <a:lnTo>
                  <a:pt x="541229" y="21840"/>
                </a:lnTo>
                <a:lnTo>
                  <a:pt x="541656" y="21949"/>
                </a:lnTo>
                <a:lnTo>
                  <a:pt x="542097" y="22048"/>
                </a:lnTo>
                <a:lnTo>
                  <a:pt x="542551" y="22138"/>
                </a:lnTo>
                <a:lnTo>
                  <a:pt x="543020" y="22218"/>
                </a:lnTo>
                <a:lnTo>
                  <a:pt x="543503" y="22289"/>
                </a:lnTo>
                <a:lnTo>
                  <a:pt x="544000" y="22350"/>
                </a:lnTo>
                <a:lnTo>
                  <a:pt x="544511" y="22402"/>
                </a:lnTo>
                <a:lnTo>
                  <a:pt x="545036" y="22445"/>
                </a:lnTo>
                <a:lnTo>
                  <a:pt x="545575" y="22478"/>
                </a:lnTo>
                <a:lnTo>
                  <a:pt x="546128" y="22501"/>
                </a:lnTo>
                <a:lnTo>
                  <a:pt x="546696" y="22515"/>
                </a:lnTo>
                <a:lnTo>
                  <a:pt x="547277" y="22520"/>
                </a:lnTo>
                <a:lnTo>
                  <a:pt x="554338" y="22520"/>
                </a:lnTo>
                <a:lnTo>
                  <a:pt x="554338" y="79816"/>
                </a:lnTo>
                <a:lnTo>
                  <a:pt x="554334" y="80284"/>
                </a:lnTo>
                <a:lnTo>
                  <a:pt x="554322" y="80745"/>
                </a:lnTo>
                <a:lnTo>
                  <a:pt x="554301" y="81201"/>
                </a:lnTo>
                <a:lnTo>
                  <a:pt x="554272" y="81650"/>
                </a:lnTo>
                <a:lnTo>
                  <a:pt x="554235" y="82094"/>
                </a:lnTo>
                <a:lnTo>
                  <a:pt x="554189" y="82531"/>
                </a:lnTo>
                <a:lnTo>
                  <a:pt x="554135" y="82963"/>
                </a:lnTo>
                <a:lnTo>
                  <a:pt x="554073" y="83388"/>
                </a:lnTo>
                <a:lnTo>
                  <a:pt x="554003" y="83808"/>
                </a:lnTo>
                <a:lnTo>
                  <a:pt x="553924" y="84221"/>
                </a:lnTo>
                <a:lnTo>
                  <a:pt x="553837" y="84629"/>
                </a:lnTo>
                <a:lnTo>
                  <a:pt x="553742" y="85030"/>
                </a:lnTo>
                <a:lnTo>
                  <a:pt x="553638" y="85426"/>
                </a:lnTo>
                <a:lnTo>
                  <a:pt x="553527" y="85816"/>
                </a:lnTo>
                <a:lnTo>
                  <a:pt x="553407" y="86199"/>
                </a:lnTo>
                <a:lnTo>
                  <a:pt x="553278" y="86577"/>
                </a:lnTo>
                <a:lnTo>
                  <a:pt x="553141" y="86949"/>
                </a:lnTo>
                <a:lnTo>
                  <a:pt x="552996" y="87314"/>
                </a:lnTo>
                <a:lnTo>
                  <a:pt x="552843" y="87674"/>
                </a:lnTo>
                <a:lnTo>
                  <a:pt x="552682" y="88028"/>
                </a:lnTo>
                <a:lnTo>
                  <a:pt x="552512" y="88375"/>
                </a:lnTo>
                <a:lnTo>
                  <a:pt x="552334" y="88717"/>
                </a:lnTo>
                <a:lnTo>
                  <a:pt x="552147" y="89053"/>
                </a:lnTo>
                <a:lnTo>
                  <a:pt x="551953" y="89383"/>
                </a:lnTo>
                <a:lnTo>
                  <a:pt x="551631" y="89896"/>
                </a:lnTo>
                <a:lnTo>
                  <a:pt x="551301" y="90398"/>
                </a:lnTo>
                <a:lnTo>
                  <a:pt x="550964" y="90891"/>
                </a:lnTo>
                <a:lnTo>
                  <a:pt x="550620" y="91373"/>
                </a:lnTo>
                <a:lnTo>
                  <a:pt x="550267" y="91845"/>
                </a:lnTo>
                <a:lnTo>
                  <a:pt x="549907" y="92306"/>
                </a:lnTo>
                <a:lnTo>
                  <a:pt x="549540" y="92757"/>
                </a:lnTo>
                <a:lnTo>
                  <a:pt x="549164" y="93198"/>
                </a:lnTo>
                <a:lnTo>
                  <a:pt x="548781" y="93629"/>
                </a:lnTo>
                <a:lnTo>
                  <a:pt x="548391" y="94049"/>
                </a:lnTo>
                <a:lnTo>
                  <a:pt x="547993" y="94459"/>
                </a:lnTo>
                <a:lnTo>
                  <a:pt x="547587" y="94859"/>
                </a:lnTo>
                <a:lnTo>
                  <a:pt x="547174" y="95249"/>
                </a:lnTo>
                <a:lnTo>
                  <a:pt x="546753" y="95628"/>
                </a:lnTo>
                <a:lnTo>
                  <a:pt x="546324" y="95997"/>
                </a:lnTo>
                <a:lnTo>
                  <a:pt x="545888" y="96355"/>
                </a:lnTo>
                <a:lnTo>
                  <a:pt x="545444" y="96704"/>
                </a:lnTo>
                <a:lnTo>
                  <a:pt x="544993" y="97042"/>
                </a:lnTo>
                <a:lnTo>
                  <a:pt x="544534" y="97369"/>
                </a:lnTo>
                <a:lnTo>
                  <a:pt x="544067" y="97687"/>
                </a:lnTo>
                <a:lnTo>
                  <a:pt x="543593" y="97994"/>
                </a:lnTo>
                <a:lnTo>
                  <a:pt x="543111" y="98291"/>
                </a:lnTo>
                <a:lnTo>
                  <a:pt x="542621" y="98577"/>
                </a:lnTo>
                <a:lnTo>
                  <a:pt x="542124" y="98854"/>
                </a:lnTo>
                <a:lnTo>
                  <a:pt x="541622" y="99119"/>
                </a:lnTo>
                <a:lnTo>
                  <a:pt x="541116" y="99373"/>
                </a:lnTo>
                <a:lnTo>
                  <a:pt x="540608" y="99615"/>
                </a:lnTo>
                <a:lnTo>
                  <a:pt x="540096" y="99847"/>
                </a:lnTo>
                <a:lnTo>
                  <a:pt x="539582" y="100067"/>
                </a:lnTo>
                <a:lnTo>
                  <a:pt x="539065" y="100276"/>
                </a:lnTo>
                <a:lnTo>
                  <a:pt x="538544" y="100473"/>
                </a:lnTo>
                <a:lnTo>
                  <a:pt x="538021" y="100659"/>
                </a:lnTo>
                <a:lnTo>
                  <a:pt x="537495" y="100834"/>
                </a:lnTo>
                <a:lnTo>
                  <a:pt x="536965" y="100998"/>
                </a:lnTo>
                <a:lnTo>
                  <a:pt x="536433" y="101150"/>
                </a:lnTo>
                <a:lnTo>
                  <a:pt x="535898" y="101291"/>
                </a:lnTo>
                <a:lnTo>
                  <a:pt x="535359" y="101421"/>
                </a:lnTo>
                <a:lnTo>
                  <a:pt x="534818" y="101540"/>
                </a:lnTo>
                <a:lnTo>
                  <a:pt x="534274" y="101647"/>
                </a:lnTo>
                <a:lnTo>
                  <a:pt x="533727" y="101743"/>
                </a:lnTo>
                <a:lnTo>
                  <a:pt x="533177" y="101827"/>
                </a:lnTo>
                <a:lnTo>
                  <a:pt x="532623" y="101901"/>
                </a:lnTo>
                <a:lnTo>
                  <a:pt x="532067" y="101963"/>
                </a:lnTo>
                <a:lnTo>
                  <a:pt x="531508" y="102014"/>
                </a:lnTo>
                <a:lnTo>
                  <a:pt x="530946" y="102053"/>
                </a:lnTo>
                <a:lnTo>
                  <a:pt x="530381" y="102081"/>
                </a:lnTo>
                <a:lnTo>
                  <a:pt x="529813" y="102098"/>
                </a:lnTo>
                <a:lnTo>
                  <a:pt x="529242" y="102104"/>
                </a:lnTo>
                <a:lnTo>
                  <a:pt x="528388" y="102092"/>
                </a:lnTo>
                <a:lnTo>
                  <a:pt x="527545" y="102057"/>
                </a:lnTo>
                <a:lnTo>
                  <a:pt x="526712" y="101999"/>
                </a:lnTo>
                <a:lnTo>
                  <a:pt x="525890" y="101917"/>
                </a:lnTo>
                <a:lnTo>
                  <a:pt x="525078" y="101811"/>
                </a:lnTo>
                <a:lnTo>
                  <a:pt x="524277" y="101683"/>
                </a:lnTo>
                <a:lnTo>
                  <a:pt x="523486" y="101530"/>
                </a:lnTo>
                <a:lnTo>
                  <a:pt x="522705" y="101355"/>
                </a:lnTo>
                <a:lnTo>
                  <a:pt x="521935" y="101156"/>
                </a:lnTo>
                <a:lnTo>
                  <a:pt x="521175" y="100933"/>
                </a:lnTo>
                <a:lnTo>
                  <a:pt x="520426" y="100688"/>
                </a:lnTo>
                <a:lnTo>
                  <a:pt x="519687" y="100418"/>
                </a:lnTo>
                <a:lnTo>
                  <a:pt x="518959" y="100126"/>
                </a:lnTo>
                <a:lnTo>
                  <a:pt x="518241" y="99810"/>
                </a:lnTo>
                <a:lnTo>
                  <a:pt x="517534" y="99470"/>
                </a:lnTo>
                <a:lnTo>
                  <a:pt x="516837" y="99107"/>
                </a:lnTo>
                <a:lnTo>
                  <a:pt x="516150" y="98721"/>
                </a:lnTo>
                <a:lnTo>
                  <a:pt x="515474" y="98311"/>
                </a:lnTo>
                <a:lnTo>
                  <a:pt x="514808" y="97878"/>
                </a:lnTo>
                <a:lnTo>
                  <a:pt x="514153" y="97422"/>
                </a:lnTo>
                <a:lnTo>
                  <a:pt x="513508" y="96942"/>
                </a:lnTo>
                <a:lnTo>
                  <a:pt x="512874" y="96439"/>
                </a:lnTo>
                <a:lnTo>
                  <a:pt x="512250" y="95912"/>
                </a:lnTo>
                <a:lnTo>
                  <a:pt x="511636" y="95362"/>
                </a:lnTo>
                <a:lnTo>
                  <a:pt x="511040" y="94796"/>
                </a:lnTo>
                <a:lnTo>
                  <a:pt x="510470" y="94223"/>
                </a:lnTo>
                <a:lnTo>
                  <a:pt x="509925" y="93643"/>
                </a:lnTo>
                <a:lnTo>
                  <a:pt x="509406" y="93056"/>
                </a:lnTo>
                <a:lnTo>
                  <a:pt x="508911" y="92462"/>
                </a:lnTo>
                <a:lnTo>
                  <a:pt x="508442" y="91861"/>
                </a:lnTo>
                <a:lnTo>
                  <a:pt x="507999" y="91252"/>
                </a:lnTo>
                <a:lnTo>
                  <a:pt x="507581" y="90636"/>
                </a:lnTo>
                <a:lnTo>
                  <a:pt x="507188" y="90014"/>
                </a:lnTo>
                <a:lnTo>
                  <a:pt x="506820" y="89384"/>
                </a:lnTo>
                <a:lnTo>
                  <a:pt x="506478" y="88747"/>
                </a:lnTo>
                <a:lnTo>
                  <a:pt x="506161" y="88103"/>
                </a:lnTo>
                <a:lnTo>
                  <a:pt x="505870" y="87451"/>
                </a:lnTo>
                <a:lnTo>
                  <a:pt x="505603" y="86793"/>
                </a:lnTo>
                <a:lnTo>
                  <a:pt x="505363" y="86127"/>
                </a:lnTo>
                <a:lnTo>
                  <a:pt x="505147" y="85455"/>
                </a:lnTo>
                <a:lnTo>
                  <a:pt x="504957" y="84775"/>
                </a:lnTo>
                <a:lnTo>
                  <a:pt x="504792" y="84088"/>
                </a:lnTo>
                <a:lnTo>
                  <a:pt x="504653" y="83394"/>
                </a:lnTo>
                <a:lnTo>
                  <a:pt x="504539" y="82693"/>
                </a:lnTo>
                <a:lnTo>
                  <a:pt x="504450" y="81984"/>
                </a:lnTo>
                <a:lnTo>
                  <a:pt x="504387" y="81269"/>
                </a:lnTo>
                <a:lnTo>
                  <a:pt x="504349" y="80546"/>
                </a:lnTo>
                <a:lnTo>
                  <a:pt x="504336" y="79816"/>
                </a:lnTo>
                <a:lnTo>
                  <a:pt x="504336" y="22520"/>
                </a:lnTo>
                <a:lnTo>
                  <a:pt x="511397" y="22520"/>
                </a:lnTo>
                <a:lnTo>
                  <a:pt x="511979" y="22515"/>
                </a:lnTo>
                <a:lnTo>
                  <a:pt x="512546" y="22501"/>
                </a:lnTo>
                <a:lnTo>
                  <a:pt x="513099" y="22478"/>
                </a:lnTo>
                <a:lnTo>
                  <a:pt x="513639" y="22445"/>
                </a:lnTo>
                <a:lnTo>
                  <a:pt x="514164" y="22402"/>
                </a:lnTo>
                <a:lnTo>
                  <a:pt x="514675" y="22350"/>
                </a:lnTo>
                <a:lnTo>
                  <a:pt x="515172" y="22289"/>
                </a:lnTo>
                <a:lnTo>
                  <a:pt x="515654" y="22218"/>
                </a:lnTo>
                <a:lnTo>
                  <a:pt x="516123" y="22138"/>
                </a:lnTo>
                <a:lnTo>
                  <a:pt x="516578" y="22048"/>
                </a:lnTo>
                <a:lnTo>
                  <a:pt x="517018" y="21949"/>
                </a:lnTo>
                <a:lnTo>
                  <a:pt x="517445" y="21840"/>
                </a:lnTo>
                <a:lnTo>
                  <a:pt x="517857" y="21722"/>
                </a:lnTo>
                <a:lnTo>
                  <a:pt x="518256" y="21595"/>
                </a:lnTo>
                <a:lnTo>
                  <a:pt x="518640" y="21458"/>
                </a:lnTo>
                <a:lnTo>
                  <a:pt x="519010" y="21311"/>
                </a:lnTo>
                <a:lnTo>
                  <a:pt x="519366" y="21156"/>
                </a:lnTo>
                <a:lnTo>
                  <a:pt x="519708" y="20990"/>
                </a:lnTo>
                <a:lnTo>
                  <a:pt x="520036" y="20816"/>
                </a:lnTo>
                <a:lnTo>
                  <a:pt x="520350" y="20632"/>
                </a:lnTo>
                <a:lnTo>
                  <a:pt x="520650" y="20438"/>
                </a:lnTo>
                <a:lnTo>
                  <a:pt x="520936" y="20235"/>
                </a:lnTo>
                <a:lnTo>
                  <a:pt x="521207" y="20022"/>
                </a:lnTo>
                <a:lnTo>
                  <a:pt x="521465" y="19801"/>
                </a:lnTo>
                <a:lnTo>
                  <a:pt x="521710" y="19571"/>
                </a:lnTo>
                <a:lnTo>
                  <a:pt x="521945" y="19336"/>
                </a:lnTo>
                <a:lnTo>
                  <a:pt x="522169" y="19095"/>
                </a:lnTo>
                <a:lnTo>
                  <a:pt x="522383" y="18848"/>
                </a:lnTo>
                <a:lnTo>
                  <a:pt x="522587" y="18595"/>
                </a:lnTo>
                <a:lnTo>
                  <a:pt x="522780" y="18336"/>
                </a:lnTo>
                <a:lnTo>
                  <a:pt x="522962" y="18072"/>
                </a:lnTo>
                <a:lnTo>
                  <a:pt x="523135" y="17802"/>
                </a:lnTo>
                <a:lnTo>
                  <a:pt x="523296" y="17526"/>
                </a:lnTo>
                <a:lnTo>
                  <a:pt x="523448" y="17244"/>
                </a:lnTo>
                <a:lnTo>
                  <a:pt x="523589" y="16957"/>
                </a:lnTo>
                <a:lnTo>
                  <a:pt x="523719" y="16663"/>
                </a:lnTo>
                <a:lnTo>
                  <a:pt x="523839" y="16364"/>
                </a:lnTo>
                <a:lnTo>
                  <a:pt x="523949" y="16059"/>
                </a:lnTo>
                <a:lnTo>
                  <a:pt x="524048" y="15749"/>
                </a:lnTo>
                <a:lnTo>
                  <a:pt x="524137" y="15432"/>
                </a:lnTo>
                <a:lnTo>
                  <a:pt x="524215" y="15110"/>
                </a:lnTo>
                <a:lnTo>
                  <a:pt x="524283" y="14782"/>
                </a:lnTo>
                <a:lnTo>
                  <a:pt x="524340" y="14448"/>
                </a:lnTo>
                <a:lnTo>
                  <a:pt x="524387" y="14108"/>
                </a:lnTo>
                <a:lnTo>
                  <a:pt x="524424" y="13763"/>
                </a:lnTo>
                <a:lnTo>
                  <a:pt x="524450" y="13411"/>
                </a:lnTo>
                <a:lnTo>
                  <a:pt x="524465" y="13054"/>
                </a:lnTo>
                <a:lnTo>
                  <a:pt x="524471" y="12691"/>
                </a:lnTo>
                <a:lnTo>
                  <a:pt x="524465" y="12329"/>
                </a:lnTo>
                <a:lnTo>
                  <a:pt x="524450" y="11971"/>
                </a:lnTo>
                <a:lnTo>
                  <a:pt x="524424" y="11620"/>
                </a:lnTo>
                <a:lnTo>
                  <a:pt x="524387" y="11275"/>
                </a:lnTo>
                <a:lnTo>
                  <a:pt x="524340" y="10935"/>
                </a:lnTo>
                <a:lnTo>
                  <a:pt x="524283" y="10601"/>
                </a:lnTo>
                <a:lnTo>
                  <a:pt x="524215" y="10273"/>
                </a:lnTo>
                <a:lnTo>
                  <a:pt x="524137" y="9951"/>
                </a:lnTo>
                <a:lnTo>
                  <a:pt x="524048" y="9634"/>
                </a:lnTo>
                <a:lnTo>
                  <a:pt x="523949" y="9323"/>
                </a:lnTo>
                <a:lnTo>
                  <a:pt x="523839" y="9019"/>
                </a:lnTo>
                <a:lnTo>
                  <a:pt x="523719" y="8719"/>
                </a:lnTo>
                <a:lnTo>
                  <a:pt x="523589" y="8426"/>
                </a:lnTo>
                <a:lnTo>
                  <a:pt x="523448" y="8139"/>
                </a:lnTo>
                <a:lnTo>
                  <a:pt x="523296" y="7857"/>
                </a:lnTo>
                <a:lnTo>
                  <a:pt x="523135" y="7581"/>
                </a:lnTo>
                <a:lnTo>
                  <a:pt x="522962" y="7311"/>
                </a:lnTo>
                <a:lnTo>
                  <a:pt x="522780" y="7046"/>
                </a:lnTo>
                <a:lnTo>
                  <a:pt x="522587" y="6788"/>
                </a:lnTo>
                <a:lnTo>
                  <a:pt x="522383" y="6535"/>
                </a:lnTo>
                <a:lnTo>
                  <a:pt x="522169" y="6288"/>
                </a:lnTo>
                <a:lnTo>
                  <a:pt x="521945" y="6047"/>
                </a:lnTo>
                <a:lnTo>
                  <a:pt x="521710" y="5812"/>
                </a:lnTo>
                <a:lnTo>
                  <a:pt x="521465" y="5582"/>
                </a:lnTo>
                <a:lnTo>
                  <a:pt x="521207" y="5360"/>
                </a:lnTo>
                <a:lnTo>
                  <a:pt x="520936" y="5148"/>
                </a:lnTo>
                <a:lnTo>
                  <a:pt x="520650" y="4945"/>
                </a:lnTo>
                <a:lnTo>
                  <a:pt x="520350" y="4751"/>
                </a:lnTo>
                <a:lnTo>
                  <a:pt x="520036" y="4567"/>
                </a:lnTo>
                <a:lnTo>
                  <a:pt x="519708" y="4393"/>
                </a:lnTo>
                <a:lnTo>
                  <a:pt x="519366" y="4227"/>
                </a:lnTo>
                <a:lnTo>
                  <a:pt x="519010" y="4071"/>
                </a:lnTo>
                <a:lnTo>
                  <a:pt x="518640" y="3925"/>
                </a:lnTo>
                <a:lnTo>
                  <a:pt x="518256" y="3788"/>
                </a:lnTo>
                <a:lnTo>
                  <a:pt x="517857" y="3661"/>
                </a:lnTo>
                <a:lnTo>
                  <a:pt x="517445" y="3543"/>
                </a:lnTo>
                <a:lnTo>
                  <a:pt x="517018" y="3434"/>
                </a:lnTo>
                <a:lnTo>
                  <a:pt x="516578" y="3335"/>
                </a:lnTo>
                <a:lnTo>
                  <a:pt x="516123" y="3245"/>
                </a:lnTo>
                <a:lnTo>
                  <a:pt x="515654" y="3165"/>
                </a:lnTo>
                <a:lnTo>
                  <a:pt x="515172" y="3094"/>
                </a:lnTo>
                <a:lnTo>
                  <a:pt x="514675" y="3033"/>
                </a:lnTo>
                <a:lnTo>
                  <a:pt x="514164" y="2981"/>
                </a:lnTo>
                <a:lnTo>
                  <a:pt x="513639" y="2938"/>
                </a:lnTo>
                <a:lnTo>
                  <a:pt x="513099" y="2905"/>
                </a:lnTo>
                <a:lnTo>
                  <a:pt x="512546" y="2882"/>
                </a:lnTo>
                <a:lnTo>
                  <a:pt x="511979" y="2867"/>
                </a:lnTo>
                <a:lnTo>
                  <a:pt x="511397" y="2863"/>
                </a:lnTo>
                <a:lnTo>
                  <a:pt x="485728" y="3054"/>
                </a:lnTo>
                <a:lnTo>
                  <a:pt x="485139" y="3058"/>
                </a:lnTo>
                <a:lnTo>
                  <a:pt x="484565" y="3072"/>
                </a:lnTo>
                <a:lnTo>
                  <a:pt x="484005" y="3095"/>
                </a:lnTo>
                <a:lnTo>
                  <a:pt x="483459" y="3128"/>
                </a:lnTo>
                <a:lnTo>
                  <a:pt x="482929" y="3170"/>
                </a:lnTo>
                <a:lnTo>
                  <a:pt x="482412" y="3221"/>
                </a:lnTo>
                <a:lnTo>
                  <a:pt x="481911" y="3281"/>
                </a:lnTo>
                <a:lnTo>
                  <a:pt x="481424" y="3350"/>
                </a:lnTo>
                <a:lnTo>
                  <a:pt x="480951" y="3429"/>
                </a:lnTo>
                <a:lnTo>
                  <a:pt x="480493" y="3517"/>
                </a:lnTo>
                <a:lnTo>
                  <a:pt x="480050" y="3615"/>
                </a:lnTo>
                <a:lnTo>
                  <a:pt x="479621" y="3722"/>
                </a:lnTo>
                <a:lnTo>
                  <a:pt x="479207" y="3838"/>
                </a:lnTo>
                <a:lnTo>
                  <a:pt x="478807" y="3963"/>
                </a:lnTo>
                <a:lnTo>
                  <a:pt x="478422" y="4097"/>
                </a:lnTo>
                <a:lnTo>
                  <a:pt x="478052" y="4241"/>
                </a:lnTo>
                <a:lnTo>
                  <a:pt x="477696" y="4394"/>
                </a:lnTo>
                <a:lnTo>
                  <a:pt x="477355" y="4557"/>
                </a:lnTo>
                <a:lnTo>
                  <a:pt x="477028" y="4728"/>
                </a:lnTo>
                <a:lnTo>
                  <a:pt x="476716" y="4909"/>
                </a:lnTo>
                <a:lnTo>
                  <a:pt x="476419" y="5099"/>
                </a:lnTo>
                <a:lnTo>
                  <a:pt x="476136" y="5299"/>
                </a:lnTo>
                <a:lnTo>
                  <a:pt x="475867" y="5507"/>
                </a:lnTo>
                <a:lnTo>
                  <a:pt x="475613" y="5725"/>
                </a:lnTo>
                <a:lnTo>
                  <a:pt x="475372" y="5951"/>
                </a:lnTo>
                <a:lnTo>
                  <a:pt x="475141" y="6183"/>
                </a:lnTo>
                <a:lnTo>
                  <a:pt x="474920" y="6420"/>
                </a:lnTo>
                <a:lnTo>
                  <a:pt x="474710" y="6664"/>
                </a:lnTo>
                <a:lnTo>
                  <a:pt x="474509" y="6913"/>
                </a:lnTo>
                <a:lnTo>
                  <a:pt x="474319" y="7169"/>
                </a:lnTo>
                <a:lnTo>
                  <a:pt x="474139" y="7430"/>
                </a:lnTo>
                <a:lnTo>
                  <a:pt x="473970" y="7698"/>
                </a:lnTo>
                <a:lnTo>
                  <a:pt x="473811" y="7971"/>
                </a:lnTo>
                <a:lnTo>
                  <a:pt x="473662" y="8250"/>
                </a:lnTo>
                <a:lnTo>
                  <a:pt x="473523" y="8536"/>
                </a:lnTo>
                <a:lnTo>
                  <a:pt x="473395" y="8827"/>
                </a:lnTo>
                <a:lnTo>
                  <a:pt x="473277" y="9124"/>
                </a:lnTo>
                <a:lnTo>
                  <a:pt x="473169" y="9427"/>
                </a:lnTo>
                <a:lnTo>
                  <a:pt x="473071" y="9736"/>
                </a:lnTo>
                <a:lnTo>
                  <a:pt x="473043" y="9837"/>
                </a:lnTo>
                <a:lnTo>
                  <a:pt x="473015" y="9736"/>
                </a:lnTo>
                <a:close/>
                <a:moveTo>
                  <a:pt x="105348" y="22711"/>
                </a:moveTo>
                <a:lnTo>
                  <a:pt x="105852" y="22706"/>
                </a:lnTo>
                <a:lnTo>
                  <a:pt x="106344" y="22692"/>
                </a:lnTo>
                <a:lnTo>
                  <a:pt x="106826" y="22668"/>
                </a:lnTo>
                <a:lnTo>
                  <a:pt x="107297" y="22634"/>
                </a:lnTo>
                <a:lnTo>
                  <a:pt x="107756" y="22591"/>
                </a:lnTo>
                <a:lnTo>
                  <a:pt x="108205" y="22538"/>
                </a:lnTo>
                <a:lnTo>
                  <a:pt x="108643" y="22476"/>
                </a:lnTo>
                <a:lnTo>
                  <a:pt x="109070" y="22403"/>
                </a:lnTo>
                <a:lnTo>
                  <a:pt x="109486" y="22322"/>
                </a:lnTo>
                <a:lnTo>
                  <a:pt x="109891" y="22231"/>
                </a:lnTo>
                <a:lnTo>
                  <a:pt x="110285" y="22130"/>
                </a:lnTo>
                <a:lnTo>
                  <a:pt x="110668" y="22019"/>
                </a:lnTo>
                <a:lnTo>
                  <a:pt x="111041" y="21899"/>
                </a:lnTo>
                <a:lnTo>
                  <a:pt x="111402" y="21769"/>
                </a:lnTo>
                <a:lnTo>
                  <a:pt x="111752" y="21630"/>
                </a:lnTo>
                <a:lnTo>
                  <a:pt x="112092" y="21481"/>
                </a:lnTo>
                <a:lnTo>
                  <a:pt x="112420" y="21323"/>
                </a:lnTo>
                <a:lnTo>
                  <a:pt x="112738" y="21154"/>
                </a:lnTo>
                <a:lnTo>
                  <a:pt x="113044" y="20977"/>
                </a:lnTo>
                <a:lnTo>
                  <a:pt x="113340" y="20789"/>
                </a:lnTo>
                <a:lnTo>
                  <a:pt x="113625" y="20592"/>
                </a:lnTo>
                <a:lnTo>
                  <a:pt x="113899" y="20386"/>
                </a:lnTo>
                <a:lnTo>
                  <a:pt x="114162" y="20169"/>
                </a:lnTo>
                <a:lnTo>
                  <a:pt x="114414" y="19944"/>
                </a:lnTo>
                <a:lnTo>
                  <a:pt x="114655" y="19710"/>
                </a:lnTo>
                <a:lnTo>
                  <a:pt x="114886" y="19471"/>
                </a:lnTo>
                <a:lnTo>
                  <a:pt x="115107" y="19226"/>
                </a:lnTo>
                <a:lnTo>
                  <a:pt x="115318" y="18976"/>
                </a:lnTo>
                <a:lnTo>
                  <a:pt x="115518" y="18720"/>
                </a:lnTo>
                <a:lnTo>
                  <a:pt x="115708" y="18459"/>
                </a:lnTo>
                <a:lnTo>
                  <a:pt x="115888" y="18191"/>
                </a:lnTo>
                <a:lnTo>
                  <a:pt x="116057" y="17919"/>
                </a:lnTo>
                <a:lnTo>
                  <a:pt x="116216" y="17640"/>
                </a:lnTo>
                <a:lnTo>
                  <a:pt x="116365" y="17356"/>
                </a:lnTo>
                <a:lnTo>
                  <a:pt x="116504" y="17066"/>
                </a:lnTo>
                <a:lnTo>
                  <a:pt x="116632" y="16771"/>
                </a:lnTo>
                <a:lnTo>
                  <a:pt x="116750" y="16470"/>
                </a:lnTo>
                <a:lnTo>
                  <a:pt x="116858" y="16163"/>
                </a:lnTo>
                <a:lnTo>
                  <a:pt x="116956" y="15851"/>
                </a:lnTo>
                <a:lnTo>
                  <a:pt x="117043" y="15533"/>
                </a:lnTo>
                <a:lnTo>
                  <a:pt x="117120" y="15209"/>
                </a:lnTo>
                <a:lnTo>
                  <a:pt x="117187" y="14880"/>
                </a:lnTo>
                <a:lnTo>
                  <a:pt x="117243" y="14545"/>
                </a:lnTo>
                <a:lnTo>
                  <a:pt x="117290" y="14205"/>
                </a:lnTo>
                <a:lnTo>
                  <a:pt x="117326" y="13859"/>
                </a:lnTo>
                <a:lnTo>
                  <a:pt x="117351" y="13507"/>
                </a:lnTo>
                <a:lnTo>
                  <a:pt x="117367" y="13150"/>
                </a:lnTo>
                <a:lnTo>
                  <a:pt x="117372" y="12787"/>
                </a:lnTo>
                <a:lnTo>
                  <a:pt x="117367" y="12424"/>
                </a:lnTo>
                <a:lnTo>
                  <a:pt x="117351" y="12067"/>
                </a:lnTo>
                <a:lnTo>
                  <a:pt x="117325" y="11716"/>
                </a:lnTo>
                <a:lnTo>
                  <a:pt x="117288" y="11371"/>
                </a:lnTo>
                <a:lnTo>
                  <a:pt x="117241" y="11032"/>
                </a:lnTo>
                <a:lnTo>
                  <a:pt x="117184" y="10699"/>
                </a:lnTo>
                <a:lnTo>
                  <a:pt x="117116" y="10372"/>
                </a:lnTo>
                <a:lnTo>
                  <a:pt x="117038" y="10051"/>
                </a:lnTo>
                <a:lnTo>
                  <a:pt x="116949" y="9736"/>
                </a:lnTo>
                <a:lnTo>
                  <a:pt x="116850" y="9427"/>
                </a:lnTo>
                <a:lnTo>
                  <a:pt x="116740" y="9124"/>
                </a:lnTo>
                <a:lnTo>
                  <a:pt x="116620" y="8827"/>
                </a:lnTo>
                <a:lnTo>
                  <a:pt x="116490" y="8536"/>
                </a:lnTo>
                <a:lnTo>
                  <a:pt x="116349" y="8250"/>
                </a:lnTo>
                <a:lnTo>
                  <a:pt x="116198" y="7971"/>
                </a:lnTo>
                <a:lnTo>
                  <a:pt x="116036" y="7698"/>
                </a:lnTo>
                <a:lnTo>
                  <a:pt x="115864" y="7430"/>
                </a:lnTo>
                <a:lnTo>
                  <a:pt x="115681" y="7169"/>
                </a:lnTo>
                <a:lnTo>
                  <a:pt x="115488" y="6913"/>
                </a:lnTo>
                <a:lnTo>
                  <a:pt x="115284" y="6664"/>
                </a:lnTo>
                <a:lnTo>
                  <a:pt x="115070" y="6420"/>
                </a:lnTo>
                <a:lnTo>
                  <a:pt x="114846" y="6183"/>
                </a:lnTo>
                <a:lnTo>
                  <a:pt x="114611" y="5951"/>
                </a:lnTo>
                <a:lnTo>
                  <a:pt x="114366" y="5725"/>
                </a:lnTo>
                <a:lnTo>
                  <a:pt x="114108" y="5507"/>
                </a:lnTo>
                <a:lnTo>
                  <a:pt x="113837" y="5299"/>
                </a:lnTo>
                <a:lnTo>
                  <a:pt x="113551" y="5099"/>
                </a:lnTo>
                <a:lnTo>
                  <a:pt x="113251" y="4909"/>
                </a:lnTo>
                <a:lnTo>
                  <a:pt x="112937" y="4728"/>
                </a:lnTo>
                <a:lnTo>
                  <a:pt x="112610" y="4557"/>
                </a:lnTo>
                <a:lnTo>
                  <a:pt x="112268" y="4394"/>
                </a:lnTo>
                <a:lnTo>
                  <a:pt x="111911" y="4241"/>
                </a:lnTo>
                <a:lnTo>
                  <a:pt x="111541" y="4097"/>
                </a:lnTo>
                <a:lnTo>
                  <a:pt x="111157" y="3963"/>
                </a:lnTo>
                <a:lnTo>
                  <a:pt x="110759" y="3838"/>
                </a:lnTo>
                <a:lnTo>
                  <a:pt x="110346" y="3722"/>
                </a:lnTo>
                <a:lnTo>
                  <a:pt x="109920" y="3615"/>
                </a:lnTo>
                <a:lnTo>
                  <a:pt x="109479" y="3517"/>
                </a:lnTo>
                <a:lnTo>
                  <a:pt x="109024" y="3429"/>
                </a:lnTo>
                <a:lnTo>
                  <a:pt x="108556" y="3350"/>
                </a:lnTo>
                <a:lnTo>
                  <a:pt x="108073" y="3281"/>
                </a:lnTo>
                <a:lnTo>
                  <a:pt x="107576" y="3221"/>
                </a:lnTo>
                <a:lnTo>
                  <a:pt x="107065" y="3170"/>
                </a:lnTo>
                <a:lnTo>
                  <a:pt x="106540" y="3128"/>
                </a:lnTo>
                <a:lnTo>
                  <a:pt x="106001" y="3095"/>
                </a:lnTo>
                <a:lnTo>
                  <a:pt x="105447" y="3072"/>
                </a:lnTo>
                <a:lnTo>
                  <a:pt x="104880" y="3058"/>
                </a:lnTo>
                <a:lnTo>
                  <a:pt x="104299" y="3054"/>
                </a:lnTo>
                <a:lnTo>
                  <a:pt x="78630" y="2863"/>
                </a:lnTo>
                <a:lnTo>
                  <a:pt x="78048" y="2867"/>
                </a:lnTo>
                <a:lnTo>
                  <a:pt x="77481" y="2882"/>
                </a:lnTo>
                <a:lnTo>
                  <a:pt x="76928" y="2905"/>
                </a:lnTo>
                <a:lnTo>
                  <a:pt x="76388" y="2938"/>
                </a:lnTo>
                <a:lnTo>
                  <a:pt x="75863" y="2981"/>
                </a:lnTo>
                <a:lnTo>
                  <a:pt x="75352" y="3033"/>
                </a:lnTo>
                <a:lnTo>
                  <a:pt x="74855" y="3094"/>
                </a:lnTo>
                <a:lnTo>
                  <a:pt x="74373" y="3165"/>
                </a:lnTo>
                <a:lnTo>
                  <a:pt x="73904" y="3245"/>
                </a:lnTo>
                <a:lnTo>
                  <a:pt x="73449" y="3335"/>
                </a:lnTo>
                <a:lnTo>
                  <a:pt x="73009" y="3434"/>
                </a:lnTo>
                <a:lnTo>
                  <a:pt x="72582" y="3543"/>
                </a:lnTo>
                <a:lnTo>
                  <a:pt x="72170" y="3661"/>
                </a:lnTo>
                <a:lnTo>
                  <a:pt x="71771" y="3788"/>
                </a:lnTo>
                <a:lnTo>
                  <a:pt x="71387" y="3925"/>
                </a:lnTo>
                <a:lnTo>
                  <a:pt x="71017" y="4071"/>
                </a:lnTo>
                <a:lnTo>
                  <a:pt x="70661" y="4227"/>
                </a:lnTo>
                <a:lnTo>
                  <a:pt x="70319" y="4393"/>
                </a:lnTo>
                <a:lnTo>
                  <a:pt x="69991" y="4567"/>
                </a:lnTo>
                <a:lnTo>
                  <a:pt x="69677" y="4751"/>
                </a:lnTo>
                <a:lnTo>
                  <a:pt x="69377" y="4945"/>
                </a:lnTo>
                <a:lnTo>
                  <a:pt x="69091" y="5148"/>
                </a:lnTo>
                <a:lnTo>
                  <a:pt x="68820" y="5360"/>
                </a:lnTo>
                <a:lnTo>
                  <a:pt x="68562" y="5582"/>
                </a:lnTo>
                <a:lnTo>
                  <a:pt x="68317" y="5812"/>
                </a:lnTo>
                <a:lnTo>
                  <a:pt x="68082" y="6047"/>
                </a:lnTo>
                <a:lnTo>
                  <a:pt x="67858" y="6288"/>
                </a:lnTo>
                <a:lnTo>
                  <a:pt x="67644" y="6535"/>
                </a:lnTo>
                <a:lnTo>
                  <a:pt x="67440" y="6788"/>
                </a:lnTo>
                <a:lnTo>
                  <a:pt x="67247" y="7046"/>
                </a:lnTo>
                <a:lnTo>
                  <a:pt x="67065" y="7311"/>
                </a:lnTo>
                <a:lnTo>
                  <a:pt x="66892" y="7581"/>
                </a:lnTo>
                <a:lnTo>
                  <a:pt x="66731" y="7857"/>
                </a:lnTo>
                <a:lnTo>
                  <a:pt x="66579" y="8139"/>
                </a:lnTo>
                <a:lnTo>
                  <a:pt x="66438" y="8426"/>
                </a:lnTo>
                <a:lnTo>
                  <a:pt x="66308" y="8719"/>
                </a:lnTo>
                <a:lnTo>
                  <a:pt x="66188" y="9019"/>
                </a:lnTo>
                <a:lnTo>
                  <a:pt x="66078" y="9323"/>
                </a:lnTo>
                <a:lnTo>
                  <a:pt x="65979" y="9634"/>
                </a:lnTo>
                <a:lnTo>
                  <a:pt x="65890" y="9951"/>
                </a:lnTo>
                <a:lnTo>
                  <a:pt x="65812" y="10273"/>
                </a:lnTo>
                <a:lnTo>
                  <a:pt x="65744" y="10601"/>
                </a:lnTo>
                <a:lnTo>
                  <a:pt x="65687" y="10935"/>
                </a:lnTo>
                <a:lnTo>
                  <a:pt x="65640" y="11275"/>
                </a:lnTo>
                <a:lnTo>
                  <a:pt x="65603" y="11620"/>
                </a:lnTo>
                <a:lnTo>
                  <a:pt x="65577" y="11971"/>
                </a:lnTo>
                <a:lnTo>
                  <a:pt x="65562" y="12329"/>
                </a:lnTo>
                <a:lnTo>
                  <a:pt x="65556" y="12691"/>
                </a:lnTo>
                <a:lnTo>
                  <a:pt x="65562" y="13054"/>
                </a:lnTo>
                <a:lnTo>
                  <a:pt x="65577" y="13411"/>
                </a:lnTo>
                <a:lnTo>
                  <a:pt x="65603" y="13763"/>
                </a:lnTo>
                <a:lnTo>
                  <a:pt x="65640" y="14108"/>
                </a:lnTo>
                <a:lnTo>
                  <a:pt x="65687" y="14448"/>
                </a:lnTo>
                <a:lnTo>
                  <a:pt x="65744" y="14782"/>
                </a:lnTo>
                <a:lnTo>
                  <a:pt x="65812" y="15110"/>
                </a:lnTo>
                <a:lnTo>
                  <a:pt x="65890" y="15432"/>
                </a:lnTo>
                <a:lnTo>
                  <a:pt x="65979" y="15749"/>
                </a:lnTo>
                <a:lnTo>
                  <a:pt x="66078" y="16059"/>
                </a:lnTo>
                <a:lnTo>
                  <a:pt x="66188" y="16364"/>
                </a:lnTo>
                <a:lnTo>
                  <a:pt x="66308" y="16663"/>
                </a:lnTo>
                <a:lnTo>
                  <a:pt x="66438" y="16957"/>
                </a:lnTo>
                <a:lnTo>
                  <a:pt x="66579" y="17244"/>
                </a:lnTo>
                <a:lnTo>
                  <a:pt x="66731" y="17526"/>
                </a:lnTo>
                <a:lnTo>
                  <a:pt x="66892" y="17802"/>
                </a:lnTo>
                <a:lnTo>
                  <a:pt x="67065" y="18072"/>
                </a:lnTo>
                <a:lnTo>
                  <a:pt x="67247" y="18336"/>
                </a:lnTo>
                <a:lnTo>
                  <a:pt x="67440" y="18595"/>
                </a:lnTo>
                <a:lnTo>
                  <a:pt x="67644" y="18848"/>
                </a:lnTo>
                <a:lnTo>
                  <a:pt x="67858" y="19095"/>
                </a:lnTo>
                <a:lnTo>
                  <a:pt x="68082" y="19336"/>
                </a:lnTo>
                <a:lnTo>
                  <a:pt x="68317" y="19571"/>
                </a:lnTo>
                <a:lnTo>
                  <a:pt x="68562" y="19801"/>
                </a:lnTo>
                <a:lnTo>
                  <a:pt x="68820" y="20022"/>
                </a:lnTo>
                <a:lnTo>
                  <a:pt x="69091" y="20235"/>
                </a:lnTo>
                <a:lnTo>
                  <a:pt x="69377" y="20438"/>
                </a:lnTo>
                <a:lnTo>
                  <a:pt x="69677" y="20632"/>
                </a:lnTo>
                <a:lnTo>
                  <a:pt x="69991" y="20816"/>
                </a:lnTo>
                <a:lnTo>
                  <a:pt x="70319" y="20990"/>
                </a:lnTo>
                <a:lnTo>
                  <a:pt x="70661" y="21156"/>
                </a:lnTo>
                <a:lnTo>
                  <a:pt x="71017" y="21311"/>
                </a:lnTo>
                <a:lnTo>
                  <a:pt x="71387" y="21458"/>
                </a:lnTo>
                <a:lnTo>
                  <a:pt x="71771" y="21595"/>
                </a:lnTo>
                <a:lnTo>
                  <a:pt x="72170" y="21722"/>
                </a:lnTo>
                <a:lnTo>
                  <a:pt x="72582" y="21840"/>
                </a:lnTo>
                <a:lnTo>
                  <a:pt x="73009" y="21949"/>
                </a:lnTo>
                <a:lnTo>
                  <a:pt x="73449" y="22048"/>
                </a:lnTo>
                <a:lnTo>
                  <a:pt x="73904" y="22138"/>
                </a:lnTo>
                <a:lnTo>
                  <a:pt x="74373" y="22218"/>
                </a:lnTo>
                <a:lnTo>
                  <a:pt x="74855" y="22289"/>
                </a:lnTo>
                <a:lnTo>
                  <a:pt x="75352" y="22350"/>
                </a:lnTo>
                <a:lnTo>
                  <a:pt x="75863" y="22402"/>
                </a:lnTo>
                <a:lnTo>
                  <a:pt x="76388" y="22445"/>
                </a:lnTo>
                <a:lnTo>
                  <a:pt x="76928" y="22478"/>
                </a:lnTo>
                <a:lnTo>
                  <a:pt x="77481" y="22501"/>
                </a:lnTo>
                <a:lnTo>
                  <a:pt x="78048" y="22515"/>
                </a:lnTo>
                <a:lnTo>
                  <a:pt x="78630" y="22520"/>
                </a:lnTo>
                <a:lnTo>
                  <a:pt x="85691" y="22520"/>
                </a:lnTo>
                <a:lnTo>
                  <a:pt x="85691" y="81492"/>
                </a:lnTo>
                <a:lnTo>
                  <a:pt x="35689" y="3054"/>
                </a:lnTo>
                <a:lnTo>
                  <a:pt x="13073" y="2863"/>
                </a:lnTo>
                <a:lnTo>
                  <a:pt x="12492" y="2867"/>
                </a:lnTo>
                <a:lnTo>
                  <a:pt x="11924" y="2882"/>
                </a:lnTo>
                <a:lnTo>
                  <a:pt x="11371" y="2905"/>
                </a:lnTo>
                <a:lnTo>
                  <a:pt x="10832" y="2938"/>
                </a:lnTo>
                <a:lnTo>
                  <a:pt x="10307" y="2981"/>
                </a:lnTo>
                <a:lnTo>
                  <a:pt x="9796" y="3033"/>
                </a:lnTo>
                <a:lnTo>
                  <a:pt x="9299" y="3094"/>
                </a:lnTo>
                <a:lnTo>
                  <a:pt x="8816" y="3165"/>
                </a:lnTo>
                <a:lnTo>
                  <a:pt x="8347" y="3245"/>
                </a:lnTo>
                <a:lnTo>
                  <a:pt x="7893" y="3335"/>
                </a:lnTo>
                <a:lnTo>
                  <a:pt x="7452" y="3434"/>
                </a:lnTo>
                <a:lnTo>
                  <a:pt x="7026" y="3543"/>
                </a:lnTo>
                <a:lnTo>
                  <a:pt x="6613" y="3661"/>
                </a:lnTo>
                <a:lnTo>
                  <a:pt x="6215" y="3788"/>
                </a:lnTo>
                <a:lnTo>
                  <a:pt x="5831" y="3925"/>
                </a:lnTo>
                <a:lnTo>
                  <a:pt x="5460" y="4071"/>
                </a:lnTo>
                <a:lnTo>
                  <a:pt x="5104" y="4227"/>
                </a:lnTo>
                <a:lnTo>
                  <a:pt x="4762" y="4393"/>
                </a:lnTo>
                <a:lnTo>
                  <a:pt x="4434" y="4567"/>
                </a:lnTo>
                <a:lnTo>
                  <a:pt x="4120" y="4751"/>
                </a:lnTo>
                <a:lnTo>
                  <a:pt x="3821" y="4945"/>
                </a:lnTo>
                <a:lnTo>
                  <a:pt x="3535" y="5148"/>
                </a:lnTo>
                <a:lnTo>
                  <a:pt x="3263" y="5360"/>
                </a:lnTo>
                <a:lnTo>
                  <a:pt x="3006" y="5582"/>
                </a:lnTo>
                <a:lnTo>
                  <a:pt x="2761" y="5812"/>
                </a:lnTo>
                <a:lnTo>
                  <a:pt x="2526" y="6047"/>
                </a:lnTo>
                <a:lnTo>
                  <a:pt x="2301" y="6288"/>
                </a:lnTo>
                <a:lnTo>
                  <a:pt x="2087" y="6535"/>
                </a:lnTo>
                <a:lnTo>
                  <a:pt x="1884" y="6788"/>
                </a:lnTo>
                <a:lnTo>
                  <a:pt x="1691" y="7046"/>
                </a:lnTo>
                <a:lnTo>
                  <a:pt x="1508" y="7311"/>
                </a:lnTo>
                <a:lnTo>
                  <a:pt x="1336" y="7581"/>
                </a:lnTo>
                <a:lnTo>
                  <a:pt x="1174" y="7857"/>
                </a:lnTo>
                <a:lnTo>
                  <a:pt x="1023" y="8139"/>
                </a:lnTo>
                <a:lnTo>
                  <a:pt x="882" y="8426"/>
                </a:lnTo>
                <a:lnTo>
                  <a:pt x="751" y="8719"/>
                </a:lnTo>
                <a:lnTo>
                  <a:pt x="631" y="9019"/>
                </a:lnTo>
                <a:lnTo>
                  <a:pt x="522" y="9323"/>
                </a:lnTo>
                <a:lnTo>
                  <a:pt x="423" y="9634"/>
                </a:lnTo>
                <a:lnTo>
                  <a:pt x="334" y="9951"/>
                </a:lnTo>
                <a:lnTo>
                  <a:pt x="256" y="10273"/>
                </a:lnTo>
                <a:lnTo>
                  <a:pt x="188" y="10601"/>
                </a:lnTo>
                <a:lnTo>
                  <a:pt x="130" y="10935"/>
                </a:lnTo>
                <a:lnTo>
                  <a:pt x="83" y="11275"/>
                </a:lnTo>
                <a:lnTo>
                  <a:pt x="47" y="11620"/>
                </a:lnTo>
                <a:lnTo>
                  <a:pt x="21" y="11971"/>
                </a:lnTo>
                <a:lnTo>
                  <a:pt x="5" y="12329"/>
                </a:lnTo>
                <a:lnTo>
                  <a:pt x="0" y="12691"/>
                </a:lnTo>
                <a:lnTo>
                  <a:pt x="5" y="13054"/>
                </a:lnTo>
                <a:lnTo>
                  <a:pt x="21" y="13411"/>
                </a:lnTo>
                <a:lnTo>
                  <a:pt x="47" y="13763"/>
                </a:lnTo>
                <a:lnTo>
                  <a:pt x="83" y="14108"/>
                </a:lnTo>
                <a:lnTo>
                  <a:pt x="130" y="14448"/>
                </a:lnTo>
                <a:lnTo>
                  <a:pt x="188" y="14782"/>
                </a:lnTo>
                <a:lnTo>
                  <a:pt x="256" y="15110"/>
                </a:lnTo>
                <a:lnTo>
                  <a:pt x="334" y="15432"/>
                </a:lnTo>
                <a:lnTo>
                  <a:pt x="423" y="15749"/>
                </a:lnTo>
                <a:lnTo>
                  <a:pt x="522" y="16059"/>
                </a:lnTo>
                <a:lnTo>
                  <a:pt x="631" y="16364"/>
                </a:lnTo>
                <a:lnTo>
                  <a:pt x="751" y="16663"/>
                </a:lnTo>
                <a:lnTo>
                  <a:pt x="882" y="16957"/>
                </a:lnTo>
                <a:lnTo>
                  <a:pt x="1023" y="17244"/>
                </a:lnTo>
                <a:lnTo>
                  <a:pt x="1174" y="17526"/>
                </a:lnTo>
                <a:lnTo>
                  <a:pt x="1336" y="17802"/>
                </a:lnTo>
                <a:lnTo>
                  <a:pt x="1508" y="18072"/>
                </a:lnTo>
                <a:lnTo>
                  <a:pt x="1691" y="18336"/>
                </a:lnTo>
                <a:lnTo>
                  <a:pt x="1884" y="18595"/>
                </a:lnTo>
                <a:lnTo>
                  <a:pt x="2087" y="18848"/>
                </a:lnTo>
                <a:lnTo>
                  <a:pt x="2301" y="19095"/>
                </a:lnTo>
                <a:lnTo>
                  <a:pt x="2526" y="19336"/>
                </a:lnTo>
                <a:lnTo>
                  <a:pt x="2761" y="19571"/>
                </a:lnTo>
                <a:lnTo>
                  <a:pt x="3006" y="19801"/>
                </a:lnTo>
                <a:lnTo>
                  <a:pt x="3263" y="20022"/>
                </a:lnTo>
                <a:lnTo>
                  <a:pt x="3535" y="20235"/>
                </a:lnTo>
                <a:lnTo>
                  <a:pt x="3821" y="20438"/>
                </a:lnTo>
                <a:lnTo>
                  <a:pt x="4120" y="20632"/>
                </a:lnTo>
                <a:lnTo>
                  <a:pt x="4434" y="20816"/>
                </a:lnTo>
                <a:lnTo>
                  <a:pt x="4762" y="20990"/>
                </a:lnTo>
                <a:lnTo>
                  <a:pt x="5104" y="21156"/>
                </a:lnTo>
                <a:lnTo>
                  <a:pt x="5460" y="21311"/>
                </a:lnTo>
                <a:lnTo>
                  <a:pt x="5831" y="21458"/>
                </a:lnTo>
                <a:lnTo>
                  <a:pt x="6215" y="21595"/>
                </a:lnTo>
                <a:lnTo>
                  <a:pt x="6613" y="21722"/>
                </a:lnTo>
                <a:lnTo>
                  <a:pt x="7026" y="21840"/>
                </a:lnTo>
                <a:lnTo>
                  <a:pt x="7452" y="21949"/>
                </a:lnTo>
                <a:lnTo>
                  <a:pt x="7893" y="22048"/>
                </a:lnTo>
                <a:lnTo>
                  <a:pt x="8347" y="22138"/>
                </a:lnTo>
                <a:lnTo>
                  <a:pt x="8816" y="22218"/>
                </a:lnTo>
                <a:lnTo>
                  <a:pt x="9299" y="22289"/>
                </a:lnTo>
                <a:lnTo>
                  <a:pt x="9796" y="22350"/>
                </a:lnTo>
                <a:lnTo>
                  <a:pt x="10307" y="22402"/>
                </a:lnTo>
                <a:lnTo>
                  <a:pt x="10832" y="22445"/>
                </a:lnTo>
                <a:lnTo>
                  <a:pt x="11371" y="22478"/>
                </a:lnTo>
                <a:lnTo>
                  <a:pt x="11924" y="22501"/>
                </a:lnTo>
                <a:lnTo>
                  <a:pt x="12492" y="22515"/>
                </a:lnTo>
                <a:lnTo>
                  <a:pt x="13073" y="22520"/>
                </a:lnTo>
                <a:lnTo>
                  <a:pt x="16127" y="22520"/>
                </a:lnTo>
                <a:lnTo>
                  <a:pt x="16127" y="99050"/>
                </a:lnTo>
                <a:lnTo>
                  <a:pt x="15615" y="99055"/>
                </a:lnTo>
                <a:lnTo>
                  <a:pt x="15115" y="99069"/>
                </a:lnTo>
                <a:lnTo>
                  <a:pt x="14627" y="99092"/>
                </a:lnTo>
                <a:lnTo>
                  <a:pt x="14149" y="99125"/>
                </a:lnTo>
                <a:lnTo>
                  <a:pt x="13683" y="99166"/>
                </a:lnTo>
                <a:lnTo>
                  <a:pt x="13228" y="99217"/>
                </a:lnTo>
                <a:lnTo>
                  <a:pt x="12785" y="99278"/>
                </a:lnTo>
                <a:lnTo>
                  <a:pt x="12352" y="99347"/>
                </a:lnTo>
                <a:lnTo>
                  <a:pt x="11931" y="99426"/>
                </a:lnTo>
                <a:lnTo>
                  <a:pt x="11521" y="99514"/>
                </a:lnTo>
                <a:lnTo>
                  <a:pt x="11123" y="99612"/>
                </a:lnTo>
                <a:lnTo>
                  <a:pt x="10735" y="99718"/>
                </a:lnTo>
                <a:lnTo>
                  <a:pt x="10359" y="99834"/>
                </a:lnTo>
                <a:lnTo>
                  <a:pt x="9994" y="99960"/>
                </a:lnTo>
                <a:lnTo>
                  <a:pt x="9641" y="100094"/>
                </a:lnTo>
                <a:lnTo>
                  <a:pt x="9299" y="100238"/>
                </a:lnTo>
                <a:lnTo>
                  <a:pt x="8968" y="100391"/>
                </a:lnTo>
                <a:lnTo>
                  <a:pt x="8648" y="100553"/>
                </a:lnTo>
                <a:lnTo>
                  <a:pt x="8339" y="100725"/>
                </a:lnTo>
                <a:lnTo>
                  <a:pt x="8042" y="100906"/>
                </a:lnTo>
                <a:lnTo>
                  <a:pt x="7756" y="101096"/>
                </a:lnTo>
                <a:lnTo>
                  <a:pt x="7482" y="101295"/>
                </a:lnTo>
                <a:lnTo>
                  <a:pt x="7218" y="101504"/>
                </a:lnTo>
                <a:lnTo>
                  <a:pt x="6966" y="101722"/>
                </a:lnTo>
                <a:lnTo>
                  <a:pt x="6725" y="101948"/>
                </a:lnTo>
                <a:lnTo>
                  <a:pt x="6493" y="102179"/>
                </a:lnTo>
                <a:lnTo>
                  <a:pt x="6273" y="102417"/>
                </a:lnTo>
                <a:lnTo>
                  <a:pt x="6062" y="102661"/>
                </a:lnTo>
                <a:lnTo>
                  <a:pt x="5862" y="102910"/>
                </a:lnTo>
                <a:lnTo>
                  <a:pt x="5672" y="103166"/>
                </a:lnTo>
                <a:lnTo>
                  <a:pt x="5492" y="103427"/>
                </a:lnTo>
                <a:lnTo>
                  <a:pt x="5323" y="103694"/>
                </a:lnTo>
                <a:lnTo>
                  <a:pt x="5163" y="103968"/>
                </a:lnTo>
                <a:lnTo>
                  <a:pt x="5014" y="104247"/>
                </a:lnTo>
                <a:lnTo>
                  <a:pt x="4876" y="104532"/>
                </a:lnTo>
                <a:lnTo>
                  <a:pt x="4747" y="104824"/>
                </a:lnTo>
                <a:lnTo>
                  <a:pt x="4629" y="105121"/>
                </a:lnTo>
                <a:lnTo>
                  <a:pt x="4521" y="105424"/>
                </a:lnTo>
                <a:lnTo>
                  <a:pt x="4424" y="105733"/>
                </a:lnTo>
                <a:lnTo>
                  <a:pt x="4337" y="106048"/>
                </a:lnTo>
                <a:lnTo>
                  <a:pt x="4259" y="106369"/>
                </a:lnTo>
                <a:lnTo>
                  <a:pt x="4193" y="106696"/>
                </a:lnTo>
                <a:lnTo>
                  <a:pt x="4136" y="107029"/>
                </a:lnTo>
                <a:lnTo>
                  <a:pt x="4090" y="107368"/>
                </a:lnTo>
                <a:lnTo>
                  <a:pt x="4054" y="107713"/>
                </a:lnTo>
                <a:lnTo>
                  <a:pt x="4028" y="108064"/>
                </a:lnTo>
                <a:lnTo>
                  <a:pt x="4013" y="108421"/>
                </a:lnTo>
                <a:lnTo>
                  <a:pt x="4008" y="108784"/>
                </a:lnTo>
                <a:lnTo>
                  <a:pt x="4013" y="109147"/>
                </a:lnTo>
                <a:lnTo>
                  <a:pt x="4029" y="109504"/>
                </a:lnTo>
                <a:lnTo>
                  <a:pt x="4055" y="109856"/>
                </a:lnTo>
                <a:lnTo>
                  <a:pt x="4091" y="110202"/>
                </a:lnTo>
                <a:lnTo>
                  <a:pt x="4138" y="110542"/>
                </a:lnTo>
                <a:lnTo>
                  <a:pt x="4196" y="110877"/>
                </a:lnTo>
                <a:lnTo>
                  <a:pt x="4264" y="111206"/>
                </a:lnTo>
                <a:lnTo>
                  <a:pt x="4342" y="111530"/>
                </a:lnTo>
                <a:lnTo>
                  <a:pt x="4431" y="111848"/>
                </a:lnTo>
                <a:lnTo>
                  <a:pt x="4530" y="112160"/>
                </a:lnTo>
                <a:lnTo>
                  <a:pt x="4639" y="112467"/>
                </a:lnTo>
                <a:lnTo>
                  <a:pt x="4759" y="112768"/>
                </a:lnTo>
                <a:lnTo>
                  <a:pt x="4890" y="113063"/>
                </a:lnTo>
                <a:lnTo>
                  <a:pt x="5031" y="113353"/>
                </a:lnTo>
                <a:lnTo>
                  <a:pt x="5182" y="113637"/>
                </a:lnTo>
                <a:lnTo>
                  <a:pt x="5344" y="113915"/>
                </a:lnTo>
                <a:lnTo>
                  <a:pt x="5516" y="114188"/>
                </a:lnTo>
                <a:lnTo>
                  <a:pt x="5699" y="114455"/>
                </a:lnTo>
                <a:lnTo>
                  <a:pt x="5892" y="114717"/>
                </a:lnTo>
                <a:lnTo>
                  <a:pt x="6095" y="114973"/>
                </a:lnTo>
                <a:lnTo>
                  <a:pt x="6309" y="115223"/>
                </a:lnTo>
                <a:lnTo>
                  <a:pt x="6534" y="115468"/>
                </a:lnTo>
                <a:lnTo>
                  <a:pt x="6768" y="115707"/>
                </a:lnTo>
                <a:lnTo>
                  <a:pt x="7014" y="115940"/>
                </a:lnTo>
                <a:lnTo>
                  <a:pt x="7271" y="116166"/>
                </a:lnTo>
                <a:lnTo>
                  <a:pt x="7543" y="116382"/>
                </a:lnTo>
                <a:lnTo>
                  <a:pt x="7829" y="116589"/>
                </a:lnTo>
                <a:lnTo>
                  <a:pt x="8128" y="116786"/>
                </a:lnTo>
                <a:lnTo>
                  <a:pt x="8442" y="116973"/>
                </a:lnTo>
                <a:lnTo>
                  <a:pt x="8770" y="117151"/>
                </a:lnTo>
                <a:lnTo>
                  <a:pt x="9112" y="117319"/>
                </a:lnTo>
                <a:lnTo>
                  <a:pt x="9468" y="117478"/>
                </a:lnTo>
                <a:lnTo>
                  <a:pt x="9838" y="117627"/>
                </a:lnTo>
                <a:lnTo>
                  <a:pt x="10223" y="117766"/>
                </a:lnTo>
                <a:lnTo>
                  <a:pt x="10621" y="117896"/>
                </a:lnTo>
                <a:lnTo>
                  <a:pt x="11033" y="118016"/>
                </a:lnTo>
                <a:lnTo>
                  <a:pt x="11460" y="118126"/>
                </a:lnTo>
                <a:lnTo>
                  <a:pt x="11901" y="118227"/>
                </a:lnTo>
                <a:lnTo>
                  <a:pt x="12355" y="118319"/>
                </a:lnTo>
                <a:lnTo>
                  <a:pt x="12824" y="118400"/>
                </a:lnTo>
                <a:lnTo>
                  <a:pt x="13307" y="118472"/>
                </a:lnTo>
                <a:lnTo>
                  <a:pt x="13804" y="118535"/>
                </a:lnTo>
                <a:lnTo>
                  <a:pt x="14315" y="118588"/>
                </a:lnTo>
                <a:lnTo>
                  <a:pt x="14840" y="118631"/>
                </a:lnTo>
                <a:lnTo>
                  <a:pt x="15379" y="118665"/>
                </a:lnTo>
                <a:lnTo>
                  <a:pt x="15932" y="118689"/>
                </a:lnTo>
                <a:lnTo>
                  <a:pt x="16500" y="118703"/>
                </a:lnTo>
                <a:lnTo>
                  <a:pt x="17081" y="118708"/>
                </a:lnTo>
                <a:lnTo>
                  <a:pt x="42750" y="118708"/>
                </a:lnTo>
                <a:lnTo>
                  <a:pt x="43331" y="118703"/>
                </a:lnTo>
                <a:lnTo>
                  <a:pt x="43899" y="118689"/>
                </a:lnTo>
                <a:lnTo>
                  <a:pt x="44452" y="118665"/>
                </a:lnTo>
                <a:lnTo>
                  <a:pt x="44991" y="118632"/>
                </a:lnTo>
                <a:lnTo>
                  <a:pt x="45516" y="118590"/>
                </a:lnTo>
                <a:lnTo>
                  <a:pt x="46027" y="118538"/>
                </a:lnTo>
                <a:lnTo>
                  <a:pt x="46524" y="118476"/>
                </a:lnTo>
                <a:lnTo>
                  <a:pt x="47007" y="118406"/>
                </a:lnTo>
                <a:lnTo>
                  <a:pt x="47476" y="118325"/>
                </a:lnTo>
                <a:lnTo>
                  <a:pt x="47930" y="118236"/>
                </a:lnTo>
                <a:lnTo>
                  <a:pt x="48371" y="118136"/>
                </a:lnTo>
                <a:lnTo>
                  <a:pt x="48798" y="118028"/>
                </a:lnTo>
                <a:lnTo>
                  <a:pt x="49210" y="117910"/>
                </a:lnTo>
                <a:lnTo>
                  <a:pt x="49608" y="117782"/>
                </a:lnTo>
                <a:lnTo>
                  <a:pt x="49993" y="117645"/>
                </a:lnTo>
                <a:lnTo>
                  <a:pt x="50363" y="117499"/>
                </a:lnTo>
                <a:lnTo>
                  <a:pt x="50719" y="117343"/>
                </a:lnTo>
                <a:lnTo>
                  <a:pt x="51061" y="117178"/>
                </a:lnTo>
                <a:lnTo>
                  <a:pt x="51389" y="117003"/>
                </a:lnTo>
                <a:lnTo>
                  <a:pt x="51703" y="116819"/>
                </a:lnTo>
                <a:lnTo>
                  <a:pt x="52002" y="116626"/>
                </a:lnTo>
                <a:lnTo>
                  <a:pt x="52288" y="116423"/>
                </a:lnTo>
                <a:lnTo>
                  <a:pt x="52560" y="116210"/>
                </a:lnTo>
                <a:lnTo>
                  <a:pt x="52817" y="115988"/>
                </a:lnTo>
                <a:lnTo>
                  <a:pt x="53063" y="115759"/>
                </a:lnTo>
                <a:lnTo>
                  <a:pt x="53297" y="115523"/>
                </a:lnTo>
                <a:lnTo>
                  <a:pt x="53522" y="115282"/>
                </a:lnTo>
                <a:lnTo>
                  <a:pt x="53736" y="115035"/>
                </a:lnTo>
                <a:lnTo>
                  <a:pt x="53939" y="114783"/>
                </a:lnTo>
                <a:lnTo>
                  <a:pt x="54132" y="114524"/>
                </a:lnTo>
                <a:lnTo>
                  <a:pt x="54315" y="114260"/>
                </a:lnTo>
                <a:lnTo>
                  <a:pt x="54487" y="113990"/>
                </a:lnTo>
                <a:lnTo>
                  <a:pt x="54649" y="113714"/>
                </a:lnTo>
                <a:lnTo>
                  <a:pt x="54800" y="113432"/>
                </a:lnTo>
                <a:lnTo>
                  <a:pt x="54941" y="113144"/>
                </a:lnTo>
                <a:lnTo>
                  <a:pt x="55072" y="112851"/>
                </a:lnTo>
                <a:lnTo>
                  <a:pt x="55192" y="112552"/>
                </a:lnTo>
                <a:lnTo>
                  <a:pt x="55301" y="112247"/>
                </a:lnTo>
                <a:lnTo>
                  <a:pt x="55400" y="111936"/>
                </a:lnTo>
                <a:lnTo>
                  <a:pt x="55489" y="111620"/>
                </a:lnTo>
                <a:lnTo>
                  <a:pt x="55567" y="111298"/>
                </a:lnTo>
                <a:lnTo>
                  <a:pt x="55635" y="110969"/>
                </a:lnTo>
                <a:lnTo>
                  <a:pt x="55693" y="110636"/>
                </a:lnTo>
                <a:lnTo>
                  <a:pt x="55740" y="110296"/>
                </a:lnTo>
                <a:lnTo>
                  <a:pt x="55776" y="109950"/>
                </a:lnTo>
                <a:lnTo>
                  <a:pt x="55802" y="109599"/>
                </a:lnTo>
                <a:lnTo>
                  <a:pt x="55818" y="109242"/>
                </a:lnTo>
                <a:lnTo>
                  <a:pt x="55823" y="108879"/>
                </a:lnTo>
                <a:lnTo>
                  <a:pt x="55818" y="108516"/>
                </a:lnTo>
                <a:lnTo>
                  <a:pt x="55802" y="108159"/>
                </a:lnTo>
                <a:lnTo>
                  <a:pt x="55776" y="107808"/>
                </a:lnTo>
                <a:lnTo>
                  <a:pt x="55740" y="107462"/>
                </a:lnTo>
                <a:lnTo>
                  <a:pt x="55693" y="107123"/>
                </a:lnTo>
                <a:lnTo>
                  <a:pt x="55635" y="106789"/>
                </a:lnTo>
                <a:lnTo>
                  <a:pt x="55567" y="106461"/>
                </a:lnTo>
                <a:lnTo>
                  <a:pt x="55489" y="106138"/>
                </a:lnTo>
                <a:lnTo>
                  <a:pt x="55400" y="105822"/>
                </a:lnTo>
                <a:lnTo>
                  <a:pt x="55301" y="105511"/>
                </a:lnTo>
                <a:lnTo>
                  <a:pt x="55192" y="105206"/>
                </a:lnTo>
                <a:lnTo>
                  <a:pt x="55072" y="104907"/>
                </a:lnTo>
                <a:lnTo>
                  <a:pt x="54941" y="104614"/>
                </a:lnTo>
                <a:lnTo>
                  <a:pt x="54800" y="104326"/>
                </a:lnTo>
                <a:lnTo>
                  <a:pt x="54649" y="104044"/>
                </a:lnTo>
                <a:lnTo>
                  <a:pt x="54487" y="103769"/>
                </a:lnTo>
                <a:lnTo>
                  <a:pt x="54315" y="103498"/>
                </a:lnTo>
                <a:lnTo>
                  <a:pt x="54132" y="103234"/>
                </a:lnTo>
                <a:lnTo>
                  <a:pt x="53939" y="102976"/>
                </a:lnTo>
                <a:lnTo>
                  <a:pt x="53736" y="102723"/>
                </a:lnTo>
                <a:lnTo>
                  <a:pt x="53522" y="102476"/>
                </a:lnTo>
                <a:lnTo>
                  <a:pt x="53297" y="102235"/>
                </a:lnTo>
                <a:lnTo>
                  <a:pt x="53063" y="101999"/>
                </a:lnTo>
                <a:lnTo>
                  <a:pt x="52817" y="101770"/>
                </a:lnTo>
                <a:lnTo>
                  <a:pt x="52560" y="101548"/>
                </a:lnTo>
                <a:lnTo>
                  <a:pt x="52288" y="101336"/>
                </a:lnTo>
                <a:lnTo>
                  <a:pt x="52002" y="101133"/>
                </a:lnTo>
                <a:lnTo>
                  <a:pt x="51703" y="100939"/>
                </a:lnTo>
                <a:lnTo>
                  <a:pt x="51389" y="100755"/>
                </a:lnTo>
                <a:lnTo>
                  <a:pt x="51061" y="100580"/>
                </a:lnTo>
                <a:lnTo>
                  <a:pt x="50719" y="100415"/>
                </a:lnTo>
                <a:lnTo>
                  <a:pt x="50363" y="100259"/>
                </a:lnTo>
                <a:lnTo>
                  <a:pt x="49993" y="100113"/>
                </a:lnTo>
                <a:lnTo>
                  <a:pt x="49608" y="99976"/>
                </a:lnTo>
                <a:lnTo>
                  <a:pt x="49210" y="99848"/>
                </a:lnTo>
                <a:lnTo>
                  <a:pt x="48798" y="99730"/>
                </a:lnTo>
                <a:lnTo>
                  <a:pt x="48371" y="99622"/>
                </a:lnTo>
                <a:lnTo>
                  <a:pt x="47930" y="99523"/>
                </a:lnTo>
                <a:lnTo>
                  <a:pt x="47476" y="99433"/>
                </a:lnTo>
                <a:lnTo>
                  <a:pt x="47007" y="99353"/>
                </a:lnTo>
                <a:lnTo>
                  <a:pt x="46524" y="99282"/>
                </a:lnTo>
                <a:lnTo>
                  <a:pt x="46027" y="99220"/>
                </a:lnTo>
                <a:lnTo>
                  <a:pt x="45516" y="99168"/>
                </a:lnTo>
                <a:lnTo>
                  <a:pt x="44991" y="99126"/>
                </a:lnTo>
                <a:lnTo>
                  <a:pt x="44452" y="99093"/>
                </a:lnTo>
                <a:lnTo>
                  <a:pt x="43899" y="99069"/>
                </a:lnTo>
                <a:lnTo>
                  <a:pt x="43331" y="99055"/>
                </a:lnTo>
                <a:lnTo>
                  <a:pt x="42750" y="99050"/>
                </a:lnTo>
                <a:lnTo>
                  <a:pt x="35689" y="99050"/>
                </a:lnTo>
                <a:lnTo>
                  <a:pt x="35689" y="39983"/>
                </a:lnTo>
                <a:lnTo>
                  <a:pt x="85977" y="118708"/>
                </a:lnTo>
                <a:lnTo>
                  <a:pt x="105348" y="118708"/>
                </a:lnTo>
                <a:lnTo>
                  <a:pt x="105348" y="22711"/>
                </a:lnTo>
                <a:close/>
                <a:moveTo>
                  <a:pt x="132192" y="99092"/>
                </a:moveTo>
                <a:lnTo>
                  <a:pt x="131721" y="99125"/>
                </a:lnTo>
                <a:lnTo>
                  <a:pt x="131260" y="99166"/>
                </a:lnTo>
                <a:lnTo>
                  <a:pt x="130811" y="99217"/>
                </a:lnTo>
                <a:lnTo>
                  <a:pt x="130372" y="99278"/>
                </a:lnTo>
                <a:lnTo>
                  <a:pt x="129944" y="99347"/>
                </a:lnTo>
                <a:lnTo>
                  <a:pt x="129526" y="99426"/>
                </a:lnTo>
                <a:lnTo>
                  <a:pt x="129120" y="99514"/>
                </a:lnTo>
                <a:lnTo>
                  <a:pt x="128724" y="99612"/>
                </a:lnTo>
                <a:lnTo>
                  <a:pt x="128339" y="99718"/>
                </a:lnTo>
                <a:lnTo>
                  <a:pt x="127964" y="99834"/>
                </a:lnTo>
                <a:lnTo>
                  <a:pt x="127601" y="99960"/>
                </a:lnTo>
                <a:lnTo>
                  <a:pt x="127248" y="100094"/>
                </a:lnTo>
                <a:lnTo>
                  <a:pt x="126906" y="100238"/>
                </a:lnTo>
                <a:lnTo>
                  <a:pt x="126575" y="100391"/>
                </a:lnTo>
                <a:lnTo>
                  <a:pt x="126254" y="100553"/>
                </a:lnTo>
                <a:lnTo>
                  <a:pt x="125944" y="100725"/>
                </a:lnTo>
                <a:lnTo>
                  <a:pt x="125645" y="100906"/>
                </a:lnTo>
                <a:lnTo>
                  <a:pt x="125357" y="101096"/>
                </a:lnTo>
                <a:lnTo>
                  <a:pt x="125080" y="101295"/>
                </a:lnTo>
                <a:lnTo>
                  <a:pt x="124813" y="101504"/>
                </a:lnTo>
                <a:lnTo>
                  <a:pt x="124557" y="101722"/>
                </a:lnTo>
                <a:lnTo>
                  <a:pt x="124312" y="101948"/>
                </a:lnTo>
                <a:lnTo>
                  <a:pt x="124077" y="102179"/>
                </a:lnTo>
                <a:lnTo>
                  <a:pt x="123853" y="102417"/>
                </a:lnTo>
                <a:lnTo>
                  <a:pt x="123639" y="102661"/>
                </a:lnTo>
                <a:lnTo>
                  <a:pt x="123435" y="102910"/>
                </a:lnTo>
                <a:lnTo>
                  <a:pt x="123242" y="103166"/>
                </a:lnTo>
                <a:lnTo>
                  <a:pt x="123060" y="103427"/>
                </a:lnTo>
                <a:lnTo>
                  <a:pt x="122887" y="103694"/>
                </a:lnTo>
                <a:lnTo>
                  <a:pt x="122726" y="103968"/>
                </a:lnTo>
                <a:lnTo>
                  <a:pt x="122574" y="104247"/>
                </a:lnTo>
                <a:lnTo>
                  <a:pt x="122433" y="104532"/>
                </a:lnTo>
                <a:lnTo>
                  <a:pt x="122303" y="104824"/>
                </a:lnTo>
                <a:lnTo>
                  <a:pt x="122183" y="105121"/>
                </a:lnTo>
                <a:lnTo>
                  <a:pt x="122073" y="105424"/>
                </a:lnTo>
                <a:lnTo>
                  <a:pt x="121974" y="105733"/>
                </a:lnTo>
                <a:lnTo>
                  <a:pt x="121886" y="106048"/>
                </a:lnTo>
                <a:lnTo>
                  <a:pt x="121807" y="106369"/>
                </a:lnTo>
                <a:lnTo>
                  <a:pt x="121739" y="106696"/>
                </a:lnTo>
                <a:lnTo>
                  <a:pt x="121682" y="107029"/>
                </a:lnTo>
                <a:lnTo>
                  <a:pt x="121635" y="107368"/>
                </a:lnTo>
                <a:lnTo>
                  <a:pt x="121598" y="107713"/>
                </a:lnTo>
                <a:lnTo>
                  <a:pt x="121572" y="108064"/>
                </a:lnTo>
                <a:lnTo>
                  <a:pt x="121557" y="108421"/>
                </a:lnTo>
                <a:lnTo>
                  <a:pt x="121552" y="108784"/>
                </a:lnTo>
                <a:lnTo>
                  <a:pt x="121557" y="109147"/>
                </a:lnTo>
                <a:lnTo>
                  <a:pt x="121572" y="109504"/>
                </a:lnTo>
                <a:lnTo>
                  <a:pt x="121598" y="109856"/>
                </a:lnTo>
                <a:lnTo>
                  <a:pt x="121635" y="110202"/>
                </a:lnTo>
                <a:lnTo>
                  <a:pt x="121682" y="110542"/>
                </a:lnTo>
                <a:lnTo>
                  <a:pt x="121739" y="110877"/>
                </a:lnTo>
                <a:lnTo>
                  <a:pt x="121807" y="111206"/>
                </a:lnTo>
                <a:lnTo>
                  <a:pt x="121886" y="111530"/>
                </a:lnTo>
                <a:lnTo>
                  <a:pt x="121974" y="111848"/>
                </a:lnTo>
                <a:lnTo>
                  <a:pt x="122073" y="112160"/>
                </a:lnTo>
                <a:lnTo>
                  <a:pt x="122183" y="112467"/>
                </a:lnTo>
                <a:lnTo>
                  <a:pt x="122303" y="112768"/>
                </a:lnTo>
                <a:lnTo>
                  <a:pt x="122433" y="113063"/>
                </a:lnTo>
                <a:lnTo>
                  <a:pt x="122574" y="113353"/>
                </a:lnTo>
                <a:lnTo>
                  <a:pt x="122726" y="113637"/>
                </a:lnTo>
                <a:lnTo>
                  <a:pt x="122887" y="113915"/>
                </a:lnTo>
                <a:lnTo>
                  <a:pt x="123060" y="114188"/>
                </a:lnTo>
                <a:lnTo>
                  <a:pt x="123242" y="114455"/>
                </a:lnTo>
                <a:lnTo>
                  <a:pt x="123435" y="114717"/>
                </a:lnTo>
                <a:lnTo>
                  <a:pt x="123639" y="114973"/>
                </a:lnTo>
                <a:lnTo>
                  <a:pt x="123853" y="115223"/>
                </a:lnTo>
                <a:lnTo>
                  <a:pt x="124077" y="115468"/>
                </a:lnTo>
                <a:lnTo>
                  <a:pt x="124312" y="115707"/>
                </a:lnTo>
                <a:lnTo>
                  <a:pt x="124557" y="115940"/>
                </a:lnTo>
                <a:lnTo>
                  <a:pt x="124815" y="116166"/>
                </a:lnTo>
                <a:lnTo>
                  <a:pt x="125087" y="116382"/>
                </a:lnTo>
                <a:lnTo>
                  <a:pt x="125372" y="116589"/>
                </a:lnTo>
                <a:lnTo>
                  <a:pt x="125672" y="116786"/>
                </a:lnTo>
                <a:lnTo>
                  <a:pt x="125986" y="116973"/>
                </a:lnTo>
                <a:lnTo>
                  <a:pt x="126314" y="117151"/>
                </a:lnTo>
                <a:lnTo>
                  <a:pt x="126656" y="117319"/>
                </a:lnTo>
                <a:lnTo>
                  <a:pt x="127012" y="117478"/>
                </a:lnTo>
                <a:lnTo>
                  <a:pt x="127382" y="117627"/>
                </a:lnTo>
                <a:lnTo>
                  <a:pt x="127766" y="117766"/>
                </a:lnTo>
                <a:lnTo>
                  <a:pt x="128165" y="117896"/>
                </a:lnTo>
                <a:lnTo>
                  <a:pt x="128577" y="118016"/>
                </a:lnTo>
                <a:lnTo>
                  <a:pt x="129004" y="118126"/>
                </a:lnTo>
                <a:lnTo>
                  <a:pt x="129444" y="118227"/>
                </a:lnTo>
                <a:lnTo>
                  <a:pt x="129899" y="118319"/>
                </a:lnTo>
                <a:lnTo>
                  <a:pt x="130368" y="118400"/>
                </a:lnTo>
                <a:lnTo>
                  <a:pt x="130850" y="118472"/>
                </a:lnTo>
                <a:lnTo>
                  <a:pt x="131347" y="118535"/>
                </a:lnTo>
                <a:lnTo>
                  <a:pt x="131858" y="118588"/>
                </a:lnTo>
                <a:lnTo>
                  <a:pt x="132383" y="118631"/>
                </a:lnTo>
                <a:lnTo>
                  <a:pt x="132923" y="118665"/>
                </a:lnTo>
                <a:lnTo>
                  <a:pt x="133476" y="118689"/>
                </a:lnTo>
                <a:lnTo>
                  <a:pt x="134043" y="118703"/>
                </a:lnTo>
                <a:lnTo>
                  <a:pt x="134625" y="118708"/>
                </a:lnTo>
                <a:lnTo>
                  <a:pt x="173939" y="118708"/>
                </a:lnTo>
                <a:lnTo>
                  <a:pt x="175194" y="118700"/>
                </a:lnTo>
                <a:lnTo>
                  <a:pt x="176429" y="118677"/>
                </a:lnTo>
                <a:lnTo>
                  <a:pt x="177645" y="118638"/>
                </a:lnTo>
                <a:lnTo>
                  <a:pt x="178841" y="118583"/>
                </a:lnTo>
                <a:lnTo>
                  <a:pt x="180017" y="118513"/>
                </a:lnTo>
                <a:lnTo>
                  <a:pt x="181174" y="118427"/>
                </a:lnTo>
                <a:lnTo>
                  <a:pt x="182311" y="118326"/>
                </a:lnTo>
                <a:lnTo>
                  <a:pt x="183429" y="118209"/>
                </a:lnTo>
                <a:lnTo>
                  <a:pt x="184527" y="118077"/>
                </a:lnTo>
                <a:lnTo>
                  <a:pt x="185606" y="117929"/>
                </a:lnTo>
                <a:lnTo>
                  <a:pt x="186665" y="117765"/>
                </a:lnTo>
                <a:lnTo>
                  <a:pt x="187704" y="117586"/>
                </a:lnTo>
                <a:lnTo>
                  <a:pt x="188724" y="117391"/>
                </a:lnTo>
                <a:lnTo>
                  <a:pt x="189725" y="117181"/>
                </a:lnTo>
                <a:lnTo>
                  <a:pt x="190706" y="116955"/>
                </a:lnTo>
                <a:lnTo>
                  <a:pt x="191667" y="116713"/>
                </a:lnTo>
                <a:lnTo>
                  <a:pt x="192609" y="116456"/>
                </a:lnTo>
                <a:lnTo>
                  <a:pt x="193531" y="116183"/>
                </a:lnTo>
                <a:lnTo>
                  <a:pt x="194434" y="115895"/>
                </a:lnTo>
                <a:lnTo>
                  <a:pt x="195317" y="115591"/>
                </a:lnTo>
                <a:lnTo>
                  <a:pt x="196181" y="115272"/>
                </a:lnTo>
                <a:lnTo>
                  <a:pt x="197025" y="114937"/>
                </a:lnTo>
                <a:lnTo>
                  <a:pt x="197849" y="114586"/>
                </a:lnTo>
                <a:lnTo>
                  <a:pt x="198654" y="114220"/>
                </a:lnTo>
                <a:lnTo>
                  <a:pt x="199157" y="113975"/>
                </a:lnTo>
                <a:lnTo>
                  <a:pt x="199662" y="113720"/>
                </a:lnTo>
                <a:lnTo>
                  <a:pt x="200170" y="113453"/>
                </a:lnTo>
                <a:lnTo>
                  <a:pt x="200681" y="113176"/>
                </a:lnTo>
                <a:lnTo>
                  <a:pt x="201194" y="112887"/>
                </a:lnTo>
                <a:lnTo>
                  <a:pt x="201711" y="112587"/>
                </a:lnTo>
                <a:lnTo>
                  <a:pt x="202230" y="112276"/>
                </a:lnTo>
                <a:lnTo>
                  <a:pt x="202752" y="111954"/>
                </a:lnTo>
                <a:lnTo>
                  <a:pt x="203277" y="111621"/>
                </a:lnTo>
                <a:lnTo>
                  <a:pt x="203805" y="111277"/>
                </a:lnTo>
                <a:lnTo>
                  <a:pt x="204335" y="110921"/>
                </a:lnTo>
                <a:lnTo>
                  <a:pt x="204869" y="110555"/>
                </a:lnTo>
                <a:lnTo>
                  <a:pt x="205405" y="110177"/>
                </a:lnTo>
                <a:lnTo>
                  <a:pt x="205944" y="109789"/>
                </a:lnTo>
                <a:lnTo>
                  <a:pt x="206486" y="109389"/>
                </a:lnTo>
                <a:lnTo>
                  <a:pt x="207030" y="108978"/>
                </a:lnTo>
                <a:lnTo>
                  <a:pt x="207578" y="108556"/>
                </a:lnTo>
                <a:lnTo>
                  <a:pt x="208128" y="108123"/>
                </a:lnTo>
                <a:lnTo>
                  <a:pt x="208681" y="107679"/>
                </a:lnTo>
                <a:lnTo>
                  <a:pt x="209237" y="107224"/>
                </a:lnTo>
                <a:lnTo>
                  <a:pt x="209796" y="106757"/>
                </a:lnTo>
                <a:lnTo>
                  <a:pt x="210357" y="106280"/>
                </a:lnTo>
                <a:lnTo>
                  <a:pt x="210922" y="105791"/>
                </a:lnTo>
                <a:lnTo>
                  <a:pt x="211489" y="105292"/>
                </a:lnTo>
                <a:lnTo>
                  <a:pt x="212053" y="104780"/>
                </a:lnTo>
                <a:lnTo>
                  <a:pt x="212608" y="104256"/>
                </a:lnTo>
                <a:lnTo>
                  <a:pt x="213154" y="103720"/>
                </a:lnTo>
                <a:lnTo>
                  <a:pt x="213690" y="103172"/>
                </a:lnTo>
                <a:lnTo>
                  <a:pt x="214218" y="102611"/>
                </a:lnTo>
                <a:lnTo>
                  <a:pt x="214736" y="102038"/>
                </a:lnTo>
                <a:lnTo>
                  <a:pt x="215246" y="101453"/>
                </a:lnTo>
                <a:lnTo>
                  <a:pt x="215746" y="100855"/>
                </a:lnTo>
                <a:lnTo>
                  <a:pt x="216237" y="100246"/>
                </a:lnTo>
                <a:lnTo>
                  <a:pt x="216719" y="99624"/>
                </a:lnTo>
                <a:lnTo>
                  <a:pt x="217192" y="98989"/>
                </a:lnTo>
                <a:lnTo>
                  <a:pt x="217656" y="98343"/>
                </a:lnTo>
                <a:lnTo>
                  <a:pt x="218110" y="97684"/>
                </a:lnTo>
                <a:lnTo>
                  <a:pt x="218556" y="97013"/>
                </a:lnTo>
                <a:lnTo>
                  <a:pt x="218992" y="96330"/>
                </a:lnTo>
                <a:lnTo>
                  <a:pt x="219420" y="95634"/>
                </a:lnTo>
                <a:lnTo>
                  <a:pt x="219838" y="94926"/>
                </a:lnTo>
                <a:lnTo>
                  <a:pt x="220247" y="94206"/>
                </a:lnTo>
                <a:lnTo>
                  <a:pt x="220647" y="93473"/>
                </a:lnTo>
                <a:lnTo>
                  <a:pt x="221038" y="92729"/>
                </a:lnTo>
                <a:lnTo>
                  <a:pt x="221420" y="91972"/>
                </a:lnTo>
                <a:lnTo>
                  <a:pt x="221792" y="91203"/>
                </a:lnTo>
                <a:lnTo>
                  <a:pt x="222156" y="90421"/>
                </a:lnTo>
                <a:lnTo>
                  <a:pt x="222510" y="89627"/>
                </a:lnTo>
                <a:lnTo>
                  <a:pt x="222853" y="88822"/>
                </a:lnTo>
                <a:lnTo>
                  <a:pt x="223181" y="88008"/>
                </a:lnTo>
                <a:lnTo>
                  <a:pt x="223494" y="87183"/>
                </a:lnTo>
                <a:lnTo>
                  <a:pt x="223793" y="86349"/>
                </a:lnTo>
                <a:lnTo>
                  <a:pt x="224078" y="85505"/>
                </a:lnTo>
                <a:lnTo>
                  <a:pt x="224347" y="84652"/>
                </a:lnTo>
                <a:lnTo>
                  <a:pt x="224602" y="83788"/>
                </a:lnTo>
                <a:lnTo>
                  <a:pt x="224843" y="82915"/>
                </a:lnTo>
                <a:lnTo>
                  <a:pt x="225069" y="82032"/>
                </a:lnTo>
                <a:lnTo>
                  <a:pt x="225280" y="81139"/>
                </a:lnTo>
                <a:lnTo>
                  <a:pt x="225477" y="80237"/>
                </a:lnTo>
                <a:lnTo>
                  <a:pt x="225659" y="79324"/>
                </a:lnTo>
                <a:lnTo>
                  <a:pt x="225827" y="78402"/>
                </a:lnTo>
                <a:lnTo>
                  <a:pt x="225980" y="77470"/>
                </a:lnTo>
                <a:lnTo>
                  <a:pt x="226119" y="76529"/>
                </a:lnTo>
                <a:lnTo>
                  <a:pt x="226243" y="75577"/>
                </a:lnTo>
                <a:lnTo>
                  <a:pt x="226352" y="74616"/>
                </a:lnTo>
                <a:lnTo>
                  <a:pt x="226447" y="73645"/>
                </a:lnTo>
                <a:lnTo>
                  <a:pt x="226527" y="72664"/>
                </a:lnTo>
                <a:lnTo>
                  <a:pt x="226592" y="71674"/>
                </a:lnTo>
                <a:lnTo>
                  <a:pt x="226643" y="70674"/>
                </a:lnTo>
                <a:lnTo>
                  <a:pt x="226680" y="69664"/>
                </a:lnTo>
                <a:lnTo>
                  <a:pt x="226702" y="68644"/>
                </a:lnTo>
                <a:lnTo>
                  <a:pt x="226709" y="67614"/>
                </a:lnTo>
                <a:lnTo>
                  <a:pt x="226709" y="58254"/>
                </a:lnTo>
                <a:lnTo>
                  <a:pt x="226705" y="57407"/>
                </a:lnTo>
                <a:lnTo>
                  <a:pt x="226693" y="56572"/>
                </a:lnTo>
                <a:lnTo>
                  <a:pt x="226673" y="55748"/>
                </a:lnTo>
                <a:lnTo>
                  <a:pt x="226645" y="54935"/>
                </a:lnTo>
                <a:lnTo>
                  <a:pt x="226610" y="54132"/>
                </a:lnTo>
                <a:lnTo>
                  <a:pt x="226566" y="53341"/>
                </a:lnTo>
                <a:lnTo>
                  <a:pt x="226514" y="52561"/>
                </a:lnTo>
                <a:lnTo>
                  <a:pt x="226455" y="51791"/>
                </a:lnTo>
                <a:lnTo>
                  <a:pt x="226387" y="51033"/>
                </a:lnTo>
                <a:lnTo>
                  <a:pt x="226311" y="50285"/>
                </a:lnTo>
                <a:lnTo>
                  <a:pt x="226228" y="49549"/>
                </a:lnTo>
                <a:lnTo>
                  <a:pt x="226136" y="48823"/>
                </a:lnTo>
                <a:lnTo>
                  <a:pt x="226037" y="48108"/>
                </a:lnTo>
                <a:lnTo>
                  <a:pt x="225930" y="47405"/>
                </a:lnTo>
                <a:lnTo>
                  <a:pt x="225814" y="46712"/>
                </a:lnTo>
                <a:lnTo>
                  <a:pt x="225691" y="46030"/>
                </a:lnTo>
                <a:lnTo>
                  <a:pt x="225560" y="45359"/>
                </a:lnTo>
                <a:lnTo>
                  <a:pt x="225421" y="44699"/>
                </a:lnTo>
                <a:lnTo>
                  <a:pt x="225274" y="44050"/>
                </a:lnTo>
                <a:lnTo>
                  <a:pt x="225119" y="43412"/>
                </a:lnTo>
                <a:lnTo>
                  <a:pt x="224956" y="42785"/>
                </a:lnTo>
                <a:lnTo>
                  <a:pt x="224785" y="42169"/>
                </a:lnTo>
                <a:lnTo>
                  <a:pt x="224606" y="41564"/>
                </a:lnTo>
                <a:lnTo>
                  <a:pt x="224419" y="40970"/>
                </a:lnTo>
                <a:lnTo>
                  <a:pt x="224224" y="40381"/>
                </a:lnTo>
                <a:lnTo>
                  <a:pt x="224022" y="39791"/>
                </a:lnTo>
                <a:lnTo>
                  <a:pt x="223811" y="39201"/>
                </a:lnTo>
                <a:lnTo>
                  <a:pt x="223593" y="38611"/>
                </a:lnTo>
                <a:lnTo>
                  <a:pt x="223367" y="38021"/>
                </a:lnTo>
                <a:lnTo>
                  <a:pt x="223134" y="37430"/>
                </a:lnTo>
                <a:lnTo>
                  <a:pt x="222892" y="36839"/>
                </a:lnTo>
                <a:lnTo>
                  <a:pt x="222643" y="36248"/>
                </a:lnTo>
                <a:lnTo>
                  <a:pt x="222386" y="35656"/>
                </a:lnTo>
                <a:lnTo>
                  <a:pt x="222121" y="35064"/>
                </a:lnTo>
                <a:lnTo>
                  <a:pt x="221848" y="34471"/>
                </a:lnTo>
                <a:lnTo>
                  <a:pt x="221568" y="33879"/>
                </a:lnTo>
                <a:lnTo>
                  <a:pt x="221280" y="33286"/>
                </a:lnTo>
                <a:lnTo>
                  <a:pt x="220984" y="32692"/>
                </a:lnTo>
                <a:lnTo>
                  <a:pt x="220680" y="32098"/>
                </a:lnTo>
                <a:lnTo>
                  <a:pt x="220369" y="31504"/>
                </a:lnTo>
                <a:lnTo>
                  <a:pt x="220049" y="30910"/>
                </a:lnTo>
                <a:lnTo>
                  <a:pt x="219722" y="30315"/>
                </a:lnTo>
                <a:lnTo>
                  <a:pt x="219387" y="29720"/>
                </a:lnTo>
                <a:lnTo>
                  <a:pt x="219045" y="29125"/>
                </a:lnTo>
                <a:lnTo>
                  <a:pt x="218694" y="28529"/>
                </a:lnTo>
                <a:lnTo>
                  <a:pt x="218336" y="27933"/>
                </a:lnTo>
                <a:lnTo>
                  <a:pt x="217970" y="27336"/>
                </a:lnTo>
                <a:lnTo>
                  <a:pt x="217596" y="26740"/>
                </a:lnTo>
                <a:lnTo>
                  <a:pt x="217219" y="26148"/>
                </a:lnTo>
                <a:lnTo>
                  <a:pt x="216843" y="25567"/>
                </a:lnTo>
                <a:lnTo>
                  <a:pt x="216468" y="24997"/>
                </a:lnTo>
                <a:lnTo>
                  <a:pt x="216094" y="24437"/>
                </a:lnTo>
                <a:lnTo>
                  <a:pt x="215722" y="23888"/>
                </a:lnTo>
                <a:lnTo>
                  <a:pt x="215351" y="23349"/>
                </a:lnTo>
                <a:lnTo>
                  <a:pt x="214980" y="22821"/>
                </a:lnTo>
                <a:lnTo>
                  <a:pt x="214611" y="22304"/>
                </a:lnTo>
                <a:lnTo>
                  <a:pt x="214243" y="21797"/>
                </a:lnTo>
                <a:lnTo>
                  <a:pt x="213877" y="21301"/>
                </a:lnTo>
                <a:lnTo>
                  <a:pt x="213511" y="20815"/>
                </a:lnTo>
                <a:lnTo>
                  <a:pt x="213147" y="20340"/>
                </a:lnTo>
                <a:lnTo>
                  <a:pt x="212784" y="19876"/>
                </a:lnTo>
                <a:lnTo>
                  <a:pt x="212422" y="19422"/>
                </a:lnTo>
                <a:lnTo>
                  <a:pt x="212061" y="18979"/>
                </a:lnTo>
                <a:lnTo>
                  <a:pt x="211701" y="18546"/>
                </a:lnTo>
                <a:lnTo>
                  <a:pt x="211342" y="18124"/>
                </a:lnTo>
                <a:lnTo>
                  <a:pt x="210985" y="17713"/>
                </a:lnTo>
                <a:lnTo>
                  <a:pt x="210629" y="17312"/>
                </a:lnTo>
                <a:lnTo>
                  <a:pt x="210274" y="16922"/>
                </a:lnTo>
                <a:lnTo>
                  <a:pt x="209920" y="16543"/>
                </a:lnTo>
                <a:lnTo>
                  <a:pt x="209567" y="16174"/>
                </a:lnTo>
                <a:lnTo>
                  <a:pt x="209215" y="15815"/>
                </a:lnTo>
                <a:lnTo>
                  <a:pt x="208865" y="15468"/>
                </a:lnTo>
                <a:lnTo>
                  <a:pt x="208397" y="15017"/>
                </a:lnTo>
                <a:lnTo>
                  <a:pt x="207917" y="14574"/>
                </a:lnTo>
                <a:lnTo>
                  <a:pt x="207425" y="14137"/>
                </a:lnTo>
                <a:lnTo>
                  <a:pt x="206920" y="13707"/>
                </a:lnTo>
                <a:lnTo>
                  <a:pt x="206403" y="13283"/>
                </a:lnTo>
                <a:lnTo>
                  <a:pt x="205874" y="12866"/>
                </a:lnTo>
                <a:lnTo>
                  <a:pt x="205332" y="12455"/>
                </a:lnTo>
                <a:lnTo>
                  <a:pt x="204777" y="12052"/>
                </a:lnTo>
                <a:lnTo>
                  <a:pt x="204211" y="11654"/>
                </a:lnTo>
                <a:lnTo>
                  <a:pt x="203631" y="11264"/>
                </a:lnTo>
                <a:lnTo>
                  <a:pt x="203040" y="10880"/>
                </a:lnTo>
                <a:lnTo>
                  <a:pt x="202435" y="10503"/>
                </a:lnTo>
                <a:lnTo>
                  <a:pt x="201819" y="10132"/>
                </a:lnTo>
                <a:lnTo>
                  <a:pt x="201190" y="9768"/>
                </a:lnTo>
                <a:lnTo>
                  <a:pt x="200549" y="9410"/>
                </a:lnTo>
                <a:lnTo>
                  <a:pt x="199895" y="9060"/>
                </a:lnTo>
                <a:lnTo>
                  <a:pt x="199229" y="8715"/>
                </a:lnTo>
                <a:lnTo>
                  <a:pt x="198550" y="8378"/>
                </a:lnTo>
                <a:lnTo>
                  <a:pt x="197859" y="8047"/>
                </a:lnTo>
                <a:lnTo>
                  <a:pt x="197155" y="7723"/>
                </a:lnTo>
                <a:lnTo>
                  <a:pt x="196439" y="7405"/>
                </a:lnTo>
                <a:lnTo>
                  <a:pt x="195711" y="7094"/>
                </a:lnTo>
                <a:lnTo>
                  <a:pt x="194970" y="6790"/>
                </a:lnTo>
                <a:lnTo>
                  <a:pt x="194217" y="6492"/>
                </a:lnTo>
                <a:lnTo>
                  <a:pt x="193457" y="6203"/>
                </a:lnTo>
                <a:lnTo>
                  <a:pt x="192695" y="5927"/>
                </a:lnTo>
                <a:lnTo>
                  <a:pt x="191932" y="5664"/>
                </a:lnTo>
                <a:lnTo>
                  <a:pt x="191167" y="5412"/>
                </a:lnTo>
                <a:lnTo>
                  <a:pt x="190401" y="5173"/>
                </a:lnTo>
                <a:lnTo>
                  <a:pt x="189634" y="4946"/>
                </a:lnTo>
                <a:lnTo>
                  <a:pt x="188865" y="4731"/>
                </a:lnTo>
                <a:lnTo>
                  <a:pt x="188094" y="4529"/>
                </a:lnTo>
                <a:lnTo>
                  <a:pt x="187322" y="4338"/>
                </a:lnTo>
                <a:lnTo>
                  <a:pt x="186548" y="4161"/>
                </a:lnTo>
                <a:lnTo>
                  <a:pt x="185773" y="3995"/>
                </a:lnTo>
                <a:lnTo>
                  <a:pt x="184997" y="3842"/>
                </a:lnTo>
                <a:lnTo>
                  <a:pt x="184219" y="3700"/>
                </a:lnTo>
                <a:lnTo>
                  <a:pt x="183439" y="3572"/>
                </a:lnTo>
                <a:lnTo>
                  <a:pt x="182658" y="3455"/>
                </a:lnTo>
                <a:lnTo>
                  <a:pt x="181876" y="3351"/>
                </a:lnTo>
                <a:lnTo>
                  <a:pt x="181092" y="3259"/>
                </a:lnTo>
                <a:lnTo>
                  <a:pt x="180306" y="3179"/>
                </a:lnTo>
                <a:lnTo>
                  <a:pt x="179519" y="3112"/>
                </a:lnTo>
                <a:lnTo>
                  <a:pt x="178731" y="3056"/>
                </a:lnTo>
                <a:lnTo>
                  <a:pt x="177941" y="3013"/>
                </a:lnTo>
                <a:lnTo>
                  <a:pt x="177149" y="2983"/>
                </a:lnTo>
                <a:lnTo>
                  <a:pt x="176356" y="2964"/>
                </a:lnTo>
                <a:lnTo>
                  <a:pt x="175562" y="2958"/>
                </a:lnTo>
                <a:lnTo>
                  <a:pt x="134625" y="2863"/>
                </a:lnTo>
                <a:lnTo>
                  <a:pt x="134043" y="2867"/>
                </a:lnTo>
                <a:lnTo>
                  <a:pt x="133476" y="2882"/>
                </a:lnTo>
                <a:lnTo>
                  <a:pt x="132923" y="2905"/>
                </a:lnTo>
                <a:lnTo>
                  <a:pt x="132383" y="2938"/>
                </a:lnTo>
                <a:lnTo>
                  <a:pt x="131858" y="2981"/>
                </a:lnTo>
                <a:lnTo>
                  <a:pt x="131347" y="3033"/>
                </a:lnTo>
                <a:lnTo>
                  <a:pt x="130850" y="3094"/>
                </a:lnTo>
                <a:lnTo>
                  <a:pt x="130368" y="3165"/>
                </a:lnTo>
                <a:lnTo>
                  <a:pt x="129899" y="3245"/>
                </a:lnTo>
                <a:lnTo>
                  <a:pt x="129444" y="3335"/>
                </a:lnTo>
                <a:lnTo>
                  <a:pt x="129004" y="3434"/>
                </a:lnTo>
                <a:lnTo>
                  <a:pt x="128577" y="3543"/>
                </a:lnTo>
                <a:lnTo>
                  <a:pt x="128165" y="3661"/>
                </a:lnTo>
                <a:lnTo>
                  <a:pt x="127766" y="3788"/>
                </a:lnTo>
                <a:lnTo>
                  <a:pt x="127382" y="3925"/>
                </a:lnTo>
                <a:lnTo>
                  <a:pt x="127012" y="4071"/>
                </a:lnTo>
                <a:lnTo>
                  <a:pt x="126656" y="4227"/>
                </a:lnTo>
                <a:lnTo>
                  <a:pt x="126314" y="4393"/>
                </a:lnTo>
                <a:lnTo>
                  <a:pt x="125986" y="4567"/>
                </a:lnTo>
                <a:lnTo>
                  <a:pt x="125672" y="4751"/>
                </a:lnTo>
                <a:lnTo>
                  <a:pt x="125372" y="4945"/>
                </a:lnTo>
                <a:lnTo>
                  <a:pt x="125087" y="5148"/>
                </a:lnTo>
                <a:lnTo>
                  <a:pt x="124815" y="5360"/>
                </a:lnTo>
                <a:lnTo>
                  <a:pt x="124557" y="5582"/>
                </a:lnTo>
                <a:lnTo>
                  <a:pt x="124312" y="5812"/>
                </a:lnTo>
                <a:lnTo>
                  <a:pt x="124077" y="6047"/>
                </a:lnTo>
                <a:lnTo>
                  <a:pt x="123853" y="6288"/>
                </a:lnTo>
                <a:lnTo>
                  <a:pt x="123639" y="6535"/>
                </a:lnTo>
                <a:lnTo>
                  <a:pt x="123435" y="6788"/>
                </a:lnTo>
                <a:lnTo>
                  <a:pt x="123242" y="7046"/>
                </a:lnTo>
                <a:lnTo>
                  <a:pt x="123060" y="7311"/>
                </a:lnTo>
                <a:lnTo>
                  <a:pt x="122887" y="7581"/>
                </a:lnTo>
                <a:lnTo>
                  <a:pt x="122726" y="7857"/>
                </a:lnTo>
                <a:lnTo>
                  <a:pt x="122574" y="8139"/>
                </a:lnTo>
                <a:lnTo>
                  <a:pt x="122433" y="8426"/>
                </a:lnTo>
                <a:lnTo>
                  <a:pt x="122303" y="8719"/>
                </a:lnTo>
                <a:lnTo>
                  <a:pt x="122183" y="9019"/>
                </a:lnTo>
                <a:lnTo>
                  <a:pt x="122073" y="9323"/>
                </a:lnTo>
                <a:lnTo>
                  <a:pt x="121974" y="9634"/>
                </a:lnTo>
                <a:lnTo>
                  <a:pt x="121886" y="9951"/>
                </a:lnTo>
                <a:lnTo>
                  <a:pt x="121807" y="10273"/>
                </a:lnTo>
                <a:lnTo>
                  <a:pt x="121739" y="10601"/>
                </a:lnTo>
                <a:lnTo>
                  <a:pt x="121682" y="10935"/>
                </a:lnTo>
                <a:lnTo>
                  <a:pt x="121635" y="11275"/>
                </a:lnTo>
                <a:lnTo>
                  <a:pt x="121598" y="11620"/>
                </a:lnTo>
                <a:lnTo>
                  <a:pt x="121572" y="11971"/>
                </a:lnTo>
                <a:lnTo>
                  <a:pt x="121557" y="12329"/>
                </a:lnTo>
                <a:lnTo>
                  <a:pt x="121552" y="12691"/>
                </a:lnTo>
                <a:lnTo>
                  <a:pt x="121557" y="13054"/>
                </a:lnTo>
                <a:lnTo>
                  <a:pt x="121572" y="13411"/>
                </a:lnTo>
                <a:lnTo>
                  <a:pt x="121598" y="13763"/>
                </a:lnTo>
                <a:lnTo>
                  <a:pt x="121634" y="14108"/>
                </a:lnTo>
                <a:lnTo>
                  <a:pt x="121680" y="14448"/>
                </a:lnTo>
                <a:lnTo>
                  <a:pt x="121736" y="14782"/>
                </a:lnTo>
                <a:lnTo>
                  <a:pt x="121803" y="15110"/>
                </a:lnTo>
                <a:lnTo>
                  <a:pt x="121880" y="15432"/>
                </a:lnTo>
                <a:lnTo>
                  <a:pt x="121968" y="15749"/>
                </a:lnTo>
                <a:lnTo>
                  <a:pt x="122065" y="16059"/>
                </a:lnTo>
                <a:lnTo>
                  <a:pt x="122173" y="16364"/>
                </a:lnTo>
                <a:lnTo>
                  <a:pt x="122291" y="16663"/>
                </a:lnTo>
                <a:lnTo>
                  <a:pt x="122419" y="16957"/>
                </a:lnTo>
                <a:lnTo>
                  <a:pt x="122558" y="17244"/>
                </a:lnTo>
                <a:lnTo>
                  <a:pt x="122707" y="17526"/>
                </a:lnTo>
                <a:lnTo>
                  <a:pt x="122866" y="17802"/>
                </a:lnTo>
                <a:lnTo>
                  <a:pt x="123036" y="18072"/>
                </a:lnTo>
                <a:lnTo>
                  <a:pt x="123215" y="18336"/>
                </a:lnTo>
                <a:lnTo>
                  <a:pt x="123405" y="18595"/>
                </a:lnTo>
                <a:lnTo>
                  <a:pt x="123606" y="18848"/>
                </a:lnTo>
                <a:lnTo>
                  <a:pt x="123816" y="19095"/>
                </a:lnTo>
                <a:lnTo>
                  <a:pt x="124037" y="19336"/>
                </a:lnTo>
                <a:lnTo>
                  <a:pt x="124268" y="19571"/>
                </a:lnTo>
                <a:lnTo>
                  <a:pt x="124510" y="19801"/>
                </a:lnTo>
                <a:lnTo>
                  <a:pt x="124762" y="20022"/>
                </a:lnTo>
                <a:lnTo>
                  <a:pt x="125025" y="20235"/>
                </a:lnTo>
                <a:lnTo>
                  <a:pt x="125300" y="20438"/>
                </a:lnTo>
                <a:lnTo>
                  <a:pt x="125586" y="20632"/>
                </a:lnTo>
                <a:lnTo>
                  <a:pt x="125883" y="20816"/>
                </a:lnTo>
                <a:lnTo>
                  <a:pt x="126192" y="20990"/>
                </a:lnTo>
                <a:lnTo>
                  <a:pt x="126511" y="21156"/>
                </a:lnTo>
                <a:lnTo>
                  <a:pt x="126842" y="21311"/>
                </a:lnTo>
                <a:lnTo>
                  <a:pt x="127185" y="21458"/>
                </a:lnTo>
                <a:lnTo>
                  <a:pt x="127538" y="21595"/>
                </a:lnTo>
                <a:lnTo>
                  <a:pt x="127903" y="21722"/>
                </a:lnTo>
                <a:lnTo>
                  <a:pt x="128279" y="21840"/>
                </a:lnTo>
                <a:lnTo>
                  <a:pt x="128666" y="21949"/>
                </a:lnTo>
                <a:lnTo>
                  <a:pt x="129065" y="22048"/>
                </a:lnTo>
                <a:lnTo>
                  <a:pt x="129475" y="22138"/>
                </a:lnTo>
                <a:lnTo>
                  <a:pt x="129896" y="22218"/>
                </a:lnTo>
                <a:lnTo>
                  <a:pt x="130328" y="22289"/>
                </a:lnTo>
                <a:lnTo>
                  <a:pt x="130772" y="22350"/>
                </a:lnTo>
                <a:lnTo>
                  <a:pt x="131227" y="22402"/>
                </a:lnTo>
                <a:lnTo>
                  <a:pt x="131693" y="22445"/>
                </a:lnTo>
                <a:lnTo>
                  <a:pt x="132170" y="22478"/>
                </a:lnTo>
                <a:lnTo>
                  <a:pt x="132659" y="22501"/>
                </a:lnTo>
                <a:lnTo>
                  <a:pt x="133159" y="22515"/>
                </a:lnTo>
                <a:lnTo>
                  <a:pt x="133670" y="22520"/>
                </a:lnTo>
                <a:lnTo>
                  <a:pt x="133670" y="99050"/>
                </a:lnTo>
                <a:lnTo>
                  <a:pt x="133167" y="99055"/>
                </a:lnTo>
                <a:lnTo>
                  <a:pt x="132674" y="99069"/>
                </a:lnTo>
                <a:lnTo>
                  <a:pt x="132192" y="99092"/>
                </a:lnTo>
                <a:close/>
                <a:moveTo>
                  <a:pt x="174705" y="22527"/>
                </a:moveTo>
                <a:lnTo>
                  <a:pt x="175553" y="22548"/>
                </a:lnTo>
                <a:lnTo>
                  <a:pt x="176390" y="22583"/>
                </a:lnTo>
                <a:lnTo>
                  <a:pt x="177214" y="22633"/>
                </a:lnTo>
                <a:lnTo>
                  <a:pt x="178027" y="22696"/>
                </a:lnTo>
                <a:lnTo>
                  <a:pt x="178827" y="22774"/>
                </a:lnTo>
                <a:lnTo>
                  <a:pt x="179615" y="22865"/>
                </a:lnTo>
                <a:lnTo>
                  <a:pt x="180391" y="22971"/>
                </a:lnTo>
                <a:lnTo>
                  <a:pt x="181155" y="23090"/>
                </a:lnTo>
                <a:lnTo>
                  <a:pt x="181907" y="23224"/>
                </a:lnTo>
                <a:lnTo>
                  <a:pt x="182647" y="23372"/>
                </a:lnTo>
                <a:lnTo>
                  <a:pt x="183374" y="23534"/>
                </a:lnTo>
                <a:lnTo>
                  <a:pt x="184090" y="23710"/>
                </a:lnTo>
                <a:lnTo>
                  <a:pt x="184794" y="23900"/>
                </a:lnTo>
                <a:lnTo>
                  <a:pt x="185485" y="24104"/>
                </a:lnTo>
                <a:lnTo>
                  <a:pt x="186164" y="24323"/>
                </a:lnTo>
                <a:lnTo>
                  <a:pt x="186832" y="24555"/>
                </a:lnTo>
                <a:lnTo>
                  <a:pt x="187487" y="24801"/>
                </a:lnTo>
                <a:lnTo>
                  <a:pt x="188130" y="25062"/>
                </a:lnTo>
                <a:lnTo>
                  <a:pt x="188761" y="25336"/>
                </a:lnTo>
                <a:lnTo>
                  <a:pt x="189380" y="25625"/>
                </a:lnTo>
                <a:lnTo>
                  <a:pt x="189986" y="25928"/>
                </a:lnTo>
                <a:lnTo>
                  <a:pt x="190581" y="26245"/>
                </a:lnTo>
                <a:lnTo>
                  <a:pt x="191163" y="26576"/>
                </a:lnTo>
                <a:lnTo>
                  <a:pt x="191738" y="26925"/>
                </a:lnTo>
                <a:lnTo>
                  <a:pt x="192307" y="27299"/>
                </a:lnTo>
                <a:lnTo>
                  <a:pt x="192871" y="27696"/>
                </a:lnTo>
                <a:lnTo>
                  <a:pt x="193431" y="28117"/>
                </a:lnTo>
                <a:lnTo>
                  <a:pt x="193986" y="28562"/>
                </a:lnTo>
                <a:lnTo>
                  <a:pt x="194536" y="29030"/>
                </a:lnTo>
                <a:lnTo>
                  <a:pt x="195081" y="29522"/>
                </a:lnTo>
                <a:lnTo>
                  <a:pt x="195622" y="30037"/>
                </a:lnTo>
                <a:lnTo>
                  <a:pt x="196158" y="30577"/>
                </a:lnTo>
                <a:lnTo>
                  <a:pt x="196688" y="31140"/>
                </a:lnTo>
                <a:lnTo>
                  <a:pt x="197215" y="31726"/>
                </a:lnTo>
                <a:lnTo>
                  <a:pt x="197736" y="32337"/>
                </a:lnTo>
                <a:lnTo>
                  <a:pt x="198252" y="32971"/>
                </a:lnTo>
                <a:lnTo>
                  <a:pt x="198764" y="33629"/>
                </a:lnTo>
                <a:lnTo>
                  <a:pt x="199271" y="34310"/>
                </a:lnTo>
                <a:lnTo>
                  <a:pt x="199773" y="35015"/>
                </a:lnTo>
                <a:lnTo>
                  <a:pt x="200270" y="35744"/>
                </a:lnTo>
                <a:lnTo>
                  <a:pt x="200763" y="36497"/>
                </a:lnTo>
                <a:lnTo>
                  <a:pt x="201250" y="37273"/>
                </a:lnTo>
                <a:lnTo>
                  <a:pt x="201733" y="38073"/>
                </a:lnTo>
                <a:lnTo>
                  <a:pt x="202211" y="38897"/>
                </a:lnTo>
                <a:lnTo>
                  <a:pt x="202684" y="39744"/>
                </a:lnTo>
                <a:lnTo>
                  <a:pt x="203153" y="40615"/>
                </a:lnTo>
                <a:lnTo>
                  <a:pt x="203616" y="41510"/>
                </a:lnTo>
                <a:lnTo>
                  <a:pt x="203904" y="42094"/>
                </a:lnTo>
                <a:lnTo>
                  <a:pt x="204180" y="42686"/>
                </a:lnTo>
                <a:lnTo>
                  <a:pt x="204444" y="43287"/>
                </a:lnTo>
                <a:lnTo>
                  <a:pt x="204695" y="43895"/>
                </a:lnTo>
                <a:lnTo>
                  <a:pt x="204934" y="44511"/>
                </a:lnTo>
                <a:lnTo>
                  <a:pt x="205161" y="45136"/>
                </a:lnTo>
                <a:lnTo>
                  <a:pt x="205376" y="45768"/>
                </a:lnTo>
                <a:lnTo>
                  <a:pt x="205578" y="46408"/>
                </a:lnTo>
                <a:lnTo>
                  <a:pt x="205768" y="47056"/>
                </a:lnTo>
                <a:lnTo>
                  <a:pt x="205946" y="47712"/>
                </a:lnTo>
                <a:lnTo>
                  <a:pt x="206111" y="48376"/>
                </a:lnTo>
                <a:lnTo>
                  <a:pt x="206264" y="49048"/>
                </a:lnTo>
                <a:lnTo>
                  <a:pt x="206405" y="49728"/>
                </a:lnTo>
                <a:lnTo>
                  <a:pt x="206534" y="50416"/>
                </a:lnTo>
                <a:lnTo>
                  <a:pt x="206651" y="51112"/>
                </a:lnTo>
                <a:lnTo>
                  <a:pt x="206755" y="51815"/>
                </a:lnTo>
                <a:lnTo>
                  <a:pt x="206847" y="52527"/>
                </a:lnTo>
                <a:lnTo>
                  <a:pt x="206926" y="53247"/>
                </a:lnTo>
                <a:lnTo>
                  <a:pt x="206994" y="53974"/>
                </a:lnTo>
                <a:lnTo>
                  <a:pt x="207049" y="54710"/>
                </a:lnTo>
                <a:lnTo>
                  <a:pt x="207092" y="55453"/>
                </a:lnTo>
                <a:lnTo>
                  <a:pt x="207123" y="56205"/>
                </a:lnTo>
                <a:lnTo>
                  <a:pt x="207141" y="56964"/>
                </a:lnTo>
                <a:lnTo>
                  <a:pt x="207147" y="57732"/>
                </a:lnTo>
                <a:lnTo>
                  <a:pt x="207147" y="66988"/>
                </a:lnTo>
                <a:lnTo>
                  <a:pt x="207140" y="67879"/>
                </a:lnTo>
                <a:lnTo>
                  <a:pt x="207120" y="68757"/>
                </a:lnTo>
                <a:lnTo>
                  <a:pt x="207086" y="69621"/>
                </a:lnTo>
                <a:lnTo>
                  <a:pt x="207038" y="70471"/>
                </a:lnTo>
                <a:lnTo>
                  <a:pt x="206977" y="71307"/>
                </a:lnTo>
                <a:lnTo>
                  <a:pt x="206903" y="72129"/>
                </a:lnTo>
                <a:lnTo>
                  <a:pt x="206814" y="72937"/>
                </a:lnTo>
                <a:lnTo>
                  <a:pt x="206712" y="73731"/>
                </a:lnTo>
                <a:lnTo>
                  <a:pt x="206597" y="74511"/>
                </a:lnTo>
                <a:lnTo>
                  <a:pt x="206468" y="75278"/>
                </a:lnTo>
                <a:lnTo>
                  <a:pt x="206325" y="76030"/>
                </a:lnTo>
                <a:lnTo>
                  <a:pt x="206169" y="76769"/>
                </a:lnTo>
                <a:lnTo>
                  <a:pt x="205999" y="77493"/>
                </a:lnTo>
                <a:lnTo>
                  <a:pt x="205816" y="78204"/>
                </a:lnTo>
                <a:lnTo>
                  <a:pt x="205619" y="78901"/>
                </a:lnTo>
                <a:lnTo>
                  <a:pt x="205408" y="79584"/>
                </a:lnTo>
                <a:lnTo>
                  <a:pt x="205184" y="80253"/>
                </a:lnTo>
                <a:lnTo>
                  <a:pt x="204946" y="80908"/>
                </a:lnTo>
                <a:lnTo>
                  <a:pt x="204695" y="81549"/>
                </a:lnTo>
                <a:lnTo>
                  <a:pt x="204430" y="82176"/>
                </a:lnTo>
                <a:lnTo>
                  <a:pt x="204152" y="82789"/>
                </a:lnTo>
                <a:lnTo>
                  <a:pt x="203860" y="83389"/>
                </a:lnTo>
                <a:lnTo>
                  <a:pt x="203554" y="83974"/>
                </a:lnTo>
                <a:lnTo>
                  <a:pt x="203235" y="84546"/>
                </a:lnTo>
                <a:lnTo>
                  <a:pt x="202902" y="85106"/>
                </a:lnTo>
                <a:lnTo>
                  <a:pt x="202556" y="85658"/>
                </a:lnTo>
                <a:lnTo>
                  <a:pt x="202197" y="86202"/>
                </a:lnTo>
                <a:lnTo>
                  <a:pt x="201825" y="86738"/>
                </a:lnTo>
                <a:lnTo>
                  <a:pt x="201439" y="87265"/>
                </a:lnTo>
                <a:lnTo>
                  <a:pt x="201040" y="87784"/>
                </a:lnTo>
                <a:lnTo>
                  <a:pt x="200628" y="88295"/>
                </a:lnTo>
                <a:lnTo>
                  <a:pt x="200202" y="88798"/>
                </a:lnTo>
                <a:lnTo>
                  <a:pt x="199764" y="89292"/>
                </a:lnTo>
                <a:lnTo>
                  <a:pt x="199312" y="89778"/>
                </a:lnTo>
                <a:lnTo>
                  <a:pt x="198846" y="90255"/>
                </a:lnTo>
                <a:lnTo>
                  <a:pt x="198368" y="90725"/>
                </a:lnTo>
                <a:lnTo>
                  <a:pt x="197876" y="91186"/>
                </a:lnTo>
                <a:lnTo>
                  <a:pt x="197371" y="91638"/>
                </a:lnTo>
                <a:lnTo>
                  <a:pt x="196853" y="92083"/>
                </a:lnTo>
                <a:lnTo>
                  <a:pt x="196322" y="92519"/>
                </a:lnTo>
                <a:lnTo>
                  <a:pt x="195777" y="92947"/>
                </a:lnTo>
                <a:lnTo>
                  <a:pt x="195219" y="93367"/>
                </a:lnTo>
                <a:lnTo>
                  <a:pt x="194648" y="93778"/>
                </a:lnTo>
                <a:lnTo>
                  <a:pt x="194063" y="94181"/>
                </a:lnTo>
                <a:lnTo>
                  <a:pt x="193466" y="94576"/>
                </a:lnTo>
                <a:lnTo>
                  <a:pt x="192855" y="94962"/>
                </a:lnTo>
                <a:lnTo>
                  <a:pt x="192230" y="95341"/>
                </a:lnTo>
                <a:lnTo>
                  <a:pt x="191593" y="95711"/>
                </a:lnTo>
                <a:lnTo>
                  <a:pt x="191090" y="95983"/>
                </a:lnTo>
                <a:lnTo>
                  <a:pt x="190567" y="96244"/>
                </a:lnTo>
                <a:lnTo>
                  <a:pt x="190024" y="96493"/>
                </a:lnTo>
                <a:lnTo>
                  <a:pt x="189462" y="96731"/>
                </a:lnTo>
                <a:lnTo>
                  <a:pt x="188879" y="96957"/>
                </a:lnTo>
                <a:lnTo>
                  <a:pt x="188277" y="97172"/>
                </a:lnTo>
                <a:lnTo>
                  <a:pt x="187655" y="97375"/>
                </a:lnTo>
                <a:lnTo>
                  <a:pt x="187013" y="97566"/>
                </a:lnTo>
                <a:lnTo>
                  <a:pt x="186351" y="97746"/>
                </a:lnTo>
                <a:lnTo>
                  <a:pt x="185669" y="97914"/>
                </a:lnTo>
                <a:lnTo>
                  <a:pt x="184967" y="98070"/>
                </a:lnTo>
                <a:lnTo>
                  <a:pt x="184245" y="98215"/>
                </a:lnTo>
                <a:lnTo>
                  <a:pt x="183504" y="98349"/>
                </a:lnTo>
                <a:lnTo>
                  <a:pt x="182742" y="98471"/>
                </a:lnTo>
                <a:lnTo>
                  <a:pt x="181961" y="98581"/>
                </a:lnTo>
                <a:lnTo>
                  <a:pt x="181160" y="98679"/>
                </a:lnTo>
                <a:lnTo>
                  <a:pt x="180339" y="98766"/>
                </a:lnTo>
                <a:lnTo>
                  <a:pt x="179498" y="98842"/>
                </a:lnTo>
                <a:lnTo>
                  <a:pt x="178637" y="98905"/>
                </a:lnTo>
                <a:lnTo>
                  <a:pt x="177756" y="98958"/>
                </a:lnTo>
                <a:lnTo>
                  <a:pt x="176856" y="98998"/>
                </a:lnTo>
                <a:lnTo>
                  <a:pt x="175935" y="99027"/>
                </a:lnTo>
                <a:lnTo>
                  <a:pt x="174995" y="99045"/>
                </a:lnTo>
                <a:lnTo>
                  <a:pt x="174035" y="99050"/>
                </a:lnTo>
                <a:lnTo>
                  <a:pt x="153232" y="99050"/>
                </a:lnTo>
                <a:lnTo>
                  <a:pt x="153232" y="22520"/>
                </a:lnTo>
                <a:lnTo>
                  <a:pt x="173844" y="22520"/>
                </a:lnTo>
                <a:lnTo>
                  <a:pt x="174705" y="22527"/>
                </a:lnTo>
                <a:close/>
                <a:moveTo>
                  <a:pt x="677435" y="42227"/>
                </a:moveTo>
                <a:lnTo>
                  <a:pt x="677459" y="42801"/>
                </a:lnTo>
                <a:lnTo>
                  <a:pt x="677492" y="43361"/>
                </a:lnTo>
                <a:lnTo>
                  <a:pt x="677535" y="43906"/>
                </a:lnTo>
                <a:lnTo>
                  <a:pt x="677587" y="44435"/>
                </a:lnTo>
                <a:lnTo>
                  <a:pt x="677648" y="44949"/>
                </a:lnTo>
                <a:lnTo>
                  <a:pt x="677719" y="45448"/>
                </a:lnTo>
                <a:lnTo>
                  <a:pt x="677799" y="45933"/>
                </a:lnTo>
                <a:lnTo>
                  <a:pt x="677889" y="46402"/>
                </a:lnTo>
                <a:lnTo>
                  <a:pt x="677988" y="46856"/>
                </a:lnTo>
                <a:lnTo>
                  <a:pt x="678096" y="47295"/>
                </a:lnTo>
                <a:lnTo>
                  <a:pt x="678214" y="47718"/>
                </a:lnTo>
                <a:lnTo>
                  <a:pt x="678342" y="48127"/>
                </a:lnTo>
                <a:lnTo>
                  <a:pt x="678479" y="48521"/>
                </a:lnTo>
                <a:lnTo>
                  <a:pt x="678625" y="48900"/>
                </a:lnTo>
                <a:lnTo>
                  <a:pt x="678781" y="49263"/>
                </a:lnTo>
                <a:lnTo>
                  <a:pt x="678946" y="49612"/>
                </a:lnTo>
                <a:lnTo>
                  <a:pt x="679121" y="49945"/>
                </a:lnTo>
                <a:lnTo>
                  <a:pt x="679305" y="50263"/>
                </a:lnTo>
                <a:lnTo>
                  <a:pt x="679499" y="50567"/>
                </a:lnTo>
                <a:lnTo>
                  <a:pt x="679702" y="50855"/>
                </a:lnTo>
                <a:lnTo>
                  <a:pt x="679914" y="51128"/>
                </a:lnTo>
                <a:lnTo>
                  <a:pt x="680136" y="51386"/>
                </a:lnTo>
                <a:lnTo>
                  <a:pt x="680366" y="51631"/>
                </a:lnTo>
                <a:lnTo>
                  <a:pt x="680600" y="51866"/>
                </a:lnTo>
                <a:lnTo>
                  <a:pt x="680841" y="52090"/>
                </a:lnTo>
                <a:lnTo>
                  <a:pt x="681086" y="52304"/>
                </a:lnTo>
                <a:lnTo>
                  <a:pt x="681338" y="52508"/>
                </a:lnTo>
                <a:lnTo>
                  <a:pt x="681594" y="52701"/>
                </a:lnTo>
                <a:lnTo>
                  <a:pt x="681857" y="52884"/>
                </a:lnTo>
                <a:lnTo>
                  <a:pt x="682124" y="53056"/>
                </a:lnTo>
                <a:lnTo>
                  <a:pt x="682397" y="53218"/>
                </a:lnTo>
                <a:lnTo>
                  <a:pt x="682676" y="53369"/>
                </a:lnTo>
                <a:lnTo>
                  <a:pt x="682960" y="53510"/>
                </a:lnTo>
                <a:lnTo>
                  <a:pt x="683249" y="53640"/>
                </a:lnTo>
                <a:lnTo>
                  <a:pt x="683544" y="53760"/>
                </a:lnTo>
                <a:lnTo>
                  <a:pt x="683845" y="53870"/>
                </a:lnTo>
                <a:lnTo>
                  <a:pt x="684151" y="53969"/>
                </a:lnTo>
                <a:lnTo>
                  <a:pt x="684462" y="54058"/>
                </a:lnTo>
                <a:lnTo>
                  <a:pt x="684779" y="54136"/>
                </a:lnTo>
                <a:lnTo>
                  <a:pt x="685101" y="54204"/>
                </a:lnTo>
                <a:lnTo>
                  <a:pt x="685429" y="54261"/>
                </a:lnTo>
                <a:lnTo>
                  <a:pt x="685762" y="54308"/>
                </a:lnTo>
                <a:lnTo>
                  <a:pt x="686101" y="54345"/>
                </a:lnTo>
                <a:lnTo>
                  <a:pt x="686445" y="54371"/>
                </a:lnTo>
                <a:lnTo>
                  <a:pt x="686795" y="54387"/>
                </a:lnTo>
                <a:lnTo>
                  <a:pt x="687150" y="54392"/>
                </a:lnTo>
                <a:lnTo>
                  <a:pt x="687513" y="54387"/>
                </a:lnTo>
                <a:lnTo>
                  <a:pt x="687870" y="54371"/>
                </a:lnTo>
                <a:lnTo>
                  <a:pt x="688221" y="54345"/>
                </a:lnTo>
                <a:lnTo>
                  <a:pt x="688567" y="54308"/>
                </a:lnTo>
                <a:lnTo>
                  <a:pt x="688906" y="54261"/>
                </a:lnTo>
                <a:lnTo>
                  <a:pt x="689240" y="54204"/>
                </a:lnTo>
                <a:lnTo>
                  <a:pt x="689568" y="54136"/>
                </a:lnTo>
                <a:lnTo>
                  <a:pt x="689891" y="54058"/>
                </a:lnTo>
                <a:lnTo>
                  <a:pt x="690207" y="53969"/>
                </a:lnTo>
                <a:lnTo>
                  <a:pt x="690518" y="53870"/>
                </a:lnTo>
                <a:lnTo>
                  <a:pt x="690823" y="53760"/>
                </a:lnTo>
                <a:lnTo>
                  <a:pt x="691122" y="53640"/>
                </a:lnTo>
                <a:lnTo>
                  <a:pt x="691415" y="53510"/>
                </a:lnTo>
                <a:lnTo>
                  <a:pt x="691703" y="53369"/>
                </a:lnTo>
                <a:lnTo>
                  <a:pt x="691984" y="53218"/>
                </a:lnTo>
                <a:lnTo>
                  <a:pt x="692260" y="53056"/>
                </a:lnTo>
                <a:lnTo>
                  <a:pt x="692530" y="52884"/>
                </a:lnTo>
                <a:lnTo>
                  <a:pt x="692795" y="52701"/>
                </a:lnTo>
                <a:lnTo>
                  <a:pt x="693053" y="52508"/>
                </a:lnTo>
                <a:lnTo>
                  <a:pt x="693306" y="52304"/>
                </a:lnTo>
                <a:lnTo>
                  <a:pt x="693553" y="52090"/>
                </a:lnTo>
                <a:lnTo>
                  <a:pt x="693794" y="51866"/>
                </a:lnTo>
                <a:lnTo>
                  <a:pt x="694029" y="51631"/>
                </a:lnTo>
                <a:lnTo>
                  <a:pt x="694259" y="51386"/>
                </a:lnTo>
                <a:lnTo>
                  <a:pt x="694481" y="51128"/>
                </a:lnTo>
                <a:lnTo>
                  <a:pt x="694693" y="50855"/>
                </a:lnTo>
                <a:lnTo>
                  <a:pt x="694896" y="50567"/>
                </a:lnTo>
                <a:lnTo>
                  <a:pt x="695090" y="50263"/>
                </a:lnTo>
                <a:lnTo>
                  <a:pt x="695274" y="49945"/>
                </a:lnTo>
                <a:lnTo>
                  <a:pt x="695449" y="49612"/>
                </a:lnTo>
                <a:lnTo>
                  <a:pt x="695614" y="49263"/>
                </a:lnTo>
                <a:lnTo>
                  <a:pt x="695770" y="48900"/>
                </a:lnTo>
                <a:lnTo>
                  <a:pt x="695916" y="48521"/>
                </a:lnTo>
                <a:lnTo>
                  <a:pt x="696053" y="48127"/>
                </a:lnTo>
                <a:lnTo>
                  <a:pt x="696181" y="47718"/>
                </a:lnTo>
                <a:lnTo>
                  <a:pt x="696299" y="47295"/>
                </a:lnTo>
                <a:lnTo>
                  <a:pt x="696407" y="46856"/>
                </a:lnTo>
                <a:lnTo>
                  <a:pt x="696506" y="46402"/>
                </a:lnTo>
                <a:lnTo>
                  <a:pt x="696596" y="45933"/>
                </a:lnTo>
                <a:lnTo>
                  <a:pt x="696676" y="45448"/>
                </a:lnTo>
                <a:lnTo>
                  <a:pt x="696747" y="44949"/>
                </a:lnTo>
                <a:lnTo>
                  <a:pt x="696809" y="44435"/>
                </a:lnTo>
                <a:lnTo>
                  <a:pt x="696860" y="43906"/>
                </a:lnTo>
                <a:lnTo>
                  <a:pt x="696903" y="43361"/>
                </a:lnTo>
                <a:lnTo>
                  <a:pt x="696936" y="42801"/>
                </a:lnTo>
                <a:lnTo>
                  <a:pt x="696960" y="42227"/>
                </a:lnTo>
                <a:lnTo>
                  <a:pt x="696974" y="41637"/>
                </a:lnTo>
                <a:lnTo>
                  <a:pt x="696979" y="41032"/>
                </a:lnTo>
                <a:lnTo>
                  <a:pt x="696979" y="2863"/>
                </a:lnTo>
                <a:lnTo>
                  <a:pt x="595638" y="2863"/>
                </a:lnTo>
                <a:lnTo>
                  <a:pt x="595638" y="41032"/>
                </a:lnTo>
                <a:lnTo>
                  <a:pt x="595643" y="41637"/>
                </a:lnTo>
                <a:lnTo>
                  <a:pt x="595657" y="42227"/>
                </a:lnTo>
                <a:lnTo>
                  <a:pt x="595680" y="42801"/>
                </a:lnTo>
                <a:lnTo>
                  <a:pt x="595714" y="43361"/>
                </a:lnTo>
                <a:lnTo>
                  <a:pt x="595756" y="43906"/>
                </a:lnTo>
                <a:lnTo>
                  <a:pt x="595808" y="44435"/>
                </a:lnTo>
                <a:lnTo>
                  <a:pt x="595869" y="44949"/>
                </a:lnTo>
                <a:lnTo>
                  <a:pt x="595940" y="45448"/>
                </a:lnTo>
                <a:lnTo>
                  <a:pt x="596020" y="45933"/>
                </a:lnTo>
                <a:lnTo>
                  <a:pt x="596110" y="46402"/>
                </a:lnTo>
                <a:lnTo>
                  <a:pt x="596209" y="46856"/>
                </a:lnTo>
                <a:lnTo>
                  <a:pt x="596318" y="47295"/>
                </a:lnTo>
                <a:lnTo>
                  <a:pt x="596436" y="47718"/>
                </a:lnTo>
                <a:lnTo>
                  <a:pt x="596563" y="48127"/>
                </a:lnTo>
                <a:lnTo>
                  <a:pt x="596700" y="48521"/>
                </a:lnTo>
                <a:lnTo>
                  <a:pt x="596847" y="48900"/>
                </a:lnTo>
                <a:lnTo>
                  <a:pt x="597003" y="49263"/>
                </a:lnTo>
                <a:lnTo>
                  <a:pt x="597168" y="49612"/>
                </a:lnTo>
                <a:lnTo>
                  <a:pt x="597342" y="49945"/>
                </a:lnTo>
                <a:lnTo>
                  <a:pt x="597527" y="50263"/>
                </a:lnTo>
                <a:lnTo>
                  <a:pt x="597720" y="50567"/>
                </a:lnTo>
                <a:lnTo>
                  <a:pt x="597923" y="50855"/>
                </a:lnTo>
                <a:lnTo>
                  <a:pt x="598136" y="51128"/>
                </a:lnTo>
                <a:lnTo>
                  <a:pt x="598358" y="51386"/>
                </a:lnTo>
                <a:lnTo>
                  <a:pt x="598587" y="51631"/>
                </a:lnTo>
                <a:lnTo>
                  <a:pt x="598822" y="51866"/>
                </a:lnTo>
                <a:lnTo>
                  <a:pt x="599062" y="52090"/>
                </a:lnTo>
                <a:lnTo>
                  <a:pt x="599308" y="52304"/>
                </a:lnTo>
                <a:lnTo>
                  <a:pt x="599559" y="52508"/>
                </a:lnTo>
                <a:lnTo>
                  <a:pt x="599816" y="52701"/>
                </a:lnTo>
                <a:lnTo>
                  <a:pt x="600078" y="52884"/>
                </a:lnTo>
                <a:lnTo>
                  <a:pt x="600346" y="53056"/>
                </a:lnTo>
                <a:lnTo>
                  <a:pt x="600619" y="53218"/>
                </a:lnTo>
                <a:lnTo>
                  <a:pt x="600897" y="53369"/>
                </a:lnTo>
                <a:lnTo>
                  <a:pt x="601181" y="53510"/>
                </a:lnTo>
                <a:lnTo>
                  <a:pt x="601471" y="53640"/>
                </a:lnTo>
                <a:lnTo>
                  <a:pt x="601766" y="53760"/>
                </a:lnTo>
                <a:lnTo>
                  <a:pt x="602066" y="53870"/>
                </a:lnTo>
                <a:lnTo>
                  <a:pt x="602372" y="53969"/>
                </a:lnTo>
                <a:lnTo>
                  <a:pt x="602683" y="54058"/>
                </a:lnTo>
                <a:lnTo>
                  <a:pt x="603000" y="54136"/>
                </a:lnTo>
                <a:lnTo>
                  <a:pt x="603323" y="54204"/>
                </a:lnTo>
                <a:lnTo>
                  <a:pt x="603650" y="54261"/>
                </a:lnTo>
                <a:lnTo>
                  <a:pt x="603984" y="54308"/>
                </a:lnTo>
                <a:lnTo>
                  <a:pt x="604322" y="54345"/>
                </a:lnTo>
                <a:lnTo>
                  <a:pt x="604667" y="54371"/>
                </a:lnTo>
                <a:lnTo>
                  <a:pt x="605016" y="54387"/>
                </a:lnTo>
                <a:lnTo>
                  <a:pt x="605371" y="54392"/>
                </a:lnTo>
                <a:lnTo>
                  <a:pt x="605734" y="54387"/>
                </a:lnTo>
                <a:lnTo>
                  <a:pt x="606091" y="54371"/>
                </a:lnTo>
                <a:lnTo>
                  <a:pt x="606443" y="54345"/>
                </a:lnTo>
                <a:lnTo>
                  <a:pt x="606788" y="54308"/>
                </a:lnTo>
                <a:lnTo>
                  <a:pt x="607128" y="54261"/>
                </a:lnTo>
                <a:lnTo>
                  <a:pt x="607462" y="54204"/>
                </a:lnTo>
                <a:lnTo>
                  <a:pt x="607790" y="54136"/>
                </a:lnTo>
                <a:lnTo>
                  <a:pt x="608112" y="54058"/>
                </a:lnTo>
                <a:lnTo>
                  <a:pt x="608429" y="53969"/>
                </a:lnTo>
                <a:lnTo>
                  <a:pt x="608739" y="53870"/>
                </a:lnTo>
                <a:lnTo>
                  <a:pt x="609044" y="53760"/>
                </a:lnTo>
                <a:lnTo>
                  <a:pt x="609343" y="53640"/>
                </a:lnTo>
                <a:lnTo>
                  <a:pt x="609637" y="53510"/>
                </a:lnTo>
                <a:lnTo>
                  <a:pt x="609924" y="53369"/>
                </a:lnTo>
                <a:lnTo>
                  <a:pt x="610206" y="53218"/>
                </a:lnTo>
                <a:lnTo>
                  <a:pt x="610482" y="53056"/>
                </a:lnTo>
                <a:lnTo>
                  <a:pt x="610752" y="52884"/>
                </a:lnTo>
                <a:lnTo>
                  <a:pt x="611016" y="52701"/>
                </a:lnTo>
                <a:lnTo>
                  <a:pt x="611275" y="52508"/>
                </a:lnTo>
                <a:lnTo>
                  <a:pt x="611527" y="52304"/>
                </a:lnTo>
                <a:lnTo>
                  <a:pt x="611774" y="52090"/>
                </a:lnTo>
                <a:lnTo>
                  <a:pt x="612016" y="51866"/>
                </a:lnTo>
                <a:lnTo>
                  <a:pt x="612251" y="51631"/>
                </a:lnTo>
                <a:lnTo>
                  <a:pt x="612480" y="51386"/>
                </a:lnTo>
                <a:lnTo>
                  <a:pt x="612702" y="51128"/>
                </a:lnTo>
                <a:lnTo>
                  <a:pt x="612915" y="50855"/>
                </a:lnTo>
                <a:lnTo>
                  <a:pt x="613118" y="50567"/>
                </a:lnTo>
                <a:lnTo>
                  <a:pt x="613311" y="50263"/>
                </a:lnTo>
                <a:lnTo>
                  <a:pt x="613495" y="49945"/>
                </a:lnTo>
                <a:lnTo>
                  <a:pt x="613670" y="49612"/>
                </a:lnTo>
                <a:lnTo>
                  <a:pt x="613835" y="49263"/>
                </a:lnTo>
                <a:lnTo>
                  <a:pt x="613991" y="48900"/>
                </a:lnTo>
                <a:lnTo>
                  <a:pt x="614138" y="48521"/>
                </a:lnTo>
                <a:lnTo>
                  <a:pt x="614275" y="48127"/>
                </a:lnTo>
                <a:lnTo>
                  <a:pt x="614402" y="47718"/>
                </a:lnTo>
                <a:lnTo>
                  <a:pt x="614520" y="47295"/>
                </a:lnTo>
                <a:lnTo>
                  <a:pt x="614629" y="46856"/>
                </a:lnTo>
                <a:lnTo>
                  <a:pt x="614728" y="46402"/>
                </a:lnTo>
                <a:lnTo>
                  <a:pt x="614818" y="45933"/>
                </a:lnTo>
                <a:lnTo>
                  <a:pt x="614898" y="45448"/>
                </a:lnTo>
                <a:lnTo>
                  <a:pt x="614969" y="44949"/>
                </a:lnTo>
                <a:lnTo>
                  <a:pt x="615030" y="44435"/>
                </a:lnTo>
                <a:lnTo>
                  <a:pt x="615082" y="43906"/>
                </a:lnTo>
                <a:lnTo>
                  <a:pt x="615124" y="43361"/>
                </a:lnTo>
                <a:lnTo>
                  <a:pt x="615157" y="42801"/>
                </a:lnTo>
                <a:lnTo>
                  <a:pt x="615181" y="42227"/>
                </a:lnTo>
                <a:lnTo>
                  <a:pt x="615195" y="41637"/>
                </a:lnTo>
                <a:lnTo>
                  <a:pt x="615200" y="41032"/>
                </a:lnTo>
                <a:lnTo>
                  <a:pt x="615200" y="22520"/>
                </a:lnTo>
                <a:lnTo>
                  <a:pt x="636384" y="22520"/>
                </a:lnTo>
                <a:lnTo>
                  <a:pt x="636384" y="99050"/>
                </a:lnTo>
                <a:lnTo>
                  <a:pt x="623311" y="99050"/>
                </a:lnTo>
                <a:lnTo>
                  <a:pt x="622730" y="99055"/>
                </a:lnTo>
                <a:lnTo>
                  <a:pt x="622162" y="99069"/>
                </a:lnTo>
                <a:lnTo>
                  <a:pt x="621609" y="99092"/>
                </a:lnTo>
                <a:lnTo>
                  <a:pt x="621070" y="99125"/>
                </a:lnTo>
                <a:lnTo>
                  <a:pt x="620545" y="99166"/>
                </a:lnTo>
                <a:lnTo>
                  <a:pt x="620034" y="99217"/>
                </a:lnTo>
                <a:lnTo>
                  <a:pt x="619537" y="99278"/>
                </a:lnTo>
                <a:lnTo>
                  <a:pt x="619054" y="99347"/>
                </a:lnTo>
                <a:lnTo>
                  <a:pt x="618585" y="99426"/>
                </a:lnTo>
                <a:lnTo>
                  <a:pt x="618131" y="99514"/>
                </a:lnTo>
                <a:lnTo>
                  <a:pt x="617690" y="99612"/>
                </a:lnTo>
                <a:lnTo>
                  <a:pt x="617264" y="99718"/>
                </a:lnTo>
                <a:lnTo>
                  <a:pt x="616851" y="99834"/>
                </a:lnTo>
                <a:lnTo>
                  <a:pt x="616453" y="99960"/>
                </a:lnTo>
                <a:lnTo>
                  <a:pt x="616068" y="100094"/>
                </a:lnTo>
                <a:lnTo>
                  <a:pt x="615698" y="100238"/>
                </a:lnTo>
                <a:lnTo>
                  <a:pt x="615342" y="100391"/>
                </a:lnTo>
                <a:lnTo>
                  <a:pt x="615000" y="100553"/>
                </a:lnTo>
                <a:lnTo>
                  <a:pt x="614672" y="100725"/>
                </a:lnTo>
                <a:lnTo>
                  <a:pt x="614358" y="100906"/>
                </a:lnTo>
                <a:lnTo>
                  <a:pt x="614059" y="101096"/>
                </a:lnTo>
                <a:lnTo>
                  <a:pt x="613773" y="101295"/>
                </a:lnTo>
                <a:lnTo>
                  <a:pt x="613501" y="101504"/>
                </a:lnTo>
                <a:lnTo>
                  <a:pt x="613244" y="101722"/>
                </a:lnTo>
                <a:lnTo>
                  <a:pt x="612998" y="101948"/>
                </a:lnTo>
                <a:lnTo>
                  <a:pt x="612764" y="102179"/>
                </a:lnTo>
                <a:lnTo>
                  <a:pt x="612539" y="102417"/>
                </a:lnTo>
                <a:lnTo>
                  <a:pt x="612325" y="102661"/>
                </a:lnTo>
                <a:lnTo>
                  <a:pt x="612122" y="102910"/>
                </a:lnTo>
                <a:lnTo>
                  <a:pt x="611929" y="103166"/>
                </a:lnTo>
                <a:lnTo>
                  <a:pt x="611746" y="103427"/>
                </a:lnTo>
                <a:lnTo>
                  <a:pt x="611574" y="103694"/>
                </a:lnTo>
                <a:lnTo>
                  <a:pt x="611412" y="103968"/>
                </a:lnTo>
                <a:lnTo>
                  <a:pt x="611261" y="104247"/>
                </a:lnTo>
                <a:lnTo>
                  <a:pt x="611120" y="104532"/>
                </a:lnTo>
                <a:lnTo>
                  <a:pt x="610989" y="104824"/>
                </a:lnTo>
                <a:lnTo>
                  <a:pt x="610869" y="105121"/>
                </a:lnTo>
                <a:lnTo>
                  <a:pt x="610760" y="105424"/>
                </a:lnTo>
                <a:lnTo>
                  <a:pt x="610661" y="105733"/>
                </a:lnTo>
                <a:lnTo>
                  <a:pt x="610572" y="106048"/>
                </a:lnTo>
                <a:lnTo>
                  <a:pt x="610494" y="106369"/>
                </a:lnTo>
                <a:lnTo>
                  <a:pt x="610426" y="106696"/>
                </a:lnTo>
                <a:lnTo>
                  <a:pt x="610368" y="107029"/>
                </a:lnTo>
                <a:lnTo>
                  <a:pt x="610321" y="107368"/>
                </a:lnTo>
                <a:lnTo>
                  <a:pt x="610285" y="107713"/>
                </a:lnTo>
                <a:lnTo>
                  <a:pt x="610259" y="108064"/>
                </a:lnTo>
                <a:lnTo>
                  <a:pt x="610243" y="108421"/>
                </a:lnTo>
                <a:lnTo>
                  <a:pt x="610238" y="108784"/>
                </a:lnTo>
                <a:lnTo>
                  <a:pt x="610243" y="109147"/>
                </a:lnTo>
                <a:lnTo>
                  <a:pt x="610259" y="109504"/>
                </a:lnTo>
                <a:lnTo>
                  <a:pt x="610285" y="109856"/>
                </a:lnTo>
                <a:lnTo>
                  <a:pt x="610321" y="110202"/>
                </a:lnTo>
                <a:lnTo>
                  <a:pt x="610368" y="110542"/>
                </a:lnTo>
                <a:lnTo>
                  <a:pt x="610426" y="110877"/>
                </a:lnTo>
                <a:lnTo>
                  <a:pt x="610494" y="111206"/>
                </a:lnTo>
                <a:lnTo>
                  <a:pt x="610572" y="111530"/>
                </a:lnTo>
                <a:lnTo>
                  <a:pt x="610661" y="111848"/>
                </a:lnTo>
                <a:lnTo>
                  <a:pt x="610760" y="112160"/>
                </a:lnTo>
                <a:lnTo>
                  <a:pt x="610869" y="112467"/>
                </a:lnTo>
                <a:lnTo>
                  <a:pt x="610989" y="112768"/>
                </a:lnTo>
                <a:lnTo>
                  <a:pt x="611120" y="113063"/>
                </a:lnTo>
                <a:lnTo>
                  <a:pt x="611261" y="113353"/>
                </a:lnTo>
                <a:lnTo>
                  <a:pt x="611412" y="113637"/>
                </a:lnTo>
                <a:lnTo>
                  <a:pt x="611574" y="113915"/>
                </a:lnTo>
                <a:lnTo>
                  <a:pt x="611746" y="114188"/>
                </a:lnTo>
                <a:lnTo>
                  <a:pt x="611929" y="114455"/>
                </a:lnTo>
                <a:lnTo>
                  <a:pt x="612122" y="114717"/>
                </a:lnTo>
                <a:lnTo>
                  <a:pt x="612325" y="114973"/>
                </a:lnTo>
                <a:lnTo>
                  <a:pt x="612539" y="115223"/>
                </a:lnTo>
                <a:lnTo>
                  <a:pt x="612764" y="115468"/>
                </a:lnTo>
                <a:lnTo>
                  <a:pt x="612998" y="115707"/>
                </a:lnTo>
                <a:lnTo>
                  <a:pt x="613244" y="115940"/>
                </a:lnTo>
                <a:lnTo>
                  <a:pt x="613501" y="116166"/>
                </a:lnTo>
                <a:lnTo>
                  <a:pt x="613773" y="116382"/>
                </a:lnTo>
                <a:lnTo>
                  <a:pt x="614059" y="116589"/>
                </a:lnTo>
                <a:lnTo>
                  <a:pt x="614358" y="116786"/>
                </a:lnTo>
                <a:lnTo>
                  <a:pt x="614672" y="116973"/>
                </a:lnTo>
                <a:lnTo>
                  <a:pt x="615000" y="117151"/>
                </a:lnTo>
                <a:lnTo>
                  <a:pt x="615342" y="117319"/>
                </a:lnTo>
                <a:lnTo>
                  <a:pt x="615698" y="117478"/>
                </a:lnTo>
                <a:lnTo>
                  <a:pt x="616068" y="117627"/>
                </a:lnTo>
                <a:lnTo>
                  <a:pt x="616453" y="117766"/>
                </a:lnTo>
                <a:lnTo>
                  <a:pt x="616851" y="117896"/>
                </a:lnTo>
                <a:lnTo>
                  <a:pt x="617264" y="118016"/>
                </a:lnTo>
                <a:lnTo>
                  <a:pt x="617690" y="118126"/>
                </a:lnTo>
                <a:lnTo>
                  <a:pt x="618131" y="118227"/>
                </a:lnTo>
                <a:lnTo>
                  <a:pt x="618585" y="118319"/>
                </a:lnTo>
                <a:lnTo>
                  <a:pt x="619054" y="118400"/>
                </a:lnTo>
                <a:lnTo>
                  <a:pt x="619537" y="118472"/>
                </a:lnTo>
                <a:lnTo>
                  <a:pt x="620034" y="118535"/>
                </a:lnTo>
                <a:lnTo>
                  <a:pt x="620545" y="118588"/>
                </a:lnTo>
                <a:lnTo>
                  <a:pt x="621070" y="118631"/>
                </a:lnTo>
                <a:lnTo>
                  <a:pt x="621609" y="118665"/>
                </a:lnTo>
                <a:lnTo>
                  <a:pt x="622162" y="118689"/>
                </a:lnTo>
                <a:lnTo>
                  <a:pt x="622730" y="118703"/>
                </a:lnTo>
                <a:lnTo>
                  <a:pt x="623311" y="118708"/>
                </a:lnTo>
                <a:lnTo>
                  <a:pt x="669115" y="118708"/>
                </a:lnTo>
                <a:lnTo>
                  <a:pt x="669696" y="118703"/>
                </a:lnTo>
                <a:lnTo>
                  <a:pt x="670263" y="118689"/>
                </a:lnTo>
                <a:lnTo>
                  <a:pt x="670817" y="118665"/>
                </a:lnTo>
                <a:lnTo>
                  <a:pt x="671356" y="118632"/>
                </a:lnTo>
                <a:lnTo>
                  <a:pt x="671881" y="118590"/>
                </a:lnTo>
                <a:lnTo>
                  <a:pt x="672392" y="118538"/>
                </a:lnTo>
                <a:lnTo>
                  <a:pt x="672889" y="118476"/>
                </a:lnTo>
                <a:lnTo>
                  <a:pt x="673372" y="118406"/>
                </a:lnTo>
                <a:lnTo>
                  <a:pt x="673840" y="118325"/>
                </a:lnTo>
                <a:lnTo>
                  <a:pt x="674295" y="118236"/>
                </a:lnTo>
                <a:lnTo>
                  <a:pt x="674736" y="118136"/>
                </a:lnTo>
                <a:lnTo>
                  <a:pt x="675162" y="118028"/>
                </a:lnTo>
                <a:lnTo>
                  <a:pt x="675575" y="117910"/>
                </a:lnTo>
                <a:lnTo>
                  <a:pt x="675973" y="117782"/>
                </a:lnTo>
                <a:lnTo>
                  <a:pt x="676357" y="117645"/>
                </a:lnTo>
                <a:lnTo>
                  <a:pt x="676727" y="117499"/>
                </a:lnTo>
                <a:lnTo>
                  <a:pt x="677083" y="117343"/>
                </a:lnTo>
                <a:lnTo>
                  <a:pt x="677426" y="117178"/>
                </a:lnTo>
                <a:lnTo>
                  <a:pt x="677753" y="117003"/>
                </a:lnTo>
                <a:lnTo>
                  <a:pt x="678067" y="116819"/>
                </a:lnTo>
                <a:lnTo>
                  <a:pt x="678367" y="116626"/>
                </a:lnTo>
                <a:lnTo>
                  <a:pt x="678653" y="116423"/>
                </a:lnTo>
                <a:lnTo>
                  <a:pt x="678924" y="116210"/>
                </a:lnTo>
                <a:lnTo>
                  <a:pt x="679182" y="115988"/>
                </a:lnTo>
                <a:lnTo>
                  <a:pt x="679427" y="115759"/>
                </a:lnTo>
                <a:lnTo>
                  <a:pt x="679662" y="115523"/>
                </a:lnTo>
                <a:lnTo>
                  <a:pt x="679886" y="115282"/>
                </a:lnTo>
                <a:lnTo>
                  <a:pt x="680100" y="115035"/>
                </a:lnTo>
                <a:lnTo>
                  <a:pt x="680304" y="114783"/>
                </a:lnTo>
                <a:lnTo>
                  <a:pt x="680497" y="114524"/>
                </a:lnTo>
                <a:lnTo>
                  <a:pt x="680680" y="114260"/>
                </a:lnTo>
                <a:lnTo>
                  <a:pt x="680852" y="113990"/>
                </a:lnTo>
                <a:lnTo>
                  <a:pt x="681014" y="113714"/>
                </a:lnTo>
                <a:lnTo>
                  <a:pt x="681165" y="113432"/>
                </a:lnTo>
                <a:lnTo>
                  <a:pt x="681306" y="113144"/>
                </a:lnTo>
                <a:lnTo>
                  <a:pt x="681436" y="112851"/>
                </a:lnTo>
                <a:lnTo>
                  <a:pt x="681556" y="112552"/>
                </a:lnTo>
                <a:lnTo>
                  <a:pt x="681666" y="112247"/>
                </a:lnTo>
                <a:lnTo>
                  <a:pt x="681765" y="111936"/>
                </a:lnTo>
                <a:lnTo>
                  <a:pt x="681854" y="111620"/>
                </a:lnTo>
                <a:lnTo>
                  <a:pt x="681932" y="111298"/>
                </a:lnTo>
                <a:lnTo>
                  <a:pt x="682000" y="110969"/>
                </a:lnTo>
                <a:lnTo>
                  <a:pt x="682057" y="110636"/>
                </a:lnTo>
                <a:lnTo>
                  <a:pt x="682104" y="110296"/>
                </a:lnTo>
                <a:lnTo>
                  <a:pt x="682141" y="109950"/>
                </a:lnTo>
                <a:lnTo>
                  <a:pt x="682167" y="109599"/>
                </a:lnTo>
                <a:lnTo>
                  <a:pt x="682183" y="109242"/>
                </a:lnTo>
                <a:lnTo>
                  <a:pt x="682188" y="108879"/>
                </a:lnTo>
                <a:lnTo>
                  <a:pt x="682183" y="108516"/>
                </a:lnTo>
                <a:lnTo>
                  <a:pt x="682167" y="108159"/>
                </a:lnTo>
                <a:lnTo>
                  <a:pt x="682141" y="107808"/>
                </a:lnTo>
                <a:lnTo>
                  <a:pt x="682104" y="107462"/>
                </a:lnTo>
                <a:lnTo>
                  <a:pt x="682057" y="107123"/>
                </a:lnTo>
                <a:lnTo>
                  <a:pt x="682000" y="106789"/>
                </a:lnTo>
                <a:lnTo>
                  <a:pt x="681932" y="106461"/>
                </a:lnTo>
                <a:lnTo>
                  <a:pt x="681854" y="106138"/>
                </a:lnTo>
                <a:lnTo>
                  <a:pt x="681765" y="105822"/>
                </a:lnTo>
                <a:lnTo>
                  <a:pt x="681666" y="105511"/>
                </a:lnTo>
                <a:lnTo>
                  <a:pt x="681556" y="105206"/>
                </a:lnTo>
                <a:lnTo>
                  <a:pt x="681436" y="104907"/>
                </a:lnTo>
                <a:lnTo>
                  <a:pt x="681306" y="104614"/>
                </a:lnTo>
                <a:lnTo>
                  <a:pt x="681165" y="104326"/>
                </a:lnTo>
                <a:lnTo>
                  <a:pt x="681014" y="104044"/>
                </a:lnTo>
                <a:lnTo>
                  <a:pt x="680852" y="103769"/>
                </a:lnTo>
                <a:lnTo>
                  <a:pt x="680680" y="103498"/>
                </a:lnTo>
                <a:lnTo>
                  <a:pt x="680497" y="103234"/>
                </a:lnTo>
                <a:lnTo>
                  <a:pt x="680304" y="102976"/>
                </a:lnTo>
                <a:lnTo>
                  <a:pt x="680100" y="102723"/>
                </a:lnTo>
                <a:lnTo>
                  <a:pt x="679886" y="102476"/>
                </a:lnTo>
                <a:lnTo>
                  <a:pt x="679662" y="102235"/>
                </a:lnTo>
                <a:lnTo>
                  <a:pt x="679427" y="101999"/>
                </a:lnTo>
                <a:lnTo>
                  <a:pt x="679182" y="101770"/>
                </a:lnTo>
                <a:lnTo>
                  <a:pt x="678924" y="101548"/>
                </a:lnTo>
                <a:lnTo>
                  <a:pt x="678653" y="101336"/>
                </a:lnTo>
                <a:lnTo>
                  <a:pt x="678367" y="101133"/>
                </a:lnTo>
                <a:lnTo>
                  <a:pt x="678067" y="100939"/>
                </a:lnTo>
                <a:lnTo>
                  <a:pt x="677753" y="100755"/>
                </a:lnTo>
                <a:lnTo>
                  <a:pt x="677426" y="100580"/>
                </a:lnTo>
                <a:lnTo>
                  <a:pt x="677083" y="100415"/>
                </a:lnTo>
                <a:lnTo>
                  <a:pt x="676727" y="100259"/>
                </a:lnTo>
                <a:lnTo>
                  <a:pt x="676357" y="100113"/>
                </a:lnTo>
                <a:lnTo>
                  <a:pt x="675973" y="99976"/>
                </a:lnTo>
                <a:lnTo>
                  <a:pt x="675575" y="99848"/>
                </a:lnTo>
                <a:lnTo>
                  <a:pt x="675162" y="99730"/>
                </a:lnTo>
                <a:lnTo>
                  <a:pt x="674736" y="99622"/>
                </a:lnTo>
                <a:lnTo>
                  <a:pt x="674295" y="99523"/>
                </a:lnTo>
                <a:lnTo>
                  <a:pt x="673840" y="99433"/>
                </a:lnTo>
                <a:lnTo>
                  <a:pt x="673372" y="99353"/>
                </a:lnTo>
                <a:lnTo>
                  <a:pt x="672889" y="99282"/>
                </a:lnTo>
                <a:lnTo>
                  <a:pt x="672392" y="99220"/>
                </a:lnTo>
                <a:lnTo>
                  <a:pt x="671881" y="99168"/>
                </a:lnTo>
                <a:lnTo>
                  <a:pt x="671356" y="99126"/>
                </a:lnTo>
                <a:lnTo>
                  <a:pt x="670817" y="99093"/>
                </a:lnTo>
                <a:lnTo>
                  <a:pt x="670263" y="99069"/>
                </a:lnTo>
                <a:lnTo>
                  <a:pt x="669696" y="99055"/>
                </a:lnTo>
                <a:lnTo>
                  <a:pt x="669115" y="99050"/>
                </a:lnTo>
                <a:lnTo>
                  <a:pt x="655946" y="99050"/>
                </a:lnTo>
                <a:lnTo>
                  <a:pt x="655946" y="22520"/>
                </a:lnTo>
                <a:lnTo>
                  <a:pt x="677417" y="22520"/>
                </a:lnTo>
                <a:lnTo>
                  <a:pt x="677417" y="41032"/>
                </a:lnTo>
                <a:lnTo>
                  <a:pt x="677421" y="41637"/>
                </a:lnTo>
                <a:lnTo>
                  <a:pt x="677435" y="42227"/>
                </a:lnTo>
                <a:close/>
                <a:moveTo>
                  <a:pt x="786935" y="99055"/>
                </a:moveTo>
                <a:lnTo>
                  <a:pt x="786368" y="99069"/>
                </a:lnTo>
                <a:lnTo>
                  <a:pt x="785815" y="99092"/>
                </a:lnTo>
                <a:lnTo>
                  <a:pt x="785276" y="99125"/>
                </a:lnTo>
                <a:lnTo>
                  <a:pt x="784750" y="99166"/>
                </a:lnTo>
                <a:lnTo>
                  <a:pt x="784239" y="99217"/>
                </a:lnTo>
                <a:lnTo>
                  <a:pt x="783743" y="99278"/>
                </a:lnTo>
                <a:lnTo>
                  <a:pt x="783260" y="99347"/>
                </a:lnTo>
                <a:lnTo>
                  <a:pt x="782791" y="99426"/>
                </a:lnTo>
                <a:lnTo>
                  <a:pt x="782336" y="99514"/>
                </a:lnTo>
                <a:lnTo>
                  <a:pt x="781896" y="99612"/>
                </a:lnTo>
                <a:lnTo>
                  <a:pt x="781469" y="99718"/>
                </a:lnTo>
                <a:lnTo>
                  <a:pt x="781057" y="99834"/>
                </a:lnTo>
                <a:lnTo>
                  <a:pt x="780658" y="99960"/>
                </a:lnTo>
                <a:lnTo>
                  <a:pt x="780274" y="100094"/>
                </a:lnTo>
                <a:lnTo>
                  <a:pt x="779904" y="100238"/>
                </a:lnTo>
                <a:lnTo>
                  <a:pt x="779548" y="100391"/>
                </a:lnTo>
                <a:lnTo>
                  <a:pt x="779206" y="100553"/>
                </a:lnTo>
                <a:lnTo>
                  <a:pt x="778878" y="100725"/>
                </a:lnTo>
                <a:lnTo>
                  <a:pt x="778564" y="100906"/>
                </a:lnTo>
                <a:lnTo>
                  <a:pt x="778264" y="101096"/>
                </a:lnTo>
                <a:lnTo>
                  <a:pt x="777979" y="101295"/>
                </a:lnTo>
                <a:lnTo>
                  <a:pt x="777707" y="101504"/>
                </a:lnTo>
                <a:lnTo>
                  <a:pt x="777449" y="101722"/>
                </a:lnTo>
                <a:lnTo>
                  <a:pt x="777204" y="101948"/>
                </a:lnTo>
                <a:lnTo>
                  <a:pt x="776969" y="102179"/>
                </a:lnTo>
                <a:lnTo>
                  <a:pt x="776745" y="102417"/>
                </a:lnTo>
                <a:lnTo>
                  <a:pt x="776531" y="102661"/>
                </a:lnTo>
                <a:lnTo>
                  <a:pt x="776327" y="102910"/>
                </a:lnTo>
                <a:lnTo>
                  <a:pt x="776134" y="103166"/>
                </a:lnTo>
                <a:lnTo>
                  <a:pt x="775952" y="103427"/>
                </a:lnTo>
                <a:lnTo>
                  <a:pt x="775780" y="103694"/>
                </a:lnTo>
                <a:lnTo>
                  <a:pt x="775618" y="103968"/>
                </a:lnTo>
                <a:lnTo>
                  <a:pt x="775466" y="104247"/>
                </a:lnTo>
                <a:lnTo>
                  <a:pt x="775325" y="104532"/>
                </a:lnTo>
                <a:lnTo>
                  <a:pt x="775195" y="104824"/>
                </a:lnTo>
                <a:lnTo>
                  <a:pt x="775075" y="105121"/>
                </a:lnTo>
                <a:lnTo>
                  <a:pt x="774965" y="105424"/>
                </a:lnTo>
                <a:lnTo>
                  <a:pt x="774866" y="105733"/>
                </a:lnTo>
                <a:lnTo>
                  <a:pt x="774778" y="106048"/>
                </a:lnTo>
                <a:lnTo>
                  <a:pt x="774699" y="106369"/>
                </a:lnTo>
                <a:lnTo>
                  <a:pt x="774631" y="106696"/>
                </a:lnTo>
                <a:lnTo>
                  <a:pt x="774574" y="107029"/>
                </a:lnTo>
                <a:lnTo>
                  <a:pt x="774527" y="107368"/>
                </a:lnTo>
                <a:lnTo>
                  <a:pt x="774491" y="107713"/>
                </a:lnTo>
                <a:lnTo>
                  <a:pt x="774464" y="108064"/>
                </a:lnTo>
                <a:lnTo>
                  <a:pt x="774449" y="108421"/>
                </a:lnTo>
                <a:lnTo>
                  <a:pt x="774444" y="108784"/>
                </a:lnTo>
                <a:lnTo>
                  <a:pt x="774449" y="109147"/>
                </a:lnTo>
                <a:lnTo>
                  <a:pt x="774464" y="109504"/>
                </a:lnTo>
                <a:lnTo>
                  <a:pt x="774491" y="109856"/>
                </a:lnTo>
                <a:lnTo>
                  <a:pt x="774527" y="110202"/>
                </a:lnTo>
                <a:lnTo>
                  <a:pt x="774574" y="110542"/>
                </a:lnTo>
                <a:lnTo>
                  <a:pt x="774631" y="110877"/>
                </a:lnTo>
                <a:lnTo>
                  <a:pt x="774699" y="111206"/>
                </a:lnTo>
                <a:lnTo>
                  <a:pt x="774778" y="111530"/>
                </a:lnTo>
                <a:lnTo>
                  <a:pt x="774866" y="111848"/>
                </a:lnTo>
                <a:lnTo>
                  <a:pt x="774965" y="112160"/>
                </a:lnTo>
                <a:lnTo>
                  <a:pt x="775075" y="112467"/>
                </a:lnTo>
                <a:lnTo>
                  <a:pt x="775195" y="112768"/>
                </a:lnTo>
                <a:lnTo>
                  <a:pt x="775325" y="113063"/>
                </a:lnTo>
                <a:lnTo>
                  <a:pt x="775466" y="113353"/>
                </a:lnTo>
                <a:lnTo>
                  <a:pt x="775618" y="113637"/>
                </a:lnTo>
                <a:lnTo>
                  <a:pt x="775780" y="113915"/>
                </a:lnTo>
                <a:lnTo>
                  <a:pt x="775952" y="114188"/>
                </a:lnTo>
                <a:lnTo>
                  <a:pt x="776134" y="114455"/>
                </a:lnTo>
                <a:lnTo>
                  <a:pt x="776327" y="114717"/>
                </a:lnTo>
                <a:lnTo>
                  <a:pt x="776531" y="114973"/>
                </a:lnTo>
                <a:lnTo>
                  <a:pt x="776745" y="115223"/>
                </a:lnTo>
                <a:lnTo>
                  <a:pt x="776969" y="115468"/>
                </a:lnTo>
                <a:lnTo>
                  <a:pt x="777204" y="115707"/>
                </a:lnTo>
                <a:lnTo>
                  <a:pt x="777449" y="115940"/>
                </a:lnTo>
                <a:lnTo>
                  <a:pt x="777707" y="116166"/>
                </a:lnTo>
                <a:lnTo>
                  <a:pt x="777979" y="116382"/>
                </a:lnTo>
                <a:lnTo>
                  <a:pt x="778264" y="116589"/>
                </a:lnTo>
                <a:lnTo>
                  <a:pt x="778564" y="116786"/>
                </a:lnTo>
                <a:lnTo>
                  <a:pt x="778878" y="116973"/>
                </a:lnTo>
                <a:lnTo>
                  <a:pt x="779206" y="117151"/>
                </a:lnTo>
                <a:lnTo>
                  <a:pt x="779548" y="117319"/>
                </a:lnTo>
                <a:lnTo>
                  <a:pt x="779904" y="117478"/>
                </a:lnTo>
                <a:lnTo>
                  <a:pt x="780274" y="117627"/>
                </a:lnTo>
                <a:lnTo>
                  <a:pt x="780658" y="117766"/>
                </a:lnTo>
                <a:lnTo>
                  <a:pt x="781057" y="117896"/>
                </a:lnTo>
                <a:lnTo>
                  <a:pt x="781469" y="118016"/>
                </a:lnTo>
                <a:lnTo>
                  <a:pt x="781896" y="118126"/>
                </a:lnTo>
                <a:lnTo>
                  <a:pt x="782336" y="118227"/>
                </a:lnTo>
                <a:lnTo>
                  <a:pt x="782791" y="118319"/>
                </a:lnTo>
                <a:lnTo>
                  <a:pt x="783260" y="118400"/>
                </a:lnTo>
                <a:lnTo>
                  <a:pt x="783743" y="118472"/>
                </a:lnTo>
                <a:lnTo>
                  <a:pt x="784239" y="118535"/>
                </a:lnTo>
                <a:lnTo>
                  <a:pt x="784750" y="118588"/>
                </a:lnTo>
                <a:lnTo>
                  <a:pt x="785276" y="118631"/>
                </a:lnTo>
                <a:lnTo>
                  <a:pt x="785815" y="118665"/>
                </a:lnTo>
                <a:lnTo>
                  <a:pt x="786368" y="118689"/>
                </a:lnTo>
                <a:lnTo>
                  <a:pt x="786935" y="118703"/>
                </a:lnTo>
                <a:lnTo>
                  <a:pt x="787517" y="118708"/>
                </a:lnTo>
                <a:lnTo>
                  <a:pt x="813854" y="118708"/>
                </a:lnTo>
                <a:lnTo>
                  <a:pt x="814435" y="118703"/>
                </a:lnTo>
                <a:lnTo>
                  <a:pt x="815002" y="118689"/>
                </a:lnTo>
                <a:lnTo>
                  <a:pt x="815555" y="118665"/>
                </a:lnTo>
                <a:lnTo>
                  <a:pt x="816094" y="118632"/>
                </a:lnTo>
                <a:lnTo>
                  <a:pt x="816618" y="118590"/>
                </a:lnTo>
                <a:lnTo>
                  <a:pt x="817128" y="118538"/>
                </a:lnTo>
                <a:lnTo>
                  <a:pt x="817624" y="118476"/>
                </a:lnTo>
                <a:lnTo>
                  <a:pt x="818105" y="118406"/>
                </a:lnTo>
                <a:lnTo>
                  <a:pt x="818573" y="118325"/>
                </a:lnTo>
                <a:lnTo>
                  <a:pt x="819026" y="118236"/>
                </a:lnTo>
                <a:lnTo>
                  <a:pt x="819465" y="118136"/>
                </a:lnTo>
                <a:lnTo>
                  <a:pt x="819889" y="118028"/>
                </a:lnTo>
                <a:lnTo>
                  <a:pt x="820300" y="117910"/>
                </a:lnTo>
                <a:lnTo>
                  <a:pt x="820696" y="117782"/>
                </a:lnTo>
                <a:lnTo>
                  <a:pt x="821078" y="117645"/>
                </a:lnTo>
                <a:lnTo>
                  <a:pt x="821445" y="117499"/>
                </a:lnTo>
                <a:lnTo>
                  <a:pt x="821799" y="117343"/>
                </a:lnTo>
                <a:lnTo>
                  <a:pt x="822138" y="117178"/>
                </a:lnTo>
                <a:lnTo>
                  <a:pt x="822463" y="117003"/>
                </a:lnTo>
                <a:lnTo>
                  <a:pt x="822773" y="116819"/>
                </a:lnTo>
                <a:lnTo>
                  <a:pt x="823070" y="116626"/>
                </a:lnTo>
                <a:lnTo>
                  <a:pt x="823352" y="116423"/>
                </a:lnTo>
                <a:lnTo>
                  <a:pt x="823620" y="116210"/>
                </a:lnTo>
                <a:lnTo>
                  <a:pt x="823873" y="115988"/>
                </a:lnTo>
                <a:lnTo>
                  <a:pt x="824115" y="115759"/>
                </a:lnTo>
                <a:lnTo>
                  <a:pt x="824346" y="115523"/>
                </a:lnTo>
                <a:lnTo>
                  <a:pt x="824567" y="115282"/>
                </a:lnTo>
                <a:lnTo>
                  <a:pt x="824777" y="115035"/>
                </a:lnTo>
                <a:lnTo>
                  <a:pt x="824977" y="114783"/>
                </a:lnTo>
                <a:lnTo>
                  <a:pt x="825168" y="114524"/>
                </a:lnTo>
                <a:lnTo>
                  <a:pt x="825347" y="114260"/>
                </a:lnTo>
                <a:lnTo>
                  <a:pt x="825517" y="113990"/>
                </a:lnTo>
                <a:lnTo>
                  <a:pt x="825676" y="113714"/>
                </a:lnTo>
                <a:lnTo>
                  <a:pt x="825825" y="113432"/>
                </a:lnTo>
                <a:lnTo>
                  <a:pt x="825964" y="113144"/>
                </a:lnTo>
                <a:lnTo>
                  <a:pt x="826092" y="112851"/>
                </a:lnTo>
                <a:lnTo>
                  <a:pt x="826210" y="112552"/>
                </a:lnTo>
                <a:lnTo>
                  <a:pt x="826318" y="112247"/>
                </a:lnTo>
                <a:lnTo>
                  <a:pt x="826415" y="111936"/>
                </a:lnTo>
                <a:lnTo>
                  <a:pt x="826503" y="111620"/>
                </a:lnTo>
                <a:lnTo>
                  <a:pt x="826580" y="111298"/>
                </a:lnTo>
                <a:lnTo>
                  <a:pt x="826647" y="110969"/>
                </a:lnTo>
                <a:lnTo>
                  <a:pt x="826703" y="110636"/>
                </a:lnTo>
                <a:lnTo>
                  <a:pt x="826749" y="110296"/>
                </a:lnTo>
                <a:lnTo>
                  <a:pt x="826785" y="109950"/>
                </a:lnTo>
                <a:lnTo>
                  <a:pt x="826811" y="109599"/>
                </a:lnTo>
                <a:lnTo>
                  <a:pt x="826826" y="109242"/>
                </a:lnTo>
                <a:lnTo>
                  <a:pt x="826831" y="108879"/>
                </a:lnTo>
                <a:lnTo>
                  <a:pt x="826824" y="108515"/>
                </a:lnTo>
                <a:lnTo>
                  <a:pt x="826801" y="108153"/>
                </a:lnTo>
                <a:lnTo>
                  <a:pt x="826763" y="107793"/>
                </a:lnTo>
                <a:lnTo>
                  <a:pt x="826710" y="107436"/>
                </a:lnTo>
                <a:lnTo>
                  <a:pt x="826641" y="107082"/>
                </a:lnTo>
                <a:lnTo>
                  <a:pt x="826557" y="106730"/>
                </a:lnTo>
                <a:lnTo>
                  <a:pt x="826458" y="106380"/>
                </a:lnTo>
                <a:lnTo>
                  <a:pt x="826344" y="106034"/>
                </a:lnTo>
                <a:lnTo>
                  <a:pt x="826214" y="105689"/>
                </a:lnTo>
                <a:lnTo>
                  <a:pt x="826069" y="105347"/>
                </a:lnTo>
                <a:lnTo>
                  <a:pt x="825909" y="105008"/>
                </a:lnTo>
                <a:lnTo>
                  <a:pt x="825734" y="104671"/>
                </a:lnTo>
                <a:lnTo>
                  <a:pt x="825544" y="104337"/>
                </a:lnTo>
                <a:lnTo>
                  <a:pt x="825338" y="104006"/>
                </a:lnTo>
                <a:lnTo>
                  <a:pt x="825117" y="103676"/>
                </a:lnTo>
                <a:lnTo>
                  <a:pt x="824881" y="103350"/>
                </a:lnTo>
                <a:lnTo>
                  <a:pt x="824629" y="103026"/>
                </a:lnTo>
                <a:lnTo>
                  <a:pt x="824362" y="102704"/>
                </a:lnTo>
                <a:lnTo>
                  <a:pt x="824080" y="102385"/>
                </a:lnTo>
                <a:lnTo>
                  <a:pt x="823783" y="102068"/>
                </a:lnTo>
                <a:lnTo>
                  <a:pt x="823471" y="101754"/>
                </a:lnTo>
                <a:lnTo>
                  <a:pt x="823143" y="101443"/>
                </a:lnTo>
                <a:lnTo>
                  <a:pt x="822800" y="101134"/>
                </a:lnTo>
                <a:lnTo>
                  <a:pt x="822442" y="100828"/>
                </a:lnTo>
                <a:lnTo>
                  <a:pt x="822251" y="100683"/>
                </a:lnTo>
                <a:lnTo>
                  <a:pt x="822044" y="100544"/>
                </a:lnTo>
                <a:lnTo>
                  <a:pt x="821820" y="100411"/>
                </a:lnTo>
                <a:lnTo>
                  <a:pt x="821580" y="100285"/>
                </a:lnTo>
                <a:lnTo>
                  <a:pt x="821325" y="100164"/>
                </a:lnTo>
                <a:lnTo>
                  <a:pt x="821052" y="100050"/>
                </a:lnTo>
                <a:lnTo>
                  <a:pt x="820764" y="99942"/>
                </a:lnTo>
                <a:lnTo>
                  <a:pt x="820459" y="99840"/>
                </a:lnTo>
                <a:lnTo>
                  <a:pt x="820138" y="99745"/>
                </a:lnTo>
                <a:lnTo>
                  <a:pt x="819801" y="99655"/>
                </a:lnTo>
                <a:lnTo>
                  <a:pt x="819448" y="99572"/>
                </a:lnTo>
                <a:lnTo>
                  <a:pt x="819078" y="99495"/>
                </a:lnTo>
                <a:lnTo>
                  <a:pt x="818692" y="99424"/>
                </a:lnTo>
                <a:lnTo>
                  <a:pt x="818290" y="99359"/>
                </a:lnTo>
                <a:lnTo>
                  <a:pt x="817872" y="99300"/>
                </a:lnTo>
                <a:lnTo>
                  <a:pt x="817437" y="99248"/>
                </a:lnTo>
                <a:lnTo>
                  <a:pt x="816987" y="99202"/>
                </a:lnTo>
                <a:lnTo>
                  <a:pt x="816520" y="99161"/>
                </a:lnTo>
                <a:lnTo>
                  <a:pt x="816036" y="99127"/>
                </a:lnTo>
                <a:lnTo>
                  <a:pt x="815537" y="99100"/>
                </a:lnTo>
                <a:lnTo>
                  <a:pt x="815021" y="99078"/>
                </a:lnTo>
                <a:lnTo>
                  <a:pt x="814489" y="99063"/>
                </a:lnTo>
                <a:lnTo>
                  <a:pt x="813941" y="99053"/>
                </a:lnTo>
                <a:lnTo>
                  <a:pt x="813377" y="99050"/>
                </a:lnTo>
                <a:lnTo>
                  <a:pt x="774444" y="3054"/>
                </a:lnTo>
                <a:lnTo>
                  <a:pt x="732171" y="2863"/>
                </a:lnTo>
                <a:lnTo>
                  <a:pt x="731589" y="2867"/>
                </a:lnTo>
                <a:lnTo>
                  <a:pt x="731022" y="2882"/>
                </a:lnTo>
                <a:lnTo>
                  <a:pt x="730469" y="2905"/>
                </a:lnTo>
                <a:lnTo>
                  <a:pt x="729929" y="2938"/>
                </a:lnTo>
                <a:lnTo>
                  <a:pt x="729404" y="2981"/>
                </a:lnTo>
                <a:lnTo>
                  <a:pt x="728893" y="3033"/>
                </a:lnTo>
                <a:lnTo>
                  <a:pt x="728396" y="3094"/>
                </a:lnTo>
                <a:lnTo>
                  <a:pt x="727914" y="3165"/>
                </a:lnTo>
                <a:lnTo>
                  <a:pt x="727445" y="3245"/>
                </a:lnTo>
                <a:lnTo>
                  <a:pt x="726990" y="3335"/>
                </a:lnTo>
                <a:lnTo>
                  <a:pt x="726550" y="3434"/>
                </a:lnTo>
                <a:lnTo>
                  <a:pt x="726123" y="3543"/>
                </a:lnTo>
                <a:lnTo>
                  <a:pt x="725711" y="3661"/>
                </a:lnTo>
                <a:lnTo>
                  <a:pt x="725312" y="3788"/>
                </a:lnTo>
                <a:lnTo>
                  <a:pt x="724928" y="3925"/>
                </a:lnTo>
                <a:lnTo>
                  <a:pt x="724558" y="4071"/>
                </a:lnTo>
                <a:lnTo>
                  <a:pt x="724202" y="4227"/>
                </a:lnTo>
                <a:lnTo>
                  <a:pt x="723860" y="4393"/>
                </a:lnTo>
                <a:lnTo>
                  <a:pt x="723532" y="4567"/>
                </a:lnTo>
                <a:lnTo>
                  <a:pt x="723218" y="4751"/>
                </a:lnTo>
                <a:lnTo>
                  <a:pt x="722918" y="4945"/>
                </a:lnTo>
                <a:lnTo>
                  <a:pt x="722633" y="5148"/>
                </a:lnTo>
                <a:lnTo>
                  <a:pt x="722361" y="5360"/>
                </a:lnTo>
                <a:lnTo>
                  <a:pt x="722103" y="5582"/>
                </a:lnTo>
                <a:lnTo>
                  <a:pt x="721858" y="5812"/>
                </a:lnTo>
                <a:lnTo>
                  <a:pt x="721623" y="6047"/>
                </a:lnTo>
                <a:lnTo>
                  <a:pt x="721399" y="6288"/>
                </a:lnTo>
                <a:lnTo>
                  <a:pt x="721185" y="6535"/>
                </a:lnTo>
                <a:lnTo>
                  <a:pt x="720981" y="6788"/>
                </a:lnTo>
                <a:lnTo>
                  <a:pt x="720788" y="7046"/>
                </a:lnTo>
                <a:lnTo>
                  <a:pt x="720606" y="7311"/>
                </a:lnTo>
                <a:lnTo>
                  <a:pt x="720433" y="7581"/>
                </a:lnTo>
                <a:lnTo>
                  <a:pt x="720272" y="7857"/>
                </a:lnTo>
                <a:lnTo>
                  <a:pt x="720120" y="8139"/>
                </a:lnTo>
                <a:lnTo>
                  <a:pt x="719979" y="8426"/>
                </a:lnTo>
                <a:lnTo>
                  <a:pt x="719849" y="8719"/>
                </a:lnTo>
                <a:lnTo>
                  <a:pt x="719729" y="9019"/>
                </a:lnTo>
                <a:lnTo>
                  <a:pt x="719619" y="9323"/>
                </a:lnTo>
                <a:lnTo>
                  <a:pt x="719520" y="9634"/>
                </a:lnTo>
                <a:lnTo>
                  <a:pt x="719431" y="9951"/>
                </a:lnTo>
                <a:lnTo>
                  <a:pt x="719353" y="10273"/>
                </a:lnTo>
                <a:lnTo>
                  <a:pt x="719285" y="10601"/>
                </a:lnTo>
                <a:lnTo>
                  <a:pt x="719228" y="10935"/>
                </a:lnTo>
                <a:lnTo>
                  <a:pt x="719181" y="11275"/>
                </a:lnTo>
                <a:lnTo>
                  <a:pt x="719144" y="11620"/>
                </a:lnTo>
                <a:lnTo>
                  <a:pt x="719118" y="11971"/>
                </a:lnTo>
                <a:lnTo>
                  <a:pt x="719103" y="12329"/>
                </a:lnTo>
                <a:lnTo>
                  <a:pt x="719098" y="12691"/>
                </a:lnTo>
                <a:lnTo>
                  <a:pt x="719103" y="13054"/>
                </a:lnTo>
                <a:lnTo>
                  <a:pt x="719118" y="13411"/>
                </a:lnTo>
                <a:lnTo>
                  <a:pt x="719144" y="13763"/>
                </a:lnTo>
                <a:lnTo>
                  <a:pt x="719181" y="14108"/>
                </a:lnTo>
                <a:lnTo>
                  <a:pt x="719228" y="14448"/>
                </a:lnTo>
                <a:lnTo>
                  <a:pt x="719285" y="14782"/>
                </a:lnTo>
                <a:lnTo>
                  <a:pt x="719353" y="15110"/>
                </a:lnTo>
                <a:lnTo>
                  <a:pt x="719431" y="15432"/>
                </a:lnTo>
                <a:lnTo>
                  <a:pt x="719520" y="15749"/>
                </a:lnTo>
                <a:lnTo>
                  <a:pt x="719619" y="16059"/>
                </a:lnTo>
                <a:lnTo>
                  <a:pt x="719729" y="16364"/>
                </a:lnTo>
                <a:lnTo>
                  <a:pt x="719849" y="16663"/>
                </a:lnTo>
                <a:lnTo>
                  <a:pt x="719979" y="16957"/>
                </a:lnTo>
                <a:lnTo>
                  <a:pt x="720120" y="17244"/>
                </a:lnTo>
                <a:lnTo>
                  <a:pt x="720272" y="17526"/>
                </a:lnTo>
                <a:lnTo>
                  <a:pt x="720433" y="17802"/>
                </a:lnTo>
                <a:lnTo>
                  <a:pt x="720606" y="18072"/>
                </a:lnTo>
                <a:lnTo>
                  <a:pt x="720788" y="18336"/>
                </a:lnTo>
                <a:lnTo>
                  <a:pt x="720981" y="18595"/>
                </a:lnTo>
                <a:lnTo>
                  <a:pt x="721185" y="18848"/>
                </a:lnTo>
                <a:lnTo>
                  <a:pt x="721399" y="19095"/>
                </a:lnTo>
                <a:lnTo>
                  <a:pt x="721623" y="19336"/>
                </a:lnTo>
                <a:lnTo>
                  <a:pt x="721858" y="19571"/>
                </a:lnTo>
                <a:lnTo>
                  <a:pt x="722103" y="19801"/>
                </a:lnTo>
                <a:lnTo>
                  <a:pt x="722361" y="20022"/>
                </a:lnTo>
                <a:lnTo>
                  <a:pt x="722633" y="20235"/>
                </a:lnTo>
                <a:lnTo>
                  <a:pt x="722918" y="20438"/>
                </a:lnTo>
                <a:lnTo>
                  <a:pt x="723218" y="20632"/>
                </a:lnTo>
                <a:lnTo>
                  <a:pt x="723532" y="20816"/>
                </a:lnTo>
                <a:lnTo>
                  <a:pt x="723860" y="20990"/>
                </a:lnTo>
                <a:lnTo>
                  <a:pt x="724202" y="21156"/>
                </a:lnTo>
                <a:lnTo>
                  <a:pt x="724558" y="21311"/>
                </a:lnTo>
                <a:lnTo>
                  <a:pt x="724928" y="21458"/>
                </a:lnTo>
                <a:lnTo>
                  <a:pt x="725312" y="21595"/>
                </a:lnTo>
                <a:lnTo>
                  <a:pt x="725711" y="21722"/>
                </a:lnTo>
                <a:lnTo>
                  <a:pt x="726123" y="21840"/>
                </a:lnTo>
                <a:lnTo>
                  <a:pt x="726550" y="21949"/>
                </a:lnTo>
                <a:lnTo>
                  <a:pt x="726990" y="22048"/>
                </a:lnTo>
                <a:lnTo>
                  <a:pt x="727445" y="22138"/>
                </a:lnTo>
                <a:lnTo>
                  <a:pt x="727914" y="22218"/>
                </a:lnTo>
                <a:lnTo>
                  <a:pt x="728396" y="22289"/>
                </a:lnTo>
                <a:lnTo>
                  <a:pt x="728893" y="22350"/>
                </a:lnTo>
                <a:lnTo>
                  <a:pt x="729404" y="22402"/>
                </a:lnTo>
                <a:lnTo>
                  <a:pt x="729929" y="22445"/>
                </a:lnTo>
                <a:lnTo>
                  <a:pt x="730469" y="22478"/>
                </a:lnTo>
                <a:lnTo>
                  <a:pt x="731022" y="22501"/>
                </a:lnTo>
                <a:lnTo>
                  <a:pt x="731589" y="22515"/>
                </a:lnTo>
                <a:lnTo>
                  <a:pt x="732171" y="22520"/>
                </a:lnTo>
                <a:lnTo>
                  <a:pt x="744957" y="22520"/>
                </a:lnTo>
                <a:lnTo>
                  <a:pt x="714231" y="99050"/>
                </a:lnTo>
                <a:lnTo>
                  <a:pt x="713634" y="99055"/>
                </a:lnTo>
                <a:lnTo>
                  <a:pt x="713051" y="99069"/>
                </a:lnTo>
                <a:lnTo>
                  <a:pt x="712482" y="99092"/>
                </a:lnTo>
                <a:lnTo>
                  <a:pt x="711927" y="99125"/>
                </a:lnTo>
                <a:lnTo>
                  <a:pt x="711387" y="99166"/>
                </a:lnTo>
                <a:lnTo>
                  <a:pt x="710861" y="99217"/>
                </a:lnTo>
                <a:lnTo>
                  <a:pt x="710349" y="99278"/>
                </a:lnTo>
                <a:lnTo>
                  <a:pt x="709852" y="99347"/>
                </a:lnTo>
                <a:lnTo>
                  <a:pt x="709369" y="99426"/>
                </a:lnTo>
                <a:lnTo>
                  <a:pt x="708900" y="99514"/>
                </a:lnTo>
                <a:lnTo>
                  <a:pt x="708445" y="99612"/>
                </a:lnTo>
                <a:lnTo>
                  <a:pt x="708004" y="99718"/>
                </a:lnTo>
                <a:lnTo>
                  <a:pt x="707578" y="99834"/>
                </a:lnTo>
                <a:lnTo>
                  <a:pt x="707166" y="99960"/>
                </a:lnTo>
                <a:lnTo>
                  <a:pt x="706768" y="100094"/>
                </a:lnTo>
                <a:lnTo>
                  <a:pt x="706385" y="100238"/>
                </a:lnTo>
                <a:lnTo>
                  <a:pt x="706016" y="100391"/>
                </a:lnTo>
                <a:lnTo>
                  <a:pt x="705661" y="100553"/>
                </a:lnTo>
                <a:lnTo>
                  <a:pt x="705320" y="100725"/>
                </a:lnTo>
                <a:lnTo>
                  <a:pt x="704993" y="100906"/>
                </a:lnTo>
                <a:lnTo>
                  <a:pt x="704681" y="101096"/>
                </a:lnTo>
                <a:lnTo>
                  <a:pt x="704383" y="101295"/>
                </a:lnTo>
                <a:lnTo>
                  <a:pt x="704099" y="101504"/>
                </a:lnTo>
                <a:lnTo>
                  <a:pt x="703830" y="101722"/>
                </a:lnTo>
                <a:lnTo>
                  <a:pt x="703573" y="101948"/>
                </a:lnTo>
                <a:lnTo>
                  <a:pt x="703327" y="102179"/>
                </a:lnTo>
                <a:lnTo>
                  <a:pt x="703092" y="102417"/>
                </a:lnTo>
                <a:lnTo>
                  <a:pt x="702867" y="102661"/>
                </a:lnTo>
                <a:lnTo>
                  <a:pt x="702654" y="102910"/>
                </a:lnTo>
                <a:lnTo>
                  <a:pt x="702452" y="103166"/>
                </a:lnTo>
                <a:lnTo>
                  <a:pt x="702261" y="103427"/>
                </a:lnTo>
                <a:lnTo>
                  <a:pt x="702080" y="103694"/>
                </a:lnTo>
                <a:lnTo>
                  <a:pt x="701911" y="103968"/>
                </a:lnTo>
                <a:lnTo>
                  <a:pt x="701752" y="104247"/>
                </a:lnTo>
                <a:lnTo>
                  <a:pt x="701605" y="104532"/>
                </a:lnTo>
                <a:lnTo>
                  <a:pt x="701468" y="104824"/>
                </a:lnTo>
                <a:lnTo>
                  <a:pt x="701342" y="105121"/>
                </a:lnTo>
                <a:lnTo>
                  <a:pt x="701227" y="105424"/>
                </a:lnTo>
                <a:lnTo>
                  <a:pt x="701123" y="105733"/>
                </a:lnTo>
                <a:lnTo>
                  <a:pt x="701031" y="106048"/>
                </a:lnTo>
                <a:lnTo>
                  <a:pt x="700949" y="106369"/>
                </a:lnTo>
                <a:lnTo>
                  <a:pt x="700877" y="106696"/>
                </a:lnTo>
                <a:lnTo>
                  <a:pt x="700817" y="107029"/>
                </a:lnTo>
                <a:lnTo>
                  <a:pt x="700768" y="107368"/>
                </a:lnTo>
                <a:lnTo>
                  <a:pt x="700730" y="107713"/>
                </a:lnTo>
                <a:lnTo>
                  <a:pt x="700703" y="108064"/>
                </a:lnTo>
                <a:lnTo>
                  <a:pt x="700686" y="108421"/>
                </a:lnTo>
                <a:lnTo>
                  <a:pt x="700681" y="108784"/>
                </a:lnTo>
                <a:lnTo>
                  <a:pt x="700686" y="109147"/>
                </a:lnTo>
                <a:lnTo>
                  <a:pt x="700702" y="109504"/>
                </a:lnTo>
                <a:lnTo>
                  <a:pt x="700728" y="109856"/>
                </a:lnTo>
                <a:lnTo>
                  <a:pt x="700764" y="110202"/>
                </a:lnTo>
                <a:lnTo>
                  <a:pt x="700811" y="110542"/>
                </a:lnTo>
                <a:lnTo>
                  <a:pt x="700868" y="110877"/>
                </a:lnTo>
                <a:lnTo>
                  <a:pt x="700936" y="111206"/>
                </a:lnTo>
                <a:lnTo>
                  <a:pt x="701015" y="111530"/>
                </a:lnTo>
                <a:lnTo>
                  <a:pt x="701103" y="111848"/>
                </a:lnTo>
                <a:lnTo>
                  <a:pt x="701202" y="112160"/>
                </a:lnTo>
                <a:lnTo>
                  <a:pt x="701312" y="112467"/>
                </a:lnTo>
                <a:lnTo>
                  <a:pt x="701432" y="112768"/>
                </a:lnTo>
                <a:lnTo>
                  <a:pt x="701563" y="113063"/>
                </a:lnTo>
                <a:lnTo>
                  <a:pt x="701703" y="113353"/>
                </a:lnTo>
                <a:lnTo>
                  <a:pt x="701855" y="113637"/>
                </a:lnTo>
                <a:lnTo>
                  <a:pt x="702017" y="113915"/>
                </a:lnTo>
                <a:lnTo>
                  <a:pt x="702189" y="114188"/>
                </a:lnTo>
                <a:lnTo>
                  <a:pt x="702371" y="114455"/>
                </a:lnTo>
                <a:lnTo>
                  <a:pt x="702565" y="114717"/>
                </a:lnTo>
                <a:lnTo>
                  <a:pt x="702768" y="114973"/>
                </a:lnTo>
                <a:lnTo>
                  <a:pt x="702982" y="115223"/>
                </a:lnTo>
                <a:lnTo>
                  <a:pt x="703206" y="115468"/>
                </a:lnTo>
                <a:lnTo>
                  <a:pt x="703441" y="115707"/>
                </a:lnTo>
                <a:lnTo>
                  <a:pt x="703686" y="115940"/>
                </a:lnTo>
                <a:lnTo>
                  <a:pt x="703944" y="116166"/>
                </a:lnTo>
                <a:lnTo>
                  <a:pt x="704216" y="116382"/>
                </a:lnTo>
                <a:lnTo>
                  <a:pt x="704501" y="116589"/>
                </a:lnTo>
                <a:lnTo>
                  <a:pt x="704801" y="116786"/>
                </a:lnTo>
                <a:lnTo>
                  <a:pt x="705115" y="116973"/>
                </a:lnTo>
                <a:lnTo>
                  <a:pt x="705443" y="117151"/>
                </a:lnTo>
                <a:lnTo>
                  <a:pt x="705785" y="117319"/>
                </a:lnTo>
                <a:lnTo>
                  <a:pt x="706141" y="117478"/>
                </a:lnTo>
                <a:lnTo>
                  <a:pt x="706511" y="117627"/>
                </a:lnTo>
                <a:lnTo>
                  <a:pt x="706895" y="117766"/>
                </a:lnTo>
                <a:lnTo>
                  <a:pt x="707294" y="117896"/>
                </a:lnTo>
                <a:lnTo>
                  <a:pt x="707706" y="118016"/>
                </a:lnTo>
                <a:lnTo>
                  <a:pt x="708133" y="118126"/>
                </a:lnTo>
                <a:lnTo>
                  <a:pt x="708573" y="118227"/>
                </a:lnTo>
                <a:lnTo>
                  <a:pt x="709028" y="118319"/>
                </a:lnTo>
                <a:lnTo>
                  <a:pt x="709497" y="118400"/>
                </a:lnTo>
                <a:lnTo>
                  <a:pt x="709980" y="118472"/>
                </a:lnTo>
                <a:lnTo>
                  <a:pt x="710477" y="118535"/>
                </a:lnTo>
                <a:lnTo>
                  <a:pt x="710988" y="118588"/>
                </a:lnTo>
                <a:lnTo>
                  <a:pt x="711513" y="118631"/>
                </a:lnTo>
                <a:lnTo>
                  <a:pt x="712052" y="118665"/>
                </a:lnTo>
                <a:lnTo>
                  <a:pt x="712605" y="118689"/>
                </a:lnTo>
                <a:lnTo>
                  <a:pt x="713172" y="118703"/>
                </a:lnTo>
                <a:lnTo>
                  <a:pt x="713754" y="118708"/>
                </a:lnTo>
                <a:lnTo>
                  <a:pt x="740091" y="118708"/>
                </a:lnTo>
                <a:lnTo>
                  <a:pt x="740672" y="118703"/>
                </a:lnTo>
                <a:lnTo>
                  <a:pt x="741240" y="118689"/>
                </a:lnTo>
                <a:lnTo>
                  <a:pt x="741793" y="118665"/>
                </a:lnTo>
                <a:lnTo>
                  <a:pt x="742332" y="118632"/>
                </a:lnTo>
                <a:lnTo>
                  <a:pt x="742857" y="118590"/>
                </a:lnTo>
                <a:lnTo>
                  <a:pt x="743368" y="118538"/>
                </a:lnTo>
                <a:lnTo>
                  <a:pt x="743865" y="118476"/>
                </a:lnTo>
                <a:lnTo>
                  <a:pt x="744348" y="118406"/>
                </a:lnTo>
                <a:lnTo>
                  <a:pt x="744817" y="118325"/>
                </a:lnTo>
                <a:lnTo>
                  <a:pt x="745271" y="118236"/>
                </a:lnTo>
                <a:lnTo>
                  <a:pt x="745712" y="118136"/>
                </a:lnTo>
                <a:lnTo>
                  <a:pt x="746138" y="118028"/>
                </a:lnTo>
                <a:lnTo>
                  <a:pt x="746551" y="117910"/>
                </a:lnTo>
                <a:lnTo>
                  <a:pt x="746949" y="117782"/>
                </a:lnTo>
                <a:lnTo>
                  <a:pt x="747333" y="117645"/>
                </a:lnTo>
                <a:lnTo>
                  <a:pt x="747704" y="117499"/>
                </a:lnTo>
                <a:lnTo>
                  <a:pt x="748060" y="117343"/>
                </a:lnTo>
                <a:lnTo>
                  <a:pt x="748402" y="117178"/>
                </a:lnTo>
                <a:lnTo>
                  <a:pt x="748730" y="117003"/>
                </a:lnTo>
                <a:lnTo>
                  <a:pt x="749043" y="116819"/>
                </a:lnTo>
                <a:lnTo>
                  <a:pt x="749343" y="116626"/>
                </a:lnTo>
                <a:lnTo>
                  <a:pt x="749629" y="116423"/>
                </a:lnTo>
                <a:lnTo>
                  <a:pt x="749901" y="116210"/>
                </a:lnTo>
                <a:lnTo>
                  <a:pt x="750158" y="115988"/>
                </a:lnTo>
                <a:lnTo>
                  <a:pt x="750403" y="115759"/>
                </a:lnTo>
                <a:lnTo>
                  <a:pt x="750638" y="115523"/>
                </a:lnTo>
                <a:lnTo>
                  <a:pt x="750863" y="115282"/>
                </a:lnTo>
                <a:lnTo>
                  <a:pt x="751077" y="115035"/>
                </a:lnTo>
                <a:lnTo>
                  <a:pt x="751280" y="114783"/>
                </a:lnTo>
                <a:lnTo>
                  <a:pt x="751473" y="114524"/>
                </a:lnTo>
                <a:lnTo>
                  <a:pt x="751656" y="114260"/>
                </a:lnTo>
                <a:lnTo>
                  <a:pt x="751828" y="113990"/>
                </a:lnTo>
                <a:lnTo>
                  <a:pt x="751990" y="113714"/>
                </a:lnTo>
                <a:lnTo>
                  <a:pt x="752141" y="113432"/>
                </a:lnTo>
                <a:lnTo>
                  <a:pt x="752282" y="113144"/>
                </a:lnTo>
                <a:lnTo>
                  <a:pt x="752412" y="112851"/>
                </a:lnTo>
                <a:lnTo>
                  <a:pt x="752533" y="112552"/>
                </a:lnTo>
                <a:lnTo>
                  <a:pt x="752642" y="112247"/>
                </a:lnTo>
                <a:lnTo>
                  <a:pt x="752741" y="111936"/>
                </a:lnTo>
                <a:lnTo>
                  <a:pt x="752830" y="111620"/>
                </a:lnTo>
                <a:lnTo>
                  <a:pt x="752908" y="111298"/>
                </a:lnTo>
                <a:lnTo>
                  <a:pt x="752976" y="110969"/>
                </a:lnTo>
                <a:lnTo>
                  <a:pt x="753033" y="110636"/>
                </a:lnTo>
                <a:lnTo>
                  <a:pt x="753080" y="110296"/>
                </a:lnTo>
                <a:lnTo>
                  <a:pt x="753117" y="109950"/>
                </a:lnTo>
                <a:lnTo>
                  <a:pt x="753143" y="109599"/>
                </a:lnTo>
                <a:lnTo>
                  <a:pt x="753159" y="109242"/>
                </a:lnTo>
                <a:lnTo>
                  <a:pt x="753164" y="108879"/>
                </a:lnTo>
                <a:lnTo>
                  <a:pt x="753159" y="108516"/>
                </a:lnTo>
                <a:lnTo>
                  <a:pt x="753143" y="108159"/>
                </a:lnTo>
                <a:lnTo>
                  <a:pt x="753117" y="107808"/>
                </a:lnTo>
                <a:lnTo>
                  <a:pt x="753080" y="107462"/>
                </a:lnTo>
                <a:lnTo>
                  <a:pt x="753033" y="107123"/>
                </a:lnTo>
                <a:lnTo>
                  <a:pt x="752976" y="106789"/>
                </a:lnTo>
                <a:lnTo>
                  <a:pt x="752908" y="106461"/>
                </a:lnTo>
                <a:lnTo>
                  <a:pt x="752830" y="106138"/>
                </a:lnTo>
                <a:lnTo>
                  <a:pt x="752741" y="105822"/>
                </a:lnTo>
                <a:lnTo>
                  <a:pt x="752642" y="105511"/>
                </a:lnTo>
                <a:lnTo>
                  <a:pt x="752533" y="105206"/>
                </a:lnTo>
                <a:lnTo>
                  <a:pt x="752412" y="104907"/>
                </a:lnTo>
                <a:lnTo>
                  <a:pt x="752282" y="104614"/>
                </a:lnTo>
                <a:lnTo>
                  <a:pt x="752141" y="104326"/>
                </a:lnTo>
                <a:lnTo>
                  <a:pt x="751990" y="104044"/>
                </a:lnTo>
                <a:lnTo>
                  <a:pt x="751828" y="103769"/>
                </a:lnTo>
                <a:lnTo>
                  <a:pt x="751656" y="103498"/>
                </a:lnTo>
                <a:lnTo>
                  <a:pt x="751473" y="103234"/>
                </a:lnTo>
                <a:lnTo>
                  <a:pt x="751280" y="102976"/>
                </a:lnTo>
                <a:lnTo>
                  <a:pt x="751077" y="102723"/>
                </a:lnTo>
                <a:lnTo>
                  <a:pt x="750863" y="102476"/>
                </a:lnTo>
                <a:lnTo>
                  <a:pt x="750638" y="102235"/>
                </a:lnTo>
                <a:lnTo>
                  <a:pt x="750403" y="101999"/>
                </a:lnTo>
                <a:lnTo>
                  <a:pt x="750158" y="101770"/>
                </a:lnTo>
                <a:lnTo>
                  <a:pt x="749901" y="101548"/>
                </a:lnTo>
                <a:lnTo>
                  <a:pt x="749629" y="101336"/>
                </a:lnTo>
                <a:lnTo>
                  <a:pt x="749343" y="101133"/>
                </a:lnTo>
                <a:lnTo>
                  <a:pt x="749043" y="100939"/>
                </a:lnTo>
                <a:lnTo>
                  <a:pt x="748730" y="100755"/>
                </a:lnTo>
                <a:lnTo>
                  <a:pt x="748402" y="100580"/>
                </a:lnTo>
                <a:lnTo>
                  <a:pt x="748060" y="100415"/>
                </a:lnTo>
                <a:lnTo>
                  <a:pt x="747704" y="100259"/>
                </a:lnTo>
                <a:lnTo>
                  <a:pt x="747333" y="100113"/>
                </a:lnTo>
                <a:lnTo>
                  <a:pt x="746949" y="99976"/>
                </a:lnTo>
                <a:lnTo>
                  <a:pt x="746551" y="99848"/>
                </a:lnTo>
                <a:lnTo>
                  <a:pt x="746138" y="99730"/>
                </a:lnTo>
                <a:lnTo>
                  <a:pt x="745712" y="99622"/>
                </a:lnTo>
                <a:lnTo>
                  <a:pt x="745271" y="99523"/>
                </a:lnTo>
                <a:lnTo>
                  <a:pt x="744817" y="99433"/>
                </a:lnTo>
                <a:lnTo>
                  <a:pt x="744348" y="99353"/>
                </a:lnTo>
                <a:lnTo>
                  <a:pt x="743865" y="99282"/>
                </a:lnTo>
                <a:lnTo>
                  <a:pt x="743368" y="99220"/>
                </a:lnTo>
                <a:lnTo>
                  <a:pt x="742857" y="99168"/>
                </a:lnTo>
                <a:lnTo>
                  <a:pt x="742332" y="99126"/>
                </a:lnTo>
                <a:lnTo>
                  <a:pt x="741793" y="99093"/>
                </a:lnTo>
                <a:lnTo>
                  <a:pt x="741240" y="99069"/>
                </a:lnTo>
                <a:lnTo>
                  <a:pt x="740672" y="99055"/>
                </a:lnTo>
                <a:lnTo>
                  <a:pt x="740091" y="99050"/>
                </a:lnTo>
                <a:lnTo>
                  <a:pt x="735320" y="99050"/>
                </a:lnTo>
                <a:lnTo>
                  <a:pt x="740091" y="87218"/>
                </a:lnTo>
                <a:lnTo>
                  <a:pt x="787612" y="87218"/>
                </a:lnTo>
                <a:lnTo>
                  <a:pt x="792288" y="99050"/>
                </a:lnTo>
                <a:lnTo>
                  <a:pt x="787517" y="99050"/>
                </a:lnTo>
                <a:lnTo>
                  <a:pt x="786935" y="99055"/>
                </a:lnTo>
                <a:close/>
                <a:moveTo>
                  <a:pt x="779501" y="67560"/>
                </a:moveTo>
                <a:lnTo>
                  <a:pt x="747916" y="67560"/>
                </a:lnTo>
                <a:lnTo>
                  <a:pt x="763756" y="28818"/>
                </a:lnTo>
                <a:lnTo>
                  <a:pt x="779501" y="67560"/>
                </a:lnTo>
                <a:close/>
                <a:moveTo>
                  <a:pt x="911936" y="41637"/>
                </a:moveTo>
                <a:lnTo>
                  <a:pt x="911950" y="42227"/>
                </a:lnTo>
                <a:lnTo>
                  <a:pt x="911973" y="42801"/>
                </a:lnTo>
                <a:lnTo>
                  <a:pt x="912007" y="43361"/>
                </a:lnTo>
                <a:lnTo>
                  <a:pt x="912049" y="43906"/>
                </a:lnTo>
                <a:lnTo>
                  <a:pt x="912101" y="44435"/>
                </a:lnTo>
                <a:lnTo>
                  <a:pt x="912162" y="44949"/>
                </a:lnTo>
                <a:lnTo>
                  <a:pt x="912233" y="45448"/>
                </a:lnTo>
                <a:lnTo>
                  <a:pt x="912313" y="45933"/>
                </a:lnTo>
                <a:lnTo>
                  <a:pt x="912403" y="46402"/>
                </a:lnTo>
                <a:lnTo>
                  <a:pt x="912502" y="46856"/>
                </a:lnTo>
                <a:lnTo>
                  <a:pt x="912611" y="47295"/>
                </a:lnTo>
                <a:lnTo>
                  <a:pt x="912729" y="47718"/>
                </a:lnTo>
                <a:lnTo>
                  <a:pt x="912856" y="48127"/>
                </a:lnTo>
                <a:lnTo>
                  <a:pt x="912993" y="48521"/>
                </a:lnTo>
                <a:lnTo>
                  <a:pt x="913140" y="48900"/>
                </a:lnTo>
                <a:lnTo>
                  <a:pt x="913296" y="49263"/>
                </a:lnTo>
                <a:lnTo>
                  <a:pt x="913461" y="49612"/>
                </a:lnTo>
                <a:lnTo>
                  <a:pt x="913635" y="49945"/>
                </a:lnTo>
                <a:lnTo>
                  <a:pt x="913820" y="50263"/>
                </a:lnTo>
                <a:lnTo>
                  <a:pt x="914013" y="50567"/>
                </a:lnTo>
                <a:lnTo>
                  <a:pt x="914216" y="50855"/>
                </a:lnTo>
                <a:lnTo>
                  <a:pt x="914429" y="51128"/>
                </a:lnTo>
                <a:lnTo>
                  <a:pt x="914651" y="51386"/>
                </a:lnTo>
                <a:lnTo>
                  <a:pt x="914880" y="51631"/>
                </a:lnTo>
                <a:lnTo>
                  <a:pt x="915115" y="51866"/>
                </a:lnTo>
                <a:lnTo>
                  <a:pt x="915355" y="52090"/>
                </a:lnTo>
                <a:lnTo>
                  <a:pt x="915601" y="52304"/>
                </a:lnTo>
                <a:lnTo>
                  <a:pt x="915852" y="52508"/>
                </a:lnTo>
                <a:lnTo>
                  <a:pt x="916109" y="52701"/>
                </a:lnTo>
                <a:lnTo>
                  <a:pt x="916371" y="52884"/>
                </a:lnTo>
                <a:lnTo>
                  <a:pt x="916639" y="53056"/>
                </a:lnTo>
                <a:lnTo>
                  <a:pt x="916912" y="53218"/>
                </a:lnTo>
                <a:lnTo>
                  <a:pt x="917190" y="53369"/>
                </a:lnTo>
                <a:lnTo>
                  <a:pt x="917474" y="53510"/>
                </a:lnTo>
                <a:lnTo>
                  <a:pt x="917764" y="53640"/>
                </a:lnTo>
                <a:lnTo>
                  <a:pt x="918059" y="53760"/>
                </a:lnTo>
                <a:lnTo>
                  <a:pt x="918359" y="53870"/>
                </a:lnTo>
                <a:lnTo>
                  <a:pt x="918665" y="53969"/>
                </a:lnTo>
                <a:lnTo>
                  <a:pt x="918976" y="54058"/>
                </a:lnTo>
                <a:lnTo>
                  <a:pt x="919293" y="54136"/>
                </a:lnTo>
                <a:lnTo>
                  <a:pt x="919616" y="54204"/>
                </a:lnTo>
                <a:lnTo>
                  <a:pt x="919943" y="54261"/>
                </a:lnTo>
                <a:lnTo>
                  <a:pt x="920277" y="54308"/>
                </a:lnTo>
                <a:lnTo>
                  <a:pt x="920615" y="54345"/>
                </a:lnTo>
                <a:lnTo>
                  <a:pt x="920960" y="54371"/>
                </a:lnTo>
                <a:lnTo>
                  <a:pt x="921309" y="54387"/>
                </a:lnTo>
                <a:lnTo>
                  <a:pt x="921664" y="54392"/>
                </a:lnTo>
                <a:lnTo>
                  <a:pt x="922027" y="54387"/>
                </a:lnTo>
                <a:lnTo>
                  <a:pt x="922384" y="54371"/>
                </a:lnTo>
                <a:lnTo>
                  <a:pt x="922736" y="54345"/>
                </a:lnTo>
                <a:lnTo>
                  <a:pt x="923081" y="54308"/>
                </a:lnTo>
                <a:lnTo>
                  <a:pt x="923421" y="54261"/>
                </a:lnTo>
                <a:lnTo>
                  <a:pt x="923755" y="54204"/>
                </a:lnTo>
                <a:lnTo>
                  <a:pt x="924083" y="54136"/>
                </a:lnTo>
                <a:lnTo>
                  <a:pt x="924405" y="54058"/>
                </a:lnTo>
                <a:lnTo>
                  <a:pt x="924722" y="53969"/>
                </a:lnTo>
                <a:lnTo>
                  <a:pt x="925032" y="53870"/>
                </a:lnTo>
                <a:lnTo>
                  <a:pt x="925337" y="53760"/>
                </a:lnTo>
                <a:lnTo>
                  <a:pt x="925636" y="53640"/>
                </a:lnTo>
                <a:lnTo>
                  <a:pt x="925930" y="53510"/>
                </a:lnTo>
                <a:lnTo>
                  <a:pt x="926217" y="53369"/>
                </a:lnTo>
                <a:lnTo>
                  <a:pt x="926499" y="53218"/>
                </a:lnTo>
                <a:lnTo>
                  <a:pt x="926775" y="53056"/>
                </a:lnTo>
                <a:lnTo>
                  <a:pt x="927045" y="52884"/>
                </a:lnTo>
                <a:lnTo>
                  <a:pt x="927309" y="52701"/>
                </a:lnTo>
                <a:lnTo>
                  <a:pt x="927568" y="52508"/>
                </a:lnTo>
                <a:lnTo>
                  <a:pt x="927820" y="52304"/>
                </a:lnTo>
                <a:lnTo>
                  <a:pt x="928067" y="52090"/>
                </a:lnTo>
                <a:lnTo>
                  <a:pt x="928309" y="51866"/>
                </a:lnTo>
                <a:lnTo>
                  <a:pt x="928544" y="51631"/>
                </a:lnTo>
                <a:lnTo>
                  <a:pt x="928773" y="51386"/>
                </a:lnTo>
                <a:lnTo>
                  <a:pt x="928995" y="51128"/>
                </a:lnTo>
                <a:lnTo>
                  <a:pt x="929208" y="50855"/>
                </a:lnTo>
                <a:lnTo>
                  <a:pt x="929411" y="50567"/>
                </a:lnTo>
                <a:lnTo>
                  <a:pt x="929604" y="50263"/>
                </a:lnTo>
                <a:lnTo>
                  <a:pt x="929788" y="49945"/>
                </a:lnTo>
                <a:lnTo>
                  <a:pt x="929963" y="49612"/>
                </a:lnTo>
                <a:lnTo>
                  <a:pt x="930128" y="49263"/>
                </a:lnTo>
                <a:lnTo>
                  <a:pt x="930284" y="48900"/>
                </a:lnTo>
                <a:lnTo>
                  <a:pt x="930431" y="48521"/>
                </a:lnTo>
                <a:lnTo>
                  <a:pt x="930568" y="48127"/>
                </a:lnTo>
                <a:lnTo>
                  <a:pt x="930695" y="47718"/>
                </a:lnTo>
                <a:lnTo>
                  <a:pt x="930813" y="47295"/>
                </a:lnTo>
                <a:lnTo>
                  <a:pt x="930922" y="46856"/>
                </a:lnTo>
                <a:lnTo>
                  <a:pt x="931021" y="46402"/>
                </a:lnTo>
                <a:lnTo>
                  <a:pt x="931111" y="45933"/>
                </a:lnTo>
                <a:lnTo>
                  <a:pt x="931191" y="45448"/>
                </a:lnTo>
                <a:lnTo>
                  <a:pt x="931262" y="44949"/>
                </a:lnTo>
                <a:lnTo>
                  <a:pt x="931323" y="44435"/>
                </a:lnTo>
                <a:lnTo>
                  <a:pt x="931375" y="43906"/>
                </a:lnTo>
                <a:lnTo>
                  <a:pt x="931417" y="43361"/>
                </a:lnTo>
                <a:lnTo>
                  <a:pt x="931450" y="42801"/>
                </a:lnTo>
                <a:lnTo>
                  <a:pt x="931474" y="42227"/>
                </a:lnTo>
                <a:lnTo>
                  <a:pt x="931488" y="41637"/>
                </a:lnTo>
                <a:lnTo>
                  <a:pt x="931493" y="41032"/>
                </a:lnTo>
                <a:lnTo>
                  <a:pt x="931493" y="2863"/>
                </a:lnTo>
                <a:lnTo>
                  <a:pt x="830152" y="2863"/>
                </a:lnTo>
                <a:lnTo>
                  <a:pt x="830152" y="41032"/>
                </a:lnTo>
                <a:lnTo>
                  <a:pt x="830157" y="41637"/>
                </a:lnTo>
                <a:lnTo>
                  <a:pt x="830171" y="42227"/>
                </a:lnTo>
                <a:lnTo>
                  <a:pt x="830195" y="42801"/>
                </a:lnTo>
                <a:lnTo>
                  <a:pt x="830228" y="43361"/>
                </a:lnTo>
                <a:lnTo>
                  <a:pt x="830270" y="43906"/>
                </a:lnTo>
                <a:lnTo>
                  <a:pt x="830322" y="44435"/>
                </a:lnTo>
                <a:lnTo>
                  <a:pt x="830384" y="44949"/>
                </a:lnTo>
                <a:lnTo>
                  <a:pt x="830455" y="45448"/>
                </a:lnTo>
                <a:lnTo>
                  <a:pt x="830535" y="45933"/>
                </a:lnTo>
                <a:lnTo>
                  <a:pt x="830625" y="46402"/>
                </a:lnTo>
                <a:lnTo>
                  <a:pt x="830724" y="46856"/>
                </a:lnTo>
                <a:lnTo>
                  <a:pt x="830832" y="47295"/>
                </a:lnTo>
                <a:lnTo>
                  <a:pt x="830950" y="47718"/>
                </a:lnTo>
                <a:lnTo>
                  <a:pt x="831078" y="48127"/>
                </a:lnTo>
                <a:lnTo>
                  <a:pt x="831215" y="48521"/>
                </a:lnTo>
                <a:lnTo>
                  <a:pt x="831361" y="48900"/>
                </a:lnTo>
                <a:lnTo>
                  <a:pt x="831517" y="49263"/>
                </a:lnTo>
                <a:lnTo>
                  <a:pt x="831682" y="49612"/>
                </a:lnTo>
                <a:lnTo>
                  <a:pt x="831857" y="49945"/>
                </a:lnTo>
                <a:lnTo>
                  <a:pt x="832041" y="50263"/>
                </a:lnTo>
                <a:lnTo>
                  <a:pt x="832235" y="50567"/>
                </a:lnTo>
                <a:lnTo>
                  <a:pt x="832438" y="50855"/>
                </a:lnTo>
                <a:lnTo>
                  <a:pt x="832650" y="51128"/>
                </a:lnTo>
                <a:lnTo>
                  <a:pt x="832872" y="51386"/>
                </a:lnTo>
                <a:lnTo>
                  <a:pt x="833101" y="51631"/>
                </a:lnTo>
                <a:lnTo>
                  <a:pt x="833336" y="51866"/>
                </a:lnTo>
                <a:lnTo>
                  <a:pt x="833577" y="52090"/>
                </a:lnTo>
                <a:lnTo>
                  <a:pt x="833822" y="52304"/>
                </a:lnTo>
                <a:lnTo>
                  <a:pt x="834074" y="52508"/>
                </a:lnTo>
                <a:lnTo>
                  <a:pt x="834330" y="52701"/>
                </a:lnTo>
                <a:lnTo>
                  <a:pt x="834592" y="52884"/>
                </a:lnTo>
                <a:lnTo>
                  <a:pt x="834860" y="53056"/>
                </a:lnTo>
                <a:lnTo>
                  <a:pt x="835133" y="53218"/>
                </a:lnTo>
                <a:lnTo>
                  <a:pt x="835412" y="53369"/>
                </a:lnTo>
                <a:lnTo>
                  <a:pt x="835696" y="53510"/>
                </a:lnTo>
                <a:lnTo>
                  <a:pt x="835985" y="53640"/>
                </a:lnTo>
                <a:lnTo>
                  <a:pt x="836280" y="53760"/>
                </a:lnTo>
                <a:lnTo>
                  <a:pt x="836581" y="53870"/>
                </a:lnTo>
                <a:lnTo>
                  <a:pt x="836887" y="53969"/>
                </a:lnTo>
                <a:lnTo>
                  <a:pt x="837198" y="54058"/>
                </a:lnTo>
                <a:lnTo>
                  <a:pt x="837515" y="54136"/>
                </a:lnTo>
                <a:lnTo>
                  <a:pt x="837837" y="54204"/>
                </a:lnTo>
                <a:lnTo>
                  <a:pt x="838165" y="54261"/>
                </a:lnTo>
                <a:lnTo>
                  <a:pt x="838498" y="54308"/>
                </a:lnTo>
                <a:lnTo>
                  <a:pt x="838837" y="54345"/>
                </a:lnTo>
                <a:lnTo>
                  <a:pt x="839181" y="54371"/>
                </a:lnTo>
                <a:lnTo>
                  <a:pt x="839531" y="54387"/>
                </a:lnTo>
                <a:lnTo>
                  <a:pt x="839886" y="54392"/>
                </a:lnTo>
                <a:lnTo>
                  <a:pt x="840249" y="54387"/>
                </a:lnTo>
                <a:lnTo>
                  <a:pt x="840606" y="54371"/>
                </a:lnTo>
                <a:lnTo>
                  <a:pt x="840957" y="54345"/>
                </a:lnTo>
                <a:lnTo>
                  <a:pt x="841302" y="54308"/>
                </a:lnTo>
                <a:lnTo>
                  <a:pt x="841642" y="54261"/>
                </a:lnTo>
                <a:lnTo>
                  <a:pt x="841976" y="54204"/>
                </a:lnTo>
                <a:lnTo>
                  <a:pt x="842304" y="54136"/>
                </a:lnTo>
                <a:lnTo>
                  <a:pt x="842626" y="54058"/>
                </a:lnTo>
                <a:lnTo>
                  <a:pt x="842943" y="53969"/>
                </a:lnTo>
                <a:lnTo>
                  <a:pt x="843254" y="53870"/>
                </a:lnTo>
                <a:lnTo>
                  <a:pt x="843559" y="53760"/>
                </a:lnTo>
                <a:lnTo>
                  <a:pt x="843858" y="53640"/>
                </a:lnTo>
                <a:lnTo>
                  <a:pt x="844151" y="53510"/>
                </a:lnTo>
                <a:lnTo>
                  <a:pt x="844439" y="53369"/>
                </a:lnTo>
                <a:lnTo>
                  <a:pt x="844720" y="53218"/>
                </a:lnTo>
                <a:lnTo>
                  <a:pt x="844996" y="53056"/>
                </a:lnTo>
                <a:lnTo>
                  <a:pt x="845266" y="52884"/>
                </a:lnTo>
                <a:lnTo>
                  <a:pt x="845531" y="52701"/>
                </a:lnTo>
                <a:lnTo>
                  <a:pt x="845789" y="52508"/>
                </a:lnTo>
                <a:lnTo>
                  <a:pt x="846042" y="52304"/>
                </a:lnTo>
                <a:lnTo>
                  <a:pt x="846289" y="52090"/>
                </a:lnTo>
                <a:lnTo>
                  <a:pt x="846530" y="51866"/>
                </a:lnTo>
                <a:lnTo>
                  <a:pt x="846765" y="51631"/>
                </a:lnTo>
                <a:lnTo>
                  <a:pt x="846995" y="51386"/>
                </a:lnTo>
                <a:lnTo>
                  <a:pt x="847217" y="51128"/>
                </a:lnTo>
                <a:lnTo>
                  <a:pt x="847429" y="50855"/>
                </a:lnTo>
                <a:lnTo>
                  <a:pt x="847632" y="50567"/>
                </a:lnTo>
                <a:lnTo>
                  <a:pt x="847826" y="50263"/>
                </a:lnTo>
                <a:lnTo>
                  <a:pt x="848010" y="49945"/>
                </a:lnTo>
                <a:lnTo>
                  <a:pt x="848185" y="49612"/>
                </a:lnTo>
                <a:lnTo>
                  <a:pt x="848350" y="49263"/>
                </a:lnTo>
                <a:lnTo>
                  <a:pt x="848506" y="48900"/>
                </a:lnTo>
                <a:lnTo>
                  <a:pt x="848652" y="48521"/>
                </a:lnTo>
                <a:lnTo>
                  <a:pt x="848789" y="48127"/>
                </a:lnTo>
                <a:lnTo>
                  <a:pt x="848916" y="47718"/>
                </a:lnTo>
                <a:lnTo>
                  <a:pt x="849034" y="47295"/>
                </a:lnTo>
                <a:lnTo>
                  <a:pt x="849143" y="46856"/>
                </a:lnTo>
                <a:lnTo>
                  <a:pt x="849242" y="46402"/>
                </a:lnTo>
                <a:lnTo>
                  <a:pt x="849332" y="45933"/>
                </a:lnTo>
                <a:lnTo>
                  <a:pt x="849412" y="45448"/>
                </a:lnTo>
                <a:lnTo>
                  <a:pt x="849483" y="44949"/>
                </a:lnTo>
                <a:lnTo>
                  <a:pt x="849544" y="44435"/>
                </a:lnTo>
                <a:lnTo>
                  <a:pt x="849596" y="43906"/>
                </a:lnTo>
                <a:lnTo>
                  <a:pt x="849639" y="43361"/>
                </a:lnTo>
                <a:lnTo>
                  <a:pt x="849672" y="42801"/>
                </a:lnTo>
                <a:lnTo>
                  <a:pt x="849696" y="42227"/>
                </a:lnTo>
                <a:lnTo>
                  <a:pt x="849710" y="41637"/>
                </a:lnTo>
                <a:lnTo>
                  <a:pt x="849714" y="41032"/>
                </a:lnTo>
                <a:lnTo>
                  <a:pt x="849714" y="22520"/>
                </a:lnTo>
                <a:lnTo>
                  <a:pt x="870899" y="22520"/>
                </a:lnTo>
                <a:lnTo>
                  <a:pt x="870899" y="99050"/>
                </a:lnTo>
                <a:lnTo>
                  <a:pt x="857825" y="99050"/>
                </a:lnTo>
                <a:lnTo>
                  <a:pt x="857244" y="99055"/>
                </a:lnTo>
                <a:lnTo>
                  <a:pt x="856677" y="99069"/>
                </a:lnTo>
                <a:lnTo>
                  <a:pt x="856123" y="99092"/>
                </a:lnTo>
                <a:lnTo>
                  <a:pt x="855584" y="99125"/>
                </a:lnTo>
                <a:lnTo>
                  <a:pt x="855059" y="99166"/>
                </a:lnTo>
                <a:lnTo>
                  <a:pt x="854548" y="99217"/>
                </a:lnTo>
                <a:lnTo>
                  <a:pt x="854051" y="99278"/>
                </a:lnTo>
                <a:lnTo>
                  <a:pt x="853568" y="99347"/>
                </a:lnTo>
                <a:lnTo>
                  <a:pt x="853100" y="99426"/>
                </a:lnTo>
                <a:lnTo>
                  <a:pt x="852645" y="99514"/>
                </a:lnTo>
                <a:lnTo>
                  <a:pt x="852204" y="99612"/>
                </a:lnTo>
                <a:lnTo>
                  <a:pt x="851778" y="99718"/>
                </a:lnTo>
                <a:lnTo>
                  <a:pt x="851366" y="99834"/>
                </a:lnTo>
                <a:lnTo>
                  <a:pt x="850967" y="99960"/>
                </a:lnTo>
                <a:lnTo>
                  <a:pt x="850583" y="100094"/>
                </a:lnTo>
                <a:lnTo>
                  <a:pt x="850213" y="100238"/>
                </a:lnTo>
                <a:lnTo>
                  <a:pt x="849857" y="100391"/>
                </a:lnTo>
                <a:lnTo>
                  <a:pt x="849515" y="100553"/>
                </a:lnTo>
                <a:lnTo>
                  <a:pt x="849187" y="100725"/>
                </a:lnTo>
                <a:lnTo>
                  <a:pt x="848873" y="100906"/>
                </a:lnTo>
                <a:lnTo>
                  <a:pt x="848573" y="101096"/>
                </a:lnTo>
                <a:lnTo>
                  <a:pt x="848287" y="101295"/>
                </a:lnTo>
                <a:lnTo>
                  <a:pt x="848016" y="101504"/>
                </a:lnTo>
                <a:lnTo>
                  <a:pt x="847758" y="101722"/>
                </a:lnTo>
                <a:lnTo>
                  <a:pt x="847513" y="101948"/>
                </a:lnTo>
                <a:lnTo>
                  <a:pt x="847278" y="102179"/>
                </a:lnTo>
                <a:lnTo>
                  <a:pt x="847054" y="102417"/>
                </a:lnTo>
                <a:lnTo>
                  <a:pt x="846840" y="102661"/>
                </a:lnTo>
                <a:lnTo>
                  <a:pt x="846636" y="102910"/>
                </a:lnTo>
                <a:lnTo>
                  <a:pt x="846443" y="103166"/>
                </a:lnTo>
                <a:lnTo>
                  <a:pt x="846260" y="103427"/>
                </a:lnTo>
                <a:lnTo>
                  <a:pt x="846088" y="103694"/>
                </a:lnTo>
                <a:lnTo>
                  <a:pt x="845926" y="103968"/>
                </a:lnTo>
                <a:lnTo>
                  <a:pt x="845775" y="104247"/>
                </a:lnTo>
                <a:lnTo>
                  <a:pt x="845634" y="104532"/>
                </a:lnTo>
                <a:lnTo>
                  <a:pt x="845504" y="104824"/>
                </a:lnTo>
                <a:lnTo>
                  <a:pt x="845384" y="105121"/>
                </a:lnTo>
                <a:lnTo>
                  <a:pt x="845274" y="105424"/>
                </a:lnTo>
                <a:lnTo>
                  <a:pt x="845175" y="105733"/>
                </a:lnTo>
                <a:lnTo>
                  <a:pt x="845086" y="106048"/>
                </a:lnTo>
                <a:lnTo>
                  <a:pt x="845008" y="106369"/>
                </a:lnTo>
                <a:lnTo>
                  <a:pt x="844940" y="106696"/>
                </a:lnTo>
                <a:lnTo>
                  <a:pt x="844883" y="107029"/>
                </a:lnTo>
                <a:lnTo>
                  <a:pt x="844836" y="107368"/>
                </a:lnTo>
                <a:lnTo>
                  <a:pt x="844799" y="107713"/>
                </a:lnTo>
                <a:lnTo>
                  <a:pt x="844773" y="108064"/>
                </a:lnTo>
                <a:lnTo>
                  <a:pt x="844758" y="108421"/>
                </a:lnTo>
                <a:lnTo>
                  <a:pt x="844752" y="108784"/>
                </a:lnTo>
                <a:lnTo>
                  <a:pt x="844758" y="109147"/>
                </a:lnTo>
                <a:lnTo>
                  <a:pt x="844773" y="109504"/>
                </a:lnTo>
                <a:lnTo>
                  <a:pt x="844799" y="109856"/>
                </a:lnTo>
                <a:lnTo>
                  <a:pt x="844836" y="110202"/>
                </a:lnTo>
                <a:lnTo>
                  <a:pt x="844883" y="110542"/>
                </a:lnTo>
                <a:lnTo>
                  <a:pt x="844940" y="110877"/>
                </a:lnTo>
                <a:lnTo>
                  <a:pt x="845008" y="111206"/>
                </a:lnTo>
                <a:lnTo>
                  <a:pt x="845086" y="111530"/>
                </a:lnTo>
                <a:lnTo>
                  <a:pt x="845175" y="111848"/>
                </a:lnTo>
                <a:lnTo>
                  <a:pt x="845274" y="112160"/>
                </a:lnTo>
                <a:lnTo>
                  <a:pt x="845384" y="112467"/>
                </a:lnTo>
                <a:lnTo>
                  <a:pt x="845504" y="112768"/>
                </a:lnTo>
                <a:lnTo>
                  <a:pt x="845634" y="113063"/>
                </a:lnTo>
                <a:lnTo>
                  <a:pt x="845775" y="113353"/>
                </a:lnTo>
                <a:lnTo>
                  <a:pt x="845926" y="113637"/>
                </a:lnTo>
                <a:lnTo>
                  <a:pt x="846088" y="113915"/>
                </a:lnTo>
                <a:lnTo>
                  <a:pt x="846260" y="114188"/>
                </a:lnTo>
                <a:lnTo>
                  <a:pt x="846443" y="114455"/>
                </a:lnTo>
                <a:lnTo>
                  <a:pt x="846636" y="114717"/>
                </a:lnTo>
                <a:lnTo>
                  <a:pt x="846840" y="114973"/>
                </a:lnTo>
                <a:lnTo>
                  <a:pt x="847054" y="115223"/>
                </a:lnTo>
                <a:lnTo>
                  <a:pt x="847278" y="115468"/>
                </a:lnTo>
                <a:lnTo>
                  <a:pt x="847513" y="115707"/>
                </a:lnTo>
                <a:lnTo>
                  <a:pt x="847758" y="115940"/>
                </a:lnTo>
                <a:lnTo>
                  <a:pt x="848016" y="116166"/>
                </a:lnTo>
                <a:lnTo>
                  <a:pt x="848287" y="116382"/>
                </a:lnTo>
                <a:lnTo>
                  <a:pt x="848573" y="116589"/>
                </a:lnTo>
                <a:lnTo>
                  <a:pt x="848873" y="116786"/>
                </a:lnTo>
                <a:lnTo>
                  <a:pt x="849187" y="116973"/>
                </a:lnTo>
                <a:lnTo>
                  <a:pt x="849515" y="117151"/>
                </a:lnTo>
                <a:lnTo>
                  <a:pt x="849857" y="117319"/>
                </a:lnTo>
                <a:lnTo>
                  <a:pt x="850213" y="117478"/>
                </a:lnTo>
                <a:lnTo>
                  <a:pt x="850583" y="117627"/>
                </a:lnTo>
                <a:lnTo>
                  <a:pt x="850967" y="117766"/>
                </a:lnTo>
                <a:lnTo>
                  <a:pt x="851366" y="117896"/>
                </a:lnTo>
                <a:lnTo>
                  <a:pt x="851778" y="118016"/>
                </a:lnTo>
                <a:lnTo>
                  <a:pt x="852204" y="118126"/>
                </a:lnTo>
                <a:lnTo>
                  <a:pt x="852645" y="118227"/>
                </a:lnTo>
                <a:lnTo>
                  <a:pt x="853100" y="118319"/>
                </a:lnTo>
                <a:lnTo>
                  <a:pt x="853568" y="118400"/>
                </a:lnTo>
                <a:lnTo>
                  <a:pt x="854051" y="118472"/>
                </a:lnTo>
                <a:lnTo>
                  <a:pt x="854548" y="118535"/>
                </a:lnTo>
                <a:lnTo>
                  <a:pt x="855059" y="118588"/>
                </a:lnTo>
                <a:lnTo>
                  <a:pt x="855584" y="118631"/>
                </a:lnTo>
                <a:lnTo>
                  <a:pt x="856123" y="118665"/>
                </a:lnTo>
                <a:lnTo>
                  <a:pt x="856677" y="118689"/>
                </a:lnTo>
                <a:lnTo>
                  <a:pt x="857244" y="118703"/>
                </a:lnTo>
                <a:lnTo>
                  <a:pt x="857825" y="118708"/>
                </a:lnTo>
                <a:lnTo>
                  <a:pt x="903629" y="118708"/>
                </a:lnTo>
                <a:lnTo>
                  <a:pt x="904210" y="118703"/>
                </a:lnTo>
                <a:lnTo>
                  <a:pt x="904778" y="118689"/>
                </a:lnTo>
                <a:lnTo>
                  <a:pt x="905331" y="118665"/>
                </a:lnTo>
                <a:lnTo>
                  <a:pt x="905870" y="118632"/>
                </a:lnTo>
                <a:lnTo>
                  <a:pt x="906395" y="118590"/>
                </a:lnTo>
                <a:lnTo>
                  <a:pt x="906906" y="118538"/>
                </a:lnTo>
                <a:lnTo>
                  <a:pt x="907403" y="118476"/>
                </a:lnTo>
                <a:lnTo>
                  <a:pt x="907886" y="118406"/>
                </a:lnTo>
                <a:lnTo>
                  <a:pt x="908355" y="118325"/>
                </a:lnTo>
                <a:lnTo>
                  <a:pt x="908809" y="118236"/>
                </a:lnTo>
                <a:lnTo>
                  <a:pt x="909250" y="118136"/>
                </a:lnTo>
                <a:lnTo>
                  <a:pt x="909677" y="118028"/>
                </a:lnTo>
                <a:lnTo>
                  <a:pt x="910089" y="117910"/>
                </a:lnTo>
                <a:lnTo>
                  <a:pt x="910487" y="117782"/>
                </a:lnTo>
                <a:lnTo>
                  <a:pt x="910872" y="117645"/>
                </a:lnTo>
                <a:lnTo>
                  <a:pt x="911242" y="117499"/>
                </a:lnTo>
                <a:lnTo>
                  <a:pt x="911598" y="117343"/>
                </a:lnTo>
                <a:lnTo>
                  <a:pt x="911940" y="117178"/>
                </a:lnTo>
                <a:lnTo>
                  <a:pt x="912268" y="117003"/>
                </a:lnTo>
                <a:lnTo>
                  <a:pt x="912582" y="116819"/>
                </a:lnTo>
                <a:lnTo>
                  <a:pt x="912882" y="116626"/>
                </a:lnTo>
                <a:lnTo>
                  <a:pt x="913167" y="116423"/>
                </a:lnTo>
                <a:lnTo>
                  <a:pt x="913439" y="116210"/>
                </a:lnTo>
                <a:lnTo>
                  <a:pt x="913696" y="115988"/>
                </a:lnTo>
                <a:lnTo>
                  <a:pt x="913942" y="115759"/>
                </a:lnTo>
                <a:lnTo>
                  <a:pt x="914176" y="115523"/>
                </a:lnTo>
                <a:lnTo>
                  <a:pt x="914401" y="115282"/>
                </a:lnTo>
                <a:lnTo>
                  <a:pt x="914615" y="115035"/>
                </a:lnTo>
                <a:lnTo>
                  <a:pt x="914818" y="114783"/>
                </a:lnTo>
                <a:lnTo>
                  <a:pt x="915011" y="114524"/>
                </a:lnTo>
                <a:lnTo>
                  <a:pt x="915194" y="114260"/>
                </a:lnTo>
                <a:lnTo>
                  <a:pt x="915366" y="113990"/>
                </a:lnTo>
                <a:lnTo>
                  <a:pt x="915528" y="113714"/>
                </a:lnTo>
                <a:lnTo>
                  <a:pt x="915679" y="113432"/>
                </a:lnTo>
                <a:lnTo>
                  <a:pt x="915820" y="113144"/>
                </a:lnTo>
                <a:lnTo>
                  <a:pt x="915951" y="112851"/>
                </a:lnTo>
                <a:lnTo>
                  <a:pt x="916071" y="112552"/>
                </a:lnTo>
                <a:lnTo>
                  <a:pt x="916180" y="112247"/>
                </a:lnTo>
                <a:lnTo>
                  <a:pt x="916279" y="111936"/>
                </a:lnTo>
                <a:lnTo>
                  <a:pt x="916368" y="111620"/>
                </a:lnTo>
                <a:lnTo>
                  <a:pt x="916446" y="111298"/>
                </a:lnTo>
                <a:lnTo>
                  <a:pt x="916514" y="110969"/>
                </a:lnTo>
                <a:lnTo>
                  <a:pt x="916572" y="110636"/>
                </a:lnTo>
                <a:lnTo>
                  <a:pt x="916619" y="110296"/>
                </a:lnTo>
                <a:lnTo>
                  <a:pt x="916655" y="109950"/>
                </a:lnTo>
                <a:lnTo>
                  <a:pt x="916681" y="109599"/>
                </a:lnTo>
                <a:lnTo>
                  <a:pt x="916697" y="109242"/>
                </a:lnTo>
                <a:lnTo>
                  <a:pt x="916702" y="108879"/>
                </a:lnTo>
                <a:lnTo>
                  <a:pt x="916697" y="108516"/>
                </a:lnTo>
                <a:lnTo>
                  <a:pt x="916681" y="108159"/>
                </a:lnTo>
                <a:lnTo>
                  <a:pt x="916655" y="107808"/>
                </a:lnTo>
                <a:lnTo>
                  <a:pt x="916619" y="107462"/>
                </a:lnTo>
                <a:lnTo>
                  <a:pt x="916572" y="107123"/>
                </a:lnTo>
                <a:lnTo>
                  <a:pt x="916514" y="106789"/>
                </a:lnTo>
                <a:lnTo>
                  <a:pt x="916446" y="106461"/>
                </a:lnTo>
                <a:lnTo>
                  <a:pt x="916368" y="106138"/>
                </a:lnTo>
                <a:lnTo>
                  <a:pt x="916279" y="105822"/>
                </a:lnTo>
                <a:lnTo>
                  <a:pt x="916180" y="105511"/>
                </a:lnTo>
                <a:lnTo>
                  <a:pt x="916071" y="105206"/>
                </a:lnTo>
                <a:lnTo>
                  <a:pt x="915951" y="104907"/>
                </a:lnTo>
                <a:lnTo>
                  <a:pt x="915820" y="104614"/>
                </a:lnTo>
                <a:lnTo>
                  <a:pt x="915679" y="104326"/>
                </a:lnTo>
                <a:lnTo>
                  <a:pt x="915528" y="104044"/>
                </a:lnTo>
                <a:lnTo>
                  <a:pt x="915366" y="103769"/>
                </a:lnTo>
                <a:lnTo>
                  <a:pt x="915194" y="103498"/>
                </a:lnTo>
                <a:lnTo>
                  <a:pt x="915011" y="103234"/>
                </a:lnTo>
                <a:lnTo>
                  <a:pt x="914818" y="102976"/>
                </a:lnTo>
                <a:lnTo>
                  <a:pt x="914615" y="102723"/>
                </a:lnTo>
                <a:lnTo>
                  <a:pt x="914401" y="102476"/>
                </a:lnTo>
                <a:lnTo>
                  <a:pt x="914176" y="102235"/>
                </a:lnTo>
                <a:lnTo>
                  <a:pt x="913942" y="101999"/>
                </a:lnTo>
                <a:lnTo>
                  <a:pt x="913696" y="101770"/>
                </a:lnTo>
                <a:lnTo>
                  <a:pt x="913439" y="101548"/>
                </a:lnTo>
                <a:lnTo>
                  <a:pt x="913167" y="101336"/>
                </a:lnTo>
                <a:lnTo>
                  <a:pt x="912882" y="101133"/>
                </a:lnTo>
                <a:lnTo>
                  <a:pt x="912582" y="100939"/>
                </a:lnTo>
                <a:lnTo>
                  <a:pt x="912268" y="100755"/>
                </a:lnTo>
                <a:lnTo>
                  <a:pt x="911940" y="100580"/>
                </a:lnTo>
                <a:lnTo>
                  <a:pt x="911598" y="100415"/>
                </a:lnTo>
                <a:lnTo>
                  <a:pt x="911242" y="100259"/>
                </a:lnTo>
                <a:lnTo>
                  <a:pt x="910872" y="100113"/>
                </a:lnTo>
                <a:lnTo>
                  <a:pt x="910487" y="99976"/>
                </a:lnTo>
                <a:lnTo>
                  <a:pt x="910089" y="99848"/>
                </a:lnTo>
                <a:lnTo>
                  <a:pt x="909677" y="99730"/>
                </a:lnTo>
                <a:lnTo>
                  <a:pt x="909250" y="99622"/>
                </a:lnTo>
                <a:lnTo>
                  <a:pt x="908809" y="99523"/>
                </a:lnTo>
                <a:lnTo>
                  <a:pt x="908355" y="99433"/>
                </a:lnTo>
                <a:lnTo>
                  <a:pt x="907886" y="99353"/>
                </a:lnTo>
                <a:lnTo>
                  <a:pt x="907403" y="99282"/>
                </a:lnTo>
                <a:lnTo>
                  <a:pt x="906906" y="99220"/>
                </a:lnTo>
                <a:lnTo>
                  <a:pt x="906395" y="99168"/>
                </a:lnTo>
                <a:lnTo>
                  <a:pt x="905870" y="99126"/>
                </a:lnTo>
                <a:lnTo>
                  <a:pt x="905331" y="99093"/>
                </a:lnTo>
                <a:lnTo>
                  <a:pt x="904778" y="99069"/>
                </a:lnTo>
                <a:lnTo>
                  <a:pt x="904210" y="99055"/>
                </a:lnTo>
                <a:lnTo>
                  <a:pt x="903629" y="99050"/>
                </a:lnTo>
                <a:lnTo>
                  <a:pt x="890461" y="99050"/>
                </a:lnTo>
                <a:lnTo>
                  <a:pt x="890461" y="22520"/>
                </a:lnTo>
                <a:lnTo>
                  <a:pt x="911931" y="22520"/>
                </a:lnTo>
                <a:lnTo>
                  <a:pt x="911931" y="41032"/>
                </a:lnTo>
                <a:lnTo>
                  <a:pt x="911936" y="41637"/>
                </a:lnTo>
                <a:close/>
                <a:moveTo>
                  <a:pt x="1117334" y="76063"/>
                </a:moveTo>
                <a:lnTo>
                  <a:pt x="1118708" y="76936"/>
                </a:lnTo>
                <a:lnTo>
                  <a:pt x="1120111" y="77910"/>
                </a:lnTo>
                <a:lnTo>
                  <a:pt x="1121542" y="78985"/>
                </a:lnTo>
                <a:lnTo>
                  <a:pt x="1123001" y="80163"/>
                </a:lnTo>
                <a:lnTo>
                  <a:pt x="1124488" y="81441"/>
                </a:lnTo>
                <a:lnTo>
                  <a:pt x="1126003" y="82822"/>
                </a:lnTo>
                <a:lnTo>
                  <a:pt x="1127547" y="84303"/>
                </a:lnTo>
                <a:lnTo>
                  <a:pt x="1129118" y="85886"/>
                </a:lnTo>
                <a:lnTo>
                  <a:pt x="1130718" y="87571"/>
                </a:lnTo>
                <a:lnTo>
                  <a:pt x="1132346" y="89357"/>
                </a:lnTo>
                <a:lnTo>
                  <a:pt x="1134002" y="91245"/>
                </a:lnTo>
                <a:lnTo>
                  <a:pt x="1135687" y="93234"/>
                </a:lnTo>
                <a:lnTo>
                  <a:pt x="1137399" y="95325"/>
                </a:lnTo>
                <a:lnTo>
                  <a:pt x="1139140" y="97517"/>
                </a:lnTo>
                <a:lnTo>
                  <a:pt x="1140909" y="99811"/>
                </a:lnTo>
                <a:lnTo>
                  <a:pt x="1142706" y="102206"/>
                </a:lnTo>
                <a:lnTo>
                  <a:pt x="1144531" y="104702"/>
                </a:lnTo>
                <a:lnTo>
                  <a:pt x="1146384" y="107300"/>
                </a:lnTo>
                <a:lnTo>
                  <a:pt x="1148266" y="110000"/>
                </a:lnTo>
                <a:lnTo>
                  <a:pt x="1150175" y="112801"/>
                </a:lnTo>
                <a:lnTo>
                  <a:pt x="1152113" y="115704"/>
                </a:lnTo>
                <a:lnTo>
                  <a:pt x="1154079" y="118708"/>
                </a:lnTo>
                <a:lnTo>
                  <a:pt x="1165244" y="118708"/>
                </a:lnTo>
                <a:lnTo>
                  <a:pt x="1165825" y="118703"/>
                </a:lnTo>
                <a:lnTo>
                  <a:pt x="1166392" y="118689"/>
                </a:lnTo>
                <a:lnTo>
                  <a:pt x="1166945" y="118665"/>
                </a:lnTo>
                <a:lnTo>
                  <a:pt x="1167484" y="118632"/>
                </a:lnTo>
                <a:lnTo>
                  <a:pt x="1168008" y="118590"/>
                </a:lnTo>
                <a:lnTo>
                  <a:pt x="1168518" y="118538"/>
                </a:lnTo>
                <a:lnTo>
                  <a:pt x="1169014" y="118476"/>
                </a:lnTo>
                <a:lnTo>
                  <a:pt x="1169495" y="118406"/>
                </a:lnTo>
                <a:lnTo>
                  <a:pt x="1169963" y="118325"/>
                </a:lnTo>
                <a:lnTo>
                  <a:pt x="1170416" y="118236"/>
                </a:lnTo>
                <a:lnTo>
                  <a:pt x="1170855" y="118136"/>
                </a:lnTo>
                <a:lnTo>
                  <a:pt x="1171279" y="118028"/>
                </a:lnTo>
                <a:lnTo>
                  <a:pt x="1171690" y="117910"/>
                </a:lnTo>
                <a:lnTo>
                  <a:pt x="1172086" y="117782"/>
                </a:lnTo>
                <a:lnTo>
                  <a:pt x="1172468" y="117645"/>
                </a:lnTo>
                <a:lnTo>
                  <a:pt x="1172835" y="117499"/>
                </a:lnTo>
                <a:lnTo>
                  <a:pt x="1173189" y="117343"/>
                </a:lnTo>
                <a:lnTo>
                  <a:pt x="1173528" y="117178"/>
                </a:lnTo>
                <a:lnTo>
                  <a:pt x="1173853" y="117003"/>
                </a:lnTo>
                <a:lnTo>
                  <a:pt x="1174163" y="116819"/>
                </a:lnTo>
                <a:lnTo>
                  <a:pt x="1174460" y="116626"/>
                </a:lnTo>
                <a:lnTo>
                  <a:pt x="1174742" y="116423"/>
                </a:lnTo>
                <a:lnTo>
                  <a:pt x="1175010" y="116210"/>
                </a:lnTo>
                <a:lnTo>
                  <a:pt x="1175263" y="115988"/>
                </a:lnTo>
                <a:lnTo>
                  <a:pt x="1175505" y="115759"/>
                </a:lnTo>
                <a:lnTo>
                  <a:pt x="1175736" y="115523"/>
                </a:lnTo>
                <a:lnTo>
                  <a:pt x="1175957" y="115282"/>
                </a:lnTo>
                <a:lnTo>
                  <a:pt x="1176167" y="115035"/>
                </a:lnTo>
                <a:lnTo>
                  <a:pt x="1176367" y="114783"/>
                </a:lnTo>
                <a:lnTo>
                  <a:pt x="1176557" y="114524"/>
                </a:lnTo>
                <a:lnTo>
                  <a:pt x="1176737" y="114260"/>
                </a:lnTo>
                <a:lnTo>
                  <a:pt x="1176907" y="113990"/>
                </a:lnTo>
                <a:lnTo>
                  <a:pt x="1177066" y="113714"/>
                </a:lnTo>
                <a:lnTo>
                  <a:pt x="1177215" y="113432"/>
                </a:lnTo>
                <a:lnTo>
                  <a:pt x="1177354" y="113144"/>
                </a:lnTo>
                <a:lnTo>
                  <a:pt x="1177482" y="112851"/>
                </a:lnTo>
                <a:lnTo>
                  <a:pt x="1177600" y="112552"/>
                </a:lnTo>
                <a:lnTo>
                  <a:pt x="1177708" y="112247"/>
                </a:lnTo>
                <a:lnTo>
                  <a:pt x="1177805" y="111936"/>
                </a:lnTo>
                <a:lnTo>
                  <a:pt x="1177893" y="111620"/>
                </a:lnTo>
                <a:lnTo>
                  <a:pt x="1177970" y="111298"/>
                </a:lnTo>
                <a:lnTo>
                  <a:pt x="1178037" y="110969"/>
                </a:lnTo>
                <a:lnTo>
                  <a:pt x="1178093" y="110636"/>
                </a:lnTo>
                <a:lnTo>
                  <a:pt x="1178139" y="110296"/>
                </a:lnTo>
                <a:lnTo>
                  <a:pt x="1178175" y="109950"/>
                </a:lnTo>
                <a:lnTo>
                  <a:pt x="1178201" y="109599"/>
                </a:lnTo>
                <a:lnTo>
                  <a:pt x="1178216" y="109242"/>
                </a:lnTo>
                <a:lnTo>
                  <a:pt x="1178221" y="108879"/>
                </a:lnTo>
                <a:lnTo>
                  <a:pt x="1178214" y="108515"/>
                </a:lnTo>
                <a:lnTo>
                  <a:pt x="1178192" y="108153"/>
                </a:lnTo>
                <a:lnTo>
                  <a:pt x="1178154" y="107794"/>
                </a:lnTo>
                <a:lnTo>
                  <a:pt x="1178102" y="107438"/>
                </a:lnTo>
                <a:lnTo>
                  <a:pt x="1178035" y="107085"/>
                </a:lnTo>
                <a:lnTo>
                  <a:pt x="1177953" y="106734"/>
                </a:lnTo>
                <a:lnTo>
                  <a:pt x="1177856" y="106387"/>
                </a:lnTo>
                <a:lnTo>
                  <a:pt x="1177744" y="106042"/>
                </a:lnTo>
                <a:lnTo>
                  <a:pt x="1177618" y="105700"/>
                </a:lnTo>
                <a:lnTo>
                  <a:pt x="1177476" y="105360"/>
                </a:lnTo>
                <a:lnTo>
                  <a:pt x="1177319" y="105024"/>
                </a:lnTo>
                <a:lnTo>
                  <a:pt x="1177148" y="104690"/>
                </a:lnTo>
                <a:lnTo>
                  <a:pt x="1176962" y="104359"/>
                </a:lnTo>
                <a:lnTo>
                  <a:pt x="1176760" y="104031"/>
                </a:lnTo>
                <a:lnTo>
                  <a:pt x="1176544" y="103706"/>
                </a:lnTo>
                <a:lnTo>
                  <a:pt x="1176313" y="103383"/>
                </a:lnTo>
                <a:lnTo>
                  <a:pt x="1176067" y="103063"/>
                </a:lnTo>
                <a:lnTo>
                  <a:pt x="1175806" y="102746"/>
                </a:lnTo>
                <a:lnTo>
                  <a:pt x="1175530" y="102432"/>
                </a:lnTo>
                <a:lnTo>
                  <a:pt x="1175239" y="102120"/>
                </a:lnTo>
                <a:lnTo>
                  <a:pt x="1174934" y="101812"/>
                </a:lnTo>
                <a:lnTo>
                  <a:pt x="1174613" y="101506"/>
                </a:lnTo>
                <a:lnTo>
                  <a:pt x="1174278" y="101203"/>
                </a:lnTo>
                <a:lnTo>
                  <a:pt x="1173927" y="100902"/>
                </a:lnTo>
                <a:lnTo>
                  <a:pt x="1173720" y="100751"/>
                </a:lnTo>
                <a:lnTo>
                  <a:pt x="1173495" y="100606"/>
                </a:lnTo>
                <a:lnTo>
                  <a:pt x="1173252" y="100468"/>
                </a:lnTo>
                <a:lnTo>
                  <a:pt x="1172992" y="100336"/>
                </a:lnTo>
                <a:lnTo>
                  <a:pt x="1172714" y="100211"/>
                </a:lnTo>
                <a:lnTo>
                  <a:pt x="1172418" y="100092"/>
                </a:lnTo>
                <a:lnTo>
                  <a:pt x="1172106" y="99979"/>
                </a:lnTo>
                <a:lnTo>
                  <a:pt x="1171775" y="99873"/>
                </a:lnTo>
                <a:lnTo>
                  <a:pt x="1171427" y="99774"/>
                </a:lnTo>
                <a:lnTo>
                  <a:pt x="1171061" y="99680"/>
                </a:lnTo>
                <a:lnTo>
                  <a:pt x="1170678" y="99594"/>
                </a:lnTo>
                <a:lnTo>
                  <a:pt x="1170277" y="99513"/>
                </a:lnTo>
                <a:lnTo>
                  <a:pt x="1169859" y="99439"/>
                </a:lnTo>
                <a:lnTo>
                  <a:pt x="1169423" y="99372"/>
                </a:lnTo>
                <a:lnTo>
                  <a:pt x="1168970" y="99311"/>
                </a:lnTo>
                <a:lnTo>
                  <a:pt x="1168499" y="99256"/>
                </a:lnTo>
                <a:lnTo>
                  <a:pt x="1168010" y="99208"/>
                </a:lnTo>
                <a:lnTo>
                  <a:pt x="1167504" y="99166"/>
                </a:lnTo>
                <a:lnTo>
                  <a:pt x="1166980" y="99131"/>
                </a:lnTo>
                <a:lnTo>
                  <a:pt x="1166439" y="99102"/>
                </a:lnTo>
                <a:lnTo>
                  <a:pt x="1165880" y="99079"/>
                </a:lnTo>
                <a:lnTo>
                  <a:pt x="1165304" y="99063"/>
                </a:lnTo>
                <a:lnTo>
                  <a:pt x="1164710" y="99054"/>
                </a:lnTo>
                <a:lnTo>
                  <a:pt x="1164099" y="99050"/>
                </a:lnTo>
                <a:lnTo>
                  <a:pt x="1163484" y="98104"/>
                </a:lnTo>
                <a:lnTo>
                  <a:pt x="1162879" y="97178"/>
                </a:lnTo>
                <a:lnTo>
                  <a:pt x="1162286" y="96274"/>
                </a:lnTo>
                <a:lnTo>
                  <a:pt x="1161702" y="95390"/>
                </a:lnTo>
                <a:lnTo>
                  <a:pt x="1161130" y="94528"/>
                </a:lnTo>
                <a:lnTo>
                  <a:pt x="1160568" y="93687"/>
                </a:lnTo>
                <a:lnTo>
                  <a:pt x="1160017" y="92867"/>
                </a:lnTo>
                <a:lnTo>
                  <a:pt x="1159476" y="92068"/>
                </a:lnTo>
                <a:lnTo>
                  <a:pt x="1158946" y="91290"/>
                </a:lnTo>
                <a:lnTo>
                  <a:pt x="1158426" y="90533"/>
                </a:lnTo>
                <a:lnTo>
                  <a:pt x="1157917" y="89798"/>
                </a:lnTo>
                <a:lnTo>
                  <a:pt x="1157419" y="89083"/>
                </a:lnTo>
                <a:lnTo>
                  <a:pt x="1156931" y="88390"/>
                </a:lnTo>
                <a:lnTo>
                  <a:pt x="1156454" y="87717"/>
                </a:lnTo>
                <a:lnTo>
                  <a:pt x="1155988" y="87066"/>
                </a:lnTo>
                <a:lnTo>
                  <a:pt x="1155532" y="86436"/>
                </a:lnTo>
                <a:lnTo>
                  <a:pt x="1155086" y="85827"/>
                </a:lnTo>
                <a:lnTo>
                  <a:pt x="1154652" y="85239"/>
                </a:lnTo>
                <a:lnTo>
                  <a:pt x="1154228" y="84672"/>
                </a:lnTo>
                <a:lnTo>
                  <a:pt x="1153814" y="84126"/>
                </a:lnTo>
                <a:lnTo>
                  <a:pt x="1153411" y="83602"/>
                </a:lnTo>
                <a:lnTo>
                  <a:pt x="1153019" y="83098"/>
                </a:lnTo>
                <a:lnTo>
                  <a:pt x="1152637" y="82616"/>
                </a:lnTo>
                <a:lnTo>
                  <a:pt x="1152266" y="82154"/>
                </a:lnTo>
                <a:lnTo>
                  <a:pt x="1151679" y="81456"/>
                </a:lnTo>
                <a:lnTo>
                  <a:pt x="1151095" y="80767"/>
                </a:lnTo>
                <a:lnTo>
                  <a:pt x="1150514" y="80090"/>
                </a:lnTo>
                <a:lnTo>
                  <a:pt x="1149936" y="79423"/>
                </a:lnTo>
                <a:lnTo>
                  <a:pt x="1149361" y="78766"/>
                </a:lnTo>
                <a:lnTo>
                  <a:pt x="1148789" y="78120"/>
                </a:lnTo>
                <a:lnTo>
                  <a:pt x="1148220" y="77485"/>
                </a:lnTo>
                <a:lnTo>
                  <a:pt x="1147654" y="76860"/>
                </a:lnTo>
                <a:lnTo>
                  <a:pt x="1147091" y="76245"/>
                </a:lnTo>
                <a:lnTo>
                  <a:pt x="1146531" y="75641"/>
                </a:lnTo>
                <a:lnTo>
                  <a:pt x="1145974" y="75048"/>
                </a:lnTo>
                <a:lnTo>
                  <a:pt x="1145419" y="74465"/>
                </a:lnTo>
                <a:lnTo>
                  <a:pt x="1144868" y="73893"/>
                </a:lnTo>
                <a:lnTo>
                  <a:pt x="1144320" y="73331"/>
                </a:lnTo>
                <a:lnTo>
                  <a:pt x="1143775" y="72780"/>
                </a:lnTo>
                <a:lnTo>
                  <a:pt x="1143233" y="72239"/>
                </a:lnTo>
                <a:lnTo>
                  <a:pt x="1142693" y="71709"/>
                </a:lnTo>
                <a:lnTo>
                  <a:pt x="1142157" y="71190"/>
                </a:lnTo>
                <a:lnTo>
                  <a:pt x="1141624" y="70681"/>
                </a:lnTo>
                <a:lnTo>
                  <a:pt x="1141093" y="70182"/>
                </a:lnTo>
                <a:lnTo>
                  <a:pt x="1140566" y="69694"/>
                </a:lnTo>
                <a:lnTo>
                  <a:pt x="1140042" y="69217"/>
                </a:lnTo>
                <a:lnTo>
                  <a:pt x="1139520" y="68750"/>
                </a:lnTo>
                <a:lnTo>
                  <a:pt x="1139002" y="68294"/>
                </a:lnTo>
                <a:lnTo>
                  <a:pt x="1139891" y="67805"/>
                </a:lnTo>
                <a:lnTo>
                  <a:pt x="1140761" y="67311"/>
                </a:lnTo>
                <a:lnTo>
                  <a:pt x="1141613" y="66811"/>
                </a:lnTo>
                <a:lnTo>
                  <a:pt x="1142445" y="66305"/>
                </a:lnTo>
                <a:lnTo>
                  <a:pt x="1143259" y="65794"/>
                </a:lnTo>
                <a:lnTo>
                  <a:pt x="1144054" y="65276"/>
                </a:lnTo>
                <a:lnTo>
                  <a:pt x="1144829" y="64753"/>
                </a:lnTo>
                <a:lnTo>
                  <a:pt x="1145586" y="64224"/>
                </a:lnTo>
                <a:lnTo>
                  <a:pt x="1146324" y="63689"/>
                </a:lnTo>
                <a:lnTo>
                  <a:pt x="1147044" y="63148"/>
                </a:lnTo>
                <a:lnTo>
                  <a:pt x="1147744" y="62602"/>
                </a:lnTo>
                <a:lnTo>
                  <a:pt x="1148425" y="62050"/>
                </a:lnTo>
                <a:lnTo>
                  <a:pt x="1149088" y="61492"/>
                </a:lnTo>
                <a:lnTo>
                  <a:pt x="1149731" y="60928"/>
                </a:lnTo>
                <a:lnTo>
                  <a:pt x="1150356" y="60358"/>
                </a:lnTo>
                <a:lnTo>
                  <a:pt x="1150962" y="59783"/>
                </a:lnTo>
                <a:lnTo>
                  <a:pt x="1151549" y="59201"/>
                </a:lnTo>
                <a:lnTo>
                  <a:pt x="1152117" y="58614"/>
                </a:lnTo>
                <a:lnTo>
                  <a:pt x="1152666" y="58021"/>
                </a:lnTo>
                <a:lnTo>
                  <a:pt x="1153196" y="57423"/>
                </a:lnTo>
                <a:lnTo>
                  <a:pt x="1153708" y="56818"/>
                </a:lnTo>
                <a:lnTo>
                  <a:pt x="1154200" y="56208"/>
                </a:lnTo>
                <a:lnTo>
                  <a:pt x="1154674" y="55592"/>
                </a:lnTo>
                <a:lnTo>
                  <a:pt x="1155129" y="54970"/>
                </a:lnTo>
                <a:lnTo>
                  <a:pt x="1155565" y="54342"/>
                </a:lnTo>
                <a:lnTo>
                  <a:pt x="1155982" y="53709"/>
                </a:lnTo>
                <a:lnTo>
                  <a:pt x="1156381" y="53069"/>
                </a:lnTo>
                <a:lnTo>
                  <a:pt x="1156762" y="52424"/>
                </a:lnTo>
                <a:lnTo>
                  <a:pt x="1157123" y="51773"/>
                </a:lnTo>
                <a:lnTo>
                  <a:pt x="1157467" y="51116"/>
                </a:lnTo>
                <a:lnTo>
                  <a:pt x="1157791" y="50453"/>
                </a:lnTo>
                <a:lnTo>
                  <a:pt x="1158098" y="49785"/>
                </a:lnTo>
                <a:lnTo>
                  <a:pt x="1158385" y="49111"/>
                </a:lnTo>
                <a:lnTo>
                  <a:pt x="1158654" y="48431"/>
                </a:lnTo>
                <a:lnTo>
                  <a:pt x="1158905" y="47745"/>
                </a:lnTo>
                <a:lnTo>
                  <a:pt x="1159137" y="47053"/>
                </a:lnTo>
                <a:lnTo>
                  <a:pt x="1159350" y="46356"/>
                </a:lnTo>
                <a:lnTo>
                  <a:pt x="1159545" y="45652"/>
                </a:lnTo>
                <a:lnTo>
                  <a:pt x="1159721" y="44943"/>
                </a:lnTo>
                <a:lnTo>
                  <a:pt x="1159879" y="44228"/>
                </a:lnTo>
                <a:lnTo>
                  <a:pt x="1160018" y="43508"/>
                </a:lnTo>
                <a:lnTo>
                  <a:pt x="1160139" y="42781"/>
                </a:lnTo>
                <a:lnTo>
                  <a:pt x="1160241" y="42049"/>
                </a:lnTo>
                <a:lnTo>
                  <a:pt x="1160324" y="41311"/>
                </a:lnTo>
                <a:lnTo>
                  <a:pt x="1160389" y="40567"/>
                </a:lnTo>
                <a:lnTo>
                  <a:pt x="1160435" y="39818"/>
                </a:lnTo>
                <a:lnTo>
                  <a:pt x="1160463" y="39062"/>
                </a:lnTo>
                <a:lnTo>
                  <a:pt x="1160473" y="38301"/>
                </a:lnTo>
                <a:lnTo>
                  <a:pt x="1160453" y="37083"/>
                </a:lnTo>
                <a:lnTo>
                  <a:pt x="1160393" y="35880"/>
                </a:lnTo>
                <a:lnTo>
                  <a:pt x="1160294" y="34693"/>
                </a:lnTo>
                <a:lnTo>
                  <a:pt x="1160156" y="33521"/>
                </a:lnTo>
                <a:lnTo>
                  <a:pt x="1159978" y="32364"/>
                </a:lnTo>
                <a:lnTo>
                  <a:pt x="1159760" y="31223"/>
                </a:lnTo>
                <a:lnTo>
                  <a:pt x="1159502" y="30098"/>
                </a:lnTo>
                <a:lnTo>
                  <a:pt x="1159206" y="28988"/>
                </a:lnTo>
                <a:lnTo>
                  <a:pt x="1158869" y="27893"/>
                </a:lnTo>
                <a:lnTo>
                  <a:pt x="1158493" y="26814"/>
                </a:lnTo>
                <a:lnTo>
                  <a:pt x="1158077" y="25750"/>
                </a:lnTo>
                <a:lnTo>
                  <a:pt x="1157622" y="24701"/>
                </a:lnTo>
                <a:lnTo>
                  <a:pt x="1157127" y="23668"/>
                </a:lnTo>
                <a:lnTo>
                  <a:pt x="1156592" y="22651"/>
                </a:lnTo>
                <a:lnTo>
                  <a:pt x="1156018" y="21649"/>
                </a:lnTo>
                <a:lnTo>
                  <a:pt x="1155404" y="20662"/>
                </a:lnTo>
                <a:lnTo>
                  <a:pt x="1154751" y="19691"/>
                </a:lnTo>
                <a:lnTo>
                  <a:pt x="1154058" y="18735"/>
                </a:lnTo>
                <a:lnTo>
                  <a:pt x="1153326" y="17794"/>
                </a:lnTo>
                <a:lnTo>
                  <a:pt x="1152554" y="16869"/>
                </a:lnTo>
                <a:lnTo>
                  <a:pt x="1151742" y="15960"/>
                </a:lnTo>
                <a:lnTo>
                  <a:pt x="1150891" y="15066"/>
                </a:lnTo>
                <a:lnTo>
                  <a:pt x="1150000" y="14187"/>
                </a:lnTo>
                <a:lnTo>
                  <a:pt x="1149069" y="13324"/>
                </a:lnTo>
                <a:lnTo>
                  <a:pt x="1148103" y="12486"/>
                </a:lnTo>
                <a:lnTo>
                  <a:pt x="1147104" y="11683"/>
                </a:lnTo>
                <a:lnTo>
                  <a:pt x="1146073" y="10917"/>
                </a:lnTo>
                <a:lnTo>
                  <a:pt x="1145010" y="10186"/>
                </a:lnTo>
                <a:lnTo>
                  <a:pt x="1143914" y="9490"/>
                </a:lnTo>
                <a:lnTo>
                  <a:pt x="1142786" y="8830"/>
                </a:lnTo>
                <a:lnTo>
                  <a:pt x="1141626" y="8206"/>
                </a:lnTo>
                <a:lnTo>
                  <a:pt x="1140433" y="7618"/>
                </a:lnTo>
                <a:lnTo>
                  <a:pt x="1139209" y="7065"/>
                </a:lnTo>
                <a:lnTo>
                  <a:pt x="1137951" y="6548"/>
                </a:lnTo>
                <a:lnTo>
                  <a:pt x="1136662" y="6067"/>
                </a:lnTo>
                <a:lnTo>
                  <a:pt x="1135340" y="5621"/>
                </a:lnTo>
                <a:lnTo>
                  <a:pt x="1133986" y="5211"/>
                </a:lnTo>
                <a:lnTo>
                  <a:pt x="1132600" y="4837"/>
                </a:lnTo>
                <a:lnTo>
                  <a:pt x="1131181" y="4498"/>
                </a:lnTo>
                <a:lnTo>
                  <a:pt x="1129730" y="4195"/>
                </a:lnTo>
                <a:lnTo>
                  <a:pt x="1128247" y="3927"/>
                </a:lnTo>
                <a:lnTo>
                  <a:pt x="1126731" y="3695"/>
                </a:lnTo>
                <a:lnTo>
                  <a:pt x="1125183" y="3499"/>
                </a:lnTo>
                <a:lnTo>
                  <a:pt x="1123603" y="3339"/>
                </a:lnTo>
                <a:lnTo>
                  <a:pt x="1121990" y="3214"/>
                </a:lnTo>
                <a:lnTo>
                  <a:pt x="1120346" y="3125"/>
                </a:lnTo>
                <a:lnTo>
                  <a:pt x="1118669" y="3071"/>
                </a:lnTo>
                <a:lnTo>
                  <a:pt x="1116959" y="3054"/>
                </a:lnTo>
                <a:lnTo>
                  <a:pt x="1072682" y="2863"/>
                </a:lnTo>
                <a:lnTo>
                  <a:pt x="1072101" y="2867"/>
                </a:lnTo>
                <a:lnTo>
                  <a:pt x="1071534" y="2882"/>
                </a:lnTo>
                <a:lnTo>
                  <a:pt x="1070980" y="2905"/>
                </a:lnTo>
                <a:lnTo>
                  <a:pt x="1070441" y="2938"/>
                </a:lnTo>
                <a:lnTo>
                  <a:pt x="1069916" y="2981"/>
                </a:lnTo>
                <a:lnTo>
                  <a:pt x="1069405" y="3033"/>
                </a:lnTo>
                <a:lnTo>
                  <a:pt x="1068908" y="3094"/>
                </a:lnTo>
                <a:lnTo>
                  <a:pt x="1068425" y="3165"/>
                </a:lnTo>
                <a:lnTo>
                  <a:pt x="1067957" y="3245"/>
                </a:lnTo>
                <a:lnTo>
                  <a:pt x="1067502" y="3335"/>
                </a:lnTo>
                <a:lnTo>
                  <a:pt x="1067061" y="3434"/>
                </a:lnTo>
                <a:lnTo>
                  <a:pt x="1066635" y="3543"/>
                </a:lnTo>
                <a:lnTo>
                  <a:pt x="1066222" y="3661"/>
                </a:lnTo>
                <a:lnTo>
                  <a:pt x="1065824" y="3788"/>
                </a:lnTo>
                <a:lnTo>
                  <a:pt x="1065440" y="3925"/>
                </a:lnTo>
                <a:lnTo>
                  <a:pt x="1065070" y="4071"/>
                </a:lnTo>
                <a:lnTo>
                  <a:pt x="1064713" y="4227"/>
                </a:lnTo>
                <a:lnTo>
                  <a:pt x="1064371" y="4393"/>
                </a:lnTo>
                <a:lnTo>
                  <a:pt x="1064043" y="4567"/>
                </a:lnTo>
                <a:lnTo>
                  <a:pt x="1063730" y="4751"/>
                </a:lnTo>
                <a:lnTo>
                  <a:pt x="1063430" y="4945"/>
                </a:lnTo>
                <a:lnTo>
                  <a:pt x="1063144" y="5148"/>
                </a:lnTo>
                <a:lnTo>
                  <a:pt x="1062873" y="5360"/>
                </a:lnTo>
                <a:lnTo>
                  <a:pt x="1062615" y="5582"/>
                </a:lnTo>
                <a:lnTo>
                  <a:pt x="1062370" y="5812"/>
                </a:lnTo>
                <a:lnTo>
                  <a:pt x="1062135" y="6047"/>
                </a:lnTo>
                <a:lnTo>
                  <a:pt x="1061910" y="6288"/>
                </a:lnTo>
                <a:lnTo>
                  <a:pt x="1061697" y="6535"/>
                </a:lnTo>
                <a:lnTo>
                  <a:pt x="1061493" y="6788"/>
                </a:lnTo>
                <a:lnTo>
                  <a:pt x="1061300" y="7046"/>
                </a:lnTo>
                <a:lnTo>
                  <a:pt x="1061117" y="7311"/>
                </a:lnTo>
                <a:lnTo>
                  <a:pt x="1060945" y="7581"/>
                </a:lnTo>
                <a:lnTo>
                  <a:pt x="1060783" y="7857"/>
                </a:lnTo>
                <a:lnTo>
                  <a:pt x="1060632" y="8139"/>
                </a:lnTo>
                <a:lnTo>
                  <a:pt x="1060491" y="8426"/>
                </a:lnTo>
                <a:lnTo>
                  <a:pt x="1060361" y="8719"/>
                </a:lnTo>
                <a:lnTo>
                  <a:pt x="1060241" y="9019"/>
                </a:lnTo>
                <a:lnTo>
                  <a:pt x="1060131" y="9323"/>
                </a:lnTo>
                <a:lnTo>
                  <a:pt x="1060032" y="9634"/>
                </a:lnTo>
                <a:lnTo>
                  <a:pt x="1059943" y="9951"/>
                </a:lnTo>
                <a:lnTo>
                  <a:pt x="1059865" y="10273"/>
                </a:lnTo>
                <a:lnTo>
                  <a:pt x="1059797" y="10601"/>
                </a:lnTo>
                <a:lnTo>
                  <a:pt x="1059740" y="10935"/>
                </a:lnTo>
                <a:lnTo>
                  <a:pt x="1059693" y="11275"/>
                </a:lnTo>
                <a:lnTo>
                  <a:pt x="1059656" y="11620"/>
                </a:lnTo>
                <a:lnTo>
                  <a:pt x="1059630" y="11971"/>
                </a:lnTo>
                <a:lnTo>
                  <a:pt x="1059614" y="12329"/>
                </a:lnTo>
                <a:lnTo>
                  <a:pt x="1059609" y="12691"/>
                </a:lnTo>
                <a:lnTo>
                  <a:pt x="1059614" y="13054"/>
                </a:lnTo>
                <a:lnTo>
                  <a:pt x="1059630" y="13411"/>
                </a:lnTo>
                <a:lnTo>
                  <a:pt x="1059656" y="13763"/>
                </a:lnTo>
                <a:lnTo>
                  <a:pt x="1059693" y="14108"/>
                </a:lnTo>
                <a:lnTo>
                  <a:pt x="1059740" y="14448"/>
                </a:lnTo>
                <a:lnTo>
                  <a:pt x="1059797" y="14782"/>
                </a:lnTo>
                <a:lnTo>
                  <a:pt x="1059865" y="15110"/>
                </a:lnTo>
                <a:lnTo>
                  <a:pt x="1059943" y="15432"/>
                </a:lnTo>
                <a:lnTo>
                  <a:pt x="1060032" y="15749"/>
                </a:lnTo>
                <a:lnTo>
                  <a:pt x="1060131" y="16059"/>
                </a:lnTo>
                <a:lnTo>
                  <a:pt x="1060241" y="16364"/>
                </a:lnTo>
                <a:lnTo>
                  <a:pt x="1060361" y="16663"/>
                </a:lnTo>
                <a:lnTo>
                  <a:pt x="1060491" y="16957"/>
                </a:lnTo>
                <a:lnTo>
                  <a:pt x="1060632" y="17244"/>
                </a:lnTo>
                <a:lnTo>
                  <a:pt x="1060783" y="17526"/>
                </a:lnTo>
                <a:lnTo>
                  <a:pt x="1060945" y="17802"/>
                </a:lnTo>
                <a:lnTo>
                  <a:pt x="1061117" y="18072"/>
                </a:lnTo>
                <a:lnTo>
                  <a:pt x="1061300" y="18336"/>
                </a:lnTo>
                <a:lnTo>
                  <a:pt x="1061493" y="18595"/>
                </a:lnTo>
                <a:lnTo>
                  <a:pt x="1061697" y="18848"/>
                </a:lnTo>
                <a:lnTo>
                  <a:pt x="1061910" y="19095"/>
                </a:lnTo>
                <a:lnTo>
                  <a:pt x="1062135" y="19336"/>
                </a:lnTo>
                <a:lnTo>
                  <a:pt x="1062370" y="19571"/>
                </a:lnTo>
                <a:lnTo>
                  <a:pt x="1062615" y="19801"/>
                </a:lnTo>
                <a:lnTo>
                  <a:pt x="1062873" y="20022"/>
                </a:lnTo>
                <a:lnTo>
                  <a:pt x="1063144" y="20235"/>
                </a:lnTo>
                <a:lnTo>
                  <a:pt x="1063430" y="20438"/>
                </a:lnTo>
                <a:lnTo>
                  <a:pt x="1063730" y="20632"/>
                </a:lnTo>
                <a:lnTo>
                  <a:pt x="1064043" y="20816"/>
                </a:lnTo>
                <a:lnTo>
                  <a:pt x="1064371" y="20990"/>
                </a:lnTo>
                <a:lnTo>
                  <a:pt x="1064713" y="21156"/>
                </a:lnTo>
                <a:lnTo>
                  <a:pt x="1065070" y="21311"/>
                </a:lnTo>
                <a:lnTo>
                  <a:pt x="1065440" y="21458"/>
                </a:lnTo>
                <a:lnTo>
                  <a:pt x="1065824" y="21595"/>
                </a:lnTo>
                <a:lnTo>
                  <a:pt x="1066222" y="21722"/>
                </a:lnTo>
                <a:lnTo>
                  <a:pt x="1066635" y="21840"/>
                </a:lnTo>
                <a:lnTo>
                  <a:pt x="1067061" y="21949"/>
                </a:lnTo>
                <a:lnTo>
                  <a:pt x="1067502" y="22048"/>
                </a:lnTo>
                <a:lnTo>
                  <a:pt x="1067957" y="22138"/>
                </a:lnTo>
                <a:lnTo>
                  <a:pt x="1068425" y="22218"/>
                </a:lnTo>
                <a:lnTo>
                  <a:pt x="1068908" y="22289"/>
                </a:lnTo>
                <a:lnTo>
                  <a:pt x="1069405" y="22350"/>
                </a:lnTo>
                <a:lnTo>
                  <a:pt x="1069916" y="22402"/>
                </a:lnTo>
                <a:lnTo>
                  <a:pt x="1070441" y="22445"/>
                </a:lnTo>
                <a:lnTo>
                  <a:pt x="1070980" y="22478"/>
                </a:lnTo>
                <a:lnTo>
                  <a:pt x="1071534" y="22501"/>
                </a:lnTo>
                <a:lnTo>
                  <a:pt x="1072101" y="22515"/>
                </a:lnTo>
                <a:lnTo>
                  <a:pt x="1072682" y="22520"/>
                </a:lnTo>
                <a:lnTo>
                  <a:pt x="1075736" y="22520"/>
                </a:lnTo>
                <a:lnTo>
                  <a:pt x="1075736" y="99050"/>
                </a:lnTo>
                <a:lnTo>
                  <a:pt x="1072682" y="99050"/>
                </a:lnTo>
                <a:lnTo>
                  <a:pt x="1072109" y="99055"/>
                </a:lnTo>
                <a:lnTo>
                  <a:pt x="1071548" y="99069"/>
                </a:lnTo>
                <a:lnTo>
                  <a:pt x="1071002" y="99092"/>
                </a:lnTo>
                <a:lnTo>
                  <a:pt x="1070469" y="99125"/>
                </a:lnTo>
                <a:lnTo>
                  <a:pt x="1069950" y="99166"/>
                </a:lnTo>
                <a:lnTo>
                  <a:pt x="1069444" y="99217"/>
                </a:lnTo>
                <a:lnTo>
                  <a:pt x="1068952" y="99278"/>
                </a:lnTo>
                <a:lnTo>
                  <a:pt x="1068473" y="99347"/>
                </a:lnTo>
                <a:lnTo>
                  <a:pt x="1068008" y="99426"/>
                </a:lnTo>
                <a:lnTo>
                  <a:pt x="1067557" y="99514"/>
                </a:lnTo>
                <a:lnTo>
                  <a:pt x="1067119" y="99612"/>
                </a:lnTo>
                <a:lnTo>
                  <a:pt x="1066694" y="99718"/>
                </a:lnTo>
                <a:lnTo>
                  <a:pt x="1066284" y="99834"/>
                </a:lnTo>
                <a:lnTo>
                  <a:pt x="1065887" y="99960"/>
                </a:lnTo>
                <a:lnTo>
                  <a:pt x="1065503" y="100094"/>
                </a:lnTo>
                <a:lnTo>
                  <a:pt x="1065133" y="100238"/>
                </a:lnTo>
                <a:lnTo>
                  <a:pt x="1064777" y="100391"/>
                </a:lnTo>
                <a:lnTo>
                  <a:pt x="1064434" y="100553"/>
                </a:lnTo>
                <a:lnTo>
                  <a:pt x="1064105" y="100725"/>
                </a:lnTo>
                <a:lnTo>
                  <a:pt x="1063789" y="100906"/>
                </a:lnTo>
                <a:lnTo>
                  <a:pt x="1063487" y="101096"/>
                </a:lnTo>
                <a:lnTo>
                  <a:pt x="1063199" y="101295"/>
                </a:lnTo>
                <a:lnTo>
                  <a:pt x="1062924" y="101504"/>
                </a:lnTo>
                <a:lnTo>
                  <a:pt x="1062663" y="101722"/>
                </a:lnTo>
                <a:lnTo>
                  <a:pt x="1062414" y="101948"/>
                </a:lnTo>
                <a:lnTo>
                  <a:pt x="1062175" y="102179"/>
                </a:lnTo>
                <a:lnTo>
                  <a:pt x="1061947" y="102417"/>
                </a:lnTo>
                <a:lnTo>
                  <a:pt x="1061730" y="102661"/>
                </a:lnTo>
                <a:lnTo>
                  <a:pt x="1061523" y="102910"/>
                </a:lnTo>
                <a:lnTo>
                  <a:pt x="1061327" y="103166"/>
                </a:lnTo>
                <a:lnTo>
                  <a:pt x="1061141" y="103427"/>
                </a:lnTo>
                <a:lnTo>
                  <a:pt x="1060966" y="103694"/>
                </a:lnTo>
                <a:lnTo>
                  <a:pt x="1060802" y="103968"/>
                </a:lnTo>
                <a:lnTo>
                  <a:pt x="1060648" y="104247"/>
                </a:lnTo>
                <a:lnTo>
                  <a:pt x="1060505" y="104532"/>
                </a:lnTo>
                <a:lnTo>
                  <a:pt x="1060373" y="104824"/>
                </a:lnTo>
                <a:lnTo>
                  <a:pt x="1060251" y="105121"/>
                </a:lnTo>
                <a:lnTo>
                  <a:pt x="1060139" y="105424"/>
                </a:lnTo>
                <a:lnTo>
                  <a:pt x="1060039" y="105733"/>
                </a:lnTo>
                <a:lnTo>
                  <a:pt x="1059948" y="106048"/>
                </a:lnTo>
                <a:lnTo>
                  <a:pt x="1059869" y="106369"/>
                </a:lnTo>
                <a:lnTo>
                  <a:pt x="1059800" y="106696"/>
                </a:lnTo>
                <a:lnTo>
                  <a:pt x="1059742" y="107029"/>
                </a:lnTo>
                <a:lnTo>
                  <a:pt x="1059694" y="107368"/>
                </a:lnTo>
                <a:lnTo>
                  <a:pt x="1059657" y="107713"/>
                </a:lnTo>
                <a:lnTo>
                  <a:pt x="1059630" y="108064"/>
                </a:lnTo>
                <a:lnTo>
                  <a:pt x="1059614" y="108421"/>
                </a:lnTo>
                <a:lnTo>
                  <a:pt x="1059609" y="108784"/>
                </a:lnTo>
                <a:lnTo>
                  <a:pt x="1059614" y="109147"/>
                </a:lnTo>
                <a:lnTo>
                  <a:pt x="1059630" y="109504"/>
                </a:lnTo>
                <a:lnTo>
                  <a:pt x="1059656" y="109856"/>
                </a:lnTo>
                <a:lnTo>
                  <a:pt x="1059693" y="110202"/>
                </a:lnTo>
                <a:lnTo>
                  <a:pt x="1059740" y="110542"/>
                </a:lnTo>
                <a:lnTo>
                  <a:pt x="1059797" y="110877"/>
                </a:lnTo>
                <a:lnTo>
                  <a:pt x="1059865" y="111206"/>
                </a:lnTo>
                <a:lnTo>
                  <a:pt x="1059943" y="111530"/>
                </a:lnTo>
                <a:lnTo>
                  <a:pt x="1060032" y="111848"/>
                </a:lnTo>
                <a:lnTo>
                  <a:pt x="1060131" y="112160"/>
                </a:lnTo>
                <a:lnTo>
                  <a:pt x="1060241" y="112467"/>
                </a:lnTo>
                <a:lnTo>
                  <a:pt x="1060361" y="112768"/>
                </a:lnTo>
                <a:lnTo>
                  <a:pt x="1060491" y="113063"/>
                </a:lnTo>
                <a:lnTo>
                  <a:pt x="1060632" y="113353"/>
                </a:lnTo>
                <a:lnTo>
                  <a:pt x="1060783" y="113637"/>
                </a:lnTo>
                <a:lnTo>
                  <a:pt x="1060945" y="113915"/>
                </a:lnTo>
                <a:lnTo>
                  <a:pt x="1061117" y="114188"/>
                </a:lnTo>
                <a:lnTo>
                  <a:pt x="1061300" y="114455"/>
                </a:lnTo>
                <a:lnTo>
                  <a:pt x="1061493" y="114717"/>
                </a:lnTo>
                <a:lnTo>
                  <a:pt x="1061697" y="114973"/>
                </a:lnTo>
                <a:lnTo>
                  <a:pt x="1061910" y="115223"/>
                </a:lnTo>
                <a:lnTo>
                  <a:pt x="1062135" y="115468"/>
                </a:lnTo>
                <a:lnTo>
                  <a:pt x="1062370" y="115707"/>
                </a:lnTo>
                <a:lnTo>
                  <a:pt x="1062615" y="115940"/>
                </a:lnTo>
                <a:lnTo>
                  <a:pt x="1062873" y="116166"/>
                </a:lnTo>
                <a:lnTo>
                  <a:pt x="1063144" y="116382"/>
                </a:lnTo>
                <a:lnTo>
                  <a:pt x="1063430" y="116589"/>
                </a:lnTo>
                <a:lnTo>
                  <a:pt x="1063730" y="116786"/>
                </a:lnTo>
                <a:lnTo>
                  <a:pt x="1064043" y="116973"/>
                </a:lnTo>
                <a:lnTo>
                  <a:pt x="1064371" y="117151"/>
                </a:lnTo>
                <a:lnTo>
                  <a:pt x="1064713" y="117319"/>
                </a:lnTo>
                <a:lnTo>
                  <a:pt x="1065070" y="117478"/>
                </a:lnTo>
                <a:lnTo>
                  <a:pt x="1065440" y="117627"/>
                </a:lnTo>
                <a:lnTo>
                  <a:pt x="1065824" y="117766"/>
                </a:lnTo>
                <a:lnTo>
                  <a:pt x="1066222" y="117896"/>
                </a:lnTo>
                <a:lnTo>
                  <a:pt x="1066635" y="118016"/>
                </a:lnTo>
                <a:lnTo>
                  <a:pt x="1067061" y="118126"/>
                </a:lnTo>
                <a:lnTo>
                  <a:pt x="1067502" y="118227"/>
                </a:lnTo>
                <a:lnTo>
                  <a:pt x="1067957" y="118319"/>
                </a:lnTo>
                <a:lnTo>
                  <a:pt x="1068425" y="118400"/>
                </a:lnTo>
                <a:lnTo>
                  <a:pt x="1068908" y="118472"/>
                </a:lnTo>
                <a:lnTo>
                  <a:pt x="1069405" y="118535"/>
                </a:lnTo>
                <a:lnTo>
                  <a:pt x="1069916" y="118588"/>
                </a:lnTo>
                <a:lnTo>
                  <a:pt x="1070441" y="118631"/>
                </a:lnTo>
                <a:lnTo>
                  <a:pt x="1070980" y="118665"/>
                </a:lnTo>
                <a:lnTo>
                  <a:pt x="1071534" y="118689"/>
                </a:lnTo>
                <a:lnTo>
                  <a:pt x="1072101" y="118703"/>
                </a:lnTo>
                <a:lnTo>
                  <a:pt x="1072682" y="118708"/>
                </a:lnTo>
                <a:lnTo>
                  <a:pt x="1102359" y="118708"/>
                </a:lnTo>
                <a:lnTo>
                  <a:pt x="1102941" y="118703"/>
                </a:lnTo>
                <a:lnTo>
                  <a:pt x="1103508" y="118689"/>
                </a:lnTo>
                <a:lnTo>
                  <a:pt x="1104061" y="118665"/>
                </a:lnTo>
                <a:lnTo>
                  <a:pt x="1104600" y="118632"/>
                </a:lnTo>
                <a:lnTo>
                  <a:pt x="1105125" y="118590"/>
                </a:lnTo>
                <a:lnTo>
                  <a:pt x="1105636" y="118538"/>
                </a:lnTo>
                <a:lnTo>
                  <a:pt x="1106133" y="118476"/>
                </a:lnTo>
                <a:lnTo>
                  <a:pt x="1106616" y="118406"/>
                </a:lnTo>
                <a:lnTo>
                  <a:pt x="1107085" y="118325"/>
                </a:lnTo>
                <a:lnTo>
                  <a:pt x="1107540" y="118236"/>
                </a:lnTo>
                <a:lnTo>
                  <a:pt x="1107980" y="118136"/>
                </a:lnTo>
                <a:lnTo>
                  <a:pt x="1108407" y="118028"/>
                </a:lnTo>
                <a:lnTo>
                  <a:pt x="1108819" y="117910"/>
                </a:lnTo>
                <a:lnTo>
                  <a:pt x="1109217" y="117782"/>
                </a:lnTo>
                <a:lnTo>
                  <a:pt x="1109602" y="117645"/>
                </a:lnTo>
                <a:lnTo>
                  <a:pt x="1109972" y="117499"/>
                </a:lnTo>
                <a:lnTo>
                  <a:pt x="1110328" y="117343"/>
                </a:lnTo>
                <a:lnTo>
                  <a:pt x="1110670" y="117178"/>
                </a:lnTo>
                <a:lnTo>
                  <a:pt x="1110998" y="117003"/>
                </a:lnTo>
                <a:lnTo>
                  <a:pt x="1111312" y="116819"/>
                </a:lnTo>
                <a:lnTo>
                  <a:pt x="1111612" y="116626"/>
                </a:lnTo>
                <a:lnTo>
                  <a:pt x="1111897" y="116423"/>
                </a:lnTo>
                <a:lnTo>
                  <a:pt x="1112169" y="116210"/>
                </a:lnTo>
                <a:lnTo>
                  <a:pt x="1112426" y="115988"/>
                </a:lnTo>
                <a:lnTo>
                  <a:pt x="1112672" y="115759"/>
                </a:lnTo>
                <a:lnTo>
                  <a:pt x="1112907" y="115523"/>
                </a:lnTo>
                <a:lnTo>
                  <a:pt x="1113131" y="115282"/>
                </a:lnTo>
                <a:lnTo>
                  <a:pt x="1113345" y="115035"/>
                </a:lnTo>
                <a:lnTo>
                  <a:pt x="1113548" y="114783"/>
                </a:lnTo>
                <a:lnTo>
                  <a:pt x="1113742" y="114524"/>
                </a:lnTo>
                <a:lnTo>
                  <a:pt x="1113924" y="114260"/>
                </a:lnTo>
                <a:lnTo>
                  <a:pt x="1114096" y="113990"/>
                </a:lnTo>
                <a:lnTo>
                  <a:pt x="1114258" y="113714"/>
                </a:lnTo>
                <a:lnTo>
                  <a:pt x="1114409" y="113432"/>
                </a:lnTo>
                <a:lnTo>
                  <a:pt x="1114550" y="113144"/>
                </a:lnTo>
                <a:lnTo>
                  <a:pt x="1114681" y="112851"/>
                </a:lnTo>
                <a:lnTo>
                  <a:pt x="1114801" y="112552"/>
                </a:lnTo>
                <a:lnTo>
                  <a:pt x="1114910" y="112247"/>
                </a:lnTo>
                <a:lnTo>
                  <a:pt x="1115010" y="111936"/>
                </a:lnTo>
                <a:lnTo>
                  <a:pt x="1115098" y="111620"/>
                </a:lnTo>
                <a:lnTo>
                  <a:pt x="1115177" y="111298"/>
                </a:lnTo>
                <a:lnTo>
                  <a:pt x="1115244" y="110969"/>
                </a:lnTo>
                <a:lnTo>
                  <a:pt x="1115302" y="110636"/>
                </a:lnTo>
                <a:lnTo>
                  <a:pt x="1115349" y="110296"/>
                </a:lnTo>
                <a:lnTo>
                  <a:pt x="1115385" y="109950"/>
                </a:lnTo>
                <a:lnTo>
                  <a:pt x="1115411" y="109599"/>
                </a:lnTo>
                <a:lnTo>
                  <a:pt x="1115427" y="109242"/>
                </a:lnTo>
                <a:lnTo>
                  <a:pt x="1115432" y="108879"/>
                </a:lnTo>
                <a:lnTo>
                  <a:pt x="1115427" y="108516"/>
                </a:lnTo>
                <a:lnTo>
                  <a:pt x="1115411" y="108159"/>
                </a:lnTo>
                <a:lnTo>
                  <a:pt x="1115385" y="107808"/>
                </a:lnTo>
                <a:lnTo>
                  <a:pt x="1115349" y="107462"/>
                </a:lnTo>
                <a:lnTo>
                  <a:pt x="1115302" y="107123"/>
                </a:lnTo>
                <a:lnTo>
                  <a:pt x="1115244" y="106789"/>
                </a:lnTo>
                <a:lnTo>
                  <a:pt x="1115177" y="106461"/>
                </a:lnTo>
                <a:lnTo>
                  <a:pt x="1115098" y="106138"/>
                </a:lnTo>
                <a:lnTo>
                  <a:pt x="1115010" y="105822"/>
                </a:lnTo>
                <a:lnTo>
                  <a:pt x="1114910" y="105511"/>
                </a:lnTo>
                <a:lnTo>
                  <a:pt x="1114801" y="105206"/>
                </a:lnTo>
                <a:lnTo>
                  <a:pt x="1114681" y="104907"/>
                </a:lnTo>
                <a:lnTo>
                  <a:pt x="1114550" y="104614"/>
                </a:lnTo>
                <a:lnTo>
                  <a:pt x="1114409" y="104326"/>
                </a:lnTo>
                <a:lnTo>
                  <a:pt x="1114258" y="104044"/>
                </a:lnTo>
                <a:lnTo>
                  <a:pt x="1114096" y="103769"/>
                </a:lnTo>
                <a:lnTo>
                  <a:pt x="1113924" y="103498"/>
                </a:lnTo>
                <a:lnTo>
                  <a:pt x="1113742" y="103234"/>
                </a:lnTo>
                <a:lnTo>
                  <a:pt x="1113548" y="102976"/>
                </a:lnTo>
                <a:lnTo>
                  <a:pt x="1113345" y="102723"/>
                </a:lnTo>
                <a:lnTo>
                  <a:pt x="1113131" y="102476"/>
                </a:lnTo>
                <a:lnTo>
                  <a:pt x="1112907" y="102235"/>
                </a:lnTo>
                <a:lnTo>
                  <a:pt x="1112672" y="101999"/>
                </a:lnTo>
                <a:lnTo>
                  <a:pt x="1112426" y="101770"/>
                </a:lnTo>
                <a:lnTo>
                  <a:pt x="1112169" y="101548"/>
                </a:lnTo>
                <a:lnTo>
                  <a:pt x="1111897" y="101336"/>
                </a:lnTo>
                <a:lnTo>
                  <a:pt x="1111612" y="101133"/>
                </a:lnTo>
                <a:lnTo>
                  <a:pt x="1111312" y="100939"/>
                </a:lnTo>
                <a:lnTo>
                  <a:pt x="1110998" y="100755"/>
                </a:lnTo>
                <a:lnTo>
                  <a:pt x="1110670" y="100580"/>
                </a:lnTo>
                <a:lnTo>
                  <a:pt x="1110328" y="100415"/>
                </a:lnTo>
                <a:lnTo>
                  <a:pt x="1109972" y="100259"/>
                </a:lnTo>
                <a:lnTo>
                  <a:pt x="1109602" y="100113"/>
                </a:lnTo>
                <a:lnTo>
                  <a:pt x="1109217" y="99976"/>
                </a:lnTo>
                <a:lnTo>
                  <a:pt x="1108819" y="99848"/>
                </a:lnTo>
                <a:lnTo>
                  <a:pt x="1108407" y="99730"/>
                </a:lnTo>
                <a:lnTo>
                  <a:pt x="1107980" y="99622"/>
                </a:lnTo>
                <a:lnTo>
                  <a:pt x="1107540" y="99523"/>
                </a:lnTo>
                <a:lnTo>
                  <a:pt x="1107085" y="99433"/>
                </a:lnTo>
                <a:lnTo>
                  <a:pt x="1106616" y="99353"/>
                </a:lnTo>
                <a:lnTo>
                  <a:pt x="1106133" y="99282"/>
                </a:lnTo>
                <a:lnTo>
                  <a:pt x="1105636" y="99220"/>
                </a:lnTo>
                <a:lnTo>
                  <a:pt x="1105125" y="99168"/>
                </a:lnTo>
                <a:lnTo>
                  <a:pt x="1104600" y="99126"/>
                </a:lnTo>
                <a:lnTo>
                  <a:pt x="1104061" y="99093"/>
                </a:lnTo>
                <a:lnTo>
                  <a:pt x="1103508" y="99069"/>
                </a:lnTo>
                <a:lnTo>
                  <a:pt x="1102941" y="99055"/>
                </a:lnTo>
                <a:lnTo>
                  <a:pt x="1102359" y="99050"/>
                </a:lnTo>
                <a:lnTo>
                  <a:pt x="1095298" y="99050"/>
                </a:lnTo>
                <a:lnTo>
                  <a:pt x="1095298" y="74622"/>
                </a:lnTo>
                <a:lnTo>
                  <a:pt x="1114669" y="74622"/>
                </a:lnTo>
                <a:lnTo>
                  <a:pt x="1115987" y="75292"/>
                </a:lnTo>
                <a:lnTo>
                  <a:pt x="1117334" y="76063"/>
                </a:lnTo>
                <a:close/>
                <a:moveTo>
                  <a:pt x="1118659" y="22719"/>
                </a:moveTo>
                <a:lnTo>
                  <a:pt x="1119577" y="22744"/>
                </a:lnTo>
                <a:lnTo>
                  <a:pt x="1120476" y="22785"/>
                </a:lnTo>
                <a:lnTo>
                  <a:pt x="1121357" y="22842"/>
                </a:lnTo>
                <a:lnTo>
                  <a:pt x="1122218" y="22915"/>
                </a:lnTo>
                <a:lnTo>
                  <a:pt x="1123060" y="23005"/>
                </a:lnTo>
                <a:lnTo>
                  <a:pt x="1123884" y="23112"/>
                </a:lnTo>
                <a:lnTo>
                  <a:pt x="1124688" y="23234"/>
                </a:lnTo>
                <a:lnTo>
                  <a:pt x="1125474" y="23374"/>
                </a:lnTo>
                <a:lnTo>
                  <a:pt x="1126241" y="23529"/>
                </a:lnTo>
                <a:lnTo>
                  <a:pt x="1126989" y="23701"/>
                </a:lnTo>
                <a:lnTo>
                  <a:pt x="1127718" y="23889"/>
                </a:lnTo>
                <a:lnTo>
                  <a:pt x="1128428" y="24093"/>
                </a:lnTo>
                <a:lnTo>
                  <a:pt x="1129120" y="24314"/>
                </a:lnTo>
                <a:lnTo>
                  <a:pt x="1129792" y="24551"/>
                </a:lnTo>
                <a:lnTo>
                  <a:pt x="1130446" y="24805"/>
                </a:lnTo>
                <a:lnTo>
                  <a:pt x="1131080" y="25075"/>
                </a:lnTo>
                <a:lnTo>
                  <a:pt x="1131696" y="25361"/>
                </a:lnTo>
                <a:lnTo>
                  <a:pt x="1132293" y="25664"/>
                </a:lnTo>
                <a:lnTo>
                  <a:pt x="1132871" y="25983"/>
                </a:lnTo>
                <a:lnTo>
                  <a:pt x="1133430" y="26318"/>
                </a:lnTo>
                <a:lnTo>
                  <a:pt x="1133970" y="26670"/>
                </a:lnTo>
                <a:lnTo>
                  <a:pt x="1134492" y="27038"/>
                </a:lnTo>
                <a:lnTo>
                  <a:pt x="1134994" y="27423"/>
                </a:lnTo>
                <a:lnTo>
                  <a:pt x="1135477" y="27816"/>
                </a:lnTo>
                <a:lnTo>
                  <a:pt x="1135939" y="28213"/>
                </a:lnTo>
                <a:lnTo>
                  <a:pt x="1136381" y="28612"/>
                </a:lnTo>
                <a:lnTo>
                  <a:pt x="1136802" y="29015"/>
                </a:lnTo>
                <a:lnTo>
                  <a:pt x="1137203" y="29420"/>
                </a:lnTo>
                <a:lnTo>
                  <a:pt x="1137583" y="29827"/>
                </a:lnTo>
                <a:lnTo>
                  <a:pt x="1137942" y="30238"/>
                </a:lnTo>
                <a:lnTo>
                  <a:pt x="1138281" y="30651"/>
                </a:lnTo>
                <a:lnTo>
                  <a:pt x="1138600" y="31068"/>
                </a:lnTo>
                <a:lnTo>
                  <a:pt x="1138897" y="31487"/>
                </a:lnTo>
                <a:lnTo>
                  <a:pt x="1139175" y="31909"/>
                </a:lnTo>
                <a:lnTo>
                  <a:pt x="1139432" y="32333"/>
                </a:lnTo>
                <a:lnTo>
                  <a:pt x="1139668" y="32761"/>
                </a:lnTo>
                <a:lnTo>
                  <a:pt x="1139883" y="33191"/>
                </a:lnTo>
                <a:lnTo>
                  <a:pt x="1140079" y="33624"/>
                </a:lnTo>
                <a:lnTo>
                  <a:pt x="1140253" y="34060"/>
                </a:lnTo>
                <a:lnTo>
                  <a:pt x="1140407" y="34499"/>
                </a:lnTo>
                <a:lnTo>
                  <a:pt x="1140541" y="34940"/>
                </a:lnTo>
                <a:lnTo>
                  <a:pt x="1140654" y="35384"/>
                </a:lnTo>
                <a:lnTo>
                  <a:pt x="1140746" y="35831"/>
                </a:lnTo>
                <a:lnTo>
                  <a:pt x="1140818" y="36281"/>
                </a:lnTo>
                <a:lnTo>
                  <a:pt x="1140869" y="36734"/>
                </a:lnTo>
                <a:lnTo>
                  <a:pt x="1140900" y="37190"/>
                </a:lnTo>
                <a:lnTo>
                  <a:pt x="1140911" y="37648"/>
                </a:lnTo>
                <a:lnTo>
                  <a:pt x="1140905" y="37957"/>
                </a:lnTo>
                <a:lnTo>
                  <a:pt x="1140889" y="38267"/>
                </a:lnTo>
                <a:lnTo>
                  <a:pt x="1140862" y="38577"/>
                </a:lnTo>
                <a:lnTo>
                  <a:pt x="1140824" y="38887"/>
                </a:lnTo>
                <a:lnTo>
                  <a:pt x="1140776" y="39198"/>
                </a:lnTo>
                <a:lnTo>
                  <a:pt x="1140717" y="39509"/>
                </a:lnTo>
                <a:lnTo>
                  <a:pt x="1140647" y="39820"/>
                </a:lnTo>
                <a:lnTo>
                  <a:pt x="1140566" y="40132"/>
                </a:lnTo>
                <a:lnTo>
                  <a:pt x="1140474" y="40444"/>
                </a:lnTo>
                <a:lnTo>
                  <a:pt x="1140372" y="40756"/>
                </a:lnTo>
                <a:lnTo>
                  <a:pt x="1140259" y="41069"/>
                </a:lnTo>
                <a:lnTo>
                  <a:pt x="1140135" y="41382"/>
                </a:lnTo>
                <a:lnTo>
                  <a:pt x="1140001" y="41695"/>
                </a:lnTo>
                <a:lnTo>
                  <a:pt x="1139855" y="42009"/>
                </a:lnTo>
                <a:lnTo>
                  <a:pt x="1139699" y="42323"/>
                </a:lnTo>
                <a:lnTo>
                  <a:pt x="1139532" y="42638"/>
                </a:lnTo>
                <a:lnTo>
                  <a:pt x="1139355" y="42953"/>
                </a:lnTo>
                <a:lnTo>
                  <a:pt x="1139166" y="43268"/>
                </a:lnTo>
                <a:lnTo>
                  <a:pt x="1138967" y="43583"/>
                </a:lnTo>
                <a:lnTo>
                  <a:pt x="1138757" y="43899"/>
                </a:lnTo>
                <a:lnTo>
                  <a:pt x="1138536" y="44215"/>
                </a:lnTo>
                <a:lnTo>
                  <a:pt x="1138305" y="44531"/>
                </a:lnTo>
                <a:lnTo>
                  <a:pt x="1138062" y="44848"/>
                </a:lnTo>
                <a:lnTo>
                  <a:pt x="1137809" y="45165"/>
                </a:lnTo>
                <a:lnTo>
                  <a:pt x="1137541" y="45482"/>
                </a:lnTo>
                <a:lnTo>
                  <a:pt x="1137252" y="45797"/>
                </a:lnTo>
                <a:lnTo>
                  <a:pt x="1136942" y="46111"/>
                </a:lnTo>
                <a:lnTo>
                  <a:pt x="1136613" y="46423"/>
                </a:lnTo>
                <a:lnTo>
                  <a:pt x="1136262" y="46734"/>
                </a:lnTo>
                <a:lnTo>
                  <a:pt x="1135892" y="47044"/>
                </a:lnTo>
                <a:lnTo>
                  <a:pt x="1135501" y="47353"/>
                </a:lnTo>
                <a:lnTo>
                  <a:pt x="1135090" y="47660"/>
                </a:lnTo>
                <a:lnTo>
                  <a:pt x="1134658" y="47966"/>
                </a:lnTo>
                <a:lnTo>
                  <a:pt x="1134206" y="48271"/>
                </a:lnTo>
                <a:lnTo>
                  <a:pt x="1133734" y="48574"/>
                </a:lnTo>
                <a:lnTo>
                  <a:pt x="1133241" y="48876"/>
                </a:lnTo>
                <a:lnTo>
                  <a:pt x="1132728" y="49176"/>
                </a:lnTo>
                <a:lnTo>
                  <a:pt x="1132194" y="49476"/>
                </a:lnTo>
                <a:lnTo>
                  <a:pt x="1131640" y="49774"/>
                </a:lnTo>
                <a:lnTo>
                  <a:pt x="1131066" y="50071"/>
                </a:lnTo>
                <a:lnTo>
                  <a:pt x="1130471" y="50366"/>
                </a:lnTo>
                <a:lnTo>
                  <a:pt x="1129856" y="50660"/>
                </a:lnTo>
                <a:lnTo>
                  <a:pt x="1129221" y="50953"/>
                </a:lnTo>
                <a:lnTo>
                  <a:pt x="1128565" y="51244"/>
                </a:lnTo>
                <a:lnTo>
                  <a:pt x="1127889" y="51534"/>
                </a:lnTo>
                <a:lnTo>
                  <a:pt x="1127192" y="51823"/>
                </a:lnTo>
                <a:lnTo>
                  <a:pt x="1126475" y="52111"/>
                </a:lnTo>
                <a:lnTo>
                  <a:pt x="1125738" y="52397"/>
                </a:lnTo>
                <a:lnTo>
                  <a:pt x="1125178" y="52606"/>
                </a:lnTo>
                <a:lnTo>
                  <a:pt x="1124612" y="52807"/>
                </a:lnTo>
                <a:lnTo>
                  <a:pt x="1124040" y="52999"/>
                </a:lnTo>
                <a:lnTo>
                  <a:pt x="1123461" y="53181"/>
                </a:lnTo>
                <a:lnTo>
                  <a:pt x="1122876" y="53355"/>
                </a:lnTo>
                <a:lnTo>
                  <a:pt x="1122285" y="53520"/>
                </a:lnTo>
                <a:lnTo>
                  <a:pt x="1121687" y="53676"/>
                </a:lnTo>
                <a:lnTo>
                  <a:pt x="1121084" y="53823"/>
                </a:lnTo>
                <a:lnTo>
                  <a:pt x="1120473" y="53961"/>
                </a:lnTo>
                <a:lnTo>
                  <a:pt x="1119857" y="54091"/>
                </a:lnTo>
                <a:lnTo>
                  <a:pt x="1119234" y="54211"/>
                </a:lnTo>
                <a:lnTo>
                  <a:pt x="1118605" y="54322"/>
                </a:lnTo>
                <a:lnTo>
                  <a:pt x="1117970" y="54425"/>
                </a:lnTo>
                <a:lnTo>
                  <a:pt x="1117328" y="54519"/>
                </a:lnTo>
                <a:lnTo>
                  <a:pt x="1116680" y="54603"/>
                </a:lnTo>
                <a:lnTo>
                  <a:pt x="1116026" y="54679"/>
                </a:lnTo>
                <a:lnTo>
                  <a:pt x="1115366" y="54746"/>
                </a:lnTo>
                <a:lnTo>
                  <a:pt x="1114699" y="54804"/>
                </a:lnTo>
                <a:lnTo>
                  <a:pt x="1114026" y="54853"/>
                </a:lnTo>
                <a:lnTo>
                  <a:pt x="1113346" y="54893"/>
                </a:lnTo>
                <a:lnTo>
                  <a:pt x="1112661" y="54924"/>
                </a:lnTo>
                <a:lnTo>
                  <a:pt x="1111969" y="54947"/>
                </a:lnTo>
                <a:lnTo>
                  <a:pt x="1111270" y="54960"/>
                </a:lnTo>
                <a:lnTo>
                  <a:pt x="1110566" y="54964"/>
                </a:lnTo>
                <a:lnTo>
                  <a:pt x="1095298" y="54964"/>
                </a:lnTo>
                <a:lnTo>
                  <a:pt x="1095298" y="22520"/>
                </a:lnTo>
                <a:lnTo>
                  <a:pt x="1117722" y="22711"/>
                </a:lnTo>
                <a:lnTo>
                  <a:pt x="1118659" y="22719"/>
                </a:lnTo>
                <a:close/>
                <a:moveTo>
                  <a:pt x="1052680" y="52438"/>
                </a:moveTo>
                <a:lnTo>
                  <a:pt x="1052421" y="50392"/>
                </a:lnTo>
                <a:lnTo>
                  <a:pt x="1052105" y="48377"/>
                </a:lnTo>
                <a:lnTo>
                  <a:pt x="1051731" y="46393"/>
                </a:lnTo>
                <a:lnTo>
                  <a:pt x="1051300" y="44439"/>
                </a:lnTo>
                <a:lnTo>
                  <a:pt x="1050812" y="42516"/>
                </a:lnTo>
                <a:lnTo>
                  <a:pt x="1050265" y="40624"/>
                </a:lnTo>
                <a:lnTo>
                  <a:pt x="1049662" y="38763"/>
                </a:lnTo>
                <a:lnTo>
                  <a:pt x="1049001" y="36932"/>
                </a:lnTo>
                <a:lnTo>
                  <a:pt x="1048282" y="35132"/>
                </a:lnTo>
                <a:lnTo>
                  <a:pt x="1047506" y="33363"/>
                </a:lnTo>
                <a:lnTo>
                  <a:pt x="1046672" y="31625"/>
                </a:lnTo>
                <a:lnTo>
                  <a:pt x="1045781" y="29917"/>
                </a:lnTo>
                <a:lnTo>
                  <a:pt x="1044833" y="28240"/>
                </a:lnTo>
                <a:lnTo>
                  <a:pt x="1043827" y="26594"/>
                </a:lnTo>
                <a:lnTo>
                  <a:pt x="1042763" y="24978"/>
                </a:lnTo>
                <a:lnTo>
                  <a:pt x="1041642" y="23393"/>
                </a:lnTo>
                <a:lnTo>
                  <a:pt x="1040464" y="21839"/>
                </a:lnTo>
                <a:lnTo>
                  <a:pt x="1039228" y="20316"/>
                </a:lnTo>
                <a:lnTo>
                  <a:pt x="1037935" y="18823"/>
                </a:lnTo>
                <a:lnTo>
                  <a:pt x="1036584" y="17361"/>
                </a:lnTo>
                <a:lnTo>
                  <a:pt x="1035195" y="15945"/>
                </a:lnTo>
                <a:lnTo>
                  <a:pt x="1033788" y="14588"/>
                </a:lnTo>
                <a:lnTo>
                  <a:pt x="1032363" y="13292"/>
                </a:lnTo>
                <a:lnTo>
                  <a:pt x="1030920" y="12056"/>
                </a:lnTo>
                <a:lnTo>
                  <a:pt x="1029460" y="10881"/>
                </a:lnTo>
                <a:lnTo>
                  <a:pt x="1027981" y="9766"/>
                </a:lnTo>
                <a:lnTo>
                  <a:pt x="1026483" y="8711"/>
                </a:lnTo>
                <a:lnTo>
                  <a:pt x="1024968" y="7716"/>
                </a:lnTo>
                <a:lnTo>
                  <a:pt x="1023435" y="6782"/>
                </a:lnTo>
                <a:lnTo>
                  <a:pt x="1021884" y="5908"/>
                </a:lnTo>
                <a:lnTo>
                  <a:pt x="1020315" y="5094"/>
                </a:lnTo>
                <a:lnTo>
                  <a:pt x="1018727" y="4340"/>
                </a:lnTo>
                <a:lnTo>
                  <a:pt x="1017122" y="3647"/>
                </a:lnTo>
                <a:lnTo>
                  <a:pt x="1015499" y="3014"/>
                </a:lnTo>
                <a:lnTo>
                  <a:pt x="1013857" y="2441"/>
                </a:lnTo>
                <a:lnTo>
                  <a:pt x="1012197" y="1929"/>
                </a:lnTo>
                <a:lnTo>
                  <a:pt x="1010520" y="1477"/>
                </a:lnTo>
                <a:lnTo>
                  <a:pt x="1008824" y="1085"/>
                </a:lnTo>
                <a:lnTo>
                  <a:pt x="1007110" y="754"/>
                </a:lnTo>
                <a:lnTo>
                  <a:pt x="1005379" y="482"/>
                </a:lnTo>
                <a:lnTo>
                  <a:pt x="1003629" y="271"/>
                </a:lnTo>
                <a:lnTo>
                  <a:pt x="1001861" y="121"/>
                </a:lnTo>
                <a:lnTo>
                  <a:pt x="1000075" y="30"/>
                </a:lnTo>
                <a:lnTo>
                  <a:pt x="998271" y="0"/>
                </a:lnTo>
                <a:lnTo>
                  <a:pt x="996647" y="25"/>
                </a:lnTo>
                <a:lnTo>
                  <a:pt x="995037" y="100"/>
                </a:lnTo>
                <a:lnTo>
                  <a:pt x="993440" y="226"/>
                </a:lnTo>
                <a:lnTo>
                  <a:pt x="991856" y="401"/>
                </a:lnTo>
                <a:lnTo>
                  <a:pt x="990286" y="627"/>
                </a:lnTo>
                <a:lnTo>
                  <a:pt x="988728" y="903"/>
                </a:lnTo>
                <a:lnTo>
                  <a:pt x="987184" y="1229"/>
                </a:lnTo>
                <a:lnTo>
                  <a:pt x="985654" y="1605"/>
                </a:lnTo>
                <a:lnTo>
                  <a:pt x="984136" y="2031"/>
                </a:lnTo>
                <a:lnTo>
                  <a:pt x="982632" y="2507"/>
                </a:lnTo>
                <a:lnTo>
                  <a:pt x="981141" y="3034"/>
                </a:lnTo>
                <a:lnTo>
                  <a:pt x="979663" y="3610"/>
                </a:lnTo>
                <a:lnTo>
                  <a:pt x="978199" y="4237"/>
                </a:lnTo>
                <a:lnTo>
                  <a:pt x="976747" y="4914"/>
                </a:lnTo>
                <a:lnTo>
                  <a:pt x="975309" y="5641"/>
                </a:lnTo>
                <a:lnTo>
                  <a:pt x="973885" y="6419"/>
                </a:lnTo>
                <a:lnTo>
                  <a:pt x="972473" y="7246"/>
                </a:lnTo>
                <a:lnTo>
                  <a:pt x="971075" y="8124"/>
                </a:lnTo>
                <a:lnTo>
                  <a:pt x="969690" y="9051"/>
                </a:lnTo>
                <a:lnTo>
                  <a:pt x="968318" y="10029"/>
                </a:lnTo>
                <a:lnTo>
                  <a:pt x="966960" y="11057"/>
                </a:lnTo>
                <a:lnTo>
                  <a:pt x="965614" y="12135"/>
                </a:lnTo>
                <a:lnTo>
                  <a:pt x="964283" y="13263"/>
                </a:lnTo>
                <a:lnTo>
                  <a:pt x="962964" y="14442"/>
                </a:lnTo>
                <a:lnTo>
                  <a:pt x="961375" y="15959"/>
                </a:lnTo>
                <a:lnTo>
                  <a:pt x="959855" y="17512"/>
                </a:lnTo>
                <a:lnTo>
                  <a:pt x="958401" y="19102"/>
                </a:lnTo>
                <a:lnTo>
                  <a:pt x="957016" y="20729"/>
                </a:lnTo>
                <a:lnTo>
                  <a:pt x="955698" y="22392"/>
                </a:lnTo>
                <a:lnTo>
                  <a:pt x="954447" y="24091"/>
                </a:lnTo>
                <a:lnTo>
                  <a:pt x="953264" y="25828"/>
                </a:lnTo>
                <a:lnTo>
                  <a:pt x="952149" y="27600"/>
                </a:lnTo>
                <a:lnTo>
                  <a:pt x="951101" y="29409"/>
                </a:lnTo>
                <a:lnTo>
                  <a:pt x="950121" y="31255"/>
                </a:lnTo>
                <a:lnTo>
                  <a:pt x="949209" y="33137"/>
                </a:lnTo>
                <a:lnTo>
                  <a:pt x="948364" y="35056"/>
                </a:lnTo>
                <a:lnTo>
                  <a:pt x="947587" y="37011"/>
                </a:lnTo>
                <a:lnTo>
                  <a:pt x="946877" y="39003"/>
                </a:lnTo>
                <a:lnTo>
                  <a:pt x="946235" y="41031"/>
                </a:lnTo>
                <a:lnTo>
                  <a:pt x="945660" y="43096"/>
                </a:lnTo>
                <a:lnTo>
                  <a:pt x="945153" y="45197"/>
                </a:lnTo>
                <a:lnTo>
                  <a:pt x="944714" y="47335"/>
                </a:lnTo>
                <a:lnTo>
                  <a:pt x="944342" y="49509"/>
                </a:lnTo>
                <a:lnTo>
                  <a:pt x="944038" y="51720"/>
                </a:lnTo>
                <a:lnTo>
                  <a:pt x="943801" y="53967"/>
                </a:lnTo>
                <a:lnTo>
                  <a:pt x="943632" y="56251"/>
                </a:lnTo>
                <a:lnTo>
                  <a:pt x="943531" y="58571"/>
                </a:lnTo>
                <a:lnTo>
                  <a:pt x="943497" y="60928"/>
                </a:lnTo>
                <a:lnTo>
                  <a:pt x="943531" y="63285"/>
                </a:lnTo>
                <a:lnTo>
                  <a:pt x="943632" y="65605"/>
                </a:lnTo>
                <a:lnTo>
                  <a:pt x="943801" y="67889"/>
                </a:lnTo>
                <a:lnTo>
                  <a:pt x="944038" y="70135"/>
                </a:lnTo>
                <a:lnTo>
                  <a:pt x="944342" y="72345"/>
                </a:lnTo>
                <a:lnTo>
                  <a:pt x="944714" y="74517"/>
                </a:lnTo>
                <a:lnTo>
                  <a:pt x="945153" y="76653"/>
                </a:lnTo>
                <a:lnTo>
                  <a:pt x="945660" y="78752"/>
                </a:lnTo>
                <a:lnTo>
                  <a:pt x="946235" y="80814"/>
                </a:lnTo>
                <a:lnTo>
                  <a:pt x="946877" y="82839"/>
                </a:lnTo>
                <a:lnTo>
                  <a:pt x="947587" y="84827"/>
                </a:lnTo>
                <a:lnTo>
                  <a:pt x="948364" y="86779"/>
                </a:lnTo>
                <a:lnTo>
                  <a:pt x="949209" y="88693"/>
                </a:lnTo>
                <a:lnTo>
                  <a:pt x="950121" y="90571"/>
                </a:lnTo>
                <a:lnTo>
                  <a:pt x="951101" y="92412"/>
                </a:lnTo>
                <a:lnTo>
                  <a:pt x="952149" y="94216"/>
                </a:lnTo>
                <a:lnTo>
                  <a:pt x="953264" y="95983"/>
                </a:lnTo>
                <a:lnTo>
                  <a:pt x="954447" y="97713"/>
                </a:lnTo>
                <a:lnTo>
                  <a:pt x="955698" y="99406"/>
                </a:lnTo>
                <a:lnTo>
                  <a:pt x="957016" y="101062"/>
                </a:lnTo>
                <a:lnTo>
                  <a:pt x="958401" y="102682"/>
                </a:lnTo>
                <a:lnTo>
                  <a:pt x="959855" y="104265"/>
                </a:lnTo>
                <a:lnTo>
                  <a:pt x="961375" y="105811"/>
                </a:lnTo>
                <a:lnTo>
                  <a:pt x="962964" y="107319"/>
                </a:lnTo>
                <a:lnTo>
                  <a:pt x="964283" y="108498"/>
                </a:lnTo>
                <a:lnTo>
                  <a:pt x="965614" y="109626"/>
                </a:lnTo>
                <a:lnTo>
                  <a:pt x="966960" y="110704"/>
                </a:lnTo>
                <a:lnTo>
                  <a:pt x="968318" y="111732"/>
                </a:lnTo>
                <a:lnTo>
                  <a:pt x="969690" y="112710"/>
                </a:lnTo>
                <a:lnTo>
                  <a:pt x="971075" y="113638"/>
                </a:lnTo>
                <a:lnTo>
                  <a:pt x="972473" y="114515"/>
                </a:lnTo>
                <a:lnTo>
                  <a:pt x="973885" y="115343"/>
                </a:lnTo>
                <a:lnTo>
                  <a:pt x="975309" y="116120"/>
                </a:lnTo>
                <a:lnTo>
                  <a:pt x="976747" y="116847"/>
                </a:lnTo>
                <a:lnTo>
                  <a:pt x="978199" y="117524"/>
                </a:lnTo>
                <a:lnTo>
                  <a:pt x="979663" y="118151"/>
                </a:lnTo>
                <a:lnTo>
                  <a:pt x="981141" y="118728"/>
                </a:lnTo>
                <a:lnTo>
                  <a:pt x="982632" y="119254"/>
                </a:lnTo>
                <a:lnTo>
                  <a:pt x="984136" y="119730"/>
                </a:lnTo>
                <a:lnTo>
                  <a:pt x="985654" y="120157"/>
                </a:lnTo>
                <a:lnTo>
                  <a:pt x="987184" y="120533"/>
                </a:lnTo>
                <a:lnTo>
                  <a:pt x="988728" y="120859"/>
                </a:lnTo>
                <a:lnTo>
                  <a:pt x="990286" y="121135"/>
                </a:lnTo>
                <a:lnTo>
                  <a:pt x="991856" y="121360"/>
                </a:lnTo>
                <a:lnTo>
                  <a:pt x="993440" y="121536"/>
                </a:lnTo>
                <a:lnTo>
                  <a:pt x="995037" y="121661"/>
                </a:lnTo>
                <a:lnTo>
                  <a:pt x="996647" y="121736"/>
                </a:lnTo>
                <a:lnTo>
                  <a:pt x="998271" y="121761"/>
                </a:lnTo>
                <a:lnTo>
                  <a:pt x="1000075" y="121731"/>
                </a:lnTo>
                <a:lnTo>
                  <a:pt x="1001861" y="121641"/>
                </a:lnTo>
                <a:lnTo>
                  <a:pt x="1003629" y="121490"/>
                </a:lnTo>
                <a:lnTo>
                  <a:pt x="1005379" y="121279"/>
                </a:lnTo>
                <a:lnTo>
                  <a:pt x="1007110" y="121008"/>
                </a:lnTo>
                <a:lnTo>
                  <a:pt x="1008824" y="120676"/>
                </a:lnTo>
                <a:lnTo>
                  <a:pt x="1010520" y="120285"/>
                </a:lnTo>
                <a:lnTo>
                  <a:pt x="1012197" y="119833"/>
                </a:lnTo>
                <a:lnTo>
                  <a:pt x="1013857" y="119320"/>
                </a:lnTo>
                <a:lnTo>
                  <a:pt x="1015499" y="118748"/>
                </a:lnTo>
                <a:lnTo>
                  <a:pt x="1017122" y="118115"/>
                </a:lnTo>
                <a:lnTo>
                  <a:pt x="1018727" y="117422"/>
                </a:lnTo>
                <a:lnTo>
                  <a:pt x="1020315" y="116668"/>
                </a:lnTo>
                <a:lnTo>
                  <a:pt x="1021884" y="115855"/>
                </a:lnTo>
                <a:lnTo>
                  <a:pt x="1023435" y="114981"/>
                </a:lnTo>
                <a:lnTo>
                  <a:pt x="1024968" y="114047"/>
                </a:lnTo>
                <a:lnTo>
                  <a:pt x="1026483" y="113052"/>
                </a:lnTo>
                <a:lnTo>
                  <a:pt x="1027981" y="111997"/>
                </a:lnTo>
                <a:lnTo>
                  <a:pt x="1029460" y="110882"/>
                </a:lnTo>
                <a:lnTo>
                  <a:pt x="1030920" y="109707"/>
                </a:lnTo>
                <a:lnTo>
                  <a:pt x="1032363" y="108471"/>
                </a:lnTo>
                <a:lnTo>
                  <a:pt x="1033788" y="107176"/>
                </a:lnTo>
                <a:lnTo>
                  <a:pt x="1035195" y="105819"/>
                </a:lnTo>
                <a:lnTo>
                  <a:pt x="1036584" y="104403"/>
                </a:lnTo>
                <a:lnTo>
                  <a:pt x="1037935" y="102941"/>
                </a:lnTo>
                <a:lnTo>
                  <a:pt x="1039228" y="101449"/>
                </a:lnTo>
                <a:lnTo>
                  <a:pt x="1040464" y="99926"/>
                </a:lnTo>
                <a:lnTo>
                  <a:pt x="1041642" y="98373"/>
                </a:lnTo>
                <a:lnTo>
                  <a:pt x="1042763" y="96789"/>
                </a:lnTo>
                <a:lnTo>
                  <a:pt x="1043827" y="95175"/>
                </a:lnTo>
                <a:lnTo>
                  <a:pt x="1044833" y="93531"/>
                </a:lnTo>
                <a:lnTo>
                  <a:pt x="1045781" y="91856"/>
                </a:lnTo>
                <a:lnTo>
                  <a:pt x="1046672" y="90151"/>
                </a:lnTo>
                <a:lnTo>
                  <a:pt x="1047506" y="88416"/>
                </a:lnTo>
                <a:lnTo>
                  <a:pt x="1048282" y="86650"/>
                </a:lnTo>
                <a:lnTo>
                  <a:pt x="1049001" y="84854"/>
                </a:lnTo>
                <a:lnTo>
                  <a:pt x="1049662" y="83027"/>
                </a:lnTo>
                <a:lnTo>
                  <a:pt x="1050265" y="81170"/>
                </a:lnTo>
                <a:lnTo>
                  <a:pt x="1050812" y="79283"/>
                </a:lnTo>
                <a:lnTo>
                  <a:pt x="1051300" y="77365"/>
                </a:lnTo>
                <a:lnTo>
                  <a:pt x="1051731" y="75417"/>
                </a:lnTo>
                <a:lnTo>
                  <a:pt x="1052105" y="73438"/>
                </a:lnTo>
                <a:lnTo>
                  <a:pt x="1052421" y="71429"/>
                </a:lnTo>
                <a:lnTo>
                  <a:pt x="1052680" y="69390"/>
                </a:lnTo>
                <a:lnTo>
                  <a:pt x="1052881" y="67320"/>
                </a:lnTo>
                <a:lnTo>
                  <a:pt x="1053025" y="65220"/>
                </a:lnTo>
                <a:lnTo>
                  <a:pt x="1053111" y="63089"/>
                </a:lnTo>
                <a:lnTo>
                  <a:pt x="1053140" y="60928"/>
                </a:lnTo>
                <a:lnTo>
                  <a:pt x="1053111" y="58760"/>
                </a:lnTo>
                <a:lnTo>
                  <a:pt x="1053025" y="56622"/>
                </a:lnTo>
                <a:lnTo>
                  <a:pt x="1052881" y="54514"/>
                </a:lnTo>
                <a:lnTo>
                  <a:pt x="1052680" y="52438"/>
                </a:lnTo>
                <a:close/>
                <a:moveTo>
                  <a:pt x="1033278" y="66711"/>
                </a:moveTo>
                <a:lnTo>
                  <a:pt x="1033110" y="68103"/>
                </a:lnTo>
                <a:lnTo>
                  <a:pt x="1032904" y="69473"/>
                </a:lnTo>
                <a:lnTo>
                  <a:pt x="1032660" y="70822"/>
                </a:lnTo>
                <a:lnTo>
                  <a:pt x="1032380" y="72149"/>
                </a:lnTo>
                <a:lnTo>
                  <a:pt x="1032061" y="73454"/>
                </a:lnTo>
                <a:lnTo>
                  <a:pt x="1031706" y="74738"/>
                </a:lnTo>
                <a:lnTo>
                  <a:pt x="1031313" y="76001"/>
                </a:lnTo>
                <a:lnTo>
                  <a:pt x="1030882" y="77241"/>
                </a:lnTo>
                <a:lnTo>
                  <a:pt x="1030414" y="78461"/>
                </a:lnTo>
                <a:lnTo>
                  <a:pt x="1029909" y="79658"/>
                </a:lnTo>
                <a:lnTo>
                  <a:pt x="1029366" y="80835"/>
                </a:lnTo>
                <a:lnTo>
                  <a:pt x="1028785" y="81989"/>
                </a:lnTo>
                <a:lnTo>
                  <a:pt x="1028168" y="83122"/>
                </a:lnTo>
                <a:lnTo>
                  <a:pt x="1027512" y="84234"/>
                </a:lnTo>
                <a:lnTo>
                  <a:pt x="1026820" y="85324"/>
                </a:lnTo>
                <a:lnTo>
                  <a:pt x="1026090" y="86392"/>
                </a:lnTo>
                <a:lnTo>
                  <a:pt x="1025322" y="87439"/>
                </a:lnTo>
                <a:lnTo>
                  <a:pt x="1024517" y="88464"/>
                </a:lnTo>
                <a:lnTo>
                  <a:pt x="1023675" y="89468"/>
                </a:lnTo>
                <a:lnTo>
                  <a:pt x="1022795" y="90450"/>
                </a:lnTo>
                <a:lnTo>
                  <a:pt x="1021891" y="91401"/>
                </a:lnTo>
                <a:lnTo>
                  <a:pt x="1020977" y="92312"/>
                </a:lnTo>
                <a:lnTo>
                  <a:pt x="1020053" y="93182"/>
                </a:lnTo>
                <a:lnTo>
                  <a:pt x="1019118" y="94011"/>
                </a:lnTo>
                <a:lnTo>
                  <a:pt x="1018174" y="94800"/>
                </a:lnTo>
                <a:lnTo>
                  <a:pt x="1017218" y="95549"/>
                </a:lnTo>
                <a:lnTo>
                  <a:pt x="1016253" y="96257"/>
                </a:lnTo>
                <a:lnTo>
                  <a:pt x="1015278" y="96925"/>
                </a:lnTo>
                <a:lnTo>
                  <a:pt x="1014292" y="97552"/>
                </a:lnTo>
                <a:lnTo>
                  <a:pt x="1013295" y="98138"/>
                </a:lnTo>
                <a:lnTo>
                  <a:pt x="1012289" y="98685"/>
                </a:lnTo>
                <a:lnTo>
                  <a:pt x="1011272" y="99191"/>
                </a:lnTo>
                <a:lnTo>
                  <a:pt x="1010245" y="99656"/>
                </a:lnTo>
                <a:lnTo>
                  <a:pt x="1009208" y="100081"/>
                </a:lnTo>
                <a:lnTo>
                  <a:pt x="1008161" y="100465"/>
                </a:lnTo>
                <a:lnTo>
                  <a:pt x="1007103" y="100809"/>
                </a:lnTo>
                <a:lnTo>
                  <a:pt x="1006035" y="101113"/>
                </a:lnTo>
                <a:lnTo>
                  <a:pt x="1004956" y="101376"/>
                </a:lnTo>
                <a:lnTo>
                  <a:pt x="1003868" y="101598"/>
                </a:lnTo>
                <a:lnTo>
                  <a:pt x="1002769" y="101780"/>
                </a:lnTo>
                <a:lnTo>
                  <a:pt x="1001660" y="101922"/>
                </a:lnTo>
                <a:lnTo>
                  <a:pt x="1000540" y="102023"/>
                </a:lnTo>
                <a:lnTo>
                  <a:pt x="999411" y="102084"/>
                </a:lnTo>
                <a:lnTo>
                  <a:pt x="998271" y="102104"/>
                </a:lnTo>
                <a:lnTo>
                  <a:pt x="997139" y="102084"/>
                </a:lnTo>
                <a:lnTo>
                  <a:pt x="996016" y="102023"/>
                </a:lnTo>
                <a:lnTo>
                  <a:pt x="994904" y="101921"/>
                </a:lnTo>
                <a:lnTo>
                  <a:pt x="993802" y="101779"/>
                </a:lnTo>
                <a:lnTo>
                  <a:pt x="992709" y="101596"/>
                </a:lnTo>
                <a:lnTo>
                  <a:pt x="991627" y="101373"/>
                </a:lnTo>
                <a:lnTo>
                  <a:pt x="990554" y="101109"/>
                </a:lnTo>
                <a:lnTo>
                  <a:pt x="989492" y="100804"/>
                </a:lnTo>
                <a:lnTo>
                  <a:pt x="988439" y="100458"/>
                </a:lnTo>
                <a:lnTo>
                  <a:pt x="987396" y="100072"/>
                </a:lnTo>
                <a:lnTo>
                  <a:pt x="986364" y="99646"/>
                </a:lnTo>
                <a:lnTo>
                  <a:pt x="985341" y="99179"/>
                </a:lnTo>
                <a:lnTo>
                  <a:pt x="984328" y="98671"/>
                </a:lnTo>
                <a:lnTo>
                  <a:pt x="983325" y="98122"/>
                </a:lnTo>
                <a:lnTo>
                  <a:pt x="982332" y="97533"/>
                </a:lnTo>
                <a:lnTo>
                  <a:pt x="981349" y="96903"/>
                </a:lnTo>
                <a:lnTo>
                  <a:pt x="980376" y="96233"/>
                </a:lnTo>
                <a:lnTo>
                  <a:pt x="979413" y="95522"/>
                </a:lnTo>
                <a:lnTo>
                  <a:pt x="978459" y="94770"/>
                </a:lnTo>
                <a:lnTo>
                  <a:pt x="977516" y="93978"/>
                </a:lnTo>
                <a:lnTo>
                  <a:pt x="976583" y="93145"/>
                </a:lnTo>
                <a:lnTo>
                  <a:pt x="975659" y="92272"/>
                </a:lnTo>
                <a:lnTo>
                  <a:pt x="974746" y="91357"/>
                </a:lnTo>
                <a:lnTo>
                  <a:pt x="973842" y="90403"/>
                </a:lnTo>
                <a:lnTo>
                  <a:pt x="972962" y="89417"/>
                </a:lnTo>
                <a:lnTo>
                  <a:pt x="972120" y="88410"/>
                </a:lnTo>
                <a:lnTo>
                  <a:pt x="971315" y="87382"/>
                </a:lnTo>
                <a:lnTo>
                  <a:pt x="970547" y="86333"/>
                </a:lnTo>
                <a:lnTo>
                  <a:pt x="969817" y="85262"/>
                </a:lnTo>
                <a:lnTo>
                  <a:pt x="969125" y="84171"/>
                </a:lnTo>
                <a:lnTo>
                  <a:pt x="968469" y="83059"/>
                </a:lnTo>
                <a:lnTo>
                  <a:pt x="967852" y="81926"/>
                </a:lnTo>
                <a:lnTo>
                  <a:pt x="967271" y="80771"/>
                </a:lnTo>
                <a:lnTo>
                  <a:pt x="966728" y="79596"/>
                </a:lnTo>
                <a:lnTo>
                  <a:pt x="966223" y="78399"/>
                </a:lnTo>
                <a:lnTo>
                  <a:pt x="965755" y="77182"/>
                </a:lnTo>
                <a:lnTo>
                  <a:pt x="965324" y="75943"/>
                </a:lnTo>
                <a:lnTo>
                  <a:pt x="964931" y="74684"/>
                </a:lnTo>
                <a:lnTo>
                  <a:pt x="964576" y="73403"/>
                </a:lnTo>
                <a:lnTo>
                  <a:pt x="964257" y="72101"/>
                </a:lnTo>
                <a:lnTo>
                  <a:pt x="963977" y="70778"/>
                </a:lnTo>
                <a:lnTo>
                  <a:pt x="963733" y="69434"/>
                </a:lnTo>
                <a:lnTo>
                  <a:pt x="963527" y="68069"/>
                </a:lnTo>
                <a:lnTo>
                  <a:pt x="963359" y="66683"/>
                </a:lnTo>
                <a:lnTo>
                  <a:pt x="963228" y="65276"/>
                </a:lnTo>
                <a:lnTo>
                  <a:pt x="963134" y="63848"/>
                </a:lnTo>
                <a:lnTo>
                  <a:pt x="963078" y="62399"/>
                </a:lnTo>
                <a:lnTo>
                  <a:pt x="963059" y="60928"/>
                </a:lnTo>
                <a:lnTo>
                  <a:pt x="963078" y="59458"/>
                </a:lnTo>
                <a:lnTo>
                  <a:pt x="963134" y="58009"/>
                </a:lnTo>
                <a:lnTo>
                  <a:pt x="963228" y="56580"/>
                </a:lnTo>
                <a:lnTo>
                  <a:pt x="963359" y="55172"/>
                </a:lnTo>
                <a:lnTo>
                  <a:pt x="963527" y="53786"/>
                </a:lnTo>
                <a:lnTo>
                  <a:pt x="963733" y="52420"/>
                </a:lnTo>
                <a:lnTo>
                  <a:pt x="963977" y="51075"/>
                </a:lnTo>
                <a:lnTo>
                  <a:pt x="964257" y="49751"/>
                </a:lnTo>
                <a:lnTo>
                  <a:pt x="964576" y="48448"/>
                </a:lnTo>
                <a:lnTo>
                  <a:pt x="964931" y="47165"/>
                </a:lnTo>
                <a:lnTo>
                  <a:pt x="965324" y="45904"/>
                </a:lnTo>
                <a:lnTo>
                  <a:pt x="965755" y="44664"/>
                </a:lnTo>
                <a:lnTo>
                  <a:pt x="966223" y="43444"/>
                </a:lnTo>
                <a:lnTo>
                  <a:pt x="966728" y="42246"/>
                </a:lnTo>
                <a:lnTo>
                  <a:pt x="967271" y="41068"/>
                </a:lnTo>
                <a:lnTo>
                  <a:pt x="967852" y="39911"/>
                </a:lnTo>
                <a:lnTo>
                  <a:pt x="968469" y="38775"/>
                </a:lnTo>
                <a:lnTo>
                  <a:pt x="969125" y="37660"/>
                </a:lnTo>
                <a:lnTo>
                  <a:pt x="969817" y="36566"/>
                </a:lnTo>
                <a:lnTo>
                  <a:pt x="970547" y="35493"/>
                </a:lnTo>
                <a:lnTo>
                  <a:pt x="971315" y="34441"/>
                </a:lnTo>
                <a:lnTo>
                  <a:pt x="972120" y="33409"/>
                </a:lnTo>
                <a:lnTo>
                  <a:pt x="972962" y="32399"/>
                </a:lnTo>
                <a:lnTo>
                  <a:pt x="973842" y="31409"/>
                </a:lnTo>
                <a:lnTo>
                  <a:pt x="974746" y="30451"/>
                </a:lnTo>
                <a:lnTo>
                  <a:pt x="975659" y="29532"/>
                </a:lnTo>
                <a:lnTo>
                  <a:pt x="976583" y="28655"/>
                </a:lnTo>
                <a:lnTo>
                  <a:pt x="977516" y="27819"/>
                </a:lnTo>
                <a:lnTo>
                  <a:pt x="978459" y="27023"/>
                </a:lnTo>
                <a:lnTo>
                  <a:pt x="979413" y="26268"/>
                </a:lnTo>
                <a:lnTo>
                  <a:pt x="980376" y="25554"/>
                </a:lnTo>
                <a:lnTo>
                  <a:pt x="981349" y="24881"/>
                </a:lnTo>
                <a:lnTo>
                  <a:pt x="982332" y="24248"/>
                </a:lnTo>
                <a:lnTo>
                  <a:pt x="983325" y="23656"/>
                </a:lnTo>
                <a:lnTo>
                  <a:pt x="984328" y="23105"/>
                </a:lnTo>
                <a:lnTo>
                  <a:pt x="985341" y="22595"/>
                </a:lnTo>
                <a:lnTo>
                  <a:pt x="986364" y="22126"/>
                </a:lnTo>
                <a:lnTo>
                  <a:pt x="987396" y="21698"/>
                </a:lnTo>
                <a:lnTo>
                  <a:pt x="988439" y="21310"/>
                </a:lnTo>
                <a:lnTo>
                  <a:pt x="989492" y="20963"/>
                </a:lnTo>
                <a:lnTo>
                  <a:pt x="990554" y="20657"/>
                </a:lnTo>
                <a:lnTo>
                  <a:pt x="991627" y="20392"/>
                </a:lnTo>
                <a:lnTo>
                  <a:pt x="992709" y="20167"/>
                </a:lnTo>
                <a:lnTo>
                  <a:pt x="993802" y="19984"/>
                </a:lnTo>
                <a:lnTo>
                  <a:pt x="994904" y="19841"/>
                </a:lnTo>
                <a:lnTo>
                  <a:pt x="996016" y="19739"/>
                </a:lnTo>
                <a:lnTo>
                  <a:pt x="997139" y="19678"/>
                </a:lnTo>
                <a:lnTo>
                  <a:pt x="998271" y="19657"/>
                </a:lnTo>
                <a:lnTo>
                  <a:pt x="999411" y="19678"/>
                </a:lnTo>
                <a:lnTo>
                  <a:pt x="1000540" y="19739"/>
                </a:lnTo>
                <a:lnTo>
                  <a:pt x="1001660" y="19840"/>
                </a:lnTo>
                <a:lnTo>
                  <a:pt x="1002769" y="19983"/>
                </a:lnTo>
                <a:lnTo>
                  <a:pt x="1003868" y="20165"/>
                </a:lnTo>
                <a:lnTo>
                  <a:pt x="1004956" y="20389"/>
                </a:lnTo>
                <a:lnTo>
                  <a:pt x="1006035" y="20653"/>
                </a:lnTo>
                <a:lnTo>
                  <a:pt x="1007103" y="20958"/>
                </a:lnTo>
                <a:lnTo>
                  <a:pt x="1008161" y="21303"/>
                </a:lnTo>
                <a:lnTo>
                  <a:pt x="1009208" y="21689"/>
                </a:lnTo>
                <a:lnTo>
                  <a:pt x="1010245" y="22116"/>
                </a:lnTo>
                <a:lnTo>
                  <a:pt x="1011272" y="22583"/>
                </a:lnTo>
                <a:lnTo>
                  <a:pt x="1012289" y="23091"/>
                </a:lnTo>
                <a:lnTo>
                  <a:pt x="1013295" y="23640"/>
                </a:lnTo>
                <a:lnTo>
                  <a:pt x="1014292" y="24229"/>
                </a:lnTo>
                <a:lnTo>
                  <a:pt x="1015278" y="24859"/>
                </a:lnTo>
                <a:lnTo>
                  <a:pt x="1016253" y="25530"/>
                </a:lnTo>
                <a:lnTo>
                  <a:pt x="1017218" y="26241"/>
                </a:lnTo>
                <a:lnTo>
                  <a:pt x="1018174" y="26993"/>
                </a:lnTo>
                <a:lnTo>
                  <a:pt x="1019118" y="27785"/>
                </a:lnTo>
                <a:lnTo>
                  <a:pt x="1020053" y="28619"/>
                </a:lnTo>
                <a:lnTo>
                  <a:pt x="1020977" y="29492"/>
                </a:lnTo>
                <a:lnTo>
                  <a:pt x="1021891" y="30407"/>
                </a:lnTo>
                <a:lnTo>
                  <a:pt x="1022795" y="31362"/>
                </a:lnTo>
                <a:lnTo>
                  <a:pt x="1023675" y="32348"/>
                </a:lnTo>
                <a:lnTo>
                  <a:pt x="1024517" y="33355"/>
                </a:lnTo>
                <a:lnTo>
                  <a:pt x="1025322" y="34383"/>
                </a:lnTo>
                <a:lnTo>
                  <a:pt x="1026090" y="35433"/>
                </a:lnTo>
                <a:lnTo>
                  <a:pt x="1026820" y="36505"/>
                </a:lnTo>
                <a:lnTo>
                  <a:pt x="1027512" y="37598"/>
                </a:lnTo>
                <a:lnTo>
                  <a:pt x="1028168" y="38712"/>
                </a:lnTo>
                <a:lnTo>
                  <a:pt x="1028785" y="39848"/>
                </a:lnTo>
                <a:lnTo>
                  <a:pt x="1029366" y="41005"/>
                </a:lnTo>
                <a:lnTo>
                  <a:pt x="1029909" y="42183"/>
                </a:lnTo>
                <a:lnTo>
                  <a:pt x="1030414" y="43383"/>
                </a:lnTo>
                <a:lnTo>
                  <a:pt x="1030882" y="44604"/>
                </a:lnTo>
                <a:lnTo>
                  <a:pt x="1031313" y="45847"/>
                </a:lnTo>
                <a:lnTo>
                  <a:pt x="1031706" y="47111"/>
                </a:lnTo>
                <a:lnTo>
                  <a:pt x="1032061" y="48396"/>
                </a:lnTo>
                <a:lnTo>
                  <a:pt x="1032380" y="49703"/>
                </a:lnTo>
                <a:lnTo>
                  <a:pt x="1032660" y="51031"/>
                </a:lnTo>
                <a:lnTo>
                  <a:pt x="1032904" y="52381"/>
                </a:lnTo>
                <a:lnTo>
                  <a:pt x="1033110" y="53752"/>
                </a:lnTo>
                <a:lnTo>
                  <a:pt x="1033278" y="55145"/>
                </a:lnTo>
                <a:lnTo>
                  <a:pt x="1033409" y="56558"/>
                </a:lnTo>
                <a:lnTo>
                  <a:pt x="1033503" y="57994"/>
                </a:lnTo>
                <a:lnTo>
                  <a:pt x="1033559" y="59450"/>
                </a:lnTo>
                <a:lnTo>
                  <a:pt x="1033578" y="60928"/>
                </a:lnTo>
                <a:lnTo>
                  <a:pt x="1033559" y="62406"/>
                </a:lnTo>
                <a:lnTo>
                  <a:pt x="1033503" y="63863"/>
                </a:lnTo>
                <a:lnTo>
                  <a:pt x="1033409" y="65298"/>
                </a:lnTo>
                <a:lnTo>
                  <a:pt x="1033278" y="6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60A86-3FD4-4EBF-8223-67A93F90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65" y="4745733"/>
            <a:ext cx="193475" cy="676347"/>
          </a:xfrm>
          <a:custGeom xmlns:a="http://schemas.openxmlformats.org/drawingml/2006/main">
            <a:pathLst>
              <a:path w="193475" h="676347" fill="none">
                <a:moveTo>
                  <a:pt x="0" y="676347"/>
                </a:moveTo>
                <a:lnTo>
                  <a:pt x="163020" y="675858"/>
                </a:lnTo>
                <a:lnTo>
                  <a:pt x="163020" y="0"/>
                </a:lnTo>
                <a:lnTo>
                  <a:pt x="193475" y="163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1CCA9-0036-4FB0-9B96-01E746A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240" y="4707787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434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A2E61-5C8F-4814-B9D0-DA678986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240" y="4707787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434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8CD26-F6DF-47BA-B6F1-CB27DDC1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65" y="5094248"/>
            <a:ext cx="616904" cy="327343"/>
          </a:xfrm>
          <a:custGeom xmlns:a="http://schemas.openxmlformats.org/drawingml/2006/main">
            <a:pathLst>
              <a:path w="616904" h="327343" fill="none">
                <a:moveTo>
                  <a:pt x="0" y="327343"/>
                </a:moveTo>
                <a:lnTo>
                  <a:pt x="163020" y="327343"/>
                </a:lnTo>
                <a:lnTo>
                  <a:pt x="163020" y="0"/>
                </a:lnTo>
                <a:lnTo>
                  <a:pt x="616904" y="326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B8887-54AF-4A26-AC4E-9F2A6FE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669" y="5056628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81438-081C-4C91-8670-AB075AB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669" y="5056628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547CB-8218-45EE-B010-33EB1A5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65" y="5421591"/>
            <a:ext cx="1007761" cy="350143"/>
          </a:xfrm>
          <a:custGeom xmlns:a="http://schemas.openxmlformats.org/drawingml/2006/main">
            <a:pathLst>
              <a:path w="1007761" h="350143" fill="none">
                <a:moveTo>
                  <a:pt x="0" y="489"/>
                </a:moveTo>
                <a:lnTo>
                  <a:pt x="163020" y="0"/>
                </a:lnTo>
                <a:lnTo>
                  <a:pt x="163020" y="350143"/>
                </a:lnTo>
                <a:lnTo>
                  <a:pt x="977307" y="350143"/>
                </a:lnTo>
                <a:lnTo>
                  <a:pt x="977307" y="14657"/>
                </a:lnTo>
                <a:lnTo>
                  <a:pt x="1007761" y="1482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6120B-A413-4FE6-9C95-6DC9DAE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527" y="5398302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434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627CB-1299-48BD-8B46-F204B86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527" y="5398302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434"/>
                </a:moveTo>
                <a:lnTo>
                  <a:pt x="0" y="76054"/>
                </a:lnTo>
                <a:lnTo>
                  <a:pt x="163" y="0"/>
                </a:lnTo>
                <a:lnTo>
                  <a:pt x="114000" y="384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9006B-9FBC-43B5-8BB9-FFFDC57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781" y="560299"/>
            <a:ext cx="681884" cy="2532920"/>
          </a:xfrm>
          <a:custGeom xmlns:a="http://schemas.openxmlformats.org/drawingml/2006/main">
            <a:pathLst>
              <a:path w="681884" h="2532920" fill="none">
                <a:moveTo>
                  <a:pt x="0" y="2532920"/>
                </a:moveTo>
                <a:lnTo>
                  <a:pt x="0" y="0"/>
                </a:lnTo>
                <a:lnTo>
                  <a:pt x="681884" y="489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4F90A-0AA5-400A-9602-3B014BE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65" y="522679"/>
            <a:ext cx="114000" cy="76054"/>
          </a:xfrm>
          <a:custGeom xmlns:a="http://schemas.openxmlformats.org/drawingml/2006/main">
            <a:pathLst>
              <a:path w="114000" h="76054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284C6-2B79-4374-AA56-ED7C4311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65" y="522679"/>
            <a:ext cx="114000" cy="76054"/>
          </a:xfrm>
          <a:custGeom xmlns:a="http://schemas.openxmlformats.org/drawingml/2006/main">
            <a:pathLst>
              <a:path w="114000" h="76054" fill="none">
                <a:moveTo>
                  <a:pt x="114000" y="38109"/>
                </a:moveTo>
                <a:lnTo>
                  <a:pt x="0" y="76054"/>
                </a:lnTo>
                <a:lnTo>
                  <a:pt x="0" y="0"/>
                </a:lnTo>
                <a:lnTo>
                  <a:pt x="114000" y="38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53526-42F3-4F69-989A-B6C2FFAB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528" y="2188873"/>
            <a:ext cx="526681" cy="904347"/>
          </a:xfrm>
          <a:custGeom xmlns:a="http://schemas.openxmlformats.org/drawingml/2006/main">
            <a:pathLst>
              <a:path w="526681" h="904347" fill="none">
                <a:moveTo>
                  <a:pt x="526681" y="904347"/>
                </a:moveTo>
                <a:lnTo>
                  <a:pt x="526681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E3C82-B366-4B4B-82A1-9FBA63F8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528" y="2150927"/>
            <a:ext cx="114000" cy="75892"/>
          </a:xfrm>
          <a:custGeom xmlns:a="http://schemas.openxmlformats.org/drawingml/2006/main">
            <a:pathLst>
              <a:path w="114000" h="75892">
                <a:moveTo>
                  <a:pt x="0" y="37946"/>
                </a:moveTo>
                <a:lnTo>
                  <a:pt x="114000" y="0"/>
                </a:lnTo>
                <a:lnTo>
                  <a:pt x="114000" y="75892"/>
                </a:lnTo>
                <a:lnTo>
                  <a:pt x="0" y="3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A7AE8-E469-43E3-B5E6-7BBCF06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528" y="2150927"/>
            <a:ext cx="114000" cy="75892"/>
          </a:xfrm>
          <a:custGeom xmlns:a="http://schemas.openxmlformats.org/drawingml/2006/main">
            <a:pathLst>
              <a:path w="114000" h="75892" fill="none">
                <a:moveTo>
                  <a:pt x="0" y="37946"/>
                </a:moveTo>
                <a:lnTo>
                  <a:pt x="114000" y="0"/>
                </a:lnTo>
                <a:lnTo>
                  <a:pt x="114000" y="75892"/>
                </a:lnTo>
                <a:lnTo>
                  <a:pt x="0" y="379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EBF4E-9B8B-482D-ACFA-8420934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066" y="4583364"/>
            <a:ext cx="10" cy="325715"/>
          </a:xfrm>
          <a:custGeom xmlns:a="http://schemas.openxmlformats.org/drawingml/2006/main">
            <a:pathLst>
              <a:path w="1" h="325715" fill="none">
                <a:moveTo>
                  <a:pt x="0" y="0"/>
                </a:moveTo>
                <a:lnTo>
                  <a:pt x="0" y="211226"/>
                </a:lnTo>
                <a:lnTo>
                  <a:pt x="0" y="325715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5A152-5C32-4DD2-9747-4834DB66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121" y="4909079"/>
            <a:ext cx="75892" cy="114000"/>
          </a:xfrm>
          <a:custGeom xmlns:a="http://schemas.openxmlformats.org/drawingml/2006/main">
            <a:pathLst>
              <a:path w="75892" h="114000">
                <a:moveTo>
                  <a:pt x="37946" y="114000"/>
                </a:moveTo>
                <a:lnTo>
                  <a:pt x="0" y="0"/>
                </a:lnTo>
                <a:lnTo>
                  <a:pt x="75892" y="0"/>
                </a:lnTo>
                <a:lnTo>
                  <a:pt x="37946" y="114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9F579-E767-405E-BFBF-32C3992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121" y="4909079"/>
            <a:ext cx="75892" cy="114000"/>
          </a:xfrm>
          <a:custGeom xmlns:a="http://schemas.openxmlformats.org/drawingml/2006/main">
            <a:pathLst>
              <a:path w="75892" h="114000" fill="none">
                <a:moveTo>
                  <a:pt x="37946" y="114000"/>
                </a:moveTo>
                <a:lnTo>
                  <a:pt x="0" y="0"/>
                </a:lnTo>
                <a:lnTo>
                  <a:pt x="75892" y="0"/>
                </a:lnTo>
                <a:lnTo>
                  <a:pt x="37946" y="114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8A73C-4F70-4880-8E7D-D3C0493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308" y="3093219"/>
            <a:ext cx="1490796" cy="1488191"/>
          </a:xfrm>
          <a:custGeom xmlns:a="http://schemas.openxmlformats.org/drawingml/2006/main">
            <a:pathLst>
              <a:path w="1490796" h="1488191">
                <a:moveTo>
                  <a:pt x="489549" y="163"/>
                </a:moveTo>
                <a:cubicBezTo>
                  <a:pt x="472612" y="326"/>
                  <a:pt x="459095" y="14331"/>
                  <a:pt x="459421" y="31106"/>
                </a:cubicBezTo>
                <a:lnTo>
                  <a:pt x="459421" y="175886"/>
                </a:lnTo>
                <a:lnTo>
                  <a:pt x="255035" y="175886"/>
                </a:lnTo>
                <a:cubicBezTo>
                  <a:pt x="213506" y="175886"/>
                  <a:pt x="179143" y="210086"/>
                  <a:pt x="179143" y="251452"/>
                </a:cubicBezTo>
                <a:lnTo>
                  <a:pt x="179143" y="462352"/>
                </a:lnTo>
                <a:lnTo>
                  <a:pt x="32897" y="462352"/>
                </a:lnTo>
                <a:cubicBezTo>
                  <a:pt x="21660" y="462189"/>
                  <a:pt x="11237" y="467889"/>
                  <a:pt x="5537" y="477498"/>
                </a:cubicBezTo>
                <a:cubicBezTo>
                  <a:pt x="0" y="487106"/>
                  <a:pt x="0" y="498995"/>
                  <a:pt x="5537" y="508441"/>
                </a:cubicBezTo>
                <a:cubicBezTo>
                  <a:pt x="11237" y="518049"/>
                  <a:pt x="21660" y="523912"/>
                  <a:pt x="32897" y="523586"/>
                </a:cubicBezTo>
                <a:lnTo>
                  <a:pt x="179143" y="523586"/>
                </a:lnTo>
                <a:lnTo>
                  <a:pt x="179143" y="631887"/>
                </a:lnTo>
                <a:lnTo>
                  <a:pt x="32897" y="631887"/>
                </a:lnTo>
                <a:cubicBezTo>
                  <a:pt x="15960" y="631887"/>
                  <a:pt x="2117" y="645567"/>
                  <a:pt x="2117" y="662504"/>
                </a:cubicBezTo>
                <a:cubicBezTo>
                  <a:pt x="2117" y="679441"/>
                  <a:pt x="15960" y="693121"/>
                  <a:pt x="32897" y="693121"/>
                </a:cubicBezTo>
                <a:lnTo>
                  <a:pt x="179143" y="693121"/>
                </a:lnTo>
                <a:lnTo>
                  <a:pt x="179143" y="801421"/>
                </a:lnTo>
                <a:lnTo>
                  <a:pt x="32897" y="801421"/>
                </a:lnTo>
                <a:cubicBezTo>
                  <a:pt x="21660" y="801095"/>
                  <a:pt x="11237" y="806958"/>
                  <a:pt x="5537" y="816567"/>
                </a:cubicBezTo>
                <a:cubicBezTo>
                  <a:pt x="0" y="826013"/>
                  <a:pt x="0" y="837901"/>
                  <a:pt x="5537" y="847510"/>
                </a:cubicBezTo>
                <a:cubicBezTo>
                  <a:pt x="11237" y="857118"/>
                  <a:pt x="21660" y="862818"/>
                  <a:pt x="32897" y="862655"/>
                </a:cubicBezTo>
                <a:lnTo>
                  <a:pt x="179143" y="862655"/>
                </a:lnTo>
                <a:lnTo>
                  <a:pt x="179143" y="970956"/>
                </a:lnTo>
                <a:lnTo>
                  <a:pt x="32897" y="970956"/>
                </a:lnTo>
                <a:cubicBezTo>
                  <a:pt x="15960" y="970956"/>
                  <a:pt x="2117" y="984636"/>
                  <a:pt x="2117" y="1001573"/>
                </a:cubicBezTo>
                <a:cubicBezTo>
                  <a:pt x="2117" y="1018347"/>
                  <a:pt x="15960" y="1032190"/>
                  <a:pt x="32897" y="1032190"/>
                </a:cubicBezTo>
                <a:lnTo>
                  <a:pt x="179143" y="1032190"/>
                </a:lnTo>
                <a:lnTo>
                  <a:pt x="179143" y="1228759"/>
                </a:lnTo>
                <a:cubicBezTo>
                  <a:pt x="179143" y="1270125"/>
                  <a:pt x="213506" y="1304325"/>
                  <a:pt x="255035" y="1304325"/>
                </a:cubicBezTo>
                <a:lnTo>
                  <a:pt x="459421" y="1304325"/>
                </a:lnTo>
                <a:lnTo>
                  <a:pt x="459421" y="1457573"/>
                </a:lnTo>
                <a:cubicBezTo>
                  <a:pt x="459421" y="1474510"/>
                  <a:pt x="473101" y="1488191"/>
                  <a:pt x="490038" y="1488191"/>
                </a:cubicBezTo>
                <a:cubicBezTo>
                  <a:pt x="506975" y="1488191"/>
                  <a:pt x="520818" y="1474510"/>
                  <a:pt x="520818" y="1457573"/>
                </a:cubicBezTo>
                <a:lnTo>
                  <a:pt x="520818" y="1304325"/>
                </a:lnTo>
                <a:lnTo>
                  <a:pt x="629769" y="1304325"/>
                </a:lnTo>
                <a:lnTo>
                  <a:pt x="629769" y="1457573"/>
                </a:lnTo>
                <a:cubicBezTo>
                  <a:pt x="629769" y="1474510"/>
                  <a:pt x="643612" y="1488191"/>
                  <a:pt x="660549" y="1488191"/>
                </a:cubicBezTo>
                <a:cubicBezTo>
                  <a:pt x="677487" y="1488191"/>
                  <a:pt x="691167" y="1474510"/>
                  <a:pt x="691167" y="1457573"/>
                </a:cubicBezTo>
                <a:lnTo>
                  <a:pt x="691167" y="1304325"/>
                </a:lnTo>
                <a:lnTo>
                  <a:pt x="800281" y="1304325"/>
                </a:lnTo>
                <a:lnTo>
                  <a:pt x="800281" y="1457573"/>
                </a:lnTo>
                <a:cubicBezTo>
                  <a:pt x="800281" y="1474510"/>
                  <a:pt x="813961" y="1488191"/>
                  <a:pt x="830898" y="1488191"/>
                </a:cubicBezTo>
                <a:cubicBezTo>
                  <a:pt x="847998" y="1488191"/>
                  <a:pt x="861678" y="1474510"/>
                  <a:pt x="861678" y="1457573"/>
                </a:cubicBezTo>
                <a:lnTo>
                  <a:pt x="861678" y="1304325"/>
                </a:lnTo>
                <a:lnTo>
                  <a:pt x="970630" y="1304325"/>
                </a:lnTo>
                <a:lnTo>
                  <a:pt x="970630" y="1457573"/>
                </a:lnTo>
                <a:cubicBezTo>
                  <a:pt x="970630" y="1474510"/>
                  <a:pt x="984473" y="1488191"/>
                  <a:pt x="1001410" y="1488191"/>
                </a:cubicBezTo>
                <a:cubicBezTo>
                  <a:pt x="1018347" y="1488191"/>
                  <a:pt x="1032190" y="1474510"/>
                  <a:pt x="1032190" y="1457573"/>
                </a:cubicBezTo>
                <a:lnTo>
                  <a:pt x="1032190" y="1304325"/>
                </a:lnTo>
                <a:lnTo>
                  <a:pt x="1237390" y="1304325"/>
                </a:lnTo>
                <a:cubicBezTo>
                  <a:pt x="1278919" y="1304325"/>
                  <a:pt x="1313282" y="1270125"/>
                  <a:pt x="1313282" y="1228759"/>
                </a:cubicBezTo>
                <a:lnTo>
                  <a:pt x="1313282" y="1032190"/>
                </a:lnTo>
                <a:lnTo>
                  <a:pt x="1457899" y="1032190"/>
                </a:lnTo>
                <a:cubicBezTo>
                  <a:pt x="1474836" y="1032190"/>
                  <a:pt x="1488679" y="1018347"/>
                  <a:pt x="1488679" y="1001573"/>
                </a:cubicBezTo>
                <a:cubicBezTo>
                  <a:pt x="1488679" y="984636"/>
                  <a:pt x="1474836" y="970956"/>
                  <a:pt x="1457899" y="970956"/>
                </a:cubicBezTo>
                <a:lnTo>
                  <a:pt x="1313282" y="970956"/>
                </a:lnTo>
                <a:lnTo>
                  <a:pt x="1313282" y="862655"/>
                </a:lnTo>
                <a:lnTo>
                  <a:pt x="1457899" y="862655"/>
                </a:lnTo>
                <a:cubicBezTo>
                  <a:pt x="1469136" y="862818"/>
                  <a:pt x="1479559" y="857118"/>
                  <a:pt x="1485259" y="847510"/>
                </a:cubicBezTo>
                <a:cubicBezTo>
                  <a:pt x="1490796" y="837901"/>
                  <a:pt x="1490796" y="826013"/>
                  <a:pt x="1485259" y="816567"/>
                </a:cubicBezTo>
                <a:cubicBezTo>
                  <a:pt x="1479559" y="806958"/>
                  <a:pt x="1469136" y="801095"/>
                  <a:pt x="1457899" y="801421"/>
                </a:cubicBezTo>
                <a:lnTo>
                  <a:pt x="1313282" y="801421"/>
                </a:lnTo>
                <a:lnTo>
                  <a:pt x="1313282" y="693121"/>
                </a:lnTo>
                <a:lnTo>
                  <a:pt x="1457899" y="693121"/>
                </a:lnTo>
                <a:cubicBezTo>
                  <a:pt x="1474836" y="693121"/>
                  <a:pt x="1488679" y="679441"/>
                  <a:pt x="1488679" y="662504"/>
                </a:cubicBezTo>
                <a:cubicBezTo>
                  <a:pt x="1488679" y="645567"/>
                  <a:pt x="1474836" y="631887"/>
                  <a:pt x="1457899" y="631887"/>
                </a:cubicBezTo>
                <a:lnTo>
                  <a:pt x="1313282" y="631887"/>
                </a:lnTo>
                <a:lnTo>
                  <a:pt x="1313282" y="523586"/>
                </a:lnTo>
                <a:lnTo>
                  <a:pt x="1457899" y="523586"/>
                </a:lnTo>
                <a:cubicBezTo>
                  <a:pt x="1469136" y="523912"/>
                  <a:pt x="1479559" y="518049"/>
                  <a:pt x="1485259" y="508441"/>
                </a:cubicBezTo>
                <a:cubicBezTo>
                  <a:pt x="1490796" y="498995"/>
                  <a:pt x="1490796" y="487106"/>
                  <a:pt x="1485259" y="477498"/>
                </a:cubicBezTo>
                <a:cubicBezTo>
                  <a:pt x="1479559" y="467889"/>
                  <a:pt x="1469136" y="462189"/>
                  <a:pt x="1457899" y="462352"/>
                </a:cubicBezTo>
                <a:lnTo>
                  <a:pt x="1313282" y="462352"/>
                </a:lnTo>
                <a:lnTo>
                  <a:pt x="1313282" y="251452"/>
                </a:lnTo>
                <a:cubicBezTo>
                  <a:pt x="1313282" y="210086"/>
                  <a:pt x="1278919" y="175886"/>
                  <a:pt x="1237390" y="175886"/>
                </a:cubicBezTo>
                <a:lnTo>
                  <a:pt x="1032190" y="175886"/>
                </a:lnTo>
                <a:lnTo>
                  <a:pt x="1032190" y="31106"/>
                </a:lnTo>
                <a:cubicBezTo>
                  <a:pt x="1032190" y="22800"/>
                  <a:pt x="1028933" y="14983"/>
                  <a:pt x="1023070" y="9120"/>
                </a:cubicBezTo>
                <a:cubicBezTo>
                  <a:pt x="1017207" y="3257"/>
                  <a:pt x="1009227" y="0"/>
                  <a:pt x="1000921" y="163"/>
                </a:cubicBezTo>
                <a:cubicBezTo>
                  <a:pt x="983984" y="326"/>
                  <a:pt x="970467" y="14331"/>
                  <a:pt x="970630" y="31106"/>
                </a:cubicBezTo>
                <a:lnTo>
                  <a:pt x="970630" y="175886"/>
                </a:lnTo>
                <a:lnTo>
                  <a:pt x="861678" y="175886"/>
                </a:lnTo>
                <a:lnTo>
                  <a:pt x="861678" y="31106"/>
                </a:lnTo>
                <a:cubicBezTo>
                  <a:pt x="861841" y="22800"/>
                  <a:pt x="858584" y="14983"/>
                  <a:pt x="852721" y="9120"/>
                </a:cubicBezTo>
                <a:cubicBezTo>
                  <a:pt x="846858" y="3257"/>
                  <a:pt x="838715" y="0"/>
                  <a:pt x="830573" y="163"/>
                </a:cubicBezTo>
                <a:cubicBezTo>
                  <a:pt x="813472" y="326"/>
                  <a:pt x="799955" y="14331"/>
                  <a:pt x="800281" y="31106"/>
                </a:cubicBezTo>
                <a:lnTo>
                  <a:pt x="800281" y="175886"/>
                </a:lnTo>
                <a:lnTo>
                  <a:pt x="691167" y="175886"/>
                </a:lnTo>
                <a:lnTo>
                  <a:pt x="691167" y="31106"/>
                </a:lnTo>
                <a:cubicBezTo>
                  <a:pt x="691329" y="22800"/>
                  <a:pt x="688072" y="14983"/>
                  <a:pt x="682209" y="9120"/>
                </a:cubicBezTo>
                <a:cubicBezTo>
                  <a:pt x="676347" y="3257"/>
                  <a:pt x="668367" y="0"/>
                  <a:pt x="660061" y="163"/>
                </a:cubicBezTo>
                <a:cubicBezTo>
                  <a:pt x="643124" y="326"/>
                  <a:pt x="629607" y="14331"/>
                  <a:pt x="629769" y="31106"/>
                </a:cubicBezTo>
                <a:lnTo>
                  <a:pt x="629769" y="175886"/>
                </a:lnTo>
                <a:lnTo>
                  <a:pt x="520818" y="175886"/>
                </a:lnTo>
                <a:lnTo>
                  <a:pt x="520818" y="31106"/>
                </a:lnTo>
                <a:cubicBezTo>
                  <a:pt x="520818" y="22800"/>
                  <a:pt x="517561" y="14983"/>
                  <a:pt x="511698" y="9120"/>
                </a:cubicBezTo>
                <a:cubicBezTo>
                  <a:pt x="505835" y="3257"/>
                  <a:pt x="497855" y="0"/>
                  <a:pt x="489549" y="163"/>
                </a:cubicBezTo>
                <a:close/>
                <a:moveTo>
                  <a:pt x="255035" y="236957"/>
                </a:moveTo>
                <a:lnTo>
                  <a:pt x="1237390" y="236957"/>
                </a:lnTo>
                <a:cubicBezTo>
                  <a:pt x="1245859" y="236957"/>
                  <a:pt x="1251884" y="242820"/>
                  <a:pt x="1251884" y="251452"/>
                </a:cubicBezTo>
                <a:lnTo>
                  <a:pt x="1251884" y="1228759"/>
                </a:lnTo>
                <a:cubicBezTo>
                  <a:pt x="1251884" y="1237390"/>
                  <a:pt x="1245859" y="1243253"/>
                  <a:pt x="1237390" y="1243253"/>
                </a:cubicBezTo>
                <a:lnTo>
                  <a:pt x="255035" y="1243253"/>
                </a:lnTo>
                <a:cubicBezTo>
                  <a:pt x="246566" y="1243253"/>
                  <a:pt x="240540" y="1237390"/>
                  <a:pt x="240540" y="1228759"/>
                </a:cubicBezTo>
                <a:lnTo>
                  <a:pt x="240540" y="251452"/>
                </a:lnTo>
                <a:cubicBezTo>
                  <a:pt x="240540" y="242820"/>
                  <a:pt x="246566" y="236957"/>
                  <a:pt x="255035" y="236957"/>
                </a:cubicBezTo>
                <a:close/>
                <a:moveTo>
                  <a:pt x="887084" y="303078"/>
                </a:moveTo>
                <a:cubicBezTo>
                  <a:pt x="870147" y="303078"/>
                  <a:pt x="856467" y="316758"/>
                  <a:pt x="856467" y="333695"/>
                </a:cubicBezTo>
                <a:cubicBezTo>
                  <a:pt x="856467" y="350632"/>
                  <a:pt x="870147" y="364312"/>
                  <a:pt x="887084" y="364312"/>
                </a:cubicBezTo>
                <a:lnTo>
                  <a:pt x="1112804" y="364312"/>
                </a:lnTo>
                <a:lnTo>
                  <a:pt x="1112804" y="591661"/>
                </a:lnTo>
                <a:cubicBezTo>
                  <a:pt x="1112479" y="602735"/>
                  <a:pt x="1118341" y="613158"/>
                  <a:pt x="1127950" y="618858"/>
                </a:cubicBezTo>
                <a:cubicBezTo>
                  <a:pt x="1137559" y="624395"/>
                  <a:pt x="1149447" y="624395"/>
                  <a:pt x="1159056" y="618858"/>
                </a:cubicBezTo>
                <a:cubicBezTo>
                  <a:pt x="1168664" y="613158"/>
                  <a:pt x="1174527" y="602735"/>
                  <a:pt x="1174202" y="591661"/>
                </a:cubicBezTo>
                <a:lnTo>
                  <a:pt x="1174202" y="333695"/>
                </a:lnTo>
                <a:cubicBezTo>
                  <a:pt x="1174202" y="325552"/>
                  <a:pt x="1170944" y="317898"/>
                  <a:pt x="1165244" y="312035"/>
                </a:cubicBezTo>
                <a:cubicBezTo>
                  <a:pt x="1159544" y="306335"/>
                  <a:pt x="1151727" y="303078"/>
                  <a:pt x="1143584" y="303078"/>
                </a:cubicBezTo>
                <a:lnTo>
                  <a:pt x="887084" y="303078"/>
                </a:lnTo>
                <a:close/>
                <a:moveTo>
                  <a:pt x="344118" y="304380"/>
                </a:moveTo>
                <a:cubicBezTo>
                  <a:pt x="335975" y="304380"/>
                  <a:pt x="328158" y="307638"/>
                  <a:pt x="322295" y="313338"/>
                </a:cubicBezTo>
                <a:cubicBezTo>
                  <a:pt x="316595" y="319038"/>
                  <a:pt x="313338" y="326855"/>
                  <a:pt x="313338" y="334998"/>
                </a:cubicBezTo>
                <a:lnTo>
                  <a:pt x="313338" y="590358"/>
                </a:lnTo>
                <a:cubicBezTo>
                  <a:pt x="313338" y="607295"/>
                  <a:pt x="327180" y="620975"/>
                  <a:pt x="344118" y="620975"/>
                </a:cubicBezTo>
                <a:cubicBezTo>
                  <a:pt x="361055" y="620975"/>
                  <a:pt x="374735" y="607295"/>
                  <a:pt x="374735" y="590358"/>
                </a:cubicBezTo>
                <a:lnTo>
                  <a:pt x="374735" y="365615"/>
                </a:lnTo>
                <a:lnTo>
                  <a:pt x="603061" y="365615"/>
                </a:lnTo>
                <a:cubicBezTo>
                  <a:pt x="614135" y="365778"/>
                  <a:pt x="624558" y="360078"/>
                  <a:pt x="630258" y="350469"/>
                </a:cubicBezTo>
                <a:cubicBezTo>
                  <a:pt x="635958" y="340860"/>
                  <a:pt x="635958" y="328972"/>
                  <a:pt x="630258" y="319526"/>
                </a:cubicBezTo>
                <a:cubicBezTo>
                  <a:pt x="624558" y="309918"/>
                  <a:pt x="614135" y="304055"/>
                  <a:pt x="603061" y="304380"/>
                </a:cubicBezTo>
                <a:lnTo>
                  <a:pt x="344118" y="304380"/>
                </a:lnTo>
                <a:close/>
                <a:moveTo>
                  <a:pt x="344932" y="854513"/>
                </a:moveTo>
                <a:cubicBezTo>
                  <a:pt x="327995" y="854838"/>
                  <a:pt x="314315" y="868681"/>
                  <a:pt x="314640" y="885455"/>
                </a:cubicBezTo>
                <a:lnTo>
                  <a:pt x="314640" y="1143421"/>
                </a:lnTo>
                <a:cubicBezTo>
                  <a:pt x="314640" y="1160359"/>
                  <a:pt x="328320" y="1174039"/>
                  <a:pt x="345258" y="1174039"/>
                </a:cubicBezTo>
                <a:lnTo>
                  <a:pt x="601758" y="1174039"/>
                </a:lnTo>
                <a:cubicBezTo>
                  <a:pt x="612669" y="1174039"/>
                  <a:pt x="622767" y="1168176"/>
                  <a:pt x="628304" y="1158730"/>
                </a:cubicBezTo>
                <a:cubicBezTo>
                  <a:pt x="633841" y="1149284"/>
                  <a:pt x="633841" y="1137559"/>
                  <a:pt x="628304" y="1128113"/>
                </a:cubicBezTo>
                <a:cubicBezTo>
                  <a:pt x="622767" y="1118667"/>
                  <a:pt x="612669" y="1112804"/>
                  <a:pt x="601758" y="1112804"/>
                </a:cubicBezTo>
                <a:lnTo>
                  <a:pt x="376038" y="1112804"/>
                </a:lnTo>
                <a:lnTo>
                  <a:pt x="376038" y="885455"/>
                </a:lnTo>
                <a:cubicBezTo>
                  <a:pt x="376200" y="877313"/>
                  <a:pt x="372943" y="869333"/>
                  <a:pt x="367080" y="863470"/>
                </a:cubicBezTo>
                <a:cubicBezTo>
                  <a:pt x="361218" y="857607"/>
                  <a:pt x="353238" y="854350"/>
                  <a:pt x="344932" y="854513"/>
                </a:cubicBezTo>
                <a:close/>
                <a:moveTo>
                  <a:pt x="1144399" y="855815"/>
                </a:moveTo>
                <a:cubicBezTo>
                  <a:pt x="1127299" y="855978"/>
                  <a:pt x="1113781" y="869984"/>
                  <a:pt x="1114107" y="886758"/>
                </a:cubicBezTo>
                <a:lnTo>
                  <a:pt x="1114107" y="1111664"/>
                </a:lnTo>
                <a:lnTo>
                  <a:pt x="885781" y="1111664"/>
                </a:lnTo>
                <a:cubicBezTo>
                  <a:pt x="868844" y="1111664"/>
                  <a:pt x="855164" y="1125344"/>
                  <a:pt x="855164" y="1142119"/>
                </a:cubicBezTo>
                <a:cubicBezTo>
                  <a:pt x="855164" y="1159056"/>
                  <a:pt x="868844" y="1172736"/>
                  <a:pt x="885781" y="1172736"/>
                </a:cubicBezTo>
                <a:lnTo>
                  <a:pt x="1144724" y="1172736"/>
                </a:lnTo>
                <a:cubicBezTo>
                  <a:pt x="1161824" y="1172736"/>
                  <a:pt x="1175504" y="1159056"/>
                  <a:pt x="1175504" y="1142119"/>
                </a:cubicBezTo>
                <a:lnTo>
                  <a:pt x="1175504" y="886758"/>
                </a:lnTo>
                <a:cubicBezTo>
                  <a:pt x="1175667" y="878453"/>
                  <a:pt x="1172410" y="870635"/>
                  <a:pt x="1166547" y="864773"/>
                </a:cubicBezTo>
                <a:cubicBezTo>
                  <a:pt x="1160684" y="858910"/>
                  <a:pt x="1152704" y="855653"/>
                  <a:pt x="1144399" y="8558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Text DUT">
            <a:extLst xmlns:a="http://schemas.openxmlformats.org/drawingml/2006/main">
              <a:ext uri="{FF2B5EF4-FFF2-40B4-BE49-F238E27FC236}">
                <a16:creationId xmlns:a16="http://schemas.microsoft.com/office/drawing/2014/main" id="{58C8FA1F-B03D-429D-BF9B-75AAF71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623" y="3580164"/>
            <a:ext cx="511368" cy="178348"/>
          </a:xfrm>
          <a:custGeom xmlns:a="http://schemas.openxmlformats.org/drawingml/2006/main">
            <a:pathLst>
              <a:path w="511368" h="178348">
                <a:moveTo>
                  <a:pt x="18178" y="144281"/>
                </a:moveTo>
                <a:lnTo>
                  <a:pt x="18178" y="29486"/>
                </a:lnTo>
                <a:cubicBezTo>
                  <a:pt x="11976" y="29486"/>
                  <a:pt x="7395" y="28126"/>
                  <a:pt x="4437" y="25407"/>
                </a:cubicBezTo>
                <a:cubicBezTo>
                  <a:pt x="1479" y="22687"/>
                  <a:pt x="0" y="19133"/>
                  <a:pt x="0" y="14743"/>
                </a:cubicBezTo>
                <a:cubicBezTo>
                  <a:pt x="0" y="10354"/>
                  <a:pt x="1503" y="6799"/>
                  <a:pt x="4509" y="4079"/>
                </a:cubicBezTo>
                <a:cubicBezTo>
                  <a:pt x="7515" y="1360"/>
                  <a:pt x="12548" y="0"/>
                  <a:pt x="19610" y="0"/>
                </a:cubicBezTo>
                <a:lnTo>
                  <a:pt x="81015" y="143"/>
                </a:lnTo>
                <a:cubicBezTo>
                  <a:pt x="90558" y="143"/>
                  <a:pt x="99885" y="1910"/>
                  <a:pt x="108998" y="5444"/>
                </a:cubicBezTo>
                <a:cubicBezTo>
                  <a:pt x="118111" y="8977"/>
                  <a:pt x="125435" y="13465"/>
                  <a:pt x="130970" y="18907"/>
                </a:cubicBezTo>
                <a:cubicBezTo>
                  <a:pt x="135168" y="23017"/>
                  <a:pt x="139534" y="28653"/>
                  <a:pt x="144067" y="35815"/>
                </a:cubicBezTo>
                <a:cubicBezTo>
                  <a:pt x="148599" y="42978"/>
                  <a:pt x="152011" y="50093"/>
                  <a:pt x="154301" y="57161"/>
                </a:cubicBezTo>
                <a:cubicBezTo>
                  <a:pt x="156591" y="64225"/>
                  <a:pt x="157736" y="72867"/>
                  <a:pt x="157736" y="83086"/>
                </a:cubicBezTo>
                <a:lnTo>
                  <a:pt x="157736" y="97127"/>
                </a:lnTo>
                <a:cubicBezTo>
                  <a:pt x="157736" y="109541"/>
                  <a:pt x="155637" y="120548"/>
                  <a:pt x="151438" y="130147"/>
                </a:cubicBezTo>
                <a:cubicBezTo>
                  <a:pt x="147240" y="139746"/>
                  <a:pt x="141729" y="147578"/>
                  <a:pt x="134906" y="153643"/>
                </a:cubicBezTo>
                <a:cubicBezTo>
                  <a:pt x="128083" y="159706"/>
                  <a:pt x="121666" y="164170"/>
                  <a:pt x="115654" y="167036"/>
                </a:cubicBezTo>
                <a:cubicBezTo>
                  <a:pt x="106112" y="171524"/>
                  <a:pt x="93754" y="173768"/>
                  <a:pt x="78582" y="173768"/>
                </a:cubicBezTo>
                <a:lnTo>
                  <a:pt x="19610" y="173768"/>
                </a:lnTo>
                <a:cubicBezTo>
                  <a:pt x="12548" y="173768"/>
                  <a:pt x="7515" y="172384"/>
                  <a:pt x="4509" y="169617"/>
                </a:cubicBezTo>
                <a:cubicBezTo>
                  <a:pt x="1503" y="166849"/>
                  <a:pt x="0" y="163271"/>
                  <a:pt x="0" y="158881"/>
                </a:cubicBezTo>
                <a:cubicBezTo>
                  <a:pt x="0" y="154492"/>
                  <a:pt x="1503" y="150961"/>
                  <a:pt x="4509" y="148289"/>
                </a:cubicBezTo>
                <a:cubicBezTo>
                  <a:pt x="7515" y="145617"/>
                  <a:pt x="12071" y="144281"/>
                  <a:pt x="18178" y="144281"/>
                </a:cubicBezTo>
                <a:moveTo>
                  <a:pt x="47521" y="144281"/>
                </a:moveTo>
                <a:lnTo>
                  <a:pt x="78725" y="144281"/>
                </a:lnTo>
                <a:cubicBezTo>
                  <a:pt x="90367" y="144281"/>
                  <a:pt x="99146" y="142612"/>
                  <a:pt x="105062" y="139272"/>
                </a:cubicBezTo>
                <a:cubicBezTo>
                  <a:pt x="112791" y="134882"/>
                  <a:pt x="118612" y="129300"/>
                  <a:pt x="122525" y="122525"/>
                </a:cubicBezTo>
                <a:cubicBezTo>
                  <a:pt x="126437" y="115750"/>
                  <a:pt x="128393" y="106971"/>
                  <a:pt x="128393" y="96188"/>
                </a:cubicBezTo>
                <a:lnTo>
                  <a:pt x="128393" y="82303"/>
                </a:lnTo>
                <a:cubicBezTo>
                  <a:pt x="128393" y="73047"/>
                  <a:pt x="126628" y="64936"/>
                  <a:pt x="123097" y="57970"/>
                </a:cubicBezTo>
                <a:cubicBezTo>
                  <a:pt x="117563" y="47092"/>
                  <a:pt x="111336" y="39625"/>
                  <a:pt x="104418" y="35569"/>
                </a:cubicBezTo>
                <a:cubicBezTo>
                  <a:pt x="97500" y="31514"/>
                  <a:pt x="88840" y="29486"/>
                  <a:pt x="78439" y="29486"/>
                </a:cubicBezTo>
                <a:lnTo>
                  <a:pt x="47521" y="29486"/>
                </a:lnTo>
                <a:lnTo>
                  <a:pt x="47521" y="144281"/>
                </a:lnTo>
                <a:close/>
                <a:moveTo>
                  <a:pt x="326751" y="29772"/>
                </a:moveTo>
                <a:lnTo>
                  <a:pt x="326751" y="113015"/>
                </a:lnTo>
                <a:cubicBezTo>
                  <a:pt x="326751" y="131164"/>
                  <a:pt x="320238" y="146590"/>
                  <a:pt x="307212" y="159293"/>
                </a:cubicBezTo>
                <a:cubicBezTo>
                  <a:pt x="294187" y="171996"/>
                  <a:pt x="278514" y="178348"/>
                  <a:pt x="260192" y="178348"/>
                </a:cubicBezTo>
                <a:cubicBezTo>
                  <a:pt x="251127" y="178348"/>
                  <a:pt x="242610" y="176748"/>
                  <a:pt x="234642" y="173548"/>
                </a:cubicBezTo>
                <a:cubicBezTo>
                  <a:pt x="226674" y="170349"/>
                  <a:pt x="219518" y="165645"/>
                  <a:pt x="213172" y="159436"/>
                </a:cubicBezTo>
                <a:cubicBezTo>
                  <a:pt x="206826" y="153227"/>
                  <a:pt x="201888" y="146757"/>
                  <a:pt x="198357" y="140023"/>
                </a:cubicBezTo>
                <a:cubicBezTo>
                  <a:pt x="194827" y="133290"/>
                  <a:pt x="193061" y="124287"/>
                  <a:pt x="193061" y="113015"/>
                </a:cubicBezTo>
                <a:lnTo>
                  <a:pt x="193061" y="29772"/>
                </a:lnTo>
                <a:cubicBezTo>
                  <a:pt x="186859" y="29772"/>
                  <a:pt x="182278" y="28389"/>
                  <a:pt x="179320" y="25621"/>
                </a:cubicBezTo>
                <a:cubicBezTo>
                  <a:pt x="176362" y="22854"/>
                  <a:pt x="174883" y="19276"/>
                  <a:pt x="174883" y="14886"/>
                </a:cubicBezTo>
                <a:cubicBezTo>
                  <a:pt x="174883" y="10497"/>
                  <a:pt x="176362" y="6966"/>
                  <a:pt x="179320" y="4294"/>
                </a:cubicBezTo>
                <a:cubicBezTo>
                  <a:pt x="182278" y="1622"/>
                  <a:pt x="187336" y="286"/>
                  <a:pt x="194493" y="286"/>
                </a:cubicBezTo>
                <a:lnTo>
                  <a:pt x="232996" y="0"/>
                </a:lnTo>
                <a:cubicBezTo>
                  <a:pt x="240058" y="0"/>
                  <a:pt x="245091" y="1360"/>
                  <a:pt x="248097" y="4079"/>
                </a:cubicBezTo>
                <a:cubicBezTo>
                  <a:pt x="251103" y="6799"/>
                  <a:pt x="252606" y="10354"/>
                  <a:pt x="252606" y="14743"/>
                </a:cubicBezTo>
                <a:cubicBezTo>
                  <a:pt x="252606" y="19133"/>
                  <a:pt x="251103" y="22687"/>
                  <a:pt x="248097" y="25407"/>
                </a:cubicBezTo>
                <a:cubicBezTo>
                  <a:pt x="245091" y="28126"/>
                  <a:pt x="240058" y="29486"/>
                  <a:pt x="232996" y="29486"/>
                </a:cubicBezTo>
                <a:lnTo>
                  <a:pt x="222404" y="29486"/>
                </a:lnTo>
                <a:lnTo>
                  <a:pt x="222404" y="115431"/>
                </a:lnTo>
                <a:cubicBezTo>
                  <a:pt x="222404" y="124230"/>
                  <a:pt x="226054" y="132003"/>
                  <a:pt x="233354" y="138748"/>
                </a:cubicBezTo>
                <a:cubicBezTo>
                  <a:pt x="240654" y="145491"/>
                  <a:pt x="249457" y="148862"/>
                  <a:pt x="259763" y="148862"/>
                </a:cubicBezTo>
                <a:cubicBezTo>
                  <a:pt x="266633" y="148862"/>
                  <a:pt x="273074" y="147237"/>
                  <a:pt x="279086" y="143986"/>
                </a:cubicBezTo>
                <a:cubicBezTo>
                  <a:pt x="285098" y="140733"/>
                  <a:pt x="290012" y="135997"/>
                  <a:pt x="293829" y="129780"/>
                </a:cubicBezTo>
                <a:cubicBezTo>
                  <a:pt x="296215" y="125859"/>
                  <a:pt x="297408" y="121075"/>
                  <a:pt x="297408" y="115431"/>
                </a:cubicBezTo>
                <a:lnTo>
                  <a:pt x="297408" y="29486"/>
                </a:lnTo>
                <a:lnTo>
                  <a:pt x="286816" y="29486"/>
                </a:lnTo>
                <a:cubicBezTo>
                  <a:pt x="279754" y="29486"/>
                  <a:pt x="274720" y="28126"/>
                  <a:pt x="271715" y="25407"/>
                </a:cubicBezTo>
                <a:cubicBezTo>
                  <a:pt x="268709" y="22687"/>
                  <a:pt x="267206" y="19133"/>
                  <a:pt x="267206" y="14743"/>
                </a:cubicBezTo>
                <a:cubicBezTo>
                  <a:pt x="267206" y="10354"/>
                  <a:pt x="268709" y="6799"/>
                  <a:pt x="271715" y="4079"/>
                </a:cubicBezTo>
                <a:cubicBezTo>
                  <a:pt x="274720" y="1360"/>
                  <a:pt x="279754" y="0"/>
                  <a:pt x="286816" y="0"/>
                </a:cubicBezTo>
                <a:lnTo>
                  <a:pt x="325319" y="286"/>
                </a:lnTo>
                <a:cubicBezTo>
                  <a:pt x="332381" y="286"/>
                  <a:pt x="337414" y="1622"/>
                  <a:pt x="340420" y="4294"/>
                </a:cubicBezTo>
                <a:cubicBezTo>
                  <a:pt x="343426" y="6966"/>
                  <a:pt x="344929" y="10497"/>
                  <a:pt x="344929" y="14886"/>
                </a:cubicBezTo>
                <a:cubicBezTo>
                  <a:pt x="344929" y="19276"/>
                  <a:pt x="343450" y="22854"/>
                  <a:pt x="340492" y="25621"/>
                </a:cubicBezTo>
                <a:cubicBezTo>
                  <a:pt x="337534" y="28389"/>
                  <a:pt x="332953" y="29772"/>
                  <a:pt x="326751" y="29772"/>
                </a:cubicBezTo>
                <a:close/>
                <a:moveTo>
                  <a:pt x="449820" y="29486"/>
                </a:moveTo>
                <a:lnTo>
                  <a:pt x="449820" y="144281"/>
                </a:lnTo>
                <a:lnTo>
                  <a:pt x="469572" y="144281"/>
                </a:lnTo>
                <a:cubicBezTo>
                  <a:pt x="476634" y="144281"/>
                  <a:pt x="481667" y="145641"/>
                  <a:pt x="484673" y="148361"/>
                </a:cubicBezTo>
                <a:cubicBezTo>
                  <a:pt x="487679" y="151080"/>
                  <a:pt x="489182" y="154635"/>
                  <a:pt x="489182" y="159024"/>
                </a:cubicBezTo>
                <a:cubicBezTo>
                  <a:pt x="489182" y="163414"/>
                  <a:pt x="487679" y="166969"/>
                  <a:pt x="484673" y="169688"/>
                </a:cubicBezTo>
                <a:cubicBezTo>
                  <a:pt x="481667" y="172408"/>
                  <a:pt x="476634" y="173768"/>
                  <a:pt x="469572" y="173768"/>
                </a:cubicBezTo>
                <a:lnTo>
                  <a:pt x="400867" y="173768"/>
                </a:lnTo>
                <a:cubicBezTo>
                  <a:pt x="393805" y="173768"/>
                  <a:pt x="388772" y="172384"/>
                  <a:pt x="385766" y="169617"/>
                </a:cubicBezTo>
                <a:cubicBezTo>
                  <a:pt x="382760" y="166849"/>
                  <a:pt x="381257" y="163271"/>
                  <a:pt x="381257" y="158881"/>
                </a:cubicBezTo>
                <a:cubicBezTo>
                  <a:pt x="381257" y="154492"/>
                  <a:pt x="382760" y="150961"/>
                  <a:pt x="385766" y="148289"/>
                </a:cubicBezTo>
                <a:cubicBezTo>
                  <a:pt x="388772" y="145617"/>
                  <a:pt x="393805" y="144281"/>
                  <a:pt x="400867" y="144281"/>
                </a:cubicBezTo>
                <a:lnTo>
                  <a:pt x="420477" y="144281"/>
                </a:lnTo>
                <a:lnTo>
                  <a:pt x="420477" y="29486"/>
                </a:lnTo>
                <a:lnTo>
                  <a:pt x="388700" y="29486"/>
                </a:lnTo>
                <a:lnTo>
                  <a:pt x="388700" y="57255"/>
                </a:lnTo>
                <a:cubicBezTo>
                  <a:pt x="388700" y="64602"/>
                  <a:pt x="387340" y="69779"/>
                  <a:pt x="384621" y="72785"/>
                </a:cubicBezTo>
                <a:cubicBezTo>
                  <a:pt x="381901" y="75791"/>
                  <a:pt x="378347" y="77294"/>
                  <a:pt x="373957" y="77294"/>
                </a:cubicBezTo>
                <a:cubicBezTo>
                  <a:pt x="369663" y="77294"/>
                  <a:pt x="366156" y="75791"/>
                  <a:pt x="363437" y="72785"/>
                </a:cubicBezTo>
                <a:cubicBezTo>
                  <a:pt x="360717" y="69779"/>
                  <a:pt x="359357" y="64602"/>
                  <a:pt x="359357" y="57255"/>
                </a:cubicBezTo>
                <a:lnTo>
                  <a:pt x="359357" y="0"/>
                </a:lnTo>
                <a:lnTo>
                  <a:pt x="511368" y="0"/>
                </a:lnTo>
                <a:lnTo>
                  <a:pt x="511368" y="57255"/>
                </a:lnTo>
                <a:cubicBezTo>
                  <a:pt x="511368" y="64602"/>
                  <a:pt x="510008" y="69779"/>
                  <a:pt x="507289" y="72785"/>
                </a:cubicBezTo>
                <a:cubicBezTo>
                  <a:pt x="504569" y="75791"/>
                  <a:pt x="501015" y="77294"/>
                  <a:pt x="496625" y="77294"/>
                </a:cubicBezTo>
                <a:cubicBezTo>
                  <a:pt x="492331" y="77294"/>
                  <a:pt x="488824" y="75791"/>
                  <a:pt x="486105" y="72785"/>
                </a:cubicBezTo>
                <a:cubicBezTo>
                  <a:pt x="483385" y="69779"/>
                  <a:pt x="482025" y="64602"/>
                  <a:pt x="482025" y="57255"/>
                </a:cubicBezTo>
                <a:lnTo>
                  <a:pt x="482025" y="29486"/>
                </a:lnTo>
                <a:lnTo>
                  <a:pt x="449820" y="29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S">
            <a:extLst xmlns:a="http://schemas.openxmlformats.org/drawingml/2006/main">
              <a:ext uri="{FF2B5EF4-FFF2-40B4-BE49-F238E27FC236}">
                <a16:creationId xmlns:a16="http://schemas.microsoft.com/office/drawing/2014/main" id="{FE0F4526-84FE-41DA-8B6A-E8EAA7E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83" y="3261277"/>
            <a:ext cx="202681" cy="136123"/>
          </a:xfrm>
          <a:custGeom xmlns:a="http://schemas.openxmlformats.org/drawingml/2006/main">
            <a:pathLst>
              <a:path w="202681" h="136123">
                <a:moveTo>
                  <a:pt x="0" y="13598"/>
                </a:moveTo>
                <a:lnTo>
                  <a:pt x="64698" y="12023"/>
                </a:lnTo>
                <a:lnTo>
                  <a:pt x="64698" y="17892"/>
                </a:lnTo>
                <a:cubicBezTo>
                  <a:pt x="48517" y="20659"/>
                  <a:pt x="35502" y="27458"/>
                  <a:pt x="25653" y="38289"/>
                </a:cubicBezTo>
                <a:cubicBezTo>
                  <a:pt x="15803" y="49120"/>
                  <a:pt x="10878" y="60833"/>
                  <a:pt x="10878" y="73429"/>
                </a:cubicBezTo>
                <a:cubicBezTo>
                  <a:pt x="10878" y="83162"/>
                  <a:pt x="13471" y="90868"/>
                  <a:pt x="18657" y="96545"/>
                </a:cubicBezTo>
                <a:cubicBezTo>
                  <a:pt x="23840" y="102223"/>
                  <a:pt x="29808" y="105062"/>
                  <a:pt x="36562" y="105062"/>
                </a:cubicBezTo>
                <a:cubicBezTo>
                  <a:pt x="40842" y="105062"/>
                  <a:pt x="44647" y="104060"/>
                  <a:pt x="47978" y="102056"/>
                </a:cubicBezTo>
                <a:cubicBezTo>
                  <a:pt x="52448" y="99289"/>
                  <a:pt x="56870" y="94852"/>
                  <a:pt x="61244" y="88745"/>
                </a:cubicBezTo>
                <a:cubicBezTo>
                  <a:pt x="64385" y="84260"/>
                  <a:pt x="69950" y="73906"/>
                  <a:pt x="77942" y="57684"/>
                </a:cubicBezTo>
                <a:cubicBezTo>
                  <a:pt x="89071" y="34973"/>
                  <a:pt x="99584" y="19657"/>
                  <a:pt x="109481" y="11737"/>
                </a:cubicBezTo>
                <a:cubicBezTo>
                  <a:pt x="119376" y="3912"/>
                  <a:pt x="130698" y="0"/>
                  <a:pt x="143449" y="0"/>
                </a:cubicBezTo>
                <a:cubicBezTo>
                  <a:pt x="159624" y="0"/>
                  <a:pt x="173539" y="6322"/>
                  <a:pt x="185196" y="18966"/>
                </a:cubicBezTo>
                <a:cubicBezTo>
                  <a:pt x="196853" y="31609"/>
                  <a:pt x="202681" y="47664"/>
                  <a:pt x="202681" y="67131"/>
                </a:cubicBezTo>
                <a:cubicBezTo>
                  <a:pt x="202681" y="73238"/>
                  <a:pt x="202061" y="79011"/>
                  <a:pt x="200820" y="84450"/>
                </a:cubicBezTo>
                <a:cubicBezTo>
                  <a:pt x="199580" y="89890"/>
                  <a:pt x="197242" y="96712"/>
                  <a:pt x="193807" y="104919"/>
                </a:cubicBezTo>
                <a:cubicBezTo>
                  <a:pt x="191898" y="109499"/>
                  <a:pt x="190944" y="113269"/>
                  <a:pt x="190944" y="116227"/>
                </a:cubicBezTo>
                <a:cubicBezTo>
                  <a:pt x="190944" y="118708"/>
                  <a:pt x="191910" y="121332"/>
                  <a:pt x="193842" y="124099"/>
                </a:cubicBezTo>
                <a:cubicBezTo>
                  <a:pt x="195775" y="126867"/>
                  <a:pt x="198721" y="129109"/>
                  <a:pt x="202681" y="130827"/>
                </a:cubicBezTo>
                <a:lnTo>
                  <a:pt x="202681" y="136123"/>
                </a:lnTo>
                <a:lnTo>
                  <a:pt x="129395" y="136123"/>
                </a:lnTo>
                <a:lnTo>
                  <a:pt x="129395" y="130827"/>
                </a:lnTo>
                <a:cubicBezTo>
                  <a:pt x="149959" y="126628"/>
                  <a:pt x="165645" y="118541"/>
                  <a:pt x="176451" y="106565"/>
                </a:cubicBezTo>
                <a:cubicBezTo>
                  <a:pt x="187258" y="94589"/>
                  <a:pt x="192662" y="81683"/>
                  <a:pt x="192662" y="67847"/>
                </a:cubicBezTo>
                <a:cubicBezTo>
                  <a:pt x="192662" y="57159"/>
                  <a:pt x="189760" y="48643"/>
                  <a:pt x="183957" y="42297"/>
                </a:cubicBezTo>
                <a:cubicBezTo>
                  <a:pt x="178154" y="35951"/>
                  <a:pt x="171400" y="32778"/>
                  <a:pt x="163694" y="32778"/>
                </a:cubicBezTo>
                <a:cubicBezTo>
                  <a:pt x="159129" y="32778"/>
                  <a:pt x="154707" y="33995"/>
                  <a:pt x="150427" y="36428"/>
                </a:cubicBezTo>
                <a:cubicBezTo>
                  <a:pt x="146145" y="38862"/>
                  <a:pt x="142078" y="42559"/>
                  <a:pt x="138225" y="47521"/>
                </a:cubicBezTo>
                <a:cubicBezTo>
                  <a:pt x="134372" y="52483"/>
                  <a:pt x="129355" y="61262"/>
                  <a:pt x="123173" y="73858"/>
                </a:cubicBezTo>
                <a:cubicBezTo>
                  <a:pt x="114517" y="91512"/>
                  <a:pt x="107139" y="104203"/>
                  <a:pt x="101041" y="111933"/>
                </a:cubicBezTo>
                <a:cubicBezTo>
                  <a:pt x="94943" y="119662"/>
                  <a:pt x="88130" y="125602"/>
                  <a:pt x="80604" y="129753"/>
                </a:cubicBezTo>
                <a:cubicBezTo>
                  <a:pt x="73077" y="133904"/>
                  <a:pt x="64789" y="135980"/>
                  <a:pt x="55738" y="135980"/>
                </a:cubicBezTo>
                <a:cubicBezTo>
                  <a:pt x="40303" y="135980"/>
                  <a:pt x="27156" y="130302"/>
                  <a:pt x="16295" y="118946"/>
                </a:cubicBezTo>
                <a:cubicBezTo>
                  <a:pt x="5432" y="107591"/>
                  <a:pt x="0" y="93277"/>
                  <a:pt x="0" y="76005"/>
                </a:cubicBezTo>
                <a:cubicBezTo>
                  <a:pt x="0" y="69707"/>
                  <a:pt x="772" y="63600"/>
                  <a:pt x="2317" y="57684"/>
                </a:cubicBezTo>
                <a:cubicBezTo>
                  <a:pt x="3474" y="53199"/>
                  <a:pt x="5620" y="47736"/>
                  <a:pt x="8754" y="41295"/>
                </a:cubicBezTo>
                <a:cubicBezTo>
                  <a:pt x="11888" y="34854"/>
                  <a:pt x="13455" y="30345"/>
                  <a:pt x="13455" y="27768"/>
                </a:cubicBezTo>
                <a:cubicBezTo>
                  <a:pt x="13455" y="25287"/>
                  <a:pt x="12684" y="23331"/>
                  <a:pt x="11142" y="21900"/>
                </a:cubicBezTo>
                <a:cubicBezTo>
                  <a:pt x="9598" y="20469"/>
                  <a:pt x="5883" y="19133"/>
                  <a:pt x="0" y="17892"/>
                </a:cubicBezTo>
                <a:lnTo>
                  <a:pt x="0" y="13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Text E">
            <a:extLst xmlns:a="http://schemas.openxmlformats.org/drawingml/2006/main">
              <a:ext uri="{FF2B5EF4-FFF2-40B4-BE49-F238E27FC236}">
                <a16:creationId xmlns:a16="http://schemas.microsoft.com/office/drawing/2014/main" id="{67848AFA-D455-4215-9D55-18DB126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3067229"/>
            <a:ext cx="194093" cy="176487"/>
          </a:xfrm>
          <a:custGeom xmlns:a="http://schemas.openxmlformats.org/drawingml/2006/main">
            <a:pathLst>
              <a:path w="194093" h="176487">
                <a:moveTo>
                  <a:pt x="11165" y="102486"/>
                </a:moveTo>
                <a:lnTo>
                  <a:pt x="89890" y="102486"/>
                </a:lnTo>
                <a:lnTo>
                  <a:pt x="89890" y="98621"/>
                </a:lnTo>
                <a:cubicBezTo>
                  <a:pt x="89890" y="86311"/>
                  <a:pt x="86025" y="77389"/>
                  <a:pt x="78296" y="71854"/>
                </a:cubicBezTo>
                <a:cubicBezTo>
                  <a:pt x="70566" y="66320"/>
                  <a:pt x="59163" y="62789"/>
                  <a:pt x="44086" y="61262"/>
                </a:cubicBezTo>
                <a:lnTo>
                  <a:pt x="44086" y="55823"/>
                </a:lnTo>
                <a:lnTo>
                  <a:pt x="145999" y="55823"/>
                </a:lnTo>
                <a:lnTo>
                  <a:pt x="145999" y="61262"/>
                </a:lnTo>
                <a:cubicBezTo>
                  <a:pt x="134894" y="62407"/>
                  <a:pt x="125800" y="64817"/>
                  <a:pt x="118718" y="68491"/>
                </a:cubicBezTo>
                <a:cubicBezTo>
                  <a:pt x="111633" y="72165"/>
                  <a:pt x="106871" y="76435"/>
                  <a:pt x="104431" y="81301"/>
                </a:cubicBezTo>
                <a:cubicBezTo>
                  <a:pt x="101989" y="86168"/>
                  <a:pt x="100768" y="93229"/>
                  <a:pt x="100768" y="102486"/>
                </a:cubicBezTo>
                <a:lnTo>
                  <a:pt x="155446" y="102486"/>
                </a:lnTo>
                <a:cubicBezTo>
                  <a:pt x="166134" y="102486"/>
                  <a:pt x="172670" y="102032"/>
                  <a:pt x="175056" y="101126"/>
                </a:cubicBezTo>
                <a:cubicBezTo>
                  <a:pt x="177441" y="100219"/>
                  <a:pt x="179398" y="98526"/>
                  <a:pt x="180924" y="96044"/>
                </a:cubicBezTo>
                <a:cubicBezTo>
                  <a:pt x="182451" y="93563"/>
                  <a:pt x="183215" y="89556"/>
                  <a:pt x="183215" y="84021"/>
                </a:cubicBezTo>
                <a:lnTo>
                  <a:pt x="183215" y="72427"/>
                </a:lnTo>
                <a:cubicBezTo>
                  <a:pt x="183215" y="54296"/>
                  <a:pt x="179040" y="39768"/>
                  <a:pt x="170690" y="28842"/>
                </a:cubicBezTo>
                <a:cubicBezTo>
                  <a:pt x="162340" y="17916"/>
                  <a:pt x="149577" y="10067"/>
                  <a:pt x="132401" y="5296"/>
                </a:cubicBezTo>
                <a:lnTo>
                  <a:pt x="132401" y="0"/>
                </a:lnTo>
                <a:lnTo>
                  <a:pt x="194093" y="8731"/>
                </a:lnTo>
                <a:lnTo>
                  <a:pt x="194093" y="176487"/>
                </a:lnTo>
                <a:lnTo>
                  <a:pt x="188940" y="176487"/>
                </a:lnTo>
                <a:lnTo>
                  <a:pt x="188940" y="170046"/>
                </a:lnTo>
                <a:cubicBezTo>
                  <a:pt x="188940" y="164416"/>
                  <a:pt x="187934" y="159883"/>
                  <a:pt x="185921" y="156448"/>
                </a:cubicBezTo>
                <a:cubicBezTo>
                  <a:pt x="184576" y="153967"/>
                  <a:pt x="182274" y="152059"/>
                  <a:pt x="179014" y="150723"/>
                </a:cubicBezTo>
                <a:cubicBezTo>
                  <a:pt x="176712" y="149673"/>
                  <a:pt x="170669" y="149148"/>
                  <a:pt x="160885" y="149148"/>
                </a:cubicBezTo>
                <a:lnTo>
                  <a:pt x="33208" y="149148"/>
                </a:lnTo>
                <a:cubicBezTo>
                  <a:pt x="24384" y="149148"/>
                  <a:pt x="18964" y="149387"/>
                  <a:pt x="16948" y="149864"/>
                </a:cubicBezTo>
                <a:cubicBezTo>
                  <a:pt x="13593" y="150818"/>
                  <a:pt x="11005" y="152583"/>
                  <a:pt x="9183" y="155160"/>
                </a:cubicBezTo>
                <a:cubicBezTo>
                  <a:pt x="6496" y="158786"/>
                  <a:pt x="5153" y="163748"/>
                  <a:pt x="5153" y="170046"/>
                </a:cubicBezTo>
                <a:lnTo>
                  <a:pt x="5153" y="176487"/>
                </a:lnTo>
                <a:lnTo>
                  <a:pt x="0" y="176487"/>
                </a:lnTo>
                <a:lnTo>
                  <a:pt x="0" y="14027"/>
                </a:lnTo>
                <a:lnTo>
                  <a:pt x="57541" y="14027"/>
                </a:lnTo>
                <a:lnTo>
                  <a:pt x="57541" y="19467"/>
                </a:lnTo>
                <a:cubicBezTo>
                  <a:pt x="43469" y="22234"/>
                  <a:pt x="33370" y="26122"/>
                  <a:pt x="27245" y="31132"/>
                </a:cubicBezTo>
                <a:cubicBezTo>
                  <a:pt x="21120" y="36142"/>
                  <a:pt x="16622" y="43227"/>
                  <a:pt x="13750" y="52388"/>
                </a:cubicBezTo>
                <a:cubicBezTo>
                  <a:pt x="12026" y="57732"/>
                  <a:pt x="11165" y="67751"/>
                  <a:pt x="11165" y="82447"/>
                </a:cubicBezTo>
                <a:lnTo>
                  <a:pt x="11165" y="102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E">
            <a:extLst xmlns:a="http://schemas.openxmlformats.org/drawingml/2006/main">
              <a:ext uri="{FF2B5EF4-FFF2-40B4-BE49-F238E27FC236}">
                <a16:creationId xmlns:a16="http://schemas.microsoft.com/office/drawing/2014/main" id="{6DC7B5BA-0177-438B-8340-7B3DE33B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2871702"/>
            <a:ext cx="194093" cy="176487"/>
          </a:xfrm>
          <a:custGeom xmlns:a="http://schemas.openxmlformats.org/drawingml/2006/main">
            <a:pathLst>
              <a:path w="194093" h="176487">
                <a:moveTo>
                  <a:pt x="11165" y="102486"/>
                </a:moveTo>
                <a:lnTo>
                  <a:pt x="89890" y="102486"/>
                </a:lnTo>
                <a:lnTo>
                  <a:pt x="89890" y="98621"/>
                </a:lnTo>
                <a:cubicBezTo>
                  <a:pt x="89890" y="86311"/>
                  <a:pt x="86025" y="77389"/>
                  <a:pt x="78296" y="71854"/>
                </a:cubicBezTo>
                <a:cubicBezTo>
                  <a:pt x="70566" y="66320"/>
                  <a:pt x="59163" y="62789"/>
                  <a:pt x="44086" y="61262"/>
                </a:cubicBezTo>
                <a:lnTo>
                  <a:pt x="44086" y="55823"/>
                </a:lnTo>
                <a:lnTo>
                  <a:pt x="145999" y="55823"/>
                </a:lnTo>
                <a:lnTo>
                  <a:pt x="145999" y="61262"/>
                </a:lnTo>
                <a:cubicBezTo>
                  <a:pt x="134894" y="62407"/>
                  <a:pt x="125800" y="64817"/>
                  <a:pt x="118718" y="68491"/>
                </a:cubicBezTo>
                <a:cubicBezTo>
                  <a:pt x="111633" y="72165"/>
                  <a:pt x="106871" y="76435"/>
                  <a:pt x="104431" y="81301"/>
                </a:cubicBezTo>
                <a:cubicBezTo>
                  <a:pt x="101989" y="86168"/>
                  <a:pt x="100768" y="93229"/>
                  <a:pt x="100768" y="102486"/>
                </a:cubicBezTo>
                <a:lnTo>
                  <a:pt x="155446" y="102486"/>
                </a:lnTo>
                <a:cubicBezTo>
                  <a:pt x="166134" y="102486"/>
                  <a:pt x="172670" y="102032"/>
                  <a:pt x="175056" y="101126"/>
                </a:cubicBezTo>
                <a:cubicBezTo>
                  <a:pt x="177441" y="100219"/>
                  <a:pt x="179398" y="98526"/>
                  <a:pt x="180924" y="96044"/>
                </a:cubicBezTo>
                <a:cubicBezTo>
                  <a:pt x="182451" y="93563"/>
                  <a:pt x="183215" y="89556"/>
                  <a:pt x="183215" y="84021"/>
                </a:cubicBezTo>
                <a:lnTo>
                  <a:pt x="183215" y="72427"/>
                </a:lnTo>
                <a:cubicBezTo>
                  <a:pt x="183215" y="54296"/>
                  <a:pt x="179040" y="39768"/>
                  <a:pt x="170690" y="28842"/>
                </a:cubicBezTo>
                <a:cubicBezTo>
                  <a:pt x="162340" y="17916"/>
                  <a:pt x="149577" y="10067"/>
                  <a:pt x="132401" y="5296"/>
                </a:cubicBezTo>
                <a:lnTo>
                  <a:pt x="132401" y="0"/>
                </a:lnTo>
                <a:lnTo>
                  <a:pt x="194093" y="8731"/>
                </a:lnTo>
                <a:lnTo>
                  <a:pt x="194093" y="176487"/>
                </a:lnTo>
                <a:lnTo>
                  <a:pt x="188940" y="176487"/>
                </a:lnTo>
                <a:lnTo>
                  <a:pt x="188940" y="170046"/>
                </a:lnTo>
                <a:cubicBezTo>
                  <a:pt x="188940" y="164416"/>
                  <a:pt x="187934" y="159883"/>
                  <a:pt x="185921" y="156448"/>
                </a:cubicBezTo>
                <a:cubicBezTo>
                  <a:pt x="184576" y="153967"/>
                  <a:pt x="182274" y="152059"/>
                  <a:pt x="179014" y="150723"/>
                </a:cubicBezTo>
                <a:cubicBezTo>
                  <a:pt x="176712" y="149673"/>
                  <a:pt x="170669" y="149148"/>
                  <a:pt x="160885" y="149148"/>
                </a:cubicBezTo>
                <a:lnTo>
                  <a:pt x="33208" y="149148"/>
                </a:lnTo>
                <a:cubicBezTo>
                  <a:pt x="24384" y="149148"/>
                  <a:pt x="18964" y="149387"/>
                  <a:pt x="16948" y="149864"/>
                </a:cubicBezTo>
                <a:cubicBezTo>
                  <a:pt x="13593" y="150818"/>
                  <a:pt x="11005" y="152583"/>
                  <a:pt x="9183" y="155160"/>
                </a:cubicBezTo>
                <a:cubicBezTo>
                  <a:pt x="6496" y="158786"/>
                  <a:pt x="5153" y="163748"/>
                  <a:pt x="5153" y="170046"/>
                </a:cubicBezTo>
                <a:lnTo>
                  <a:pt x="5153" y="176487"/>
                </a:lnTo>
                <a:lnTo>
                  <a:pt x="0" y="176487"/>
                </a:lnTo>
                <a:lnTo>
                  <a:pt x="0" y="14027"/>
                </a:lnTo>
                <a:lnTo>
                  <a:pt x="57541" y="14027"/>
                </a:lnTo>
                <a:lnTo>
                  <a:pt x="57541" y="19467"/>
                </a:lnTo>
                <a:cubicBezTo>
                  <a:pt x="43469" y="22234"/>
                  <a:pt x="33370" y="26122"/>
                  <a:pt x="27245" y="31132"/>
                </a:cubicBezTo>
                <a:cubicBezTo>
                  <a:pt x="21120" y="36142"/>
                  <a:pt x="16622" y="43227"/>
                  <a:pt x="13750" y="52388"/>
                </a:cubicBezTo>
                <a:cubicBezTo>
                  <a:pt x="12026" y="57732"/>
                  <a:pt x="11165" y="67751"/>
                  <a:pt x="11165" y="82447"/>
                </a:cubicBezTo>
                <a:lnTo>
                  <a:pt x="11165" y="102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D">
            <a:extLst xmlns:a="http://schemas.openxmlformats.org/drawingml/2006/main">
              <a:ext uri="{FF2B5EF4-FFF2-40B4-BE49-F238E27FC236}">
                <a16:creationId xmlns:a16="http://schemas.microsoft.com/office/drawing/2014/main" id="{CF4D4110-6173-4E9A-8D61-13D8680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2659143"/>
            <a:ext cx="194093" cy="195524"/>
          </a:xfrm>
          <a:custGeom xmlns:a="http://schemas.openxmlformats.org/drawingml/2006/main">
            <a:pathLst>
              <a:path w="194093" h="195524">
                <a:moveTo>
                  <a:pt x="194093" y="195524"/>
                </a:moveTo>
                <a:lnTo>
                  <a:pt x="188940" y="195524"/>
                </a:lnTo>
                <a:lnTo>
                  <a:pt x="188940" y="189083"/>
                </a:lnTo>
                <a:cubicBezTo>
                  <a:pt x="188940" y="183453"/>
                  <a:pt x="188053" y="179135"/>
                  <a:pt x="186279" y="176129"/>
                </a:cubicBezTo>
                <a:cubicBezTo>
                  <a:pt x="184504" y="173123"/>
                  <a:pt x="182083" y="170905"/>
                  <a:pt x="179014" y="169473"/>
                </a:cubicBezTo>
                <a:cubicBezTo>
                  <a:pt x="176999" y="168615"/>
                  <a:pt x="170955" y="168185"/>
                  <a:pt x="160885" y="168185"/>
                </a:cubicBezTo>
                <a:lnTo>
                  <a:pt x="33208" y="168185"/>
                </a:lnTo>
                <a:cubicBezTo>
                  <a:pt x="23233" y="168185"/>
                  <a:pt x="16999" y="168710"/>
                  <a:pt x="14506" y="169760"/>
                </a:cubicBezTo>
                <a:cubicBezTo>
                  <a:pt x="12010" y="170809"/>
                  <a:pt x="9827" y="172933"/>
                  <a:pt x="7957" y="176129"/>
                </a:cubicBezTo>
                <a:cubicBezTo>
                  <a:pt x="6088" y="179326"/>
                  <a:pt x="5153" y="183644"/>
                  <a:pt x="5153" y="189083"/>
                </a:cubicBezTo>
                <a:lnTo>
                  <a:pt x="5153" y="195524"/>
                </a:lnTo>
                <a:lnTo>
                  <a:pt x="0" y="195524"/>
                </a:lnTo>
                <a:lnTo>
                  <a:pt x="0" y="108640"/>
                </a:lnTo>
                <a:cubicBezTo>
                  <a:pt x="0" y="85452"/>
                  <a:pt x="3149" y="66797"/>
                  <a:pt x="9447" y="52674"/>
                </a:cubicBezTo>
                <a:cubicBezTo>
                  <a:pt x="17176" y="35402"/>
                  <a:pt x="28866" y="22305"/>
                  <a:pt x="44515" y="13383"/>
                </a:cubicBezTo>
                <a:cubicBezTo>
                  <a:pt x="60165" y="4461"/>
                  <a:pt x="77866" y="0"/>
                  <a:pt x="97619" y="0"/>
                </a:cubicBezTo>
                <a:cubicBezTo>
                  <a:pt x="111265" y="0"/>
                  <a:pt x="123837" y="2195"/>
                  <a:pt x="135335" y="6584"/>
                </a:cubicBezTo>
                <a:cubicBezTo>
                  <a:pt x="146834" y="10974"/>
                  <a:pt x="156329" y="16652"/>
                  <a:pt x="163820" y="23617"/>
                </a:cubicBezTo>
                <a:cubicBezTo>
                  <a:pt x="171310" y="30583"/>
                  <a:pt x="177322" y="38623"/>
                  <a:pt x="181855" y="47736"/>
                </a:cubicBezTo>
                <a:cubicBezTo>
                  <a:pt x="186387" y="56849"/>
                  <a:pt x="189894" y="67990"/>
                  <a:pt x="192375" y="81158"/>
                </a:cubicBezTo>
                <a:cubicBezTo>
                  <a:pt x="193520" y="86979"/>
                  <a:pt x="194093" y="96140"/>
                  <a:pt x="194093" y="108640"/>
                </a:cubicBezTo>
                <a:lnTo>
                  <a:pt x="194093" y="195524"/>
                </a:lnTo>
                <a:moveTo>
                  <a:pt x="10878" y="121523"/>
                </a:moveTo>
                <a:lnTo>
                  <a:pt x="162191" y="121523"/>
                </a:lnTo>
                <a:cubicBezTo>
                  <a:pt x="170201" y="121523"/>
                  <a:pt x="175112" y="121141"/>
                  <a:pt x="176925" y="120378"/>
                </a:cubicBezTo>
                <a:cubicBezTo>
                  <a:pt x="178736" y="119614"/>
                  <a:pt x="180116" y="118326"/>
                  <a:pt x="181067" y="116513"/>
                </a:cubicBezTo>
                <a:cubicBezTo>
                  <a:pt x="182499" y="113937"/>
                  <a:pt x="183215" y="110215"/>
                  <a:pt x="183215" y="105348"/>
                </a:cubicBezTo>
                <a:cubicBezTo>
                  <a:pt x="183215" y="89413"/>
                  <a:pt x="177780" y="77246"/>
                  <a:pt x="166910" y="68849"/>
                </a:cubicBezTo>
                <a:cubicBezTo>
                  <a:pt x="152227" y="57398"/>
                  <a:pt x="129440" y="51672"/>
                  <a:pt x="98549" y="51672"/>
                </a:cubicBezTo>
                <a:cubicBezTo>
                  <a:pt x="73665" y="51672"/>
                  <a:pt x="53785" y="55585"/>
                  <a:pt x="38911" y="63409"/>
                </a:cubicBezTo>
                <a:cubicBezTo>
                  <a:pt x="27278" y="69612"/>
                  <a:pt x="19364" y="77580"/>
                  <a:pt x="15168" y="87313"/>
                </a:cubicBezTo>
                <a:cubicBezTo>
                  <a:pt x="12213" y="94184"/>
                  <a:pt x="10783" y="105587"/>
                  <a:pt x="10878" y="1215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Text G">
            <a:extLst xmlns:a="http://schemas.openxmlformats.org/drawingml/2006/main">
              <a:ext uri="{FF2B5EF4-FFF2-40B4-BE49-F238E27FC236}">
                <a16:creationId xmlns:a16="http://schemas.microsoft.com/office/drawing/2014/main" id="{B7216B06-F411-4DEF-BB13-F741DD6B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83" y="2348586"/>
            <a:ext cx="202681" cy="213130"/>
          </a:xfrm>
          <a:custGeom xmlns:a="http://schemas.openxmlformats.org/drawingml/2006/main">
            <a:pathLst>
              <a:path w="202681" h="213130">
                <a:moveTo>
                  <a:pt x="0" y="22759"/>
                </a:moveTo>
                <a:lnTo>
                  <a:pt x="68419" y="22759"/>
                </a:lnTo>
                <a:lnTo>
                  <a:pt x="68419" y="28055"/>
                </a:lnTo>
                <a:cubicBezTo>
                  <a:pt x="49808" y="34448"/>
                  <a:pt x="35662" y="44038"/>
                  <a:pt x="25979" y="56825"/>
                </a:cubicBezTo>
                <a:cubicBezTo>
                  <a:pt x="16294" y="69612"/>
                  <a:pt x="11451" y="83592"/>
                  <a:pt x="11451" y="98764"/>
                </a:cubicBezTo>
                <a:cubicBezTo>
                  <a:pt x="11451" y="113269"/>
                  <a:pt x="15514" y="125340"/>
                  <a:pt x="23640" y="134978"/>
                </a:cubicBezTo>
                <a:cubicBezTo>
                  <a:pt x="31766" y="144615"/>
                  <a:pt x="43100" y="151438"/>
                  <a:pt x="57644" y="155446"/>
                </a:cubicBezTo>
                <a:cubicBezTo>
                  <a:pt x="72187" y="159454"/>
                  <a:pt x="87109" y="161458"/>
                  <a:pt x="102410" y="161458"/>
                </a:cubicBezTo>
                <a:cubicBezTo>
                  <a:pt x="120946" y="161458"/>
                  <a:pt x="137199" y="159263"/>
                  <a:pt x="151170" y="154874"/>
                </a:cubicBezTo>
                <a:cubicBezTo>
                  <a:pt x="165141" y="150484"/>
                  <a:pt x="175406" y="143399"/>
                  <a:pt x="181967" y="133618"/>
                </a:cubicBezTo>
                <a:cubicBezTo>
                  <a:pt x="188524" y="123837"/>
                  <a:pt x="191803" y="112219"/>
                  <a:pt x="191803" y="98764"/>
                </a:cubicBezTo>
                <a:cubicBezTo>
                  <a:pt x="191803" y="94088"/>
                  <a:pt x="191303" y="89293"/>
                  <a:pt x="190304" y="84379"/>
                </a:cubicBezTo>
                <a:cubicBezTo>
                  <a:pt x="189302" y="79465"/>
                  <a:pt x="187849" y="74431"/>
                  <a:pt x="185943" y="69278"/>
                </a:cubicBezTo>
                <a:lnTo>
                  <a:pt x="145713" y="69278"/>
                </a:lnTo>
                <a:cubicBezTo>
                  <a:pt x="138031" y="69278"/>
                  <a:pt x="133063" y="69803"/>
                  <a:pt x="130809" y="70852"/>
                </a:cubicBezTo>
                <a:cubicBezTo>
                  <a:pt x="128551" y="71902"/>
                  <a:pt x="126512" y="74073"/>
                  <a:pt x="124690" y="77365"/>
                </a:cubicBezTo>
                <a:cubicBezTo>
                  <a:pt x="122865" y="80657"/>
                  <a:pt x="121952" y="84641"/>
                  <a:pt x="121952" y="89317"/>
                </a:cubicBezTo>
                <a:lnTo>
                  <a:pt x="121952" y="94327"/>
                </a:lnTo>
                <a:lnTo>
                  <a:pt x="116799" y="94327"/>
                </a:lnTo>
                <a:lnTo>
                  <a:pt x="116799" y="0"/>
                </a:lnTo>
                <a:lnTo>
                  <a:pt x="121952" y="0"/>
                </a:lnTo>
                <a:cubicBezTo>
                  <a:pt x="122432" y="7157"/>
                  <a:pt x="123416" y="12143"/>
                  <a:pt x="124904" y="14958"/>
                </a:cubicBezTo>
                <a:cubicBezTo>
                  <a:pt x="126392" y="17773"/>
                  <a:pt x="128864" y="19944"/>
                  <a:pt x="132321" y="21470"/>
                </a:cubicBezTo>
                <a:cubicBezTo>
                  <a:pt x="134146" y="22329"/>
                  <a:pt x="138610" y="22759"/>
                  <a:pt x="145713" y="22759"/>
                </a:cubicBezTo>
                <a:lnTo>
                  <a:pt x="185943" y="22759"/>
                </a:lnTo>
                <a:cubicBezTo>
                  <a:pt x="191475" y="35164"/>
                  <a:pt x="195647" y="48070"/>
                  <a:pt x="198459" y="61477"/>
                </a:cubicBezTo>
                <a:cubicBezTo>
                  <a:pt x="201274" y="74884"/>
                  <a:pt x="202681" y="88792"/>
                  <a:pt x="202681" y="103201"/>
                </a:cubicBezTo>
                <a:cubicBezTo>
                  <a:pt x="202681" y="121618"/>
                  <a:pt x="200184" y="136910"/>
                  <a:pt x="195189" y="149076"/>
                </a:cubicBezTo>
                <a:cubicBezTo>
                  <a:pt x="190191" y="161243"/>
                  <a:pt x="183625" y="171978"/>
                  <a:pt x="175490" y="181282"/>
                </a:cubicBezTo>
                <a:cubicBezTo>
                  <a:pt x="167355" y="190586"/>
                  <a:pt x="158197" y="197862"/>
                  <a:pt x="148016" y="203110"/>
                </a:cubicBezTo>
                <a:cubicBezTo>
                  <a:pt x="134884" y="209790"/>
                  <a:pt x="120181" y="213130"/>
                  <a:pt x="103908" y="213130"/>
                </a:cubicBezTo>
                <a:cubicBezTo>
                  <a:pt x="74792" y="213130"/>
                  <a:pt x="50195" y="202872"/>
                  <a:pt x="30117" y="182356"/>
                </a:cubicBezTo>
                <a:cubicBezTo>
                  <a:pt x="10039" y="161839"/>
                  <a:pt x="0" y="136027"/>
                  <a:pt x="0" y="104919"/>
                </a:cubicBezTo>
                <a:cubicBezTo>
                  <a:pt x="0" y="95281"/>
                  <a:pt x="771" y="86597"/>
                  <a:pt x="2313" y="78868"/>
                </a:cubicBezTo>
                <a:cubicBezTo>
                  <a:pt x="3085" y="74669"/>
                  <a:pt x="5278" y="67870"/>
                  <a:pt x="8892" y="58471"/>
                </a:cubicBezTo>
                <a:cubicBezTo>
                  <a:pt x="12507" y="49072"/>
                  <a:pt x="14314" y="43513"/>
                  <a:pt x="14314" y="41796"/>
                </a:cubicBezTo>
                <a:cubicBezTo>
                  <a:pt x="14314" y="39124"/>
                  <a:pt x="13316" y="36643"/>
                  <a:pt x="11321" y="34353"/>
                </a:cubicBezTo>
                <a:cubicBezTo>
                  <a:pt x="9323" y="32063"/>
                  <a:pt x="5550" y="29963"/>
                  <a:pt x="0" y="28055"/>
                </a:cubicBezTo>
                <a:lnTo>
                  <a:pt x="0" y="22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Text E">
            <a:extLst xmlns:a="http://schemas.openxmlformats.org/drawingml/2006/main">
              <a:ext uri="{FF2B5EF4-FFF2-40B4-BE49-F238E27FC236}">
                <a16:creationId xmlns:a16="http://schemas.microsoft.com/office/drawing/2014/main" id="{E8DDDA07-856B-4A9D-A182-BAB62EF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2163175"/>
            <a:ext cx="194093" cy="176487"/>
          </a:xfrm>
          <a:custGeom xmlns:a="http://schemas.openxmlformats.org/drawingml/2006/main">
            <a:pathLst>
              <a:path w="194093" h="176487">
                <a:moveTo>
                  <a:pt x="11165" y="102486"/>
                </a:moveTo>
                <a:lnTo>
                  <a:pt x="89890" y="102486"/>
                </a:lnTo>
                <a:lnTo>
                  <a:pt x="89890" y="98621"/>
                </a:lnTo>
                <a:cubicBezTo>
                  <a:pt x="89890" y="86311"/>
                  <a:pt x="86025" y="77389"/>
                  <a:pt x="78296" y="71854"/>
                </a:cubicBezTo>
                <a:cubicBezTo>
                  <a:pt x="70566" y="66320"/>
                  <a:pt x="59163" y="62789"/>
                  <a:pt x="44086" y="61262"/>
                </a:cubicBezTo>
                <a:lnTo>
                  <a:pt x="44086" y="55823"/>
                </a:lnTo>
                <a:lnTo>
                  <a:pt x="145999" y="55823"/>
                </a:lnTo>
                <a:lnTo>
                  <a:pt x="145999" y="61262"/>
                </a:lnTo>
                <a:cubicBezTo>
                  <a:pt x="134894" y="62407"/>
                  <a:pt x="125800" y="64817"/>
                  <a:pt x="118718" y="68491"/>
                </a:cubicBezTo>
                <a:cubicBezTo>
                  <a:pt x="111633" y="72165"/>
                  <a:pt x="106871" y="76435"/>
                  <a:pt x="104431" y="81301"/>
                </a:cubicBezTo>
                <a:cubicBezTo>
                  <a:pt x="101989" y="86168"/>
                  <a:pt x="100768" y="93229"/>
                  <a:pt x="100768" y="102486"/>
                </a:cubicBezTo>
                <a:lnTo>
                  <a:pt x="155446" y="102486"/>
                </a:lnTo>
                <a:cubicBezTo>
                  <a:pt x="166134" y="102486"/>
                  <a:pt x="172670" y="102032"/>
                  <a:pt x="175056" y="101126"/>
                </a:cubicBezTo>
                <a:cubicBezTo>
                  <a:pt x="177441" y="100219"/>
                  <a:pt x="179398" y="98526"/>
                  <a:pt x="180924" y="96044"/>
                </a:cubicBezTo>
                <a:cubicBezTo>
                  <a:pt x="182451" y="93563"/>
                  <a:pt x="183215" y="89556"/>
                  <a:pt x="183215" y="84021"/>
                </a:cubicBezTo>
                <a:lnTo>
                  <a:pt x="183215" y="72427"/>
                </a:lnTo>
                <a:cubicBezTo>
                  <a:pt x="183215" y="54296"/>
                  <a:pt x="179040" y="39768"/>
                  <a:pt x="170690" y="28842"/>
                </a:cubicBezTo>
                <a:cubicBezTo>
                  <a:pt x="162340" y="17916"/>
                  <a:pt x="149577" y="10067"/>
                  <a:pt x="132401" y="5296"/>
                </a:cubicBezTo>
                <a:lnTo>
                  <a:pt x="132401" y="0"/>
                </a:lnTo>
                <a:lnTo>
                  <a:pt x="194093" y="8731"/>
                </a:lnTo>
                <a:lnTo>
                  <a:pt x="194093" y="176487"/>
                </a:lnTo>
                <a:lnTo>
                  <a:pt x="188940" y="176487"/>
                </a:lnTo>
                <a:lnTo>
                  <a:pt x="188940" y="170046"/>
                </a:lnTo>
                <a:cubicBezTo>
                  <a:pt x="188940" y="164416"/>
                  <a:pt x="187934" y="159883"/>
                  <a:pt x="185921" y="156448"/>
                </a:cubicBezTo>
                <a:cubicBezTo>
                  <a:pt x="184576" y="153967"/>
                  <a:pt x="182274" y="152059"/>
                  <a:pt x="179014" y="150723"/>
                </a:cubicBezTo>
                <a:cubicBezTo>
                  <a:pt x="176712" y="149673"/>
                  <a:pt x="170669" y="149148"/>
                  <a:pt x="160885" y="149148"/>
                </a:cubicBezTo>
                <a:lnTo>
                  <a:pt x="33208" y="149148"/>
                </a:lnTo>
                <a:cubicBezTo>
                  <a:pt x="24384" y="149148"/>
                  <a:pt x="18964" y="149387"/>
                  <a:pt x="16948" y="149864"/>
                </a:cubicBezTo>
                <a:cubicBezTo>
                  <a:pt x="13593" y="150818"/>
                  <a:pt x="11005" y="152583"/>
                  <a:pt x="9183" y="155160"/>
                </a:cubicBezTo>
                <a:cubicBezTo>
                  <a:pt x="6496" y="158786"/>
                  <a:pt x="5153" y="163748"/>
                  <a:pt x="5153" y="170046"/>
                </a:cubicBezTo>
                <a:lnTo>
                  <a:pt x="5153" y="176487"/>
                </a:lnTo>
                <a:lnTo>
                  <a:pt x="0" y="176487"/>
                </a:lnTo>
                <a:lnTo>
                  <a:pt x="0" y="14027"/>
                </a:lnTo>
                <a:lnTo>
                  <a:pt x="57541" y="14027"/>
                </a:lnTo>
                <a:lnTo>
                  <a:pt x="57541" y="19467"/>
                </a:lnTo>
                <a:cubicBezTo>
                  <a:pt x="43469" y="22234"/>
                  <a:pt x="33370" y="26122"/>
                  <a:pt x="27245" y="31132"/>
                </a:cubicBezTo>
                <a:cubicBezTo>
                  <a:pt x="21120" y="36142"/>
                  <a:pt x="16622" y="43227"/>
                  <a:pt x="13750" y="52388"/>
                </a:cubicBezTo>
                <a:cubicBezTo>
                  <a:pt x="12026" y="57732"/>
                  <a:pt x="11165" y="67751"/>
                  <a:pt x="11165" y="82447"/>
                </a:cubicBezTo>
                <a:lnTo>
                  <a:pt x="11165" y="102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N">
            <a:extLst xmlns:a="http://schemas.openxmlformats.org/drawingml/2006/main">
              <a:ext uri="{FF2B5EF4-FFF2-40B4-BE49-F238E27FC236}">
                <a16:creationId xmlns:a16="http://schemas.microsoft.com/office/drawing/2014/main" id="{60E76502-A5FC-43BC-99B3-7A2865EE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1945176"/>
            <a:ext cx="198387" cy="200677"/>
          </a:xfrm>
          <a:custGeom xmlns:a="http://schemas.openxmlformats.org/drawingml/2006/main">
            <a:pathLst>
              <a:path w="198387" h="200677">
                <a:moveTo>
                  <a:pt x="0" y="131829"/>
                </a:moveTo>
                <a:lnTo>
                  <a:pt x="120136" y="36070"/>
                </a:lnTo>
                <a:lnTo>
                  <a:pt x="36929" y="36070"/>
                </a:lnTo>
                <a:cubicBezTo>
                  <a:pt x="25234" y="36070"/>
                  <a:pt x="17325" y="37740"/>
                  <a:pt x="13204" y="41080"/>
                </a:cubicBezTo>
                <a:cubicBezTo>
                  <a:pt x="7646" y="45660"/>
                  <a:pt x="4962" y="53342"/>
                  <a:pt x="5153" y="64125"/>
                </a:cubicBezTo>
                <a:lnTo>
                  <a:pt x="0" y="64125"/>
                </a:lnTo>
                <a:lnTo>
                  <a:pt x="0" y="0"/>
                </a:lnTo>
                <a:lnTo>
                  <a:pt x="5153" y="0"/>
                </a:lnTo>
                <a:cubicBezTo>
                  <a:pt x="6209" y="8206"/>
                  <a:pt x="7576" y="13717"/>
                  <a:pt x="9255" y="16532"/>
                </a:cubicBezTo>
                <a:cubicBezTo>
                  <a:pt x="10931" y="19347"/>
                  <a:pt x="13662" y="21542"/>
                  <a:pt x="17449" y="23117"/>
                </a:cubicBezTo>
                <a:cubicBezTo>
                  <a:pt x="21233" y="24691"/>
                  <a:pt x="27727" y="25478"/>
                  <a:pt x="36929" y="25478"/>
                </a:cubicBezTo>
                <a:lnTo>
                  <a:pt x="198387" y="25478"/>
                </a:lnTo>
                <a:lnTo>
                  <a:pt x="198387" y="30345"/>
                </a:lnTo>
                <a:lnTo>
                  <a:pt x="36674" y="161601"/>
                </a:lnTo>
                <a:lnTo>
                  <a:pt x="160313" y="161601"/>
                </a:lnTo>
                <a:cubicBezTo>
                  <a:pt x="171534" y="161601"/>
                  <a:pt x="179111" y="159048"/>
                  <a:pt x="183045" y="153943"/>
                </a:cubicBezTo>
                <a:cubicBezTo>
                  <a:pt x="186975" y="148838"/>
                  <a:pt x="188940" y="142993"/>
                  <a:pt x="188940" y="136409"/>
                </a:cubicBezTo>
                <a:lnTo>
                  <a:pt x="188940" y="131829"/>
                </a:lnTo>
                <a:lnTo>
                  <a:pt x="194093" y="131829"/>
                </a:lnTo>
                <a:lnTo>
                  <a:pt x="194093" y="200677"/>
                </a:lnTo>
                <a:lnTo>
                  <a:pt x="188940" y="200677"/>
                </a:lnTo>
                <a:cubicBezTo>
                  <a:pt x="188845" y="189990"/>
                  <a:pt x="186639" y="182547"/>
                  <a:pt x="182324" y="178348"/>
                </a:cubicBezTo>
                <a:cubicBezTo>
                  <a:pt x="178006" y="174149"/>
                  <a:pt x="170669" y="172050"/>
                  <a:pt x="160313" y="172050"/>
                </a:cubicBezTo>
                <a:lnTo>
                  <a:pt x="23309" y="172050"/>
                </a:lnTo>
                <a:lnTo>
                  <a:pt x="18178" y="176201"/>
                </a:lnTo>
                <a:cubicBezTo>
                  <a:pt x="12969" y="180304"/>
                  <a:pt x="9544" y="183930"/>
                  <a:pt x="7904" y="187079"/>
                </a:cubicBezTo>
                <a:cubicBezTo>
                  <a:pt x="6264" y="190228"/>
                  <a:pt x="5347" y="194761"/>
                  <a:pt x="5153" y="200677"/>
                </a:cubicBezTo>
                <a:lnTo>
                  <a:pt x="0" y="200677"/>
                </a:lnTo>
                <a:lnTo>
                  <a:pt x="0" y="131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E">
            <a:extLst xmlns:a="http://schemas.openxmlformats.org/drawingml/2006/main">
              <a:ext uri="{FF2B5EF4-FFF2-40B4-BE49-F238E27FC236}">
                <a16:creationId xmlns:a16="http://schemas.microsoft.com/office/drawing/2014/main" id="{7BF85627-7049-4A4D-9F7D-F048D3F4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1755999"/>
            <a:ext cx="194093" cy="176487"/>
          </a:xfrm>
          <a:custGeom xmlns:a="http://schemas.openxmlformats.org/drawingml/2006/main">
            <a:pathLst>
              <a:path w="194093" h="176487">
                <a:moveTo>
                  <a:pt x="11165" y="102486"/>
                </a:moveTo>
                <a:lnTo>
                  <a:pt x="89890" y="102486"/>
                </a:lnTo>
                <a:lnTo>
                  <a:pt x="89890" y="98621"/>
                </a:lnTo>
                <a:cubicBezTo>
                  <a:pt x="89890" y="86311"/>
                  <a:pt x="86025" y="77389"/>
                  <a:pt x="78296" y="71854"/>
                </a:cubicBezTo>
                <a:cubicBezTo>
                  <a:pt x="70566" y="66320"/>
                  <a:pt x="59163" y="62789"/>
                  <a:pt x="44086" y="61262"/>
                </a:cubicBezTo>
                <a:lnTo>
                  <a:pt x="44086" y="55823"/>
                </a:lnTo>
                <a:lnTo>
                  <a:pt x="145999" y="55823"/>
                </a:lnTo>
                <a:lnTo>
                  <a:pt x="145999" y="61262"/>
                </a:lnTo>
                <a:cubicBezTo>
                  <a:pt x="134894" y="62407"/>
                  <a:pt x="125800" y="64817"/>
                  <a:pt x="118718" y="68491"/>
                </a:cubicBezTo>
                <a:cubicBezTo>
                  <a:pt x="111633" y="72165"/>
                  <a:pt x="106871" y="76435"/>
                  <a:pt x="104431" y="81301"/>
                </a:cubicBezTo>
                <a:cubicBezTo>
                  <a:pt x="101989" y="86168"/>
                  <a:pt x="100768" y="93229"/>
                  <a:pt x="100768" y="102486"/>
                </a:cubicBezTo>
                <a:lnTo>
                  <a:pt x="155446" y="102486"/>
                </a:lnTo>
                <a:cubicBezTo>
                  <a:pt x="166134" y="102486"/>
                  <a:pt x="172670" y="102032"/>
                  <a:pt x="175056" y="101126"/>
                </a:cubicBezTo>
                <a:cubicBezTo>
                  <a:pt x="177441" y="100219"/>
                  <a:pt x="179398" y="98526"/>
                  <a:pt x="180924" y="96044"/>
                </a:cubicBezTo>
                <a:cubicBezTo>
                  <a:pt x="182451" y="93563"/>
                  <a:pt x="183215" y="89556"/>
                  <a:pt x="183215" y="84021"/>
                </a:cubicBezTo>
                <a:lnTo>
                  <a:pt x="183215" y="72427"/>
                </a:lnTo>
                <a:cubicBezTo>
                  <a:pt x="183215" y="54296"/>
                  <a:pt x="179040" y="39768"/>
                  <a:pt x="170690" y="28842"/>
                </a:cubicBezTo>
                <a:cubicBezTo>
                  <a:pt x="162340" y="17916"/>
                  <a:pt x="149577" y="10067"/>
                  <a:pt x="132401" y="5296"/>
                </a:cubicBezTo>
                <a:lnTo>
                  <a:pt x="132401" y="0"/>
                </a:lnTo>
                <a:lnTo>
                  <a:pt x="194093" y="8731"/>
                </a:lnTo>
                <a:lnTo>
                  <a:pt x="194093" y="176487"/>
                </a:lnTo>
                <a:lnTo>
                  <a:pt x="188940" y="176487"/>
                </a:lnTo>
                <a:lnTo>
                  <a:pt x="188940" y="170046"/>
                </a:lnTo>
                <a:cubicBezTo>
                  <a:pt x="188940" y="164416"/>
                  <a:pt x="187934" y="159883"/>
                  <a:pt x="185921" y="156448"/>
                </a:cubicBezTo>
                <a:cubicBezTo>
                  <a:pt x="184576" y="153967"/>
                  <a:pt x="182274" y="152059"/>
                  <a:pt x="179014" y="150723"/>
                </a:cubicBezTo>
                <a:cubicBezTo>
                  <a:pt x="176712" y="149673"/>
                  <a:pt x="170669" y="149148"/>
                  <a:pt x="160885" y="149148"/>
                </a:cubicBezTo>
                <a:lnTo>
                  <a:pt x="33208" y="149148"/>
                </a:lnTo>
                <a:cubicBezTo>
                  <a:pt x="24384" y="149148"/>
                  <a:pt x="18964" y="149387"/>
                  <a:pt x="16948" y="149864"/>
                </a:cubicBezTo>
                <a:cubicBezTo>
                  <a:pt x="13593" y="150818"/>
                  <a:pt x="11005" y="152583"/>
                  <a:pt x="9183" y="155160"/>
                </a:cubicBezTo>
                <a:cubicBezTo>
                  <a:pt x="6496" y="158786"/>
                  <a:pt x="5153" y="163748"/>
                  <a:pt x="5153" y="170046"/>
                </a:cubicBezTo>
                <a:lnTo>
                  <a:pt x="5153" y="176487"/>
                </a:lnTo>
                <a:lnTo>
                  <a:pt x="0" y="176487"/>
                </a:lnTo>
                <a:lnTo>
                  <a:pt x="0" y="14027"/>
                </a:lnTo>
                <a:lnTo>
                  <a:pt x="57541" y="14027"/>
                </a:lnTo>
                <a:lnTo>
                  <a:pt x="57541" y="19467"/>
                </a:lnTo>
                <a:cubicBezTo>
                  <a:pt x="43469" y="22234"/>
                  <a:pt x="33370" y="26122"/>
                  <a:pt x="27245" y="31132"/>
                </a:cubicBezTo>
                <a:cubicBezTo>
                  <a:pt x="21120" y="36142"/>
                  <a:pt x="16622" y="43227"/>
                  <a:pt x="13750" y="52388"/>
                </a:cubicBezTo>
                <a:cubicBezTo>
                  <a:pt x="12026" y="57732"/>
                  <a:pt x="11165" y="67751"/>
                  <a:pt x="11165" y="82447"/>
                </a:cubicBezTo>
                <a:lnTo>
                  <a:pt x="11165" y="102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Text R">
            <a:extLst xmlns:a="http://schemas.openxmlformats.org/drawingml/2006/main">
              <a:ext uri="{FF2B5EF4-FFF2-40B4-BE49-F238E27FC236}">
                <a16:creationId xmlns:a16="http://schemas.microsoft.com/office/drawing/2014/main" id="{90525CDF-BD3F-44B7-87B7-B6E0AE79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1528553"/>
            <a:ext cx="194093" cy="208836"/>
          </a:xfrm>
          <a:custGeom xmlns:a="http://schemas.openxmlformats.org/drawingml/2006/main">
            <a:pathLst>
              <a:path w="194093" h="208836">
                <a:moveTo>
                  <a:pt x="105635" y="136409"/>
                </a:moveTo>
                <a:lnTo>
                  <a:pt x="160313" y="136409"/>
                </a:lnTo>
                <a:cubicBezTo>
                  <a:pt x="170756" y="136409"/>
                  <a:pt x="177331" y="135765"/>
                  <a:pt x="180039" y="134477"/>
                </a:cubicBezTo>
                <a:cubicBezTo>
                  <a:pt x="182743" y="133188"/>
                  <a:pt x="184904" y="130922"/>
                  <a:pt x="186520" y="127678"/>
                </a:cubicBezTo>
                <a:cubicBezTo>
                  <a:pt x="188133" y="124433"/>
                  <a:pt x="188940" y="118374"/>
                  <a:pt x="188940" y="109499"/>
                </a:cubicBezTo>
                <a:lnTo>
                  <a:pt x="194093" y="109499"/>
                </a:lnTo>
                <a:lnTo>
                  <a:pt x="194093" y="208836"/>
                </a:lnTo>
                <a:lnTo>
                  <a:pt x="188940" y="208836"/>
                </a:lnTo>
                <a:cubicBezTo>
                  <a:pt x="188940" y="199866"/>
                  <a:pt x="188109" y="193783"/>
                  <a:pt x="186449" y="190586"/>
                </a:cubicBezTo>
                <a:cubicBezTo>
                  <a:pt x="184788" y="187389"/>
                  <a:pt x="182627" y="185147"/>
                  <a:pt x="179967" y="183859"/>
                </a:cubicBezTo>
                <a:cubicBezTo>
                  <a:pt x="177307" y="182570"/>
                  <a:pt x="170756" y="181926"/>
                  <a:pt x="160313" y="181926"/>
                </a:cubicBezTo>
                <a:lnTo>
                  <a:pt x="33780" y="181926"/>
                </a:lnTo>
                <a:cubicBezTo>
                  <a:pt x="23337" y="181926"/>
                  <a:pt x="16763" y="182570"/>
                  <a:pt x="14059" y="183859"/>
                </a:cubicBezTo>
                <a:cubicBezTo>
                  <a:pt x="11351" y="185147"/>
                  <a:pt x="9191" y="187413"/>
                  <a:pt x="7577" y="190658"/>
                </a:cubicBezTo>
                <a:cubicBezTo>
                  <a:pt x="5961" y="193902"/>
                  <a:pt x="5153" y="199961"/>
                  <a:pt x="5153" y="208836"/>
                </a:cubicBezTo>
                <a:lnTo>
                  <a:pt x="0" y="208836"/>
                </a:lnTo>
                <a:lnTo>
                  <a:pt x="0" y="118660"/>
                </a:lnTo>
                <a:cubicBezTo>
                  <a:pt x="0" y="95186"/>
                  <a:pt x="1621" y="78009"/>
                  <a:pt x="4862" y="67131"/>
                </a:cubicBezTo>
                <a:cubicBezTo>
                  <a:pt x="8104" y="56253"/>
                  <a:pt x="14086" y="47378"/>
                  <a:pt x="22808" y="40508"/>
                </a:cubicBezTo>
                <a:cubicBezTo>
                  <a:pt x="31530" y="33637"/>
                  <a:pt x="41754" y="30202"/>
                  <a:pt x="53479" y="30202"/>
                </a:cubicBezTo>
                <a:cubicBezTo>
                  <a:pt x="67781" y="30202"/>
                  <a:pt x="79603" y="35355"/>
                  <a:pt x="88946" y="45661"/>
                </a:cubicBezTo>
                <a:cubicBezTo>
                  <a:pt x="94856" y="52245"/>
                  <a:pt x="99289" y="61453"/>
                  <a:pt x="102244" y="73286"/>
                </a:cubicBezTo>
                <a:lnTo>
                  <a:pt x="168105" y="26623"/>
                </a:lnTo>
                <a:cubicBezTo>
                  <a:pt x="176514" y="20516"/>
                  <a:pt x="181758" y="16174"/>
                  <a:pt x="183836" y="13598"/>
                </a:cubicBezTo>
                <a:cubicBezTo>
                  <a:pt x="186765" y="9686"/>
                  <a:pt x="188370" y="5153"/>
                  <a:pt x="188654" y="0"/>
                </a:cubicBezTo>
                <a:lnTo>
                  <a:pt x="194093" y="0"/>
                </a:lnTo>
                <a:lnTo>
                  <a:pt x="194093" y="61119"/>
                </a:lnTo>
                <a:lnTo>
                  <a:pt x="105635" y="123670"/>
                </a:lnTo>
                <a:lnTo>
                  <a:pt x="105635" y="136409"/>
                </a:lnTo>
                <a:moveTo>
                  <a:pt x="10878" y="136409"/>
                </a:moveTo>
                <a:lnTo>
                  <a:pt x="95329" y="136409"/>
                </a:lnTo>
                <a:lnTo>
                  <a:pt x="95329" y="128250"/>
                </a:lnTo>
                <a:cubicBezTo>
                  <a:pt x="95329" y="114986"/>
                  <a:pt x="94121" y="105062"/>
                  <a:pt x="91706" y="98478"/>
                </a:cubicBezTo>
                <a:cubicBezTo>
                  <a:pt x="89287" y="91894"/>
                  <a:pt x="84928" y="86717"/>
                  <a:pt x="78627" y="82948"/>
                </a:cubicBezTo>
                <a:cubicBezTo>
                  <a:pt x="72323" y="79178"/>
                  <a:pt x="64100" y="77294"/>
                  <a:pt x="53958" y="77294"/>
                </a:cubicBezTo>
                <a:cubicBezTo>
                  <a:pt x="39266" y="77294"/>
                  <a:pt x="28413" y="80753"/>
                  <a:pt x="21399" y="87671"/>
                </a:cubicBezTo>
                <a:cubicBezTo>
                  <a:pt x="14385" y="94589"/>
                  <a:pt x="10878" y="105730"/>
                  <a:pt x="10878" y="121093"/>
                </a:cubicBezTo>
                <a:lnTo>
                  <a:pt x="10878" y="1364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Text A">
            <a:extLst xmlns:a="http://schemas.openxmlformats.org/drawingml/2006/main">
              <a:ext uri="{FF2B5EF4-FFF2-40B4-BE49-F238E27FC236}">
                <a16:creationId xmlns:a16="http://schemas.microsoft.com/office/drawing/2014/main" id="{1D9496C6-CEFF-4BEE-9991-DEB67F4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83" y="1322772"/>
            <a:ext cx="198387" cy="206116"/>
          </a:xfrm>
          <a:custGeom xmlns:a="http://schemas.openxmlformats.org/drawingml/2006/main">
            <a:pathLst>
              <a:path w="198387" h="206116">
                <a:moveTo>
                  <a:pt x="142850" y="86454"/>
                </a:moveTo>
                <a:lnTo>
                  <a:pt x="142850" y="155017"/>
                </a:lnTo>
                <a:lnTo>
                  <a:pt x="161838" y="163175"/>
                </a:lnTo>
                <a:cubicBezTo>
                  <a:pt x="168205" y="165847"/>
                  <a:pt x="173462" y="167183"/>
                  <a:pt x="177610" y="167183"/>
                </a:cubicBezTo>
                <a:cubicBezTo>
                  <a:pt x="183106" y="167183"/>
                  <a:pt x="187157" y="164988"/>
                  <a:pt x="189763" y="160599"/>
                </a:cubicBezTo>
                <a:cubicBezTo>
                  <a:pt x="191305" y="158023"/>
                  <a:pt x="192462" y="151677"/>
                  <a:pt x="193234" y="141562"/>
                </a:cubicBezTo>
                <a:lnTo>
                  <a:pt x="198387" y="141562"/>
                </a:lnTo>
                <a:lnTo>
                  <a:pt x="198387" y="206116"/>
                </a:lnTo>
                <a:lnTo>
                  <a:pt x="193234" y="206116"/>
                </a:lnTo>
                <a:cubicBezTo>
                  <a:pt x="192175" y="199150"/>
                  <a:pt x="189262" y="193425"/>
                  <a:pt x="184494" y="188940"/>
                </a:cubicBezTo>
                <a:cubicBezTo>
                  <a:pt x="179723" y="184455"/>
                  <a:pt x="169870" y="178920"/>
                  <a:pt x="154936" y="172336"/>
                </a:cubicBezTo>
                <a:lnTo>
                  <a:pt x="0" y="102915"/>
                </a:lnTo>
                <a:lnTo>
                  <a:pt x="0" y="100195"/>
                </a:lnTo>
                <a:lnTo>
                  <a:pt x="159253" y="30202"/>
                </a:lnTo>
                <a:cubicBezTo>
                  <a:pt x="174485" y="23522"/>
                  <a:pt x="184076" y="18035"/>
                  <a:pt x="188027" y="13741"/>
                </a:cubicBezTo>
                <a:cubicBezTo>
                  <a:pt x="191015" y="10497"/>
                  <a:pt x="192751" y="5916"/>
                  <a:pt x="193234" y="0"/>
                </a:cubicBezTo>
                <a:lnTo>
                  <a:pt x="198387" y="0"/>
                </a:lnTo>
                <a:lnTo>
                  <a:pt x="198387" y="93897"/>
                </a:lnTo>
                <a:lnTo>
                  <a:pt x="193234" y="93897"/>
                </a:lnTo>
                <a:lnTo>
                  <a:pt x="193234" y="90033"/>
                </a:lnTo>
                <a:cubicBezTo>
                  <a:pt x="193234" y="82494"/>
                  <a:pt x="192167" y="77198"/>
                  <a:pt x="190031" y="74145"/>
                </a:cubicBezTo>
                <a:cubicBezTo>
                  <a:pt x="188481" y="72045"/>
                  <a:pt x="186249" y="70996"/>
                  <a:pt x="183335" y="70996"/>
                </a:cubicBezTo>
                <a:cubicBezTo>
                  <a:pt x="181591" y="70996"/>
                  <a:pt x="179796" y="71282"/>
                  <a:pt x="177950" y="71854"/>
                </a:cubicBezTo>
                <a:cubicBezTo>
                  <a:pt x="177079" y="72045"/>
                  <a:pt x="173441" y="73477"/>
                  <a:pt x="167036" y="76149"/>
                </a:cubicBezTo>
                <a:lnTo>
                  <a:pt x="142850" y="86454"/>
                </a:lnTo>
                <a:moveTo>
                  <a:pt x="132258" y="91321"/>
                </a:moveTo>
                <a:lnTo>
                  <a:pt x="65333" y="120235"/>
                </a:lnTo>
                <a:lnTo>
                  <a:pt x="132258" y="150007"/>
                </a:lnTo>
                <a:lnTo>
                  <a:pt x="132258" y="91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Text T">
            <a:extLst xmlns:a="http://schemas.openxmlformats.org/drawingml/2006/main">
              <a:ext uri="{FF2B5EF4-FFF2-40B4-BE49-F238E27FC236}">
                <a16:creationId xmlns:a16="http://schemas.microsoft.com/office/drawing/2014/main" id="{49E9E49F-C687-43B2-B3F3-2419CA4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1156171"/>
            <a:ext cx="194093" cy="174340"/>
          </a:xfrm>
          <a:custGeom xmlns:a="http://schemas.openxmlformats.org/drawingml/2006/main">
            <a:pathLst>
              <a:path w="194093" h="174340">
                <a:moveTo>
                  <a:pt x="0" y="0"/>
                </a:moveTo>
                <a:lnTo>
                  <a:pt x="52674" y="0"/>
                </a:lnTo>
                <a:lnTo>
                  <a:pt x="52674" y="5153"/>
                </a:lnTo>
                <a:cubicBezTo>
                  <a:pt x="40514" y="8206"/>
                  <a:pt x="31776" y="11594"/>
                  <a:pt x="26462" y="15316"/>
                </a:cubicBezTo>
                <a:cubicBezTo>
                  <a:pt x="21148" y="19037"/>
                  <a:pt x="16911" y="24142"/>
                  <a:pt x="13750" y="30631"/>
                </a:cubicBezTo>
                <a:cubicBezTo>
                  <a:pt x="12026" y="34257"/>
                  <a:pt x="11165" y="40603"/>
                  <a:pt x="11165" y="49668"/>
                </a:cubicBezTo>
                <a:lnTo>
                  <a:pt x="11165" y="64125"/>
                </a:lnTo>
                <a:lnTo>
                  <a:pt x="160885" y="64125"/>
                </a:lnTo>
                <a:cubicBezTo>
                  <a:pt x="170860" y="64125"/>
                  <a:pt x="177095" y="63576"/>
                  <a:pt x="179591" y="62479"/>
                </a:cubicBezTo>
                <a:cubicBezTo>
                  <a:pt x="182084" y="61382"/>
                  <a:pt x="184266" y="59235"/>
                  <a:pt x="186135" y="56038"/>
                </a:cubicBezTo>
                <a:cubicBezTo>
                  <a:pt x="188005" y="52841"/>
                  <a:pt x="188940" y="48476"/>
                  <a:pt x="188940" y="42941"/>
                </a:cubicBezTo>
                <a:lnTo>
                  <a:pt x="188940" y="36500"/>
                </a:lnTo>
                <a:lnTo>
                  <a:pt x="194093" y="36500"/>
                </a:lnTo>
                <a:lnTo>
                  <a:pt x="194093" y="138127"/>
                </a:lnTo>
                <a:lnTo>
                  <a:pt x="188940" y="138127"/>
                </a:lnTo>
                <a:lnTo>
                  <a:pt x="188940" y="131685"/>
                </a:lnTo>
                <a:cubicBezTo>
                  <a:pt x="188940" y="126055"/>
                  <a:pt x="187934" y="121523"/>
                  <a:pt x="185921" y="118087"/>
                </a:cubicBezTo>
                <a:cubicBezTo>
                  <a:pt x="184576" y="115606"/>
                  <a:pt x="182274" y="113650"/>
                  <a:pt x="179014" y="112219"/>
                </a:cubicBezTo>
                <a:cubicBezTo>
                  <a:pt x="176712" y="111169"/>
                  <a:pt x="170669" y="110644"/>
                  <a:pt x="160885" y="110644"/>
                </a:cubicBezTo>
                <a:lnTo>
                  <a:pt x="11165" y="110644"/>
                </a:lnTo>
                <a:lnTo>
                  <a:pt x="11165" y="124672"/>
                </a:lnTo>
                <a:cubicBezTo>
                  <a:pt x="11165" y="137745"/>
                  <a:pt x="13941" y="147240"/>
                  <a:pt x="19493" y="153156"/>
                </a:cubicBezTo>
                <a:cubicBezTo>
                  <a:pt x="27250" y="161458"/>
                  <a:pt x="38310" y="166706"/>
                  <a:pt x="52674" y="168901"/>
                </a:cubicBezTo>
                <a:lnTo>
                  <a:pt x="52674" y="174340"/>
                </a:lnTo>
                <a:lnTo>
                  <a:pt x="0" y="1743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Text I">
            <a:extLst xmlns:a="http://schemas.openxmlformats.org/drawingml/2006/main">
              <a:ext uri="{FF2B5EF4-FFF2-40B4-BE49-F238E27FC236}">
                <a16:creationId xmlns:a16="http://schemas.microsoft.com/office/drawing/2014/main" id="{5B4DA9B7-B1BC-4AA2-92A3-0AA1335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1038224"/>
            <a:ext cx="194093" cy="101484"/>
          </a:xfrm>
          <a:custGeom xmlns:a="http://schemas.openxmlformats.org/drawingml/2006/main">
            <a:pathLst>
              <a:path w="194093" h="101484">
                <a:moveTo>
                  <a:pt x="188940" y="0"/>
                </a:moveTo>
                <a:lnTo>
                  <a:pt x="194093" y="0"/>
                </a:lnTo>
                <a:lnTo>
                  <a:pt x="194093" y="101484"/>
                </a:lnTo>
                <a:lnTo>
                  <a:pt x="188940" y="101484"/>
                </a:lnTo>
                <a:lnTo>
                  <a:pt x="188940" y="95043"/>
                </a:lnTo>
                <a:cubicBezTo>
                  <a:pt x="188940" y="89413"/>
                  <a:pt x="187934" y="84880"/>
                  <a:pt x="185921" y="81445"/>
                </a:cubicBezTo>
                <a:cubicBezTo>
                  <a:pt x="184576" y="78964"/>
                  <a:pt x="182274" y="77055"/>
                  <a:pt x="179014" y="75719"/>
                </a:cubicBezTo>
                <a:cubicBezTo>
                  <a:pt x="176712" y="74669"/>
                  <a:pt x="170669" y="74145"/>
                  <a:pt x="160885" y="74145"/>
                </a:cubicBezTo>
                <a:lnTo>
                  <a:pt x="33208" y="74145"/>
                </a:lnTo>
                <a:cubicBezTo>
                  <a:pt x="23233" y="74145"/>
                  <a:pt x="16999" y="74669"/>
                  <a:pt x="14506" y="75719"/>
                </a:cubicBezTo>
                <a:cubicBezTo>
                  <a:pt x="12010" y="76769"/>
                  <a:pt x="9827" y="78892"/>
                  <a:pt x="7957" y="82089"/>
                </a:cubicBezTo>
                <a:cubicBezTo>
                  <a:pt x="6088" y="85285"/>
                  <a:pt x="5153" y="89603"/>
                  <a:pt x="5153" y="95043"/>
                </a:cubicBezTo>
                <a:lnTo>
                  <a:pt x="5153" y="101484"/>
                </a:lnTo>
                <a:lnTo>
                  <a:pt x="0" y="101484"/>
                </a:lnTo>
                <a:lnTo>
                  <a:pt x="0" y="0"/>
                </a:lnTo>
                <a:lnTo>
                  <a:pt x="5153" y="0"/>
                </a:lnTo>
                <a:lnTo>
                  <a:pt x="5153" y="6441"/>
                </a:lnTo>
                <a:cubicBezTo>
                  <a:pt x="5153" y="12071"/>
                  <a:pt x="6159" y="16604"/>
                  <a:pt x="8172" y="20039"/>
                </a:cubicBezTo>
                <a:cubicBezTo>
                  <a:pt x="9517" y="22520"/>
                  <a:pt x="11819" y="24476"/>
                  <a:pt x="15079" y="25908"/>
                </a:cubicBezTo>
                <a:cubicBezTo>
                  <a:pt x="17381" y="26957"/>
                  <a:pt x="23424" y="27482"/>
                  <a:pt x="33208" y="27482"/>
                </a:cubicBezTo>
                <a:lnTo>
                  <a:pt x="160885" y="27482"/>
                </a:lnTo>
                <a:cubicBezTo>
                  <a:pt x="170860" y="27482"/>
                  <a:pt x="177095" y="26933"/>
                  <a:pt x="179591" y="25836"/>
                </a:cubicBezTo>
                <a:cubicBezTo>
                  <a:pt x="182084" y="24739"/>
                  <a:pt x="184266" y="22592"/>
                  <a:pt x="186135" y="19395"/>
                </a:cubicBezTo>
                <a:cubicBezTo>
                  <a:pt x="188005" y="16198"/>
                  <a:pt x="188940" y="11880"/>
                  <a:pt x="188940" y="6441"/>
                </a:cubicBezTo>
                <a:lnTo>
                  <a:pt x="1889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Text O">
            <a:extLst xmlns:a="http://schemas.openxmlformats.org/drawingml/2006/main">
              <a:ext uri="{FF2B5EF4-FFF2-40B4-BE49-F238E27FC236}">
                <a16:creationId xmlns:a16="http://schemas.microsoft.com/office/drawing/2014/main" id="{4F3D1728-58FA-440E-9058-B28DD06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69" y="813977"/>
            <a:ext cx="202395" cy="206116"/>
          </a:xfrm>
          <a:custGeom xmlns:a="http://schemas.openxmlformats.org/drawingml/2006/main">
            <a:pathLst>
              <a:path w="202395" h="206116">
                <a:moveTo>
                  <a:pt x="1145" y="104346"/>
                </a:moveTo>
                <a:cubicBezTo>
                  <a:pt x="0" y="73429"/>
                  <a:pt x="9018" y="48309"/>
                  <a:pt x="28198" y="28985"/>
                </a:cubicBezTo>
                <a:cubicBezTo>
                  <a:pt x="47378" y="9662"/>
                  <a:pt x="71377" y="0"/>
                  <a:pt x="100195" y="0"/>
                </a:cubicBezTo>
                <a:cubicBezTo>
                  <a:pt x="124815" y="0"/>
                  <a:pt x="146476" y="7205"/>
                  <a:pt x="165179" y="21614"/>
                </a:cubicBezTo>
                <a:cubicBezTo>
                  <a:pt x="189990" y="40698"/>
                  <a:pt x="202395" y="67656"/>
                  <a:pt x="202395" y="102486"/>
                </a:cubicBezTo>
                <a:cubicBezTo>
                  <a:pt x="202395" y="137411"/>
                  <a:pt x="190562" y="164416"/>
                  <a:pt x="166897" y="183501"/>
                </a:cubicBezTo>
                <a:cubicBezTo>
                  <a:pt x="148194" y="198578"/>
                  <a:pt x="126008" y="206116"/>
                  <a:pt x="100339" y="206116"/>
                </a:cubicBezTo>
                <a:cubicBezTo>
                  <a:pt x="71520" y="206116"/>
                  <a:pt x="47497" y="196311"/>
                  <a:pt x="28269" y="176702"/>
                </a:cubicBezTo>
                <a:cubicBezTo>
                  <a:pt x="9041" y="157092"/>
                  <a:pt x="0" y="132974"/>
                  <a:pt x="1145" y="104346"/>
                </a:cubicBezTo>
                <a:moveTo>
                  <a:pt x="10306" y="102629"/>
                </a:moveTo>
                <a:cubicBezTo>
                  <a:pt x="10306" y="120378"/>
                  <a:pt x="19364" y="133880"/>
                  <a:pt x="37479" y="143136"/>
                </a:cubicBezTo>
                <a:cubicBezTo>
                  <a:pt x="52354" y="150675"/>
                  <a:pt x="73712" y="154444"/>
                  <a:pt x="101555" y="154444"/>
                </a:cubicBezTo>
                <a:cubicBezTo>
                  <a:pt x="134641" y="154444"/>
                  <a:pt x="159098" y="148623"/>
                  <a:pt x="174926" y="136981"/>
                </a:cubicBezTo>
                <a:cubicBezTo>
                  <a:pt x="185986" y="128870"/>
                  <a:pt x="191516" y="117515"/>
                  <a:pt x="191516" y="102915"/>
                </a:cubicBezTo>
                <a:cubicBezTo>
                  <a:pt x="191516" y="93086"/>
                  <a:pt x="189132" y="84880"/>
                  <a:pt x="184364" y="78296"/>
                </a:cubicBezTo>
                <a:cubicBezTo>
                  <a:pt x="178263" y="69898"/>
                  <a:pt x="168515" y="63362"/>
                  <a:pt x="155120" y="58686"/>
                </a:cubicBezTo>
                <a:cubicBezTo>
                  <a:pt x="141721" y="54010"/>
                  <a:pt x="124248" y="51672"/>
                  <a:pt x="102700" y="51672"/>
                </a:cubicBezTo>
                <a:cubicBezTo>
                  <a:pt x="77049" y="51672"/>
                  <a:pt x="57860" y="54058"/>
                  <a:pt x="45133" y="58829"/>
                </a:cubicBezTo>
                <a:cubicBezTo>
                  <a:pt x="32402" y="63600"/>
                  <a:pt x="23416" y="69684"/>
                  <a:pt x="18174" y="77079"/>
                </a:cubicBezTo>
                <a:cubicBezTo>
                  <a:pt x="12928" y="84474"/>
                  <a:pt x="10306" y="92991"/>
                  <a:pt x="10306" y="102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Text N">
            <a:extLst xmlns:a="http://schemas.openxmlformats.org/drawingml/2006/main">
              <a:ext uri="{FF2B5EF4-FFF2-40B4-BE49-F238E27FC236}">
                <a16:creationId xmlns:a16="http://schemas.microsoft.com/office/drawing/2014/main" id="{286DBD81-407A-49B8-8493-3FF25DE4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7" y="598650"/>
            <a:ext cx="198387" cy="200677"/>
          </a:xfrm>
          <a:custGeom xmlns:a="http://schemas.openxmlformats.org/drawingml/2006/main">
            <a:pathLst>
              <a:path w="198387" h="200677">
                <a:moveTo>
                  <a:pt x="0" y="131829"/>
                </a:moveTo>
                <a:lnTo>
                  <a:pt x="120136" y="36070"/>
                </a:lnTo>
                <a:lnTo>
                  <a:pt x="36929" y="36070"/>
                </a:lnTo>
                <a:cubicBezTo>
                  <a:pt x="25234" y="36070"/>
                  <a:pt x="17325" y="37740"/>
                  <a:pt x="13204" y="41080"/>
                </a:cubicBezTo>
                <a:cubicBezTo>
                  <a:pt x="7646" y="45660"/>
                  <a:pt x="4962" y="53342"/>
                  <a:pt x="5153" y="64125"/>
                </a:cubicBezTo>
                <a:lnTo>
                  <a:pt x="0" y="64125"/>
                </a:lnTo>
                <a:lnTo>
                  <a:pt x="0" y="0"/>
                </a:lnTo>
                <a:lnTo>
                  <a:pt x="5153" y="0"/>
                </a:lnTo>
                <a:cubicBezTo>
                  <a:pt x="6209" y="8206"/>
                  <a:pt x="7576" y="13717"/>
                  <a:pt x="9255" y="16532"/>
                </a:cubicBezTo>
                <a:cubicBezTo>
                  <a:pt x="10931" y="19347"/>
                  <a:pt x="13662" y="21542"/>
                  <a:pt x="17449" y="23117"/>
                </a:cubicBezTo>
                <a:cubicBezTo>
                  <a:pt x="21233" y="24691"/>
                  <a:pt x="27727" y="25478"/>
                  <a:pt x="36929" y="25478"/>
                </a:cubicBezTo>
                <a:lnTo>
                  <a:pt x="198387" y="25478"/>
                </a:lnTo>
                <a:lnTo>
                  <a:pt x="198387" y="30345"/>
                </a:lnTo>
                <a:lnTo>
                  <a:pt x="36674" y="161601"/>
                </a:lnTo>
                <a:lnTo>
                  <a:pt x="160313" y="161601"/>
                </a:lnTo>
                <a:cubicBezTo>
                  <a:pt x="171534" y="161601"/>
                  <a:pt x="179111" y="159048"/>
                  <a:pt x="183045" y="153943"/>
                </a:cubicBezTo>
                <a:cubicBezTo>
                  <a:pt x="186975" y="148838"/>
                  <a:pt x="188940" y="142993"/>
                  <a:pt x="188940" y="136409"/>
                </a:cubicBezTo>
                <a:lnTo>
                  <a:pt x="188940" y="131829"/>
                </a:lnTo>
                <a:lnTo>
                  <a:pt x="194093" y="131829"/>
                </a:lnTo>
                <a:lnTo>
                  <a:pt x="194093" y="200677"/>
                </a:lnTo>
                <a:lnTo>
                  <a:pt x="188940" y="200677"/>
                </a:lnTo>
                <a:cubicBezTo>
                  <a:pt x="188845" y="189990"/>
                  <a:pt x="186639" y="182547"/>
                  <a:pt x="182324" y="178348"/>
                </a:cubicBezTo>
                <a:cubicBezTo>
                  <a:pt x="178006" y="174149"/>
                  <a:pt x="170669" y="172050"/>
                  <a:pt x="160313" y="172050"/>
                </a:cubicBezTo>
                <a:lnTo>
                  <a:pt x="23309" y="172050"/>
                </a:lnTo>
                <a:lnTo>
                  <a:pt x="18178" y="176201"/>
                </a:lnTo>
                <a:cubicBezTo>
                  <a:pt x="12969" y="180304"/>
                  <a:pt x="9544" y="183930"/>
                  <a:pt x="7904" y="187079"/>
                </a:cubicBezTo>
                <a:cubicBezTo>
                  <a:pt x="6264" y="190228"/>
                  <a:pt x="5347" y="194761"/>
                  <a:pt x="5153" y="200677"/>
                </a:cubicBezTo>
                <a:lnTo>
                  <a:pt x="0" y="200677"/>
                </a:lnTo>
                <a:lnTo>
                  <a:pt x="0" y="131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Text V">
            <a:extLst xmlns:a="http://schemas.openxmlformats.org/drawingml/2006/main">
              <a:ext uri="{FF2B5EF4-FFF2-40B4-BE49-F238E27FC236}">
                <a16:creationId xmlns:a16="http://schemas.microsoft.com/office/drawing/2014/main" id="{5D91B21F-99E5-4D48-94E6-E70D1D47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240" y="4169005"/>
            <a:ext cx="176344" cy="183469"/>
          </a:xfrm>
          <a:custGeom xmlns:a="http://schemas.openxmlformats.org/drawingml/2006/main">
            <a:pathLst>
              <a:path w="176344" h="183469">
                <a:moveTo>
                  <a:pt x="176344" y="183469"/>
                </a:moveTo>
                <a:lnTo>
                  <a:pt x="171764" y="183469"/>
                </a:lnTo>
                <a:cubicBezTo>
                  <a:pt x="170746" y="177192"/>
                  <a:pt x="167393" y="171594"/>
                  <a:pt x="161704" y="166674"/>
                </a:cubicBezTo>
                <a:cubicBezTo>
                  <a:pt x="157463" y="163112"/>
                  <a:pt x="147491" y="157810"/>
                  <a:pt x="131789" y="150770"/>
                </a:cubicBezTo>
                <a:lnTo>
                  <a:pt x="0" y="91353"/>
                </a:lnTo>
                <a:lnTo>
                  <a:pt x="0" y="87154"/>
                </a:lnTo>
                <a:lnTo>
                  <a:pt x="137105" y="27991"/>
                </a:lnTo>
                <a:cubicBezTo>
                  <a:pt x="153669" y="20866"/>
                  <a:pt x="163395" y="16095"/>
                  <a:pt x="166285" y="13677"/>
                </a:cubicBezTo>
                <a:cubicBezTo>
                  <a:pt x="169174" y="11260"/>
                  <a:pt x="171000" y="6701"/>
                  <a:pt x="171764" y="0"/>
                </a:cubicBezTo>
                <a:lnTo>
                  <a:pt x="176344" y="0"/>
                </a:lnTo>
                <a:lnTo>
                  <a:pt x="176344" y="82701"/>
                </a:lnTo>
                <a:lnTo>
                  <a:pt x="171764" y="82701"/>
                </a:lnTo>
                <a:lnTo>
                  <a:pt x="171764" y="79902"/>
                </a:lnTo>
                <a:cubicBezTo>
                  <a:pt x="171764" y="72438"/>
                  <a:pt x="170824" y="67348"/>
                  <a:pt x="168945" y="64634"/>
                </a:cubicBezTo>
                <a:cubicBezTo>
                  <a:pt x="167664" y="62683"/>
                  <a:pt x="165786" y="61708"/>
                  <a:pt x="163311" y="61708"/>
                </a:cubicBezTo>
                <a:cubicBezTo>
                  <a:pt x="161773" y="61708"/>
                  <a:pt x="159959" y="62047"/>
                  <a:pt x="157867" y="62726"/>
                </a:cubicBezTo>
                <a:cubicBezTo>
                  <a:pt x="155776" y="63404"/>
                  <a:pt x="150186" y="65694"/>
                  <a:pt x="141097" y="69596"/>
                </a:cubicBezTo>
                <a:lnTo>
                  <a:pt x="55306" y="106366"/>
                </a:lnTo>
                <a:lnTo>
                  <a:pt x="131717" y="140464"/>
                </a:lnTo>
                <a:cubicBezTo>
                  <a:pt x="140958" y="144536"/>
                  <a:pt x="147152" y="147038"/>
                  <a:pt x="150301" y="147971"/>
                </a:cubicBezTo>
                <a:cubicBezTo>
                  <a:pt x="153453" y="148904"/>
                  <a:pt x="156137" y="149371"/>
                  <a:pt x="158353" y="149371"/>
                </a:cubicBezTo>
                <a:cubicBezTo>
                  <a:pt x="160905" y="149371"/>
                  <a:pt x="163161" y="148692"/>
                  <a:pt x="165120" y="147335"/>
                </a:cubicBezTo>
                <a:cubicBezTo>
                  <a:pt x="167079" y="145978"/>
                  <a:pt x="168570" y="143985"/>
                  <a:pt x="169593" y="141355"/>
                </a:cubicBezTo>
                <a:cubicBezTo>
                  <a:pt x="171040" y="137708"/>
                  <a:pt x="171764" y="132873"/>
                  <a:pt x="171764" y="126851"/>
                </a:cubicBezTo>
                <a:lnTo>
                  <a:pt x="176344" y="126851"/>
                </a:lnTo>
                <a:lnTo>
                  <a:pt x="176344" y="183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Text U">
            <a:extLst xmlns:a="http://schemas.openxmlformats.org/drawingml/2006/main">
              <a:ext uri="{FF2B5EF4-FFF2-40B4-BE49-F238E27FC236}">
                <a16:creationId xmlns:a16="http://schemas.microsoft.com/office/drawing/2014/main" id="{FB2218C8-0118-4908-9E47-B6BF6A2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240" y="4361209"/>
            <a:ext cx="176344" cy="177616"/>
          </a:xfrm>
          <a:custGeom xmlns:a="http://schemas.openxmlformats.org/drawingml/2006/main">
            <a:pathLst>
              <a:path w="176344" h="177616">
                <a:moveTo>
                  <a:pt x="176344" y="0"/>
                </a:moveTo>
                <a:lnTo>
                  <a:pt x="176344" y="89063"/>
                </a:lnTo>
                <a:lnTo>
                  <a:pt x="171764" y="89063"/>
                </a:lnTo>
                <a:lnTo>
                  <a:pt x="171764" y="84609"/>
                </a:lnTo>
                <a:cubicBezTo>
                  <a:pt x="171764" y="77909"/>
                  <a:pt x="171060" y="73307"/>
                  <a:pt x="169652" y="70805"/>
                </a:cubicBezTo>
                <a:cubicBezTo>
                  <a:pt x="168247" y="68303"/>
                  <a:pt x="166309" y="66521"/>
                  <a:pt x="163835" y="65461"/>
                </a:cubicBezTo>
                <a:cubicBezTo>
                  <a:pt x="161365" y="64401"/>
                  <a:pt x="155186" y="63871"/>
                  <a:pt x="145299" y="63871"/>
                </a:cubicBezTo>
                <a:lnTo>
                  <a:pt x="60980" y="63871"/>
                </a:lnTo>
                <a:cubicBezTo>
                  <a:pt x="45572" y="63871"/>
                  <a:pt x="35369" y="65037"/>
                  <a:pt x="30373" y="67370"/>
                </a:cubicBezTo>
                <a:cubicBezTo>
                  <a:pt x="25379" y="69702"/>
                  <a:pt x="21231" y="73540"/>
                  <a:pt x="17928" y="78884"/>
                </a:cubicBezTo>
                <a:cubicBezTo>
                  <a:pt x="14628" y="84228"/>
                  <a:pt x="12978" y="90971"/>
                  <a:pt x="12978" y="99114"/>
                </a:cubicBezTo>
                <a:cubicBezTo>
                  <a:pt x="12978" y="108444"/>
                  <a:pt x="15073" y="116396"/>
                  <a:pt x="19264" y="122970"/>
                </a:cubicBezTo>
                <a:cubicBezTo>
                  <a:pt x="23454" y="129544"/>
                  <a:pt x="29232" y="134463"/>
                  <a:pt x="36595" y="137729"/>
                </a:cubicBezTo>
                <a:cubicBezTo>
                  <a:pt x="43961" y="140995"/>
                  <a:pt x="56788" y="142627"/>
                  <a:pt x="75075" y="142627"/>
                </a:cubicBezTo>
                <a:lnTo>
                  <a:pt x="145299" y="142627"/>
                </a:lnTo>
                <a:cubicBezTo>
                  <a:pt x="153055" y="142627"/>
                  <a:pt x="158595" y="141822"/>
                  <a:pt x="161919" y="140210"/>
                </a:cubicBezTo>
                <a:cubicBezTo>
                  <a:pt x="165243" y="138598"/>
                  <a:pt x="167544" y="136563"/>
                  <a:pt x="168821" y="134103"/>
                </a:cubicBezTo>
                <a:cubicBezTo>
                  <a:pt x="170783" y="130286"/>
                  <a:pt x="171764" y="124900"/>
                  <a:pt x="171764" y="117944"/>
                </a:cubicBezTo>
                <a:lnTo>
                  <a:pt x="176344" y="117944"/>
                </a:lnTo>
                <a:lnTo>
                  <a:pt x="176344" y="177616"/>
                </a:lnTo>
                <a:lnTo>
                  <a:pt x="171764" y="177616"/>
                </a:lnTo>
                <a:lnTo>
                  <a:pt x="171764" y="174054"/>
                </a:lnTo>
                <a:cubicBezTo>
                  <a:pt x="171764" y="169219"/>
                  <a:pt x="170783" y="165190"/>
                  <a:pt x="168821" y="161967"/>
                </a:cubicBezTo>
                <a:cubicBezTo>
                  <a:pt x="166863" y="158743"/>
                  <a:pt x="163923" y="156411"/>
                  <a:pt x="160003" y="154969"/>
                </a:cubicBezTo>
                <a:cubicBezTo>
                  <a:pt x="157275" y="153866"/>
                  <a:pt x="152374" y="153315"/>
                  <a:pt x="145299" y="153315"/>
                </a:cubicBezTo>
                <a:lnTo>
                  <a:pt x="79890" y="153315"/>
                </a:lnTo>
                <a:cubicBezTo>
                  <a:pt x="59652" y="153315"/>
                  <a:pt x="45046" y="151979"/>
                  <a:pt x="36070" y="149307"/>
                </a:cubicBezTo>
                <a:cubicBezTo>
                  <a:pt x="27095" y="146635"/>
                  <a:pt x="18840" y="140125"/>
                  <a:pt x="11304" y="129777"/>
                </a:cubicBezTo>
                <a:cubicBezTo>
                  <a:pt x="3768" y="119429"/>
                  <a:pt x="0" y="105306"/>
                  <a:pt x="0" y="87409"/>
                </a:cubicBezTo>
                <a:cubicBezTo>
                  <a:pt x="0" y="72480"/>
                  <a:pt x="1989" y="60944"/>
                  <a:pt x="5968" y="52801"/>
                </a:cubicBezTo>
                <a:cubicBezTo>
                  <a:pt x="11389" y="41690"/>
                  <a:pt x="18332" y="33844"/>
                  <a:pt x="26798" y="29263"/>
                </a:cubicBezTo>
                <a:cubicBezTo>
                  <a:pt x="35267" y="24683"/>
                  <a:pt x="46656" y="22393"/>
                  <a:pt x="60964" y="22393"/>
                </a:cubicBezTo>
                <a:lnTo>
                  <a:pt x="145299" y="22393"/>
                </a:lnTo>
                <a:cubicBezTo>
                  <a:pt x="155271" y="22393"/>
                  <a:pt x="161471" y="21842"/>
                  <a:pt x="163899" y="20739"/>
                </a:cubicBezTo>
                <a:cubicBezTo>
                  <a:pt x="166330" y="19636"/>
                  <a:pt x="168269" y="17728"/>
                  <a:pt x="169716" y="15013"/>
                </a:cubicBezTo>
                <a:cubicBezTo>
                  <a:pt x="171166" y="12299"/>
                  <a:pt x="171848" y="7295"/>
                  <a:pt x="171764" y="0"/>
                </a:cubicBezTo>
                <a:lnTo>
                  <a:pt x="1763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Text L">
            <a:extLst xmlns:a="http://schemas.openxmlformats.org/drawingml/2006/main">
              <a:ext uri="{FF2B5EF4-FFF2-40B4-BE49-F238E27FC236}">
                <a16:creationId xmlns:a16="http://schemas.microsoft.com/office/drawing/2014/main" id="{0ED31CFB-CE5F-465D-87C5-5EECA817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4548070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N">
            <a:extLst xmlns:a="http://schemas.openxmlformats.org/drawingml/2006/main">
              <a:ext uri="{FF2B5EF4-FFF2-40B4-BE49-F238E27FC236}">
                <a16:creationId xmlns:a16="http://schemas.microsoft.com/office/drawing/2014/main" id="{F9885B26-29A7-453D-94D6-F3DFF4DE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240" y="4720726"/>
            <a:ext cx="176344" cy="178380"/>
          </a:xfrm>
          <a:custGeom xmlns:a="http://schemas.openxmlformats.org/drawingml/2006/main">
            <a:pathLst>
              <a:path w="176344" h="178380">
                <a:moveTo>
                  <a:pt x="176344" y="61199"/>
                </a:moveTo>
                <a:lnTo>
                  <a:pt x="69556" y="146317"/>
                </a:lnTo>
                <a:lnTo>
                  <a:pt x="143518" y="146317"/>
                </a:lnTo>
                <a:cubicBezTo>
                  <a:pt x="153914" y="146317"/>
                  <a:pt x="160944" y="144833"/>
                  <a:pt x="164607" y="141864"/>
                </a:cubicBezTo>
                <a:cubicBezTo>
                  <a:pt x="169548" y="137793"/>
                  <a:pt x="171933" y="130964"/>
                  <a:pt x="171764" y="121380"/>
                </a:cubicBezTo>
                <a:lnTo>
                  <a:pt x="176344" y="121380"/>
                </a:lnTo>
                <a:lnTo>
                  <a:pt x="176344" y="178380"/>
                </a:lnTo>
                <a:lnTo>
                  <a:pt x="171764" y="178380"/>
                </a:lnTo>
                <a:cubicBezTo>
                  <a:pt x="170825" y="171085"/>
                  <a:pt x="169610" y="166187"/>
                  <a:pt x="168118" y="163684"/>
                </a:cubicBezTo>
                <a:cubicBezTo>
                  <a:pt x="166628" y="161182"/>
                  <a:pt x="164200" y="159231"/>
                  <a:pt x="160834" y="157832"/>
                </a:cubicBezTo>
                <a:cubicBezTo>
                  <a:pt x="157470" y="156432"/>
                  <a:pt x="151698" y="155732"/>
                  <a:pt x="143518" y="155732"/>
                </a:cubicBezTo>
                <a:lnTo>
                  <a:pt x="0" y="155732"/>
                </a:lnTo>
                <a:lnTo>
                  <a:pt x="0" y="151406"/>
                </a:lnTo>
                <a:lnTo>
                  <a:pt x="143745" y="34734"/>
                </a:lnTo>
                <a:lnTo>
                  <a:pt x="33844" y="34734"/>
                </a:lnTo>
                <a:cubicBezTo>
                  <a:pt x="23869" y="34734"/>
                  <a:pt x="17134" y="37003"/>
                  <a:pt x="13638" y="41541"/>
                </a:cubicBezTo>
                <a:cubicBezTo>
                  <a:pt x="10144" y="46079"/>
                  <a:pt x="8397" y="51275"/>
                  <a:pt x="8397" y="57127"/>
                </a:cubicBezTo>
                <a:lnTo>
                  <a:pt x="8397" y="61199"/>
                </a:lnTo>
                <a:lnTo>
                  <a:pt x="3817" y="61199"/>
                </a:lnTo>
                <a:lnTo>
                  <a:pt x="3817" y="0"/>
                </a:lnTo>
                <a:lnTo>
                  <a:pt x="8397" y="0"/>
                </a:lnTo>
                <a:cubicBezTo>
                  <a:pt x="8482" y="9500"/>
                  <a:pt x="10442" y="16116"/>
                  <a:pt x="14278" y="19848"/>
                </a:cubicBezTo>
                <a:cubicBezTo>
                  <a:pt x="18116" y="23580"/>
                  <a:pt x="24638" y="25446"/>
                  <a:pt x="33844" y="25446"/>
                </a:cubicBezTo>
                <a:lnTo>
                  <a:pt x="155625" y="25446"/>
                </a:lnTo>
                <a:lnTo>
                  <a:pt x="160185" y="21757"/>
                </a:lnTo>
                <a:cubicBezTo>
                  <a:pt x="164816" y="18109"/>
                  <a:pt x="167860" y="14886"/>
                  <a:pt x="169318" y="12087"/>
                </a:cubicBezTo>
                <a:cubicBezTo>
                  <a:pt x="170776" y="9288"/>
                  <a:pt x="171591" y="5259"/>
                  <a:pt x="171764" y="0"/>
                </a:cubicBezTo>
                <a:lnTo>
                  <a:pt x="176344" y="0"/>
                </a:lnTo>
                <a:lnTo>
                  <a:pt x="176344" y="611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Text E">
            <a:extLst xmlns:a="http://schemas.openxmlformats.org/drawingml/2006/main">
              <a:ext uri="{FF2B5EF4-FFF2-40B4-BE49-F238E27FC236}">
                <a16:creationId xmlns:a16="http://schemas.microsoft.com/office/drawing/2014/main" id="{4845A711-B7D0-4FB6-8CFB-97D0059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4910386"/>
            <a:ext cx="172527" cy="156877"/>
          </a:xfrm>
          <a:custGeom xmlns:a="http://schemas.openxmlformats.org/drawingml/2006/main">
            <a:pathLst>
              <a:path w="172527" h="156877">
                <a:moveTo>
                  <a:pt x="162603" y="65779"/>
                </a:moveTo>
                <a:lnTo>
                  <a:pt x="92625" y="65779"/>
                </a:lnTo>
                <a:lnTo>
                  <a:pt x="92625" y="69214"/>
                </a:lnTo>
                <a:cubicBezTo>
                  <a:pt x="92625" y="80156"/>
                  <a:pt x="96060" y="88087"/>
                  <a:pt x="102931" y="93007"/>
                </a:cubicBezTo>
                <a:cubicBezTo>
                  <a:pt x="109801" y="97926"/>
                  <a:pt x="119938" y="101065"/>
                  <a:pt x="133339" y="102422"/>
                </a:cubicBezTo>
                <a:lnTo>
                  <a:pt x="133339" y="107257"/>
                </a:lnTo>
                <a:lnTo>
                  <a:pt x="42750" y="107257"/>
                </a:lnTo>
                <a:lnTo>
                  <a:pt x="42750" y="102422"/>
                </a:lnTo>
                <a:cubicBezTo>
                  <a:pt x="52621" y="101404"/>
                  <a:pt x="60704" y="99262"/>
                  <a:pt x="67000" y="95997"/>
                </a:cubicBezTo>
                <a:cubicBezTo>
                  <a:pt x="73298" y="92731"/>
                  <a:pt x="77531" y="88935"/>
                  <a:pt x="79699" y="84609"/>
                </a:cubicBezTo>
                <a:cubicBezTo>
                  <a:pt x="81870" y="80284"/>
                  <a:pt x="82955" y="74007"/>
                  <a:pt x="82955" y="65779"/>
                </a:cubicBezTo>
                <a:lnTo>
                  <a:pt x="34353" y="65779"/>
                </a:lnTo>
                <a:cubicBezTo>
                  <a:pt x="24853" y="65779"/>
                  <a:pt x="19042" y="66182"/>
                  <a:pt x="16922" y="66988"/>
                </a:cubicBezTo>
                <a:cubicBezTo>
                  <a:pt x="14801" y="67794"/>
                  <a:pt x="13063" y="69299"/>
                  <a:pt x="11705" y="71505"/>
                </a:cubicBezTo>
                <a:cubicBezTo>
                  <a:pt x="10348" y="73710"/>
                  <a:pt x="9670" y="77272"/>
                  <a:pt x="9670" y="82192"/>
                </a:cubicBezTo>
                <a:lnTo>
                  <a:pt x="9670" y="92498"/>
                </a:lnTo>
                <a:cubicBezTo>
                  <a:pt x="9670" y="108614"/>
                  <a:pt x="13381" y="121528"/>
                  <a:pt x="20802" y="131240"/>
                </a:cubicBezTo>
                <a:cubicBezTo>
                  <a:pt x="28224" y="140952"/>
                  <a:pt x="39569" y="147929"/>
                  <a:pt x="54837" y="152170"/>
                </a:cubicBezTo>
                <a:lnTo>
                  <a:pt x="54837" y="156877"/>
                </a:lnTo>
                <a:lnTo>
                  <a:pt x="0" y="149116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0852" y="24301"/>
                  <a:pt x="155670" y="24089"/>
                  <a:pt x="157462" y="23665"/>
                </a:cubicBezTo>
                <a:cubicBezTo>
                  <a:pt x="160444" y="22817"/>
                  <a:pt x="162745" y="21248"/>
                  <a:pt x="164364" y="18958"/>
                </a:cubicBezTo>
                <a:cubicBezTo>
                  <a:pt x="166753" y="15734"/>
                  <a:pt x="167947" y="11324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144409"/>
                </a:lnTo>
                <a:lnTo>
                  <a:pt x="121380" y="144409"/>
                </a:lnTo>
                <a:lnTo>
                  <a:pt x="121380" y="139574"/>
                </a:lnTo>
                <a:cubicBezTo>
                  <a:pt x="133888" y="137114"/>
                  <a:pt x="142865" y="133658"/>
                  <a:pt x="148309" y="129204"/>
                </a:cubicBezTo>
                <a:cubicBezTo>
                  <a:pt x="153754" y="124751"/>
                  <a:pt x="157752" y="118453"/>
                  <a:pt x="160305" y="110310"/>
                </a:cubicBezTo>
                <a:cubicBezTo>
                  <a:pt x="161837" y="105560"/>
                  <a:pt x="162603" y="96654"/>
                  <a:pt x="162603" y="83592"/>
                </a:cubicBezTo>
                <a:lnTo>
                  <a:pt x="162603" y="65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Text R">
            <a:extLst xmlns:a="http://schemas.openxmlformats.org/drawingml/2006/main">
              <a:ext uri="{FF2B5EF4-FFF2-40B4-BE49-F238E27FC236}">
                <a16:creationId xmlns:a16="http://schemas.microsoft.com/office/drawing/2014/main" id="{EEDCFFA6-7194-46CB-A5A1-23D86C23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083805"/>
            <a:ext cx="172527" cy="185632"/>
          </a:xfrm>
          <a:custGeom xmlns:a="http://schemas.openxmlformats.org/drawingml/2006/main">
            <a:pathLst>
              <a:path w="172527" h="185632">
                <a:moveTo>
                  <a:pt x="78630" y="64380"/>
                </a:moveTo>
                <a:lnTo>
                  <a:pt x="30027" y="64380"/>
                </a:lnTo>
                <a:cubicBezTo>
                  <a:pt x="20744" y="64380"/>
                  <a:pt x="14899" y="64952"/>
                  <a:pt x="12493" y="66097"/>
                </a:cubicBezTo>
                <a:cubicBezTo>
                  <a:pt x="10088" y="67242"/>
                  <a:pt x="8168" y="69257"/>
                  <a:pt x="6731" y="72141"/>
                </a:cubicBezTo>
                <a:cubicBezTo>
                  <a:pt x="5297" y="75025"/>
                  <a:pt x="4580" y="80411"/>
                  <a:pt x="4580" y="88299"/>
                </a:cubicBezTo>
                <a:lnTo>
                  <a:pt x="0" y="88299"/>
                </a:lnTo>
                <a:lnTo>
                  <a:pt x="0" y="0"/>
                </a:lnTo>
                <a:lnTo>
                  <a:pt x="4580" y="0"/>
                </a:lnTo>
                <a:cubicBezTo>
                  <a:pt x="4580" y="7973"/>
                  <a:pt x="5319" y="13381"/>
                  <a:pt x="6795" y="16222"/>
                </a:cubicBezTo>
                <a:cubicBezTo>
                  <a:pt x="8271" y="19064"/>
                  <a:pt x="10192" y="21057"/>
                  <a:pt x="12556" y="22202"/>
                </a:cubicBezTo>
                <a:cubicBezTo>
                  <a:pt x="14921" y="23347"/>
                  <a:pt x="20744" y="23920"/>
                  <a:pt x="30027" y="23920"/>
                </a:cubicBezTo>
                <a:lnTo>
                  <a:pt x="142500" y="23920"/>
                </a:lnTo>
                <a:cubicBezTo>
                  <a:pt x="151783" y="23920"/>
                  <a:pt x="157626" y="23347"/>
                  <a:pt x="160030" y="22202"/>
                </a:cubicBezTo>
                <a:cubicBezTo>
                  <a:pt x="162437" y="21057"/>
                  <a:pt x="164358" y="19042"/>
                  <a:pt x="165792" y="16159"/>
                </a:cubicBezTo>
                <a:cubicBezTo>
                  <a:pt x="167228" y="13275"/>
                  <a:pt x="167947" y="7888"/>
                  <a:pt x="167947" y="0"/>
                </a:cubicBezTo>
                <a:lnTo>
                  <a:pt x="172527" y="0"/>
                </a:lnTo>
                <a:lnTo>
                  <a:pt x="172527" y="80156"/>
                </a:lnTo>
                <a:cubicBezTo>
                  <a:pt x="172527" y="101022"/>
                  <a:pt x="171086" y="116290"/>
                  <a:pt x="168205" y="125960"/>
                </a:cubicBezTo>
                <a:cubicBezTo>
                  <a:pt x="165324" y="135630"/>
                  <a:pt x="160007" y="143518"/>
                  <a:pt x="152253" y="149625"/>
                </a:cubicBezTo>
                <a:cubicBezTo>
                  <a:pt x="144500" y="155732"/>
                  <a:pt x="135412" y="158786"/>
                  <a:pt x="124990" y="158786"/>
                </a:cubicBezTo>
                <a:cubicBezTo>
                  <a:pt x="112277" y="158786"/>
                  <a:pt x="101769" y="154206"/>
                  <a:pt x="93464" y="145045"/>
                </a:cubicBezTo>
                <a:cubicBezTo>
                  <a:pt x="88210" y="139192"/>
                  <a:pt x="84270" y="131007"/>
                  <a:pt x="81643" y="120489"/>
                </a:cubicBezTo>
                <a:lnTo>
                  <a:pt x="23101" y="161967"/>
                </a:lnTo>
                <a:cubicBezTo>
                  <a:pt x="15626" y="167395"/>
                  <a:pt x="10965" y="171255"/>
                  <a:pt x="9117" y="173545"/>
                </a:cubicBezTo>
                <a:cubicBezTo>
                  <a:pt x="6514" y="177023"/>
                  <a:pt x="5087" y="181052"/>
                  <a:pt x="4835" y="185632"/>
                </a:cubicBezTo>
                <a:lnTo>
                  <a:pt x="0" y="185632"/>
                </a:lnTo>
                <a:lnTo>
                  <a:pt x="0" y="131304"/>
                </a:lnTo>
                <a:lnTo>
                  <a:pt x="78630" y="75703"/>
                </a:lnTo>
                <a:lnTo>
                  <a:pt x="78630" y="64380"/>
                </a:lnTo>
                <a:moveTo>
                  <a:pt x="162857" y="64380"/>
                </a:moveTo>
                <a:lnTo>
                  <a:pt x="87790" y="64380"/>
                </a:lnTo>
                <a:lnTo>
                  <a:pt x="87790" y="71632"/>
                </a:lnTo>
                <a:cubicBezTo>
                  <a:pt x="87790" y="83422"/>
                  <a:pt x="88864" y="92243"/>
                  <a:pt x="91011" y="98096"/>
                </a:cubicBezTo>
                <a:cubicBezTo>
                  <a:pt x="93161" y="103949"/>
                  <a:pt x="97036" y="108550"/>
                  <a:pt x="102637" y="111901"/>
                </a:cubicBezTo>
                <a:cubicBezTo>
                  <a:pt x="108240" y="115251"/>
                  <a:pt x="115549" y="116926"/>
                  <a:pt x="124564" y="116926"/>
                </a:cubicBezTo>
                <a:cubicBezTo>
                  <a:pt x="137624" y="116926"/>
                  <a:pt x="147271" y="113852"/>
                  <a:pt x="153506" y="107702"/>
                </a:cubicBezTo>
                <a:cubicBezTo>
                  <a:pt x="159740" y="101553"/>
                  <a:pt x="162857" y="91650"/>
                  <a:pt x="162857" y="77993"/>
                </a:cubicBezTo>
                <a:lnTo>
                  <a:pt x="162857" y="64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Text A">
            <a:extLst xmlns:a="http://schemas.openxmlformats.org/drawingml/2006/main">
              <a:ext uri="{FF2B5EF4-FFF2-40B4-BE49-F238E27FC236}">
                <a16:creationId xmlns:a16="http://schemas.microsoft.com/office/drawing/2014/main" id="{03C8C9E1-3FD3-46CC-9263-109FB34F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269139"/>
            <a:ext cx="176344" cy="183215"/>
          </a:xfrm>
          <a:custGeom xmlns:a="http://schemas.openxmlformats.org/drawingml/2006/main">
            <a:pathLst>
              <a:path w="176344" h="183215">
                <a:moveTo>
                  <a:pt x="49366" y="106366"/>
                </a:moveTo>
                <a:lnTo>
                  <a:pt x="49366" y="45422"/>
                </a:lnTo>
                <a:lnTo>
                  <a:pt x="32488" y="38170"/>
                </a:lnTo>
                <a:cubicBezTo>
                  <a:pt x="26829" y="35795"/>
                  <a:pt x="22156" y="34607"/>
                  <a:pt x="18469" y="34607"/>
                </a:cubicBezTo>
                <a:cubicBezTo>
                  <a:pt x="13583" y="34607"/>
                  <a:pt x="9982" y="36558"/>
                  <a:pt x="7666" y="40460"/>
                </a:cubicBezTo>
                <a:cubicBezTo>
                  <a:pt x="6295" y="42750"/>
                  <a:pt x="5267" y="48391"/>
                  <a:pt x="4580" y="57382"/>
                </a:cubicBezTo>
                <a:lnTo>
                  <a:pt x="0" y="57382"/>
                </a:lnTo>
                <a:lnTo>
                  <a:pt x="0" y="0"/>
                </a:lnTo>
                <a:lnTo>
                  <a:pt x="4580" y="0"/>
                </a:lnTo>
                <a:cubicBezTo>
                  <a:pt x="5521" y="6192"/>
                  <a:pt x="8111" y="11281"/>
                  <a:pt x="12349" y="15268"/>
                </a:cubicBezTo>
                <a:cubicBezTo>
                  <a:pt x="16591" y="19254"/>
                  <a:pt x="25348" y="24174"/>
                  <a:pt x="38623" y="30027"/>
                </a:cubicBezTo>
                <a:lnTo>
                  <a:pt x="176344" y="91734"/>
                </a:lnTo>
                <a:lnTo>
                  <a:pt x="176344" y="94152"/>
                </a:lnTo>
                <a:lnTo>
                  <a:pt x="34786" y="156369"/>
                </a:lnTo>
                <a:cubicBezTo>
                  <a:pt x="21246" y="162306"/>
                  <a:pt x="12721" y="167183"/>
                  <a:pt x="9208" y="171000"/>
                </a:cubicBezTo>
                <a:cubicBezTo>
                  <a:pt x="6552" y="173884"/>
                  <a:pt x="5010" y="177956"/>
                  <a:pt x="4580" y="183215"/>
                </a:cubicBezTo>
                <a:lnTo>
                  <a:pt x="0" y="183215"/>
                </a:lnTo>
                <a:lnTo>
                  <a:pt x="0" y="99750"/>
                </a:lnTo>
                <a:lnTo>
                  <a:pt x="4580" y="99750"/>
                </a:lnTo>
                <a:lnTo>
                  <a:pt x="4580" y="103185"/>
                </a:lnTo>
                <a:cubicBezTo>
                  <a:pt x="4580" y="109886"/>
                  <a:pt x="5529" y="114594"/>
                  <a:pt x="7427" y="117308"/>
                </a:cubicBezTo>
                <a:cubicBezTo>
                  <a:pt x="8806" y="119174"/>
                  <a:pt x="10790" y="120107"/>
                  <a:pt x="13379" y="120107"/>
                </a:cubicBezTo>
                <a:cubicBezTo>
                  <a:pt x="14930" y="120107"/>
                  <a:pt x="16526" y="119853"/>
                  <a:pt x="18166" y="119344"/>
                </a:cubicBezTo>
                <a:cubicBezTo>
                  <a:pt x="18940" y="119174"/>
                  <a:pt x="22174" y="117902"/>
                  <a:pt x="27868" y="115527"/>
                </a:cubicBezTo>
                <a:lnTo>
                  <a:pt x="49366" y="106366"/>
                </a:lnTo>
                <a:moveTo>
                  <a:pt x="58781" y="102040"/>
                </a:moveTo>
                <a:lnTo>
                  <a:pt x="118270" y="76339"/>
                </a:lnTo>
                <a:lnTo>
                  <a:pt x="58781" y="49875"/>
                </a:lnTo>
                <a:lnTo>
                  <a:pt x="58781" y="1020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Text B">
            <a:extLst xmlns:a="http://schemas.openxmlformats.org/drawingml/2006/main">
              <a:ext uri="{FF2B5EF4-FFF2-40B4-BE49-F238E27FC236}">
                <a16:creationId xmlns:a16="http://schemas.microsoft.com/office/drawing/2014/main" id="{BBE72555-F485-4C86-975D-05190AC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460707"/>
            <a:ext cx="172527" cy="159168"/>
          </a:xfrm>
          <a:custGeom xmlns:a="http://schemas.openxmlformats.org/drawingml/2006/main">
            <a:pathLst>
              <a:path w="172527" h="159168">
                <a:moveTo>
                  <a:pt x="91480" y="110438"/>
                </a:moveTo>
                <a:cubicBezTo>
                  <a:pt x="87663" y="126808"/>
                  <a:pt x="83040" y="138302"/>
                  <a:pt x="77612" y="144918"/>
                </a:cubicBezTo>
                <a:cubicBezTo>
                  <a:pt x="69893" y="154418"/>
                  <a:pt x="59884" y="159168"/>
                  <a:pt x="47585" y="159168"/>
                </a:cubicBezTo>
                <a:cubicBezTo>
                  <a:pt x="34607" y="159168"/>
                  <a:pt x="23877" y="153951"/>
                  <a:pt x="15395" y="143518"/>
                </a:cubicBezTo>
                <a:cubicBezTo>
                  <a:pt x="5132" y="130710"/>
                  <a:pt x="0" y="112092"/>
                  <a:pt x="0" y="87663"/>
                </a:cubicBezTo>
                <a:lnTo>
                  <a:pt x="0" y="0"/>
                </a:lnTo>
                <a:lnTo>
                  <a:pt x="4580" y="0"/>
                </a:lnTo>
                <a:cubicBezTo>
                  <a:pt x="4580" y="7973"/>
                  <a:pt x="5327" y="13381"/>
                  <a:pt x="6819" y="16222"/>
                </a:cubicBezTo>
                <a:cubicBezTo>
                  <a:pt x="8311" y="19064"/>
                  <a:pt x="10250" y="21057"/>
                  <a:pt x="12636" y="22202"/>
                </a:cubicBezTo>
                <a:cubicBezTo>
                  <a:pt x="15021" y="23347"/>
                  <a:pt x="20903" y="23920"/>
                  <a:pt x="30281" y="23920"/>
                </a:cubicBezTo>
                <a:lnTo>
                  <a:pt x="142246" y="23920"/>
                </a:lnTo>
                <a:cubicBezTo>
                  <a:pt x="151624" y="23920"/>
                  <a:pt x="157527" y="23347"/>
                  <a:pt x="159955" y="22202"/>
                </a:cubicBezTo>
                <a:cubicBezTo>
                  <a:pt x="162386" y="21057"/>
                  <a:pt x="164325" y="19042"/>
                  <a:pt x="165772" y="16159"/>
                </a:cubicBezTo>
                <a:cubicBezTo>
                  <a:pt x="167222" y="13275"/>
                  <a:pt x="167947" y="7888"/>
                  <a:pt x="167947" y="0"/>
                </a:cubicBezTo>
                <a:lnTo>
                  <a:pt x="172527" y="0"/>
                </a:lnTo>
                <a:lnTo>
                  <a:pt x="172527" y="82701"/>
                </a:lnTo>
                <a:cubicBezTo>
                  <a:pt x="172527" y="102464"/>
                  <a:pt x="170767" y="116460"/>
                  <a:pt x="167247" y="124688"/>
                </a:cubicBezTo>
                <a:cubicBezTo>
                  <a:pt x="163727" y="132915"/>
                  <a:pt x="158468" y="139404"/>
                  <a:pt x="151470" y="144154"/>
                </a:cubicBezTo>
                <a:cubicBezTo>
                  <a:pt x="144472" y="148904"/>
                  <a:pt x="137029" y="151279"/>
                  <a:pt x="129141" y="151279"/>
                </a:cubicBezTo>
                <a:cubicBezTo>
                  <a:pt x="120828" y="151279"/>
                  <a:pt x="113428" y="148268"/>
                  <a:pt x="106939" y="142246"/>
                </a:cubicBezTo>
                <a:cubicBezTo>
                  <a:pt x="100450" y="136223"/>
                  <a:pt x="95297" y="125621"/>
                  <a:pt x="91480" y="110438"/>
                </a:cubicBezTo>
                <a:moveTo>
                  <a:pt x="94915" y="64125"/>
                </a:moveTo>
                <a:cubicBezTo>
                  <a:pt x="94915" y="76170"/>
                  <a:pt x="96272" y="85055"/>
                  <a:pt x="98987" y="90780"/>
                </a:cubicBezTo>
                <a:cubicBezTo>
                  <a:pt x="101701" y="96506"/>
                  <a:pt x="105518" y="100895"/>
                  <a:pt x="110438" y="103949"/>
                </a:cubicBezTo>
                <a:cubicBezTo>
                  <a:pt x="115357" y="107002"/>
                  <a:pt x="121634" y="108529"/>
                  <a:pt x="129268" y="108529"/>
                </a:cubicBezTo>
                <a:cubicBezTo>
                  <a:pt x="136902" y="108529"/>
                  <a:pt x="143158" y="107024"/>
                  <a:pt x="148035" y="104012"/>
                </a:cubicBezTo>
                <a:cubicBezTo>
                  <a:pt x="152912" y="101001"/>
                  <a:pt x="156623" y="96697"/>
                  <a:pt x="159168" y="91098"/>
                </a:cubicBezTo>
                <a:cubicBezTo>
                  <a:pt x="161712" y="85500"/>
                  <a:pt x="162942" y="76509"/>
                  <a:pt x="162857" y="64125"/>
                </a:cubicBezTo>
                <a:lnTo>
                  <a:pt x="94915" y="64125"/>
                </a:lnTo>
                <a:moveTo>
                  <a:pt x="84991" y="64125"/>
                </a:moveTo>
                <a:lnTo>
                  <a:pt x="29645" y="64125"/>
                </a:lnTo>
                <a:lnTo>
                  <a:pt x="23363" y="63998"/>
                </a:lnTo>
                <a:cubicBezTo>
                  <a:pt x="18841" y="63998"/>
                  <a:pt x="15428" y="65164"/>
                  <a:pt x="13125" y="67497"/>
                </a:cubicBezTo>
                <a:cubicBezTo>
                  <a:pt x="10821" y="69829"/>
                  <a:pt x="9670" y="73286"/>
                  <a:pt x="9670" y="77866"/>
                </a:cubicBezTo>
                <a:cubicBezTo>
                  <a:pt x="9670" y="84652"/>
                  <a:pt x="11170" y="90907"/>
                  <a:pt x="14170" y="96633"/>
                </a:cubicBezTo>
                <a:cubicBezTo>
                  <a:pt x="17171" y="102358"/>
                  <a:pt x="21525" y="106748"/>
                  <a:pt x="27232" y="109801"/>
                </a:cubicBezTo>
                <a:cubicBezTo>
                  <a:pt x="32939" y="112855"/>
                  <a:pt x="39300" y="114382"/>
                  <a:pt x="46317" y="114382"/>
                </a:cubicBezTo>
                <a:cubicBezTo>
                  <a:pt x="54345" y="114382"/>
                  <a:pt x="61551" y="112516"/>
                  <a:pt x="67934" y="108784"/>
                </a:cubicBezTo>
                <a:cubicBezTo>
                  <a:pt x="74317" y="105051"/>
                  <a:pt x="78777" y="99920"/>
                  <a:pt x="81313" y="93389"/>
                </a:cubicBezTo>
                <a:cubicBezTo>
                  <a:pt x="83850" y="86857"/>
                  <a:pt x="85076" y="77103"/>
                  <a:pt x="84991" y="641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Text I">
            <a:extLst xmlns:a="http://schemas.openxmlformats.org/drawingml/2006/main">
              <a:ext uri="{FF2B5EF4-FFF2-40B4-BE49-F238E27FC236}">
                <a16:creationId xmlns:a16="http://schemas.microsoft.com/office/drawing/2014/main" id="{53FEB7E5-23EC-47C9-9CFD-F2C9407D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634253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Text L">
            <a:extLst xmlns:a="http://schemas.openxmlformats.org/drawingml/2006/main">
              <a:ext uri="{FF2B5EF4-FFF2-40B4-BE49-F238E27FC236}">
                <a16:creationId xmlns:a16="http://schemas.microsoft.com/office/drawing/2014/main" id="{0BECEC39-575A-4D30-AA6F-97EC4A4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735234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Text I">
            <a:extLst xmlns:a="http://schemas.openxmlformats.org/drawingml/2006/main">
              <a:ext uri="{FF2B5EF4-FFF2-40B4-BE49-F238E27FC236}">
                <a16:creationId xmlns:a16="http://schemas.microsoft.com/office/drawing/2014/main" id="{C09CB778-DE14-44A9-A7DF-17BD3262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5909417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Text T">
            <a:extLst xmlns:a="http://schemas.openxmlformats.org/drawingml/2006/main">
              <a:ext uri="{FF2B5EF4-FFF2-40B4-BE49-F238E27FC236}">
                <a16:creationId xmlns:a16="http://schemas.microsoft.com/office/drawing/2014/main" id="{40503C02-449D-42F2-ACB6-BFC21EE8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6014978"/>
            <a:ext cx="172527" cy="154969"/>
          </a:xfrm>
          <a:custGeom xmlns:a="http://schemas.openxmlformats.org/drawingml/2006/main">
            <a:pathLst>
              <a:path w="172527" h="154969">
                <a:moveTo>
                  <a:pt x="172527" y="154969"/>
                </a:moveTo>
                <a:lnTo>
                  <a:pt x="125706" y="154969"/>
                </a:lnTo>
                <a:lnTo>
                  <a:pt x="125706" y="150389"/>
                </a:lnTo>
                <a:cubicBezTo>
                  <a:pt x="136515" y="147674"/>
                  <a:pt x="144281" y="144663"/>
                  <a:pt x="149005" y="141355"/>
                </a:cubicBezTo>
                <a:cubicBezTo>
                  <a:pt x="153728" y="138047"/>
                  <a:pt x="157495" y="133509"/>
                  <a:pt x="160305" y="127741"/>
                </a:cubicBezTo>
                <a:cubicBezTo>
                  <a:pt x="161837" y="124518"/>
                  <a:pt x="162603" y="118877"/>
                  <a:pt x="162603" y="110819"/>
                </a:cubicBezTo>
                <a:lnTo>
                  <a:pt x="162603" y="97969"/>
                </a:lnTo>
                <a:lnTo>
                  <a:pt x="29518" y="97969"/>
                </a:lnTo>
                <a:cubicBezTo>
                  <a:pt x="20651" y="97969"/>
                  <a:pt x="15109" y="98457"/>
                  <a:pt x="12890" y="99432"/>
                </a:cubicBezTo>
                <a:cubicBezTo>
                  <a:pt x="10674" y="100407"/>
                  <a:pt x="8735" y="102316"/>
                  <a:pt x="7073" y="105158"/>
                </a:cubicBezTo>
                <a:cubicBezTo>
                  <a:pt x="5411" y="107999"/>
                  <a:pt x="4580" y="111880"/>
                  <a:pt x="4580" y="116799"/>
                </a:cubicBezTo>
                <a:lnTo>
                  <a:pt x="4580" y="122525"/>
                </a:lnTo>
                <a:lnTo>
                  <a:pt x="0" y="122525"/>
                </a:lnTo>
                <a:lnTo>
                  <a:pt x="0" y="32190"/>
                </a:lnTo>
                <a:lnTo>
                  <a:pt x="4580" y="32190"/>
                </a:lnTo>
                <a:lnTo>
                  <a:pt x="4580" y="37915"/>
                </a:lnTo>
                <a:cubicBezTo>
                  <a:pt x="4580" y="42920"/>
                  <a:pt x="5475" y="46949"/>
                  <a:pt x="7264" y="50002"/>
                </a:cubicBezTo>
                <a:cubicBezTo>
                  <a:pt x="8460" y="52208"/>
                  <a:pt x="10506" y="53946"/>
                  <a:pt x="13403" y="55219"/>
                </a:cubicBezTo>
                <a:cubicBezTo>
                  <a:pt x="15449" y="56152"/>
                  <a:pt x="20821" y="56618"/>
                  <a:pt x="29518" y="56618"/>
                </a:cubicBezTo>
                <a:lnTo>
                  <a:pt x="162603" y="56618"/>
                </a:lnTo>
                <a:lnTo>
                  <a:pt x="162603" y="44150"/>
                </a:lnTo>
                <a:cubicBezTo>
                  <a:pt x="162603" y="32529"/>
                  <a:pt x="160135" y="24089"/>
                  <a:pt x="155200" y="18830"/>
                </a:cubicBezTo>
                <a:cubicBezTo>
                  <a:pt x="148305" y="11451"/>
                  <a:pt x="138474" y="6786"/>
                  <a:pt x="125706" y="4835"/>
                </a:cubicBezTo>
                <a:lnTo>
                  <a:pt x="125706" y="0"/>
                </a:lnTo>
                <a:lnTo>
                  <a:pt x="172527" y="0"/>
                </a:lnTo>
                <a:lnTo>
                  <a:pt x="172527" y="154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Text Y">
            <a:extLst xmlns:a="http://schemas.openxmlformats.org/drawingml/2006/main">
              <a:ext uri="{FF2B5EF4-FFF2-40B4-BE49-F238E27FC236}">
                <a16:creationId xmlns:a16="http://schemas.microsoft.com/office/drawing/2014/main" id="{5CB518A2-EEEE-4EBF-A86B-A8CF697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057" y="6181655"/>
            <a:ext cx="172527" cy="182960"/>
          </a:xfrm>
          <a:custGeom xmlns:a="http://schemas.openxmlformats.org/drawingml/2006/main">
            <a:pathLst>
              <a:path w="172527" h="182960">
                <a:moveTo>
                  <a:pt x="172527" y="182960"/>
                </a:moveTo>
                <a:lnTo>
                  <a:pt x="167947" y="182960"/>
                </a:lnTo>
                <a:cubicBezTo>
                  <a:pt x="167183" y="177277"/>
                  <a:pt x="165527" y="172909"/>
                  <a:pt x="162977" y="169855"/>
                </a:cubicBezTo>
                <a:cubicBezTo>
                  <a:pt x="159411" y="165614"/>
                  <a:pt x="149687" y="158913"/>
                  <a:pt x="133805" y="149752"/>
                </a:cubicBezTo>
                <a:lnTo>
                  <a:pt x="71250" y="112346"/>
                </a:lnTo>
                <a:lnTo>
                  <a:pt x="29518" y="112346"/>
                </a:lnTo>
                <a:cubicBezTo>
                  <a:pt x="20567" y="112346"/>
                  <a:pt x="15003" y="112813"/>
                  <a:pt x="12827" y="113746"/>
                </a:cubicBezTo>
                <a:cubicBezTo>
                  <a:pt x="10653" y="114679"/>
                  <a:pt x="8735" y="116524"/>
                  <a:pt x="7073" y="119280"/>
                </a:cubicBezTo>
                <a:cubicBezTo>
                  <a:pt x="5411" y="122037"/>
                  <a:pt x="4580" y="125706"/>
                  <a:pt x="4580" y="130286"/>
                </a:cubicBezTo>
                <a:lnTo>
                  <a:pt x="4580" y="139956"/>
                </a:lnTo>
                <a:lnTo>
                  <a:pt x="0" y="139956"/>
                </a:lnTo>
                <a:lnTo>
                  <a:pt x="0" y="43132"/>
                </a:lnTo>
                <a:lnTo>
                  <a:pt x="4580" y="43132"/>
                </a:lnTo>
                <a:lnTo>
                  <a:pt x="4580" y="52165"/>
                </a:lnTo>
                <a:cubicBezTo>
                  <a:pt x="4580" y="57255"/>
                  <a:pt x="5475" y="61284"/>
                  <a:pt x="7264" y="64252"/>
                </a:cubicBezTo>
                <a:cubicBezTo>
                  <a:pt x="8460" y="66458"/>
                  <a:pt x="10506" y="68197"/>
                  <a:pt x="13403" y="69469"/>
                </a:cubicBezTo>
                <a:cubicBezTo>
                  <a:pt x="15449" y="70402"/>
                  <a:pt x="20821" y="70868"/>
                  <a:pt x="29518" y="70868"/>
                </a:cubicBezTo>
                <a:lnTo>
                  <a:pt x="64125" y="70868"/>
                </a:lnTo>
                <a:lnTo>
                  <a:pt x="138139" y="30281"/>
                </a:lnTo>
                <a:cubicBezTo>
                  <a:pt x="152746" y="22223"/>
                  <a:pt x="161345" y="16540"/>
                  <a:pt x="163935" y="13232"/>
                </a:cubicBezTo>
                <a:cubicBezTo>
                  <a:pt x="166525" y="9924"/>
                  <a:pt x="167862" y="5513"/>
                  <a:pt x="167947" y="0"/>
                </a:cubicBezTo>
                <a:lnTo>
                  <a:pt x="172527" y="0"/>
                </a:lnTo>
                <a:lnTo>
                  <a:pt x="172527" y="82701"/>
                </a:lnTo>
                <a:lnTo>
                  <a:pt x="167947" y="82701"/>
                </a:lnTo>
                <a:lnTo>
                  <a:pt x="167947" y="79011"/>
                </a:lnTo>
                <a:cubicBezTo>
                  <a:pt x="167947" y="74007"/>
                  <a:pt x="167222" y="70508"/>
                  <a:pt x="165772" y="68515"/>
                </a:cubicBezTo>
                <a:cubicBezTo>
                  <a:pt x="164325" y="66521"/>
                  <a:pt x="162791" y="65525"/>
                  <a:pt x="161172" y="65525"/>
                </a:cubicBezTo>
                <a:cubicBezTo>
                  <a:pt x="158102" y="65525"/>
                  <a:pt x="150387" y="68918"/>
                  <a:pt x="138027" y="75703"/>
                </a:cubicBezTo>
                <a:lnTo>
                  <a:pt x="81194" y="106875"/>
                </a:lnTo>
                <a:lnTo>
                  <a:pt x="132910" y="137920"/>
                </a:lnTo>
                <a:cubicBezTo>
                  <a:pt x="145697" y="145639"/>
                  <a:pt x="154179" y="149498"/>
                  <a:pt x="158357" y="149498"/>
                </a:cubicBezTo>
                <a:cubicBezTo>
                  <a:pt x="160657" y="149498"/>
                  <a:pt x="162575" y="148395"/>
                  <a:pt x="164110" y="146190"/>
                </a:cubicBezTo>
                <a:cubicBezTo>
                  <a:pt x="166241" y="143306"/>
                  <a:pt x="167520" y="138005"/>
                  <a:pt x="167947" y="130286"/>
                </a:cubicBezTo>
                <a:lnTo>
                  <a:pt x="172527" y="130286"/>
                </a:lnTo>
                <a:lnTo>
                  <a:pt x="172527" y="1829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Text D">
            <a:extLst xmlns:a="http://schemas.openxmlformats.org/drawingml/2006/main">
              <a:ext uri="{FF2B5EF4-FFF2-40B4-BE49-F238E27FC236}">
                <a16:creationId xmlns:a16="http://schemas.microsoft.com/office/drawing/2014/main" id="{F6D4A2B0-2A2E-4C69-B90C-2FDF15F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4488994"/>
            <a:ext cx="172527" cy="173799"/>
          </a:xfrm>
          <a:custGeom xmlns:a="http://schemas.openxmlformats.org/drawingml/2006/main">
            <a:pathLst>
              <a:path w="172527" h="173799">
                <a:moveTo>
                  <a:pt x="0" y="0"/>
                </a:move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369" y="14568"/>
                  <a:pt x="6946" y="17240"/>
                </a:cubicBezTo>
                <a:cubicBezTo>
                  <a:pt x="8523" y="19912"/>
                  <a:pt x="10676" y="21884"/>
                  <a:pt x="13403" y="23156"/>
                </a:cubicBezTo>
                <a:cubicBezTo>
                  <a:pt x="15195" y="23920"/>
                  <a:pt x="20567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77230"/>
                </a:lnTo>
                <a:cubicBezTo>
                  <a:pt x="172527" y="97842"/>
                  <a:pt x="169728" y="114424"/>
                  <a:pt x="164130" y="126978"/>
                </a:cubicBezTo>
                <a:cubicBezTo>
                  <a:pt x="157259" y="142331"/>
                  <a:pt x="146869" y="153972"/>
                  <a:pt x="132958" y="161903"/>
                </a:cubicBezTo>
                <a:cubicBezTo>
                  <a:pt x="119047" y="169834"/>
                  <a:pt x="103313" y="173799"/>
                  <a:pt x="85755" y="173799"/>
                </a:cubicBezTo>
                <a:cubicBezTo>
                  <a:pt x="73625" y="173799"/>
                  <a:pt x="62450" y="171848"/>
                  <a:pt x="52229" y="167947"/>
                </a:cubicBezTo>
                <a:cubicBezTo>
                  <a:pt x="42008" y="164045"/>
                  <a:pt x="33568" y="158998"/>
                  <a:pt x="26910" y="152806"/>
                </a:cubicBezTo>
                <a:cubicBezTo>
                  <a:pt x="20251" y="146614"/>
                  <a:pt x="14907" y="139468"/>
                  <a:pt x="10878" y="131367"/>
                </a:cubicBezTo>
                <a:cubicBezTo>
                  <a:pt x="6849" y="123267"/>
                  <a:pt x="3732" y="113364"/>
                  <a:pt x="1527" y="101659"/>
                </a:cubicBezTo>
                <a:cubicBezTo>
                  <a:pt x="509" y="96484"/>
                  <a:pt x="0" y="88342"/>
                  <a:pt x="0" y="77230"/>
                </a:cubicBezTo>
                <a:lnTo>
                  <a:pt x="0" y="0"/>
                </a:lnTo>
                <a:moveTo>
                  <a:pt x="162857" y="65779"/>
                </a:moveTo>
                <a:lnTo>
                  <a:pt x="28357" y="65779"/>
                </a:lnTo>
                <a:cubicBezTo>
                  <a:pt x="21237" y="65779"/>
                  <a:pt x="16872" y="66118"/>
                  <a:pt x="15260" y="66797"/>
                </a:cubicBezTo>
                <a:cubicBezTo>
                  <a:pt x="13651" y="67476"/>
                  <a:pt x="12424" y="68621"/>
                  <a:pt x="11578" y="70232"/>
                </a:cubicBezTo>
                <a:cubicBezTo>
                  <a:pt x="10306" y="72522"/>
                  <a:pt x="9670" y="75830"/>
                  <a:pt x="9670" y="80156"/>
                </a:cubicBezTo>
                <a:cubicBezTo>
                  <a:pt x="9670" y="94322"/>
                  <a:pt x="14501" y="105136"/>
                  <a:pt x="24162" y="112601"/>
                </a:cubicBezTo>
                <a:cubicBezTo>
                  <a:pt x="37214" y="122779"/>
                  <a:pt x="57469" y="127868"/>
                  <a:pt x="84928" y="127868"/>
                </a:cubicBezTo>
                <a:cubicBezTo>
                  <a:pt x="107047" y="127868"/>
                  <a:pt x="124718" y="124391"/>
                  <a:pt x="137940" y="117435"/>
                </a:cubicBezTo>
                <a:cubicBezTo>
                  <a:pt x="148280" y="111922"/>
                  <a:pt x="155315" y="104839"/>
                  <a:pt x="159044" y="96188"/>
                </a:cubicBezTo>
                <a:cubicBezTo>
                  <a:pt x="161671" y="90080"/>
                  <a:pt x="162942" y="79944"/>
                  <a:pt x="162857" y="657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E">
            <a:extLst xmlns:a="http://schemas.openxmlformats.org/drawingml/2006/main">
              <a:ext uri="{FF2B5EF4-FFF2-40B4-BE49-F238E27FC236}">
                <a16:creationId xmlns:a16="http://schemas.microsoft.com/office/drawing/2014/main" id="{4072AA39-E8B4-43BF-8B7F-E14873C5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4678908"/>
            <a:ext cx="172527" cy="156877"/>
          </a:xfrm>
          <a:custGeom xmlns:a="http://schemas.openxmlformats.org/drawingml/2006/main">
            <a:pathLst>
              <a:path w="172527" h="156877">
                <a:moveTo>
                  <a:pt x="162603" y="65779"/>
                </a:moveTo>
                <a:lnTo>
                  <a:pt x="92625" y="65779"/>
                </a:lnTo>
                <a:lnTo>
                  <a:pt x="92625" y="69214"/>
                </a:lnTo>
                <a:cubicBezTo>
                  <a:pt x="92625" y="80156"/>
                  <a:pt x="96060" y="88087"/>
                  <a:pt x="102931" y="93007"/>
                </a:cubicBezTo>
                <a:cubicBezTo>
                  <a:pt x="109801" y="97926"/>
                  <a:pt x="119938" y="101065"/>
                  <a:pt x="133339" y="102422"/>
                </a:cubicBezTo>
                <a:lnTo>
                  <a:pt x="133339" y="107257"/>
                </a:lnTo>
                <a:lnTo>
                  <a:pt x="42750" y="107257"/>
                </a:lnTo>
                <a:lnTo>
                  <a:pt x="42750" y="102422"/>
                </a:lnTo>
                <a:cubicBezTo>
                  <a:pt x="52621" y="101404"/>
                  <a:pt x="60704" y="99262"/>
                  <a:pt x="67000" y="95997"/>
                </a:cubicBezTo>
                <a:cubicBezTo>
                  <a:pt x="73298" y="92731"/>
                  <a:pt x="77531" y="88935"/>
                  <a:pt x="79699" y="84609"/>
                </a:cubicBezTo>
                <a:cubicBezTo>
                  <a:pt x="81870" y="80284"/>
                  <a:pt x="82955" y="74007"/>
                  <a:pt x="82955" y="65779"/>
                </a:cubicBezTo>
                <a:lnTo>
                  <a:pt x="34353" y="65779"/>
                </a:lnTo>
                <a:cubicBezTo>
                  <a:pt x="24853" y="65779"/>
                  <a:pt x="19042" y="66182"/>
                  <a:pt x="16922" y="66988"/>
                </a:cubicBezTo>
                <a:cubicBezTo>
                  <a:pt x="14801" y="67794"/>
                  <a:pt x="13063" y="69299"/>
                  <a:pt x="11705" y="71505"/>
                </a:cubicBezTo>
                <a:cubicBezTo>
                  <a:pt x="10348" y="73710"/>
                  <a:pt x="9670" y="77272"/>
                  <a:pt x="9670" y="82192"/>
                </a:cubicBezTo>
                <a:lnTo>
                  <a:pt x="9670" y="92498"/>
                </a:lnTo>
                <a:cubicBezTo>
                  <a:pt x="9670" y="108614"/>
                  <a:pt x="13381" y="121528"/>
                  <a:pt x="20802" y="131240"/>
                </a:cubicBezTo>
                <a:cubicBezTo>
                  <a:pt x="28224" y="140952"/>
                  <a:pt x="39569" y="147929"/>
                  <a:pt x="54837" y="152170"/>
                </a:cubicBezTo>
                <a:lnTo>
                  <a:pt x="54837" y="156877"/>
                </a:lnTo>
                <a:lnTo>
                  <a:pt x="0" y="149116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0852" y="24301"/>
                  <a:pt x="155670" y="24089"/>
                  <a:pt x="157462" y="23665"/>
                </a:cubicBezTo>
                <a:cubicBezTo>
                  <a:pt x="160444" y="22817"/>
                  <a:pt x="162745" y="21248"/>
                  <a:pt x="164364" y="18958"/>
                </a:cubicBezTo>
                <a:cubicBezTo>
                  <a:pt x="166753" y="15734"/>
                  <a:pt x="167947" y="11324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144409"/>
                </a:lnTo>
                <a:lnTo>
                  <a:pt x="121380" y="144409"/>
                </a:lnTo>
                <a:lnTo>
                  <a:pt x="121380" y="139574"/>
                </a:lnTo>
                <a:cubicBezTo>
                  <a:pt x="133888" y="137114"/>
                  <a:pt x="142865" y="133658"/>
                  <a:pt x="148309" y="129204"/>
                </a:cubicBezTo>
                <a:cubicBezTo>
                  <a:pt x="153754" y="124751"/>
                  <a:pt x="157752" y="118453"/>
                  <a:pt x="160305" y="110310"/>
                </a:cubicBezTo>
                <a:cubicBezTo>
                  <a:pt x="161837" y="105560"/>
                  <a:pt x="162603" y="96654"/>
                  <a:pt x="162603" y="83592"/>
                </a:cubicBezTo>
                <a:lnTo>
                  <a:pt x="162603" y="65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T">
            <a:extLst xmlns:a="http://schemas.openxmlformats.org/drawingml/2006/main">
              <a:ext uri="{FF2B5EF4-FFF2-40B4-BE49-F238E27FC236}">
                <a16:creationId xmlns:a16="http://schemas.microsoft.com/office/drawing/2014/main" id="{98F7074A-8C9B-4445-97C4-7C714EAE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4856907"/>
            <a:ext cx="172527" cy="154969"/>
          </a:xfrm>
          <a:custGeom xmlns:a="http://schemas.openxmlformats.org/drawingml/2006/main">
            <a:pathLst>
              <a:path w="172527" h="154969">
                <a:moveTo>
                  <a:pt x="172527" y="154969"/>
                </a:moveTo>
                <a:lnTo>
                  <a:pt x="125706" y="154969"/>
                </a:lnTo>
                <a:lnTo>
                  <a:pt x="125706" y="150389"/>
                </a:lnTo>
                <a:cubicBezTo>
                  <a:pt x="136515" y="147674"/>
                  <a:pt x="144281" y="144663"/>
                  <a:pt x="149005" y="141355"/>
                </a:cubicBezTo>
                <a:cubicBezTo>
                  <a:pt x="153728" y="138047"/>
                  <a:pt x="157495" y="133509"/>
                  <a:pt x="160305" y="127741"/>
                </a:cubicBezTo>
                <a:cubicBezTo>
                  <a:pt x="161837" y="124518"/>
                  <a:pt x="162603" y="118877"/>
                  <a:pt x="162603" y="110819"/>
                </a:cubicBezTo>
                <a:lnTo>
                  <a:pt x="162603" y="97969"/>
                </a:lnTo>
                <a:lnTo>
                  <a:pt x="29518" y="97969"/>
                </a:lnTo>
                <a:cubicBezTo>
                  <a:pt x="20651" y="97969"/>
                  <a:pt x="15109" y="98457"/>
                  <a:pt x="12890" y="99432"/>
                </a:cubicBezTo>
                <a:cubicBezTo>
                  <a:pt x="10674" y="100407"/>
                  <a:pt x="8735" y="102316"/>
                  <a:pt x="7073" y="105158"/>
                </a:cubicBezTo>
                <a:cubicBezTo>
                  <a:pt x="5411" y="107999"/>
                  <a:pt x="4580" y="111880"/>
                  <a:pt x="4580" y="116799"/>
                </a:cubicBezTo>
                <a:lnTo>
                  <a:pt x="4580" y="122525"/>
                </a:lnTo>
                <a:lnTo>
                  <a:pt x="0" y="122525"/>
                </a:lnTo>
                <a:lnTo>
                  <a:pt x="0" y="32190"/>
                </a:lnTo>
                <a:lnTo>
                  <a:pt x="4580" y="32190"/>
                </a:lnTo>
                <a:lnTo>
                  <a:pt x="4580" y="37915"/>
                </a:lnTo>
                <a:cubicBezTo>
                  <a:pt x="4580" y="42920"/>
                  <a:pt x="5475" y="46949"/>
                  <a:pt x="7264" y="50002"/>
                </a:cubicBezTo>
                <a:cubicBezTo>
                  <a:pt x="8460" y="52208"/>
                  <a:pt x="10506" y="53946"/>
                  <a:pt x="13403" y="55219"/>
                </a:cubicBezTo>
                <a:cubicBezTo>
                  <a:pt x="15449" y="56152"/>
                  <a:pt x="20821" y="56618"/>
                  <a:pt x="29518" y="56618"/>
                </a:cubicBezTo>
                <a:lnTo>
                  <a:pt x="162603" y="56618"/>
                </a:lnTo>
                <a:lnTo>
                  <a:pt x="162603" y="44150"/>
                </a:lnTo>
                <a:cubicBezTo>
                  <a:pt x="162603" y="32529"/>
                  <a:pt x="160135" y="24089"/>
                  <a:pt x="155200" y="18830"/>
                </a:cubicBezTo>
                <a:cubicBezTo>
                  <a:pt x="148305" y="11451"/>
                  <a:pt x="138474" y="6786"/>
                  <a:pt x="125706" y="4835"/>
                </a:cubicBezTo>
                <a:lnTo>
                  <a:pt x="125706" y="0"/>
                </a:lnTo>
                <a:lnTo>
                  <a:pt x="172527" y="0"/>
                </a:lnTo>
                <a:lnTo>
                  <a:pt x="172527" y="154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E">
            <a:extLst xmlns:a="http://schemas.openxmlformats.org/drawingml/2006/main">
              <a:ext uri="{FF2B5EF4-FFF2-40B4-BE49-F238E27FC236}">
                <a16:creationId xmlns:a16="http://schemas.microsoft.com/office/drawing/2014/main" id="{82994CE4-2921-400D-B35B-0E64667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5026511"/>
            <a:ext cx="172527" cy="156877"/>
          </a:xfrm>
          <a:custGeom xmlns:a="http://schemas.openxmlformats.org/drawingml/2006/main">
            <a:pathLst>
              <a:path w="172527" h="156877">
                <a:moveTo>
                  <a:pt x="162603" y="65779"/>
                </a:moveTo>
                <a:lnTo>
                  <a:pt x="92625" y="65779"/>
                </a:lnTo>
                <a:lnTo>
                  <a:pt x="92625" y="69214"/>
                </a:lnTo>
                <a:cubicBezTo>
                  <a:pt x="92625" y="80156"/>
                  <a:pt x="96060" y="88087"/>
                  <a:pt x="102931" y="93007"/>
                </a:cubicBezTo>
                <a:cubicBezTo>
                  <a:pt x="109801" y="97926"/>
                  <a:pt x="119938" y="101065"/>
                  <a:pt x="133339" y="102422"/>
                </a:cubicBezTo>
                <a:lnTo>
                  <a:pt x="133339" y="107257"/>
                </a:lnTo>
                <a:lnTo>
                  <a:pt x="42750" y="107257"/>
                </a:lnTo>
                <a:lnTo>
                  <a:pt x="42750" y="102422"/>
                </a:lnTo>
                <a:cubicBezTo>
                  <a:pt x="52621" y="101404"/>
                  <a:pt x="60704" y="99262"/>
                  <a:pt x="67000" y="95997"/>
                </a:cubicBezTo>
                <a:cubicBezTo>
                  <a:pt x="73298" y="92731"/>
                  <a:pt x="77531" y="88935"/>
                  <a:pt x="79699" y="84609"/>
                </a:cubicBezTo>
                <a:cubicBezTo>
                  <a:pt x="81870" y="80284"/>
                  <a:pt x="82955" y="74007"/>
                  <a:pt x="82955" y="65779"/>
                </a:cubicBezTo>
                <a:lnTo>
                  <a:pt x="34353" y="65779"/>
                </a:lnTo>
                <a:cubicBezTo>
                  <a:pt x="24853" y="65779"/>
                  <a:pt x="19042" y="66182"/>
                  <a:pt x="16922" y="66988"/>
                </a:cubicBezTo>
                <a:cubicBezTo>
                  <a:pt x="14801" y="67794"/>
                  <a:pt x="13063" y="69299"/>
                  <a:pt x="11705" y="71505"/>
                </a:cubicBezTo>
                <a:cubicBezTo>
                  <a:pt x="10348" y="73710"/>
                  <a:pt x="9670" y="77272"/>
                  <a:pt x="9670" y="82192"/>
                </a:cubicBezTo>
                <a:lnTo>
                  <a:pt x="9670" y="92498"/>
                </a:lnTo>
                <a:cubicBezTo>
                  <a:pt x="9670" y="108614"/>
                  <a:pt x="13381" y="121528"/>
                  <a:pt x="20802" y="131240"/>
                </a:cubicBezTo>
                <a:cubicBezTo>
                  <a:pt x="28224" y="140952"/>
                  <a:pt x="39569" y="147929"/>
                  <a:pt x="54837" y="152170"/>
                </a:cubicBezTo>
                <a:lnTo>
                  <a:pt x="54837" y="156877"/>
                </a:lnTo>
                <a:lnTo>
                  <a:pt x="0" y="149116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0852" y="24301"/>
                  <a:pt x="155670" y="24089"/>
                  <a:pt x="157462" y="23665"/>
                </a:cubicBezTo>
                <a:cubicBezTo>
                  <a:pt x="160444" y="22817"/>
                  <a:pt x="162745" y="21248"/>
                  <a:pt x="164364" y="18958"/>
                </a:cubicBezTo>
                <a:cubicBezTo>
                  <a:pt x="166753" y="15734"/>
                  <a:pt x="167947" y="11324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144409"/>
                </a:lnTo>
                <a:lnTo>
                  <a:pt x="121380" y="144409"/>
                </a:lnTo>
                <a:lnTo>
                  <a:pt x="121380" y="139574"/>
                </a:lnTo>
                <a:cubicBezTo>
                  <a:pt x="133888" y="137114"/>
                  <a:pt x="142865" y="133658"/>
                  <a:pt x="148309" y="129204"/>
                </a:cubicBezTo>
                <a:cubicBezTo>
                  <a:pt x="153754" y="124751"/>
                  <a:pt x="157752" y="118453"/>
                  <a:pt x="160305" y="110310"/>
                </a:cubicBezTo>
                <a:cubicBezTo>
                  <a:pt x="161837" y="105560"/>
                  <a:pt x="162603" y="96654"/>
                  <a:pt x="162603" y="83592"/>
                </a:cubicBezTo>
                <a:lnTo>
                  <a:pt x="162603" y="65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C">
            <a:extLst xmlns:a="http://schemas.openxmlformats.org/drawingml/2006/main">
              <a:ext uri="{FF2B5EF4-FFF2-40B4-BE49-F238E27FC236}">
                <a16:creationId xmlns:a16="http://schemas.microsoft.com/office/drawing/2014/main" id="{BC14220D-2D3C-445D-B53D-6DED22D2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525" y="5205401"/>
            <a:ext cx="180161" cy="163621"/>
          </a:xfrm>
          <a:custGeom xmlns:a="http://schemas.openxmlformats.org/drawingml/2006/main">
            <a:pathLst>
              <a:path w="180161" h="163621">
                <a:moveTo>
                  <a:pt x="180161" y="163621"/>
                </a:moveTo>
                <a:lnTo>
                  <a:pt x="120362" y="163621"/>
                </a:lnTo>
                <a:lnTo>
                  <a:pt x="120362" y="158659"/>
                </a:lnTo>
                <a:cubicBezTo>
                  <a:pt x="136051" y="154927"/>
                  <a:pt x="148073" y="147971"/>
                  <a:pt x="156428" y="137793"/>
                </a:cubicBezTo>
                <a:cubicBezTo>
                  <a:pt x="164786" y="127614"/>
                  <a:pt x="168965" y="116078"/>
                  <a:pt x="168965" y="103185"/>
                </a:cubicBezTo>
                <a:cubicBezTo>
                  <a:pt x="168965" y="92413"/>
                  <a:pt x="165869" y="82531"/>
                  <a:pt x="159677" y="73540"/>
                </a:cubicBezTo>
                <a:cubicBezTo>
                  <a:pt x="153485" y="64549"/>
                  <a:pt x="145384" y="57976"/>
                  <a:pt x="135375" y="53819"/>
                </a:cubicBezTo>
                <a:cubicBezTo>
                  <a:pt x="122567" y="48476"/>
                  <a:pt x="108317" y="45804"/>
                  <a:pt x="92625" y="45804"/>
                </a:cubicBezTo>
                <a:cubicBezTo>
                  <a:pt x="77188" y="45804"/>
                  <a:pt x="63128" y="47755"/>
                  <a:pt x="50448" y="51656"/>
                </a:cubicBezTo>
                <a:cubicBezTo>
                  <a:pt x="37767" y="55558"/>
                  <a:pt x="28182" y="61665"/>
                  <a:pt x="21693" y="69978"/>
                </a:cubicBezTo>
                <a:cubicBezTo>
                  <a:pt x="15204" y="78290"/>
                  <a:pt x="11960" y="89063"/>
                  <a:pt x="11960" y="102295"/>
                </a:cubicBezTo>
                <a:cubicBezTo>
                  <a:pt x="11960" y="113152"/>
                  <a:pt x="14335" y="123097"/>
                  <a:pt x="19085" y="132131"/>
                </a:cubicBezTo>
                <a:cubicBezTo>
                  <a:pt x="23835" y="141164"/>
                  <a:pt x="32020" y="150685"/>
                  <a:pt x="43641" y="160694"/>
                </a:cubicBezTo>
                <a:lnTo>
                  <a:pt x="28755" y="160694"/>
                </a:lnTo>
                <a:cubicBezTo>
                  <a:pt x="18661" y="151025"/>
                  <a:pt x="11345" y="140952"/>
                  <a:pt x="6807" y="130477"/>
                </a:cubicBezTo>
                <a:cubicBezTo>
                  <a:pt x="2269" y="120001"/>
                  <a:pt x="0" y="107766"/>
                  <a:pt x="0" y="93770"/>
                </a:cubicBezTo>
                <a:cubicBezTo>
                  <a:pt x="0" y="75364"/>
                  <a:pt x="3684" y="59015"/>
                  <a:pt x="11053" y="44722"/>
                </a:cubicBezTo>
                <a:cubicBezTo>
                  <a:pt x="18422" y="30430"/>
                  <a:pt x="29009" y="19403"/>
                  <a:pt x="42814" y="11642"/>
                </a:cubicBezTo>
                <a:cubicBezTo>
                  <a:pt x="56621" y="3881"/>
                  <a:pt x="71318" y="0"/>
                  <a:pt x="86904" y="0"/>
                </a:cubicBezTo>
                <a:cubicBezTo>
                  <a:pt x="103335" y="0"/>
                  <a:pt x="118920" y="4305"/>
                  <a:pt x="133658" y="12914"/>
                </a:cubicBezTo>
                <a:cubicBezTo>
                  <a:pt x="148398" y="21523"/>
                  <a:pt x="159833" y="33144"/>
                  <a:pt x="167963" y="47776"/>
                </a:cubicBezTo>
                <a:cubicBezTo>
                  <a:pt x="176095" y="62407"/>
                  <a:pt x="180161" y="77951"/>
                  <a:pt x="180161" y="94406"/>
                </a:cubicBezTo>
                <a:cubicBezTo>
                  <a:pt x="180161" y="106536"/>
                  <a:pt x="177531" y="119344"/>
                  <a:pt x="172273" y="132831"/>
                </a:cubicBezTo>
                <a:cubicBezTo>
                  <a:pt x="169219" y="140634"/>
                  <a:pt x="167692" y="145596"/>
                  <a:pt x="167692" y="147717"/>
                </a:cubicBezTo>
                <a:cubicBezTo>
                  <a:pt x="167692" y="150431"/>
                  <a:pt x="168689" y="152785"/>
                  <a:pt x="170682" y="154778"/>
                </a:cubicBezTo>
                <a:cubicBezTo>
                  <a:pt x="172675" y="156771"/>
                  <a:pt x="175835" y="158065"/>
                  <a:pt x="180161" y="158659"/>
                </a:cubicBezTo>
                <a:lnTo>
                  <a:pt x="180161" y="163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Text T">
            <a:extLst xmlns:a="http://schemas.openxmlformats.org/drawingml/2006/main">
              <a:ext uri="{FF2B5EF4-FFF2-40B4-BE49-F238E27FC236}">
                <a16:creationId xmlns:a16="http://schemas.microsoft.com/office/drawing/2014/main" id="{A03647E9-6CC3-490C-A3A9-0079D96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5392643"/>
            <a:ext cx="172527" cy="154969"/>
          </a:xfrm>
          <a:custGeom xmlns:a="http://schemas.openxmlformats.org/drawingml/2006/main">
            <a:pathLst>
              <a:path w="172527" h="154969">
                <a:moveTo>
                  <a:pt x="172527" y="154969"/>
                </a:moveTo>
                <a:lnTo>
                  <a:pt x="125706" y="154969"/>
                </a:lnTo>
                <a:lnTo>
                  <a:pt x="125706" y="150389"/>
                </a:lnTo>
                <a:cubicBezTo>
                  <a:pt x="136515" y="147674"/>
                  <a:pt x="144281" y="144663"/>
                  <a:pt x="149005" y="141355"/>
                </a:cubicBezTo>
                <a:cubicBezTo>
                  <a:pt x="153728" y="138047"/>
                  <a:pt x="157495" y="133509"/>
                  <a:pt x="160305" y="127741"/>
                </a:cubicBezTo>
                <a:cubicBezTo>
                  <a:pt x="161837" y="124518"/>
                  <a:pt x="162603" y="118877"/>
                  <a:pt x="162603" y="110819"/>
                </a:cubicBezTo>
                <a:lnTo>
                  <a:pt x="162603" y="97969"/>
                </a:lnTo>
                <a:lnTo>
                  <a:pt x="29518" y="97969"/>
                </a:lnTo>
                <a:cubicBezTo>
                  <a:pt x="20651" y="97969"/>
                  <a:pt x="15109" y="98457"/>
                  <a:pt x="12890" y="99432"/>
                </a:cubicBezTo>
                <a:cubicBezTo>
                  <a:pt x="10674" y="100407"/>
                  <a:pt x="8735" y="102316"/>
                  <a:pt x="7073" y="105158"/>
                </a:cubicBezTo>
                <a:cubicBezTo>
                  <a:pt x="5411" y="107999"/>
                  <a:pt x="4580" y="111880"/>
                  <a:pt x="4580" y="116799"/>
                </a:cubicBezTo>
                <a:lnTo>
                  <a:pt x="4580" y="122525"/>
                </a:lnTo>
                <a:lnTo>
                  <a:pt x="0" y="122525"/>
                </a:lnTo>
                <a:lnTo>
                  <a:pt x="0" y="32190"/>
                </a:lnTo>
                <a:lnTo>
                  <a:pt x="4580" y="32190"/>
                </a:lnTo>
                <a:lnTo>
                  <a:pt x="4580" y="37915"/>
                </a:lnTo>
                <a:cubicBezTo>
                  <a:pt x="4580" y="42920"/>
                  <a:pt x="5475" y="46949"/>
                  <a:pt x="7264" y="50002"/>
                </a:cubicBezTo>
                <a:cubicBezTo>
                  <a:pt x="8460" y="52208"/>
                  <a:pt x="10506" y="53946"/>
                  <a:pt x="13403" y="55219"/>
                </a:cubicBezTo>
                <a:cubicBezTo>
                  <a:pt x="15449" y="56152"/>
                  <a:pt x="20821" y="56618"/>
                  <a:pt x="29518" y="56618"/>
                </a:cubicBezTo>
                <a:lnTo>
                  <a:pt x="162603" y="56618"/>
                </a:lnTo>
                <a:lnTo>
                  <a:pt x="162603" y="44150"/>
                </a:lnTo>
                <a:cubicBezTo>
                  <a:pt x="162603" y="32529"/>
                  <a:pt x="160135" y="24089"/>
                  <a:pt x="155200" y="18830"/>
                </a:cubicBezTo>
                <a:cubicBezTo>
                  <a:pt x="148305" y="11451"/>
                  <a:pt x="138474" y="6786"/>
                  <a:pt x="125706" y="4835"/>
                </a:cubicBezTo>
                <a:lnTo>
                  <a:pt x="125706" y="0"/>
                </a:lnTo>
                <a:lnTo>
                  <a:pt x="172527" y="0"/>
                </a:lnTo>
                <a:lnTo>
                  <a:pt x="172527" y="154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I">
            <a:extLst xmlns:a="http://schemas.openxmlformats.org/drawingml/2006/main">
              <a:ext uri="{FF2B5EF4-FFF2-40B4-BE49-F238E27FC236}">
                <a16:creationId xmlns:a16="http://schemas.microsoft.com/office/drawing/2014/main" id="{F3EBB0DE-CB13-4353-9D1C-0D51D0AB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5342" y="5562246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Text O">
            <a:extLst xmlns:a="http://schemas.openxmlformats.org/drawingml/2006/main">
              <a:ext uri="{FF2B5EF4-FFF2-40B4-BE49-F238E27FC236}">
                <a16:creationId xmlns:a16="http://schemas.microsoft.com/office/drawing/2014/main" id="{25BAF04B-9979-4006-8954-8D9B5EC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525" y="5668570"/>
            <a:ext cx="179906" cy="183215"/>
          </a:xfrm>
          <a:custGeom xmlns:a="http://schemas.openxmlformats.org/drawingml/2006/main">
            <a:pathLst>
              <a:path w="179906" h="183215">
                <a:moveTo>
                  <a:pt x="178889" y="90462"/>
                </a:moveTo>
                <a:cubicBezTo>
                  <a:pt x="179906" y="117944"/>
                  <a:pt x="171891" y="140274"/>
                  <a:pt x="154842" y="157450"/>
                </a:cubicBezTo>
                <a:cubicBezTo>
                  <a:pt x="137793" y="174626"/>
                  <a:pt x="116460" y="183215"/>
                  <a:pt x="90844" y="183215"/>
                </a:cubicBezTo>
                <a:cubicBezTo>
                  <a:pt x="68960" y="183215"/>
                  <a:pt x="49705" y="176810"/>
                  <a:pt x="33080" y="164002"/>
                </a:cubicBezTo>
                <a:cubicBezTo>
                  <a:pt x="11027" y="147038"/>
                  <a:pt x="0" y="123076"/>
                  <a:pt x="0" y="92116"/>
                </a:cubicBezTo>
                <a:cubicBezTo>
                  <a:pt x="0" y="61072"/>
                  <a:pt x="10518" y="37067"/>
                  <a:pt x="31554" y="20103"/>
                </a:cubicBezTo>
                <a:cubicBezTo>
                  <a:pt x="48179" y="6701"/>
                  <a:pt x="67900" y="0"/>
                  <a:pt x="90717" y="0"/>
                </a:cubicBezTo>
                <a:cubicBezTo>
                  <a:pt x="116333" y="0"/>
                  <a:pt x="137687" y="8715"/>
                  <a:pt x="154778" y="26146"/>
                </a:cubicBezTo>
                <a:cubicBezTo>
                  <a:pt x="171870" y="43577"/>
                  <a:pt x="179906" y="65016"/>
                  <a:pt x="178889" y="90462"/>
                </a:cubicBezTo>
                <a:moveTo>
                  <a:pt x="170746" y="91989"/>
                </a:moveTo>
                <a:cubicBezTo>
                  <a:pt x="170746" y="76212"/>
                  <a:pt x="162694" y="64210"/>
                  <a:pt x="146592" y="55982"/>
                </a:cubicBezTo>
                <a:cubicBezTo>
                  <a:pt x="133370" y="49281"/>
                  <a:pt x="114384" y="45931"/>
                  <a:pt x="89635" y="45931"/>
                </a:cubicBezTo>
                <a:cubicBezTo>
                  <a:pt x="60226" y="45931"/>
                  <a:pt x="38486" y="51105"/>
                  <a:pt x="24417" y="61453"/>
                </a:cubicBezTo>
                <a:cubicBezTo>
                  <a:pt x="14585" y="68663"/>
                  <a:pt x="9670" y="78757"/>
                  <a:pt x="9670" y="91734"/>
                </a:cubicBezTo>
                <a:cubicBezTo>
                  <a:pt x="9670" y="100471"/>
                  <a:pt x="11789" y="107766"/>
                  <a:pt x="16027" y="113618"/>
                </a:cubicBezTo>
                <a:cubicBezTo>
                  <a:pt x="21451" y="121083"/>
                  <a:pt x="30116" y="126893"/>
                  <a:pt x="42022" y="131049"/>
                </a:cubicBezTo>
                <a:cubicBezTo>
                  <a:pt x="53932" y="135206"/>
                  <a:pt x="69464" y="137284"/>
                  <a:pt x="88617" y="137284"/>
                </a:cubicBezTo>
                <a:cubicBezTo>
                  <a:pt x="111418" y="137284"/>
                  <a:pt x="128475" y="135163"/>
                  <a:pt x="139789" y="130922"/>
                </a:cubicBezTo>
                <a:cubicBezTo>
                  <a:pt x="151104" y="126681"/>
                  <a:pt x="159092" y="121274"/>
                  <a:pt x="163752" y="114700"/>
                </a:cubicBezTo>
                <a:cubicBezTo>
                  <a:pt x="168415" y="108126"/>
                  <a:pt x="170746" y="100556"/>
                  <a:pt x="170746" y="91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Text N">
            <a:extLst xmlns:a="http://schemas.openxmlformats.org/drawingml/2006/main">
              <a:ext uri="{FF2B5EF4-FFF2-40B4-BE49-F238E27FC236}">
                <a16:creationId xmlns:a16="http://schemas.microsoft.com/office/drawing/2014/main" id="{F374C0DB-5DC1-4160-B8DD-A81E3C48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525" y="5864806"/>
            <a:ext cx="176344" cy="178380"/>
          </a:xfrm>
          <a:custGeom xmlns:a="http://schemas.openxmlformats.org/drawingml/2006/main">
            <a:pathLst>
              <a:path w="176344" h="178380">
                <a:moveTo>
                  <a:pt x="176344" y="61199"/>
                </a:moveTo>
                <a:lnTo>
                  <a:pt x="69556" y="146317"/>
                </a:lnTo>
                <a:lnTo>
                  <a:pt x="143518" y="146317"/>
                </a:lnTo>
                <a:cubicBezTo>
                  <a:pt x="153914" y="146317"/>
                  <a:pt x="160944" y="144833"/>
                  <a:pt x="164607" y="141864"/>
                </a:cubicBezTo>
                <a:cubicBezTo>
                  <a:pt x="169548" y="137793"/>
                  <a:pt x="171933" y="130964"/>
                  <a:pt x="171764" y="121380"/>
                </a:cubicBezTo>
                <a:lnTo>
                  <a:pt x="176344" y="121380"/>
                </a:lnTo>
                <a:lnTo>
                  <a:pt x="176344" y="178380"/>
                </a:lnTo>
                <a:lnTo>
                  <a:pt x="171764" y="178380"/>
                </a:lnTo>
                <a:cubicBezTo>
                  <a:pt x="170825" y="171085"/>
                  <a:pt x="169610" y="166187"/>
                  <a:pt x="168118" y="163684"/>
                </a:cubicBezTo>
                <a:cubicBezTo>
                  <a:pt x="166628" y="161182"/>
                  <a:pt x="164200" y="159231"/>
                  <a:pt x="160834" y="157832"/>
                </a:cubicBezTo>
                <a:cubicBezTo>
                  <a:pt x="157470" y="156432"/>
                  <a:pt x="151698" y="155732"/>
                  <a:pt x="143518" y="155732"/>
                </a:cubicBezTo>
                <a:lnTo>
                  <a:pt x="0" y="155732"/>
                </a:lnTo>
                <a:lnTo>
                  <a:pt x="0" y="151406"/>
                </a:lnTo>
                <a:lnTo>
                  <a:pt x="143745" y="34734"/>
                </a:lnTo>
                <a:lnTo>
                  <a:pt x="33844" y="34734"/>
                </a:lnTo>
                <a:cubicBezTo>
                  <a:pt x="23869" y="34734"/>
                  <a:pt x="17134" y="37003"/>
                  <a:pt x="13638" y="41541"/>
                </a:cubicBezTo>
                <a:cubicBezTo>
                  <a:pt x="10144" y="46079"/>
                  <a:pt x="8397" y="51275"/>
                  <a:pt x="8397" y="57127"/>
                </a:cubicBezTo>
                <a:lnTo>
                  <a:pt x="8397" y="61199"/>
                </a:lnTo>
                <a:lnTo>
                  <a:pt x="3817" y="61199"/>
                </a:lnTo>
                <a:lnTo>
                  <a:pt x="3817" y="0"/>
                </a:lnTo>
                <a:lnTo>
                  <a:pt x="8397" y="0"/>
                </a:lnTo>
                <a:cubicBezTo>
                  <a:pt x="8482" y="9500"/>
                  <a:pt x="10442" y="16116"/>
                  <a:pt x="14278" y="19848"/>
                </a:cubicBezTo>
                <a:cubicBezTo>
                  <a:pt x="18116" y="23580"/>
                  <a:pt x="24638" y="25446"/>
                  <a:pt x="33844" y="25446"/>
                </a:cubicBezTo>
                <a:lnTo>
                  <a:pt x="155625" y="25446"/>
                </a:lnTo>
                <a:lnTo>
                  <a:pt x="160185" y="21757"/>
                </a:lnTo>
                <a:cubicBezTo>
                  <a:pt x="164816" y="18109"/>
                  <a:pt x="167860" y="14886"/>
                  <a:pt x="169318" y="12087"/>
                </a:cubicBezTo>
                <a:cubicBezTo>
                  <a:pt x="170776" y="9288"/>
                  <a:pt x="171591" y="5259"/>
                  <a:pt x="171764" y="0"/>
                </a:cubicBezTo>
                <a:lnTo>
                  <a:pt x="176344" y="0"/>
                </a:lnTo>
                <a:lnTo>
                  <a:pt x="176344" y="611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E99D7-B2AA-423F-874E-23066D2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335" y="3752792"/>
            <a:ext cx="456001" cy="537429"/>
          </a:xfrm>
          <a:custGeom xmlns:a="http://schemas.openxmlformats.org/drawingml/2006/main">
            <a:pathLst>
              <a:path w="456001" h="537429">
                <a:moveTo>
                  <a:pt x="218392" y="385483"/>
                </a:moveTo>
                <a:lnTo>
                  <a:pt x="190380" y="373920"/>
                </a:lnTo>
                <a:cubicBezTo>
                  <a:pt x="186309" y="371803"/>
                  <a:pt x="184517" y="368709"/>
                  <a:pt x="186146" y="363986"/>
                </a:cubicBezTo>
                <a:lnTo>
                  <a:pt x="196895" y="338906"/>
                </a:lnTo>
                <a:cubicBezTo>
                  <a:pt x="199175" y="334998"/>
                  <a:pt x="202269" y="332718"/>
                  <a:pt x="206992" y="334672"/>
                </a:cubicBezTo>
                <a:lnTo>
                  <a:pt x="233212" y="347700"/>
                </a:lnTo>
                <a:cubicBezTo>
                  <a:pt x="241680" y="337929"/>
                  <a:pt x="250637" y="328320"/>
                  <a:pt x="260897" y="319852"/>
                </a:cubicBezTo>
                <a:lnTo>
                  <a:pt x="249497" y="292166"/>
                </a:lnTo>
                <a:cubicBezTo>
                  <a:pt x="248520" y="288909"/>
                  <a:pt x="248195" y="285652"/>
                  <a:pt x="253080" y="282395"/>
                </a:cubicBezTo>
                <a:lnTo>
                  <a:pt x="279463" y="271483"/>
                </a:lnTo>
                <a:cubicBezTo>
                  <a:pt x="284349" y="270017"/>
                  <a:pt x="287280" y="272135"/>
                  <a:pt x="288909" y="275066"/>
                </a:cubicBezTo>
                <a:lnTo>
                  <a:pt x="300635" y="303403"/>
                </a:lnTo>
                <a:cubicBezTo>
                  <a:pt x="312523" y="301123"/>
                  <a:pt x="324249" y="299983"/>
                  <a:pt x="338092" y="304055"/>
                </a:cubicBezTo>
                <a:lnTo>
                  <a:pt x="349818" y="275229"/>
                </a:lnTo>
                <a:cubicBezTo>
                  <a:pt x="352586" y="271320"/>
                  <a:pt x="355843" y="270180"/>
                  <a:pt x="359752" y="271646"/>
                </a:cubicBezTo>
                <a:lnTo>
                  <a:pt x="385972" y="282558"/>
                </a:lnTo>
                <a:cubicBezTo>
                  <a:pt x="390369" y="285163"/>
                  <a:pt x="390858" y="288420"/>
                  <a:pt x="389718" y="291840"/>
                </a:cubicBezTo>
                <a:lnTo>
                  <a:pt x="377992" y="320178"/>
                </a:lnTo>
                <a:cubicBezTo>
                  <a:pt x="388252" y="328320"/>
                  <a:pt x="397698" y="336789"/>
                  <a:pt x="405352" y="346560"/>
                </a:cubicBezTo>
                <a:lnTo>
                  <a:pt x="433526" y="335323"/>
                </a:lnTo>
                <a:cubicBezTo>
                  <a:pt x="438575" y="334020"/>
                  <a:pt x="441669" y="335812"/>
                  <a:pt x="443461" y="339558"/>
                </a:cubicBezTo>
                <a:lnTo>
                  <a:pt x="454372" y="365452"/>
                </a:lnTo>
                <a:cubicBezTo>
                  <a:pt x="455186" y="369035"/>
                  <a:pt x="454372" y="372292"/>
                  <a:pt x="450463" y="374409"/>
                </a:cubicBezTo>
                <a:lnTo>
                  <a:pt x="421801" y="385972"/>
                </a:lnTo>
                <a:cubicBezTo>
                  <a:pt x="423266" y="396883"/>
                  <a:pt x="423103" y="410889"/>
                  <a:pt x="421801" y="423103"/>
                </a:cubicBezTo>
                <a:lnTo>
                  <a:pt x="450463" y="434503"/>
                </a:lnTo>
                <a:cubicBezTo>
                  <a:pt x="454372" y="436783"/>
                  <a:pt x="456001" y="439878"/>
                  <a:pt x="454861" y="443786"/>
                </a:cubicBezTo>
                <a:lnTo>
                  <a:pt x="444601" y="468052"/>
                </a:lnTo>
                <a:cubicBezTo>
                  <a:pt x="442483" y="471146"/>
                  <a:pt x="439552" y="472775"/>
                  <a:pt x="435481" y="471798"/>
                </a:cubicBezTo>
                <a:lnTo>
                  <a:pt x="406492" y="460235"/>
                </a:lnTo>
                <a:cubicBezTo>
                  <a:pt x="399001" y="470495"/>
                  <a:pt x="389392" y="479615"/>
                  <a:pt x="378806" y="487595"/>
                </a:cubicBezTo>
                <a:lnTo>
                  <a:pt x="390206" y="515281"/>
                </a:lnTo>
                <a:cubicBezTo>
                  <a:pt x="391998" y="519841"/>
                  <a:pt x="389718" y="523424"/>
                  <a:pt x="386949" y="524889"/>
                </a:cubicBezTo>
                <a:lnTo>
                  <a:pt x="359263" y="536289"/>
                </a:lnTo>
                <a:cubicBezTo>
                  <a:pt x="355518" y="536941"/>
                  <a:pt x="352098" y="536778"/>
                  <a:pt x="350469" y="532055"/>
                </a:cubicBezTo>
                <a:lnTo>
                  <a:pt x="338743" y="503718"/>
                </a:lnTo>
                <a:cubicBezTo>
                  <a:pt x="328158" y="506486"/>
                  <a:pt x="314966" y="507301"/>
                  <a:pt x="301449" y="503881"/>
                </a:cubicBezTo>
                <a:lnTo>
                  <a:pt x="289886" y="532055"/>
                </a:lnTo>
                <a:cubicBezTo>
                  <a:pt x="288095" y="534824"/>
                  <a:pt x="285978" y="537429"/>
                  <a:pt x="280766" y="536289"/>
                </a:cubicBezTo>
                <a:lnTo>
                  <a:pt x="253732" y="525052"/>
                </a:lnTo>
                <a:cubicBezTo>
                  <a:pt x="249986" y="522446"/>
                  <a:pt x="248195" y="519189"/>
                  <a:pt x="250637" y="514629"/>
                </a:cubicBezTo>
                <a:lnTo>
                  <a:pt x="263503" y="489223"/>
                </a:lnTo>
                <a:cubicBezTo>
                  <a:pt x="252103" y="480918"/>
                  <a:pt x="242657" y="471798"/>
                  <a:pt x="235166" y="462352"/>
                </a:cubicBezTo>
                <a:lnTo>
                  <a:pt x="207643" y="473426"/>
                </a:lnTo>
                <a:cubicBezTo>
                  <a:pt x="203246" y="475055"/>
                  <a:pt x="199663" y="473915"/>
                  <a:pt x="197057" y="470006"/>
                </a:cubicBezTo>
                <a:lnTo>
                  <a:pt x="186146" y="443949"/>
                </a:lnTo>
                <a:cubicBezTo>
                  <a:pt x="185006" y="440529"/>
                  <a:pt x="185820" y="436458"/>
                  <a:pt x="189892" y="434503"/>
                </a:cubicBezTo>
                <a:lnTo>
                  <a:pt x="218555" y="422289"/>
                </a:lnTo>
                <a:cubicBezTo>
                  <a:pt x="217415" y="410075"/>
                  <a:pt x="217252" y="397698"/>
                  <a:pt x="218392" y="385483"/>
                </a:cubicBezTo>
                <a:close/>
                <a:moveTo>
                  <a:pt x="249172" y="403235"/>
                </a:moveTo>
                <a:cubicBezTo>
                  <a:pt x="249172" y="446718"/>
                  <a:pt x="285489" y="473589"/>
                  <a:pt x="320829" y="473589"/>
                </a:cubicBezTo>
                <a:cubicBezTo>
                  <a:pt x="359263" y="473589"/>
                  <a:pt x="391183" y="441343"/>
                  <a:pt x="391183" y="403886"/>
                </a:cubicBezTo>
                <a:cubicBezTo>
                  <a:pt x="391183" y="363823"/>
                  <a:pt x="356820" y="333695"/>
                  <a:pt x="320992" y="333695"/>
                </a:cubicBezTo>
                <a:cubicBezTo>
                  <a:pt x="285978" y="333695"/>
                  <a:pt x="249172" y="359752"/>
                  <a:pt x="249172" y="403235"/>
                </a:cubicBezTo>
                <a:close/>
                <a:moveTo>
                  <a:pt x="199500" y="100157"/>
                </a:moveTo>
                <a:lnTo>
                  <a:pt x="199500" y="27197"/>
                </a:lnTo>
                <a:lnTo>
                  <a:pt x="426523" y="27197"/>
                </a:lnTo>
                <a:lnTo>
                  <a:pt x="426523" y="100157"/>
                </a:lnTo>
                <a:lnTo>
                  <a:pt x="378155" y="100157"/>
                </a:lnTo>
                <a:cubicBezTo>
                  <a:pt x="374083" y="100320"/>
                  <a:pt x="371640" y="102437"/>
                  <a:pt x="370175" y="105694"/>
                </a:cubicBezTo>
                <a:lnTo>
                  <a:pt x="365289" y="120026"/>
                </a:lnTo>
                <a:lnTo>
                  <a:pt x="352098" y="71983"/>
                </a:lnTo>
                <a:cubicBezTo>
                  <a:pt x="351283" y="69540"/>
                  <a:pt x="348352" y="66609"/>
                  <a:pt x="344606" y="66446"/>
                </a:cubicBezTo>
                <a:cubicBezTo>
                  <a:pt x="340860" y="66609"/>
                  <a:pt x="337603" y="68726"/>
                  <a:pt x="336463" y="71820"/>
                </a:cubicBezTo>
                <a:lnTo>
                  <a:pt x="324738" y="100157"/>
                </a:lnTo>
                <a:lnTo>
                  <a:pt x="295912" y="100157"/>
                </a:lnTo>
                <a:cubicBezTo>
                  <a:pt x="292166" y="100157"/>
                  <a:pt x="289235" y="102600"/>
                  <a:pt x="287606" y="106672"/>
                </a:cubicBezTo>
                <a:lnTo>
                  <a:pt x="275880" y="140546"/>
                </a:lnTo>
                <a:lnTo>
                  <a:pt x="256012" y="65794"/>
                </a:lnTo>
                <a:cubicBezTo>
                  <a:pt x="254383" y="62212"/>
                  <a:pt x="251777" y="59932"/>
                  <a:pt x="247706" y="59769"/>
                </a:cubicBezTo>
                <a:cubicBezTo>
                  <a:pt x="243960" y="59769"/>
                  <a:pt x="240866" y="62700"/>
                  <a:pt x="239400" y="65957"/>
                </a:cubicBezTo>
                <a:lnTo>
                  <a:pt x="227675" y="100157"/>
                </a:lnTo>
                <a:lnTo>
                  <a:pt x="199500" y="100157"/>
                </a:lnTo>
                <a:close/>
                <a:moveTo>
                  <a:pt x="199500" y="203572"/>
                </a:moveTo>
                <a:lnTo>
                  <a:pt x="199500" y="117420"/>
                </a:lnTo>
                <a:lnTo>
                  <a:pt x="233537" y="117420"/>
                </a:lnTo>
                <a:cubicBezTo>
                  <a:pt x="238260" y="117583"/>
                  <a:pt x="241029" y="114652"/>
                  <a:pt x="242495" y="110580"/>
                </a:cubicBezTo>
                <a:lnTo>
                  <a:pt x="247055" y="97714"/>
                </a:lnTo>
                <a:lnTo>
                  <a:pt x="266923" y="172140"/>
                </a:lnTo>
                <a:cubicBezTo>
                  <a:pt x="268389" y="176537"/>
                  <a:pt x="271483" y="178492"/>
                  <a:pt x="275066" y="178492"/>
                </a:cubicBezTo>
                <a:cubicBezTo>
                  <a:pt x="279300" y="178492"/>
                  <a:pt x="281743" y="176212"/>
                  <a:pt x="283372" y="172629"/>
                </a:cubicBezTo>
                <a:lnTo>
                  <a:pt x="301938" y="117420"/>
                </a:lnTo>
                <a:lnTo>
                  <a:pt x="330926" y="117420"/>
                </a:lnTo>
                <a:cubicBezTo>
                  <a:pt x="334998" y="117257"/>
                  <a:pt x="336952" y="114977"/>
                  <a:pt x="338255" y="112534"/>
                </a:cubicBezTo>
                <a:lnTo>
                  <a:pt x="342652" y="101949"/>
                </a:lnTo>
                <a:lnTo>
                  <a:pt x="356332" y="152109"/>
                </a:lnTo>
                <a:cubicBezTo>
                  <a:pt x="357635" y="155529"/>
                  <a:pt x="360566" y="158134"/>
                  <a:pt x="364638" y="158297"/>
                </a:cubicBezTo>
                <a:cubicBezTo>
                  <a:pt x="367732" y="158134"/>
                  <a:pt x="371315" y="155854"/>
                  <a:pt x="372943" y="151946"/>
                </a:cubicBezTo>
                <a:lnTo>
                  <a:pt x="384669" y="117420"/>
                </a:lnTo>
                <a:lnTo>
                  <a:pt x="426523" y="117420"/>
                </a:lnTo>
                <a:lnTo>
                  <a:pt x="426523" y="203572"/>
                </a:lnTo>
                <a:lnTo>
                  <a:pt x="199500" y="203572"/>
                </a:lnTo>
                <a:close/>
                <a:moveTo>
                  <a:pt x="185820" y="217252"/>
                </a:moveTo>
                <a:lnTo>
                  <a:pt x="440366" y="217252"/>
                </a:lnTo>
                <a:lnTo>
                  <a:pt x="440366" y="13517"/>
                </a:lnTo>
                <a:lnTo>
                  <a:pt x="185820" y="13517"/>
                </a:lnTo>
                <a:lnTo>
                  <a:pt x="185820" y="217252"/>
                </a:lnTo>
                <a:close/>
                <a:moveTo>
                  <a:pt x="171977" y="230769"/>
                </a:moveTo>
                <a:lnTo>
                  <a:pt x="171977" y="0"/>
                </a:lnTo>
                <a:lnTo>
                  <a:pt x="454046" y="0"/>
                </a:lnTo>
                <a:lnTo>
                  <a:pt x="454046" y="230769"/>
                </a:lnTo>
                <a:lnTo>
                  <a:pt x="171977" y="230769"/>
                </a:lnTo>
                <a:close/>
                <a:moveTo>
                  <a:pt x="0" y="509092"/>
                </a:moveTo>
                <a:lnTo>
                  <a:pt x="0" y="60420"/>
                </a:lnTo>
                <a:cubicBezTo>
                  <a:pt x="0" y="47717"/>
                  <a:pt x="11074" y="33874"/>
                  <a:pt x="27523" y="33874"/>
                </a:cubicBezTo>
                <a:lnTo>
                  <a:pt x="151294" y="33874"/>
                </a:lnTo>
                <a:lnTo>
                  <a:pt x="151294" y="95109"/>
                </a:lnTo>
                <a:lnTo>
                  <a:pt x="48206" y="95109"/>
                </a:lnTo>
                <a:lnTo>
                  <a:pt x="48206" y="115466"/>
                </a:lnTo>
                <a:lnTo>
                  <a:pt x="151294" y="115466"/>
                </a:lnTo>
                <a:lnTo>
                  <a:pt x="151294" y="251289"/>
                </a:lnTo>
                <a:lnTo>
                  <a:pt x="247543" y="251289"/>
                </a:lnTo>
                <a:lnTo>
                  <a:pt x="247706" y="263503"/>
                </a:lnTo>
                <a:cubicBezTo>
                  <a:pt x="231909" y="269366"/>
                  <a:pt x="225395" y="285652"/>
                  <a:pt x="231095" y="300146"/>
                </a:cubicBezTo>
                <a:lnTo>
                  <a:pt x="237283" y="314315"/>
                </a:lnTo>
                <a:lnTo>
                  <a:pt x="229792" y="321806"/>
                </a:lnTo>
                <a:lnTo>
                  <a:pt x="214646" y="315455"/>
                </a:lnTo>
                <a:cubicBezTo>
                  <a:pt x="198849" y="309592"/>
                  <a:pt x="185332" y="318386"/>
                  <a:pt x="179957" y="329623"/>
                </a:cubicBezTo>
                <a:lnTo>
                  <a:pt x="168395" y="356658"/>
                </a:lnTo>
                <a:cubicBezTo>
                  <a:pt x="166277" y="362195"/>
                  <a:pt x="165952" y="367732"/>
                  <a:pt x="167255" y="373269"/>
                </a:cubicBezTo>
                <a:lnTo>
                  <a:pt x="48206" y="373269"/>
                </a:lnTo>
                <a:lnTo>
                  <a:pt x="48206" y="393626"/>
                </a:lnTo>
                <a:lnTo>
                  <a:pt x="186797" y="393626"/>
                </a:lnTo>
                <a:lnTo>
                  <a:pt x="198035" y="398512"/>
                </a:lnTo>
                <a:lnTo>
                  <a:pt x="198035" y="409423"/>
                </a:lnTo>
                <a:lnTo>
                  <a:pt x="182400" y="415938"/>
                </a:lnTo>
                <a:cubicBezTo>
                  <a:pt x="174095" y="420009"/>
                  <a:pt x="169046" y="426686"/>
                  <a:pt x="167255" y="434503"/>
                </a:cubicBezTo>
                <a:lnTo>
                  <a:pt x="48206" y="434503"/>
                </a:lnTo>
                <a:lnTo>
                  <a:pt x="48206" y="454861"/>
                </a:lnTo>
                <a:lnTo>
                  <a:pt x="170023" y="454861"/>
                </a:lnTo>
                <a:lnTo>
                  <a:pt x="180120" y="478475"/>
                </a:lnTo>
                <a:cubicBezTo>
                  <a:pt x="185820" y="490852"/>
                  <a:pt x="200640" y="497529"/>
                  <a:pt x="214972" y="492318"/>
                </a:cubicBezTo>
                <a:lnTo>
                  <a:pt x="229629" y="485966"/>
                </a:lnTo>
                <a:lnTo>
                  <a:pt x="237283" y="493458"/>
                </a:lnTo>
                <a:lnTo>
                  <a:pt x="230606" y="509092"/>
                </a:lnTo>
                <a:lnTo>
                  <a:pt x="0" y="509092"/>
                </a:lnTo>
                <a:close/>
              </a:path>
            </a:pathLst>
          </a:custGeom>
          <a:solidFill xmlns:a="http://schemas.openxmlformats.org/drawingml/2006/main">
            <a:srgbClr val="548B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Coverage">
            <a:extLst xmlns:a="http://schemas.openxmlformats.org/drawingml/2006/main">
              <a:ext uri="{FF2B5EF4-FFF2-40B4-BE49-F238E27FC236}">
                <a16:creationId xmlns:a16="http://schemas.microsoft.com/office/drawing/2014/main" id="{631F3443-F0D1-4068-8057-BEDAFA8C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75" y="4105315"/>
            <a:ext cx="834975" cy="138381"/>
          </a:xfrm>
          <a:custGeom xmlns:a="http://schemas.openxmlformats.org/drawingml/2006/main">
            <a:pathLst>
              <a:path w="834975" h="138381">
                <a:moveTo>
                  <a:pt x="74964" y="12405"/>
                </a:moveTo>
                <a:lnTo>
                  <a:pt x="74964" y="7208"/>
                </a:lnTo>
                <a:cubicBezTo>
                  <a:pt x="74964" y="5446"/>
                  <a:pt x="75299" y="4183"/>
                  <a:pt x="75970" y="3420"/>
                </a:cubicBezTo>
                <a:cubicBezTo>
                  <a:pt x="76640" y="2656"/>
                  <a:pt x="77530" y="2274"/>
                  <a:pt x="78638" y="2274"/>
                </a:cubicBezTo>
                <a:cubicBezTo>
                  <a:pt x="79745" y="2274"/>
                  <a:pt x="80635" y="2653"/>
                  <a:pt x="81305" y="3411"/>
                </a:cubicBezTo>
                <a:cubicBezTo>
                  <a:pt x="81976" y="4170"/>
                  <a:pt x="82311" y="5423"/>
                  <a:pt x="82311" y="7173"/>
                </a:cubicBezTo>
                <a:lnTo>
                  <a:pt x="82311" y="27554"/>
                </a:lnTo>
                <a:cubicBezTo>
                  <a:pt x="82311" y="29362"/>
                  <a:pt x="81976" y="30644"/>
                  <a:pt x="81305" y="31403"/>
                </a:cubicBezTo>
                <a:cubicBezTo>
                  <a:pt x="80635" y="32161"/>
                  <a:pt x="79745" y="32540"/>
                  <a:pt x="78638" y="32540"/>
                </a:cubicBezTo>
                <a:cubicBezTo>
                  <a:pt x="77646" y="32540"/>
                  <a:pt x="76815" y="32192"/>
                  <a:pt x="76145" y="31495"/>
                </a:cubicBezTo>
                <a:cubicBezTo>
                  <a:pt x="75474" y="30798"/>
                  <a:pt x="75080" y="29664"/>
                  <a:pt x="74964" y="28095"/>
                </a:cubicBezTo>
                <a:cubicBezTo>
                  <a:pt x="74672" y="23213"/>
                  <a:pt x="72019" y="18883"/>
                  <a:pt x="67004" y="15105"/>
                </a:cubicBezTo>
                <a:cubicBezTo>
                  <a:pt x="60239" y="9934"/>
                  <a:pt x="52542" y="7348"/>
                  <a:pt x="43911" y="7348"/>
                </a:cubicBezTo>
                <a:cubicBezTo>
                  <a:pt x="38255" y="7348"/>
                  <a:pt x="32919" y="8599"/>
                  <a:pt x="27904" y="11101"/>
                </a:cubicBezTo>
                <a:cubicBezTo>
                  <a:pt x="24171" y="12903"/>
                  <a:pt x="21197" y="15114"/>
                  <a:pt x="18981" y="17732"/>
                </a:cubicBezTo>
                <a:cubicBezTo>
                  <a:pt x="15133" y="22274"/>
                  <a:pt x="12071" y="27309"/>
                  <a:pt x="9797" y="32838"/>
                </a:cubicBezTo>
                <a:cubicBezTo>
                  <a:pt x="8164" y="36912"/>
                  <a:pt x="7348" y="41511"/>
                  <a:pt x="7348" y="46634"/>
                </a:cubicBezTo>
                <a:lnTo>
                  <a:pt x="7348" y="59467"/>
                </a:lnTo>
                <a:cubicBezTo>
                  <a:pt x="7348" y="70411"/>
                  <a:pt x="11313" y="79913"/>
                  <a:pt x="19244" y="87975"/>
                </a:cubicBezTo>
                <a:cubicBezTo>
                  <a:pt x="27175" y="96037"/>
                  <a:pt x="36388" y="100068"/>
                  <a:pt x="46885" y="100068"/>
                </a:cubicBezTo>
                <a:cubicBezTo>
                  <a:pt x="53183" y="100068"/>
                  <a:pt x="58825" y="98698"/>
                  <a:pt x="63811" y="95957"/>
                </a:cubicBezTo>
                <a:cubicBezTo>
                  <a:pt x="68797" y="93216"/>
                  <a:pt x="73622" y="89076"/>
                  <a:pt x="78288" y="83536"/>
                </a:cubicBezTo>
                <a:cubicBezTo>
                  <a:pt x="79279" y="82311"/>
                  <a:pt x="80387" y="81699"/>
                  <a:pt x="81612" y="81699"/>
                </a:cubicBezTo>
                <a:cubicBezTo>
                  <a:pt x="82661" y="81699"/>
                  <a:pt x="83507" y="82020"/>
                  <a:pt x="84148" y="82661"/>
                </a:cubicBezTo>
                <a:cubicBezTo>
                  <a:pt x="84790" y="83303"/>
                  <a:pt x="85110" y="84119"/>
                  <a:pt x="85110" y="85110"/>
                </a:cubicBezTo>
                <a:cubicBezTo>
                  <a:pt x="85110" y="86452"/>
                  <a:pt x="83857" y="88493"/>
                  <a:pt x="81349" y="91234"/>
                </a:cubicBezTo>
                <a:cubicBezTo>
                  <a:pt x="76567" y="96598"/>
                  <a:pt x="71188" y="100637"/>
                  <a:pt x="65211" y="103348"/>
                </a:cubicBezTo>
                <a:cubicBezTo>
                  <a:pt x="59233" y="106060"/>
                  <a:pt x="53183" y="107416"/>
                  <a:pt x="47060" y="107416"/>
                </a:cubicBezTo>
                <a:cubicBezTo>
                  <a:pt x="41753" y="107416"/>
                  <a:pt x="36359" y="106397"/>
                  <a:pt x="30878" y="104360"/>
                </a:cubicBezTo>
                <a:cubicBezTo>
                  <a:pt x="26679" y="102787"/>
                  <a:pt x="23209" y="100953"/>
                  <a:pt x="20468" y="98857"/>
                </a:cubicBezTo>
                <a:cubicBezTo>
                  <a:pt x="17728" y="96762"/>
                  <a:pt x="14360" y="93225"/>
                  <a:pt x="10365" y="88249"/>
                </a:cubicBezTo>
                <a:cubicBezTo>
                  <a:pt x="6371" y="83270"/>
                  <a:pt x="3645" y="78670"/>
                  <a:pt x="2187" y="74450"/>
                </a:cubicBezTo>
                <a:cubicBezTo>
                  <a:pt x="729" y="70227"/>
                  <a:pt x="0" y="65584"/>
                  <a:pt x="0" y="60520"/>
                </a:cubicBezTo>
                <a:lnTo>
                  <a:pt x="0" y="45587"/>
                </a:lnTo>
                <a:cubicBezTo>
                  <a:pt x="0" y="38367"/>
                  <a:pt x="1939" y="30987"/>
                  <a:pt x="5817" y="23448"/>
                </a:cubicBezTo>
                <a:cubicBezTo>
                  <a:pt x="9695" y="15909"/>
                  <a:pt x="15001" y="10117"/>
                  <a:pt x="21737" y="6071"/>
                </a:cubicBezTo>
                <a:cubicBezTo>
                  <a:pt x="28472" y="2024"/>
                  <a:pt x="35776" y="0"/>
                  <a:pt x="43649" y="0"/>
                </a:cubicBezTo>
                <a:cubicBezTo>
                  <a:pt x="55778" y="0"/>
                  <a:pt x="66216" y="4135"/>
                  <a:pt x="74964" y="12405"/>
                </a:cubicBezTo>
                <a:close/>
                <a:moveTo>
                  <a:pt x="191197" y="66785"/>
                </a:moveTo>
                <a:cubicBezTo>
                  <a:pt x="191197" y="77994"/>
                  <a:pt x="187188" y="87569"/>
                  <a:pt x="179169" y="95509"/>
                </a:cubicBezTo>
                <a:cubicBezTo>
                  <a:pt x="171151" y="103447"/>
                  <a:pt x="161486" y="107416"/>
                  <a:pt x="150172" y="107416"/>
                </a:cubicBezTo>
                <a:cubicBezTo>
                  <a:pt x="138743" y="107416"/>
                  <a:pt x="129033" y="103432"/>
                  <a:pt x="121044" y="95465"/>
                </a:cubicBezTo>
                <a:cubicBezTo>
                  <a:pt x="113055" y="87496"/>
                  <a:pt x="109061" y="77936"/>
                  <a:pt x="109061" y="66785"/>
                </a:cubicBezTo>
                <a:cubicBezTo>
                  <a:pt x="109061" y="55576"/>
                  <a:pt x="113055" y="45988"/>
                  <a:pt x="121044" y="38020"/>
                </a:cubicBezTo>
                <a:cubicBezTo>
                  <a:pt x="129033" y="30051"/>
                  <a:pt x="138743" y="26067"/>
                  <a:pt x="150172" y="26067"/>
                </a:cubicBezTo>
                <a:cubicBezTo>
                  <a:pt x="161486" y="26067"/>
                  <a:pt x="171151" y="30037"/>
                  <a:pt x="179169" y="37977"/>
                </a:cubicBezTo>
                <a:cubicBezTo>
                  <a:pt x="187188" y="45915"/>
                  <a:pt x="191197" y="55518"/>
                  <a:pt x="191197" y="66785"/>
                </a:cubicBezTo>
                <a:moveTo>
                  <a:pt x="183762" y="66741"/>
                </a:moveTo>
                <a:cubicBezTo>
                  <a:pt x="183762" y="57504"/>
                  <a:pt x="180482" y="49640"/>
                  <a:pt x="173921" y="43151"/>
                </a:cubicBezTo>
                <a:cubicBezTo>
                  <a:pt x="167361" y="36660"/>
                  <a:pt x="159415" y="33414"/>
                  <a:pt x="150085" y="33414"/>
                </a:cubicBezTo>
                <a:cubicBezTo>
                  <a:pt x="140755" y="33414"/>
                  <a:pt x="132809" y="36675"/>
                  <a:pt x="126249" y="43195"/>
                </a:cubicBezTo>
                <a:cubicBezTo>
                  <a:pt x="119688" y="49713"/>
                  <a:pt x="116408" y="57562"/>
                  <a:pt x="116408" y="66741"/>
                </a:cubicBezTo>
                <a:cubicBezTo>
                  <a:pt x="116408" y="75862"/>
                  <a:pt x="119688" y="83697"/>
                  <a:pt x="126249" y="90247"/>
                </a:cubicBezTo>
                <a:cubicBezTo>
                  <a:pt x="132809" y="96794"/>
                  <a:pt x="140755" y="100068"/>
                  <a:pt x="150085" y="100068"/>
                </a:cubicBezTo>
                <a:cubicBezTo>
                  <a:pt x="159415" y="100068"/>
                  <a:pt x="167361" y="96809"/>
                  <a:pt x="173921" y="90290"/>
                </a:cubicBezTo>
                <a:cubicBezTo>
                  <a:pt x="180482" y="83770"/>
                  <a:pt x="183762" y="75920"/>
                  <a:pt x="183762" y="66741"/>
                </a:cubicBezTo>
                <a:close/>
                <a:moveTo>
                  <a:pt x="264043" y="104617"/>
                </a:moveTo>
                <a:lnTo>
                  <a:pt x="251622" y="104617"/>
                </a:lnTo>
                <a:lnTo>
                  <a:pt x="221444" y="36039"/>
                </a:lnTo>
                <a:lnTo>
                  <a:pt x="213921" y="36039"/>
                </a:lnTo>
                <a:cubicBezTo>
                  <a:pt x="212172" y="36039"/>
                  <a:pt x="210918" y="35689"/>
                  <a:pt x="210160" y="34989"/>
                </a:cubicBezTo>
                <a:cubicBezTo>
                  <a:pt x="209402" y="34289"/>
                  <a:pt x="209023" y="33385"/>
                  <a:pt x="209023" y="32277"/>
                </a:cubicBezTo>
                <a:cubicBezTo>
                  <a:pt x="209023" y="31253"/>
                  <a:pt x="209402" y="30399"/>
                  <a:pt x="210160" y="29716"/>
                </a:cubicBezTo>
                <a:cubicBezTo>
                  <a:pt x="210918" y="29033"/>
                  <a:pt x="212172" y="28691"/>
                  <a:pt x="213921" y="28691"/>
                </a:cubicBezTo>
                <a:lnTo>
                  <a:pt x="241475" y="28691"/>
                </a:lnTo>
                <a:cubicBezTo>
                  <a:pt x="243225" y="28691"/>
                  <a:pt x="244478" y="29033"/>
                  <a:pt x="245237" y="29716"/>
                </a:cubicBezTo>
                <a:cubicBezTo>
                  <a:pt x="245995" y="30399"/>
                  <a:pt x="246374" y="31282"/>
                  <a:pt x="246374" y="32365"/>
                </a:cubicBezTo>
                <a:cubicBezTo>
                  <a:pt x="246374" y="33414"/>
                  <a:pt x="245995" y="34289"/>
                  <a:pt x="245237" y="34989"/>
                </a:cubicBezTo>
                <a:cubicBezTo>
                  <a:pt x="244478" y="35689"/>
                  <a:pt x="243225" y="36039"/>
                  <a:pt x="241475" y="36039"/>
                </a:cubicBezTo>
                <a:lnTo>
                  <a:pt x="229317" y="36039"/>
                </a:lnTo>
                <a:lnTo>
                  <a:pt x="256258" y="97269"/>
                </a:lnTo>
                <a:lnTo>
                  <a:pt x="259495" y="97269"/>
                </a:lnTo>
                <a:lnTo>
                  <a:pt x="285911" y="36039"/>
                </a:lnTo>
                <a:lnTo>
                  <a:pt x="273665" y="36039"/>
                </a:lnTo>
                <a:cubicBezTo>
                  <a:pt x="271916" y="36039"/>
                  <a:pt x="270662" y="35689"/>
                  <a:pt x="269904" y="34989"/>
                </a:cubicBezTo>
                <a:cubicBezTo>
                  <a:pt x="269146" y="34289"/>
                  <a:pt x="268767" y="33385"/>
                  <a:pt x="268767" y="32277"/>
                </a:cubicBezTo>
                <a:cubicBezTo>
                  <a:pt x="268767" y="31253"/>
                  <a:pt x="269146" y="30399"/>
                  <a:pt x="269904" y="29716"/>
                </a:cubicBezTo>
                <a:cubicBezTo>
                  <a:pt x="270662" y="29033"/>
                  <a:pt x="271916" y="28691"/>
                  <a:pt x="273665" y="28691"/>
                </a:cubicBezTo>
                <a:lnTo>
                  <a:pt x="301306" y="28691"/>
                </a:lnTo>
                <a:cubicBezTo>
                  <a:pt x="303114" y="28691"/>
                  <a:pt x="304382" y="29033"/>
                  <a:pt x="305111" y="29716"/>
                </a:cubicBezTo>
                <a:cubicBezTo>
                  <a:pt x="305840" y="30399"/>
                  <a:pt x="306205" y="31282"/>
                  <a:pt x="306205" y="32365"/>
                </a:cubicBezTo>
                <a:cubicBezTo>
                  <a:pt x="306205" y="33414"/>
                  <a:pt x="305840" y="34289"/>
                  <a:pt x="305111" y="34989"/>
                </a:cubicBezTo>
                <a:cubicBezTo>
                  <a:pt x="304382" y="35689"/>
                  <a:pt x="303114" y="36039"/>
                  <a:pt x="301306" y="36039"/>
                </a:cubicBezTo>
                <a:lnTo>
                  <a:pt x="293871" y="36039"/>
                </a:lnTo>
                <a:lnTo>
                  <a:pt x="264043" y="104617"/>
                </a:lnTo>
                <a:close/>
                <a:moveTo>
                  <a:pt x="404857" y="68403"/>
                </a:moveTo>
                <a:lnTo>
                  <a:pt x="329980" y="68403"/>
                </a:lnTo>
                <a:cubicBezTo>
                  <a:pt x="331263" y="77909"/>
                  <a:pt x="335243" y="85562"/>
                  <a:pt x="341920" y="91365"/>
                </a:cubicBezTo>
                <a:cubicBezTo>
                  <a:pt x="348597" y="97167"/>
                  <a:pt x="356863" y="100068"/>
                  <a:pt x="366719" y="100068"/>
                </a:cubicBezTo>
                <a:cubicBezTo>
                  <a:pt x="372200" y="100068"/>
                  <a:pt x="377944" y="99164"/>
                  <a:pt x="383951" y="97357"/>
                </a:cubicBezTo>
                <a:cubicBezTo>
                  <a:pt x="389957" y="95549"/>
                  <a:pt x="394856" y="93158"/>
                  <a:pt x="398646" y="90184"/>
                </a:cubicBezTo>
                <a:cubicBezTo>
                  <a:pt x="399754" y="89309"/>
                  <a:pt x="400716" y="88872"/>
                  <a:pt x="401533" y="88872"/>
                </a:cubicBezTo>
                <a:cubicBezTo>
                  <a:pt x="402466" y="88872"/>
                  <a:pt x="403282" y="89236"/>
                  <a:pt x="403982" y="89965"/>
                </a:cubicBezTo>
                <a:cubicBezTo>
                  <a:pt x="404682" y="90694"/>
                  <a:pt x="405031" y="91554"/>
                  <a:pt x="405031" y="92546"/>
                </a:cubicBezTo>
                <a:cubicBezTo>
                  <a:pt x="405031" y="93537"/>
                  <a:pt x="404565" y="94499"/>
                  <a:pt x="403632" y="95432"/>
                </a:cubicBezTo>
                <a:cubicBezTo>
                  <a:pt x="400833" y="98348"/>
                  <a:pt x="395861" y="101074"/>
                  <a:pt x="388718" y="103611"/>
                </a:cubicBezTo>
                <a:cubicBezTo>
                  <a:pt x="381574" y="106148"/>
                  <a:pt x="374241" y="107416"/>
                  <a:pt x="366719" y="107416"/>
                </a:cubicBezTo>
                <a:cubicBezTo>
                  <a:pt x="354123" y="107416"/>
                  <a:pt x="343611" y="103286"/>
                  <a:pt x="335185" y="95025"/>
                </a:cubicBezTo>
                <a:cubicBezTo>
                  <a:pt x="326758" y="86764"/>
                  <a:pt x="322545" y="76767"/>
                  <a:pt x="322545" y="65033"/>
                </a:cubicBezTo>
                <a:cubicBezTo>
                  <a:pt x="322545" y="54350"/>
                  <a:pt x="326496" y="45186"/>
                  <a:pt x="334398" y="37539"/>
                </a:cubicBezTo>
                <a:cubicBezTo>
                  <a:pt x="342299" y="29891"/>
                  <a:pt x="352082" y="26067"/>
                  <a:pt x="363745" y="26067"/>
                </a:cubicBezTo>
                <a:cubicBezTo>
                  <a:pt x="375757" y="26067"/>
                  <a:pt x="385642" y="29997"/>
                  <a:pt x="393398" y="37856"/>
                </a:cubicBezTo>
                <a:cubicBezTo>
                  <a:pt x="401154" y="45716"/>
                  <a:pt x="404973" y="55898"/>
                  <a:pt x="404857" y="68403"/>
                </a:cubicBezTo>
                <a:moveTo>
                  <a:pt x="397421" y="61056"/>
                </a:moveTo>
                <a:cubicBezTo>
                  <a:pt x="395964" y="52871"/>
                  <a:pt x="392129" y="46219"/>
                  <a:pt x="385919" y="41098"/>
                </a:cubicBezTo>
                <a:cubicBezTo>
                  <a:pt x="379708" y="35976"/>
                  <a:pt x="372317" y="33414"/>
                  <a:pt x="363745" y="33414"/>
                </a:cubicBezTo>
                <a:cubicBezTo>
                  <a:pt x="355172" y="33414"/>
                  <a:pt x="347796" y="35947"/>
                  <a:pt x="341614" y="41011"/>
                </a:cubicBezTo>
                <a:cubicBezTo>
                  <a:pt x="335433" y="46073"/>
                  <a:pt x="331584" y="52755"/>
                  <a:pt x="330068" y="61056"/>
                </a:cubicBezTo>
                <a:lnTo>
                  <a:pt x="397421" y="61056"/>
                </a:lnTo>
                <a:close/>
                <a:moveTo>
                  <a:pt x="463795" y="28691"/>
                </a:moveTo>
                <a:lnTo>
                  <a:pt x="463795" y="47281"/>
                </a:lnTo>
                <a:cubicBezTo>
                  <a:pt x="473359" y="38669"/>
                  <a:pt x="480517" y="33126"/>
                  <a:pt x="485270" y="30654"/>
                </a:cubicBezTo>
                <a:cubicBezTo>
                  <a:pt x="490022" y="28179"/>
                  <a:pt x="494410" y="26941"/>
                  <a:pt x="498434" y="26941"/>
                </a:cubicBezTo>
                <a:cubicBezTo>
                  <a:pt x="502808" y="26941"/>
                  <a:pt x="506875" y="28424"/>
                  <a:pt x="510637" y="31389"/>
                </a:cubicBezTo>
                <a:cubicBezTo>
                  <a:pt x="514398" y="34354"/>
                  <a:pt x="516279" y="36600"/>
                  <a:pt x="516279" y="38127"/>
                </a:cubicBezTo>
                <a:cubicBezTo>
                  <a:pt x="516279" y="39242"/>
                  <a:pt x="515914" y="40164"/>
                  <a:pt x="515185" y="40893"/>
                </a:cubicBezTo>
                <a:cubicBezTo>
                  <a:pt x="514456" y="41622"/>
                  <a:pt x="513538" y="41987"/>
                  <a:pt x="512430" y="41987"/>
                </a:cubicBezTo>
                <a:cubicBezTo>
                  <a:pt x="511847" y="41987"/>
                  <a:pt x="511351" y="41885"/>
                  <a:pt x="510943" y="41681"/>
                </a:cubicBezTo>
                <a:cubicBezTo>
                  <a:pt x="510535" y="41476"/>
                  <a:pt x="509776" y="40813"/>
                  <a:pt x="508668" y="39691"/>
                </a:cubicBezTo>
                <a:cubicBezTo>
                  <a:pt x="506627" y="37624"/>
                  <a:pt x="504849" y="36207"/>
                  <a:pt x="503333" y="35440"/>
                </a:cubicBezTo>
                <a:cubicBezTo>
                  <a:pt x="501816" y="34673"/>
                  <a:pt x="500329" y="34289"/>
                  <a:pt x="498872" y="34289"/>
                </a:cubicBezTo>
                <a:cubicBezTo>
                  <a:pt x="495664" y="34289"/>
                  <a:pt x="491801" y="35571"/>
                  <a:pt x="487281" y="38135"/>
                </a:cubicBezTo>
                <a:cubicBezTo>
                  <a:pt x="482762" y="40699"/>
                  <a:pt x="474933" y="46963"/>
                  <a:pt x="463795" y="56928"/>
                </a:cubicBezTo>
                <a:lnTo>
                  <a:pt x="463795" y="97269"/>
                </a:lnTo>
                <a:lnTo>
                  <a:pt x="496335" y="97269"/>
                </a:lnTo>
                <a:cubicBezTo>
                  <a:pt x="498143" y="97269"/>
                  <a:pt x="499426" y="97604"/>
                  <a:pt x="500184" y="98275"/>
                </a:cubicBezTo>
                <a:cubicBezTo>
                  <a:pt x="500942" y="98946"/>
                  <a:pt x="501321" y="99835"/>
                  <a:pt x="501321" y="100943"/>
                </a:cubicBezTo>
                <a:cubicBezTo>
                  <a:pt x="501321" y="101993"/>
                  <a:pt x="500942" y="102867"/>
                  <a:pt x="500184" y="103567"/>
                </a:cubicBezTo>
                <a:cubicBezTo>
                  <a:pt x="499426" y="104267"/>
                  <a:pt x="498143" y="104617"/>
                  <a:pt x="496335" y="104617"/>
                </a:cubicBezTo>
                <a:lnTo>
                  <a:pt x="438691" y="104617"/>
                </a:lnTo>
                <a:cubicBezTo>
                  <a:pt x="436941" y="104617"/>
                  <a:pt x="435687" y="104273"/>
                  <a:pt x="434929" y="103586"/>
                </a:cubicBezTo>
                <a:cubicBezTo>
                  <a:pt x="434171" y="102899"/>
                  <a:pt x="433792" y="102018"/>
                  <a:pt x="433792" y="100943"/>
                </a:cubicBezTo>
                <a:cubicBezTo>
                  <a:pt x="433792" y="99952"/>
                  <a:pt x="434157" y="99121"/>
                  <a:pt x="434886" y="98450"/>
                </a:cubicBezTo>
                <a:cubicBezTo>
                  <a:pt x="435615" y="97779"/>
                  <a:pt x="436883" y="97444"/>
                  <a:pt x="438691" y="97444"/>
                </a:cubicBezTo>
                <a:lnTo>
                  <a:pt x="456448" y="97444"/>
                </a:lnTo>
                <a:lnTo>
                  <a:pt x="456448" y="36039"/>
                </a:lnTo>
                <a:lnTo>
                  <a:pt x="442889" y="36039"/>
                </a:lnTo>
                <a:cubicBezTo>
                  <a:pt x="441140" y="36039"/>
                  <a:pt x="439886" y="35689"/>
                  <a:pt x="439128" y="34989"/>
                </a:cubicBezTo>
                <a:cubicBezTo>
                  <a:pt x="438370" y="34289"/>
                  <a:pt x="437991" y="33385"/>
                  <a:pt x="437991" y="32277"/>
                </a:cubicBezTo>
                <a:cubicBezTo>
                  <a:pt x="437991" y="31253"/>
                  <a:pt x="438355" y="30399"/>
                  <a:pt x="439084" y="29716"/>
                </a:cubicBezTo>
                <a:cubicBezTo>
                  <a:pt x="439813" y="29033"/>
                  <a:pt x="441082" y="28691"/>
                  <a:pt x="442889" y="28691"/>
                </a:cubicBezTo>
                <a:lnTo>
                  <a:pt x="463795" y="28691"/>
                </a:lnTo>
                <a:close/>
                <a:moveTo>
                  <a:pt x="601197" y="104617"/>
                </a:moveTo>
                <a:lnTo>
                  <a:pt x="601197" y="93945"/>
                </a:lnTo>
                <a:cubicBezTo>
                  <a:pt x="590525" y="102926"/>
                  <a:pt x="579125" y="107416"/>
                  <a:pt x="566995" y="107416"/>
                </a:cubicBezTo>
                <a:cubicBezTo>
                  <a:pt x="558190" y="107416"/>
                  <a:pt x="551308" y="105185"/>
                  <a:pt x="546352" y="100724"/>
                </a:cubicBezTo>
                <a:cubicBezTo>
                  <a:pt x="541395" y="96263"/>
                  <a:pt x="538916" y="90796"/>
                  <a:pt x="538916" y="84323"/>
                </a:cubicBezTo>
                <a:cubicBezTo>
                  <a:pt x="538916" y="77209"/>
                  <a:pt x="542182" y="70998"/>
                  <a:pt x="548713" y="65692"/>
                </a:cubicBezTo>
                <a:cubicBezTo>
                  <a:pt x="555245" y="60385"/>
                  <a:pt x="564779" y="57732"/>
                  <a:pt x="577317" y="57732"/>
                </a:cubicBezTo>
                <a:cubicBezTo>
                  <a:pt x="580699" y="57732"/>
                  <a:pt x="584373" y="57950"/>
                  <a:pt x="588338" y="58388"/>
                </a:cubicBezTo>
                <a:cubicBezTo>
                  <a:pt x="592304" y="58825"/>
                  <a:pt x="596590" y="59510"/>
                  <a:pt x="601197" y="60443"/>
                </a:cubicBezTo>
                <a:lnTo>
                  <a:pt x="601197" y="48471"/>
                </a:lnTo>
                <a:cubicBezTo>
                  <a:pt x="601197" y="44419"/>
                  <a:pt x="599331" y="40898"/>
                  <a:pt x="595598" y="37906"/>
                </a:cubicBezTo>
                <a:cubicBezTo>
                  <a:pt x="591866" y="34911"/>
                  <a:pt x="586268" y="33414"/>
                  <a:pt x="578804" y="33414"/>
                </a:cubicBezTo>
                <a:cubicBezTo>
                  <a:pt x="573089" y="33414"/>
                  <a:pt x="565071" y="35101"/>
                  <a:pt x="554749" y="38474"/>
                </a:cubicBezTo>
                <a:cubicBezTo>
                  <a:pt x="552883" y="39066"/>
                  <a:pt x="551687" y="39362"/>
                  <a:pt x="551163" y="39362"/>
                </a:cubicBezTo>
                <a:cubicBezTo>
                  <a:pt x="550230" y="39362"/>
                  <a:pt x="549428" y="39013"/>
                  <a:pt x="548757" y="38313"/>
                </a:cubicBezTo>
                <a:cubicBezTo>
                  <a:pt x="548086" y="37613"/>
                  <a:pt x="547751" y="36738"/>
                  <a:pt x="547751" y="35689"/>
                </a:cubicBezTo>
                <a:cubicBezTo>
                  <a:pt x="547751" y="34697"/>
                  <a:pt x="548043" y="33910"/>
                  <a:pt x="548626" y="33327"/>
                </a:cubicBezTo>
                <a:cubicBezTo>
                  <a:pt x="549442" y="32452"/>
                  <a:pt x="552737" y="31257"/>
                  <a:pt x="558510" y="29741"/>
                </a:cubicBezTo>
                <a:cubicBezTo>
                  <a:pt x="567607" y="27291"/>
                  <a:pt x="574489" y="26067"/>
                  <a:pt x="579154" y="26067"/>
                </a:cubicBezTo>
                <a:cubicBezTo>
                  <a:pt x="588426" y="26067"/>
                  <a:pt x="595657" y="28361"/>
                  <a:pt x="600847" y="32950"/>
                </a:cubicBezTo>
                <a:cubicBezTo>
                  <a:pt x="606037" y="37538"/>
                  <a:pt x="608632" y="42727"/>
                  <a:pt x="608632" y="48514"/>
                </a:cubicBezTo>
                <a:lnTo>
                  <a:pt x="608632" y="97269"/>
                </a:lnTo>
                <a:lnTo>
                  <a:pt x="618429" y="97269"/>
                </a:lnTo>
                <a:cubicBezTo>
                  <a:pt x="620236" y="97269"/>
                  <a:pt x="621519" y="97604"/>
                  <a:pt x="622277" y="98275"/>
                </a:cubicBezTo>
                <a:cubicBezTo>
                  <a:pt x="623036" y="98946"/>
                  <a:pt x="623415" y="99835"/>
                  <a:pt x="623415" y="100943"/>
                </a:cubicBezTo>
                <a:cubicBezTo>
                  <a:pt x="623415" y="101993"/>
                  <a:pt x="623036" y="102867"/>
                  <a:pt x="622277" y="103567"/>
                </a:cubicBezTo>
                <a:cubicBezTo>
                  <a:pt x="621519" y="104267"/>
                  <a:pt x="620236" y="104617"/>
                  <a:pt x="618429" y="104617"/>
                </a:cubicBezTo>
                <a:lnTo>
                  <a:pt x="601197" y="104617"/>
                </a:lnTo>
                <a:moveTo>
                  <a:pt x="601197" y="67966"/>
                </a:moveTo>
                <a:cubicBezTo>
                  <a:pt x="597756" y="66975"/>
                  <a:pt x="594111" y="66246"/>
                  <a:pt x="590263" y="65779"/>
                </a:cubicBezTo>
                <a:cubicBezTo>
                  <a:pt x="586414" y="65313"/>
                  <a:pt x="582361" y="65079"/>
                  <a:pt x="578104" y="65079"/>
                </a:cubicBezTo>
                <a:cubicBezTo>
                  <a:pt x="567432" y="65079"/>
                  <a:pt x="559093" y="67383"/>
                  <a:pt x="553087" y="71990"/>
                </a:cubicBezTo>
                <a:cubicBezTo>
                  <a:pt x="548538" y="75430"/>
                  <a:pt x="546264" y="79541"/>
                  <a:pt x="546264" y="84323"/>
                </a:cubicBezTo>
                <a:cubicBezTo>
                  <a:pt x="546264" y="88755"/>
                  <a:pt x="547999" y="92487"/>
                  <a:pt x="551469" y="95520"/>
                </a:cubicBezTo>
                <a:cubicBezTo>
                  <a:pt x="554938" y="98552"/>
                  <a:pt x="559997" y="100068"/>
                  <a:pt x="566645" y="100068"/>
                </a:cubicBezTo>
                <a:cubicBezTo>
                  <a:pt x="573001" y="100068"/>
                  <a:pt x="578906" y="98800"/>
                  <a:pt x="584358" y="96263"/>
                </a:cubicBezTo>
                <a:cubicBezTo>
                  <a:pt x="589811" y="93726"/>
                  <a:pt x="595424" y="89688"/>
                  <a:pt x="601197" y="84148"/>
                </a:cubicBezTo>
                <a:lnTo>
                  <a:pt x="601197" y="67966"/>
                </a:lnTo>
                <a:close/>
                <a:moveTo>
                  <a:pt x="712269" y="42110"/>
                </a:moveTo>
                <a:lnTo>
                  <a:pt x="712269" y="28691"/>
                </a:lnTo>
                <a:lnTo>
                  <a:pt x="729501" y="28691"/>
                </a:lnTo>
                <a:cubicBezTo>
                  <a:pt x="731251" y="28691"/>
                  <a:pt x="732504" y="29033"/>
                  <a:pt x="733262" y="29716"/>
                </a:cubicBezTo>
                <a:cubicBezTo>
                  <a:pt x="734020" y="30399"/>
                  <a:pt x="734400" y="31282"/>
                  <a:pt x="734400" y="32365"/>
                </a:cubicBezTo>
                <a:cubicBezTo>
                  <a:pt x="734400" y="33414"/>
                  <a:pt x="734020" y="34289"/>
                  <a:pt x="733262" y="34989"/>
                </a:cubicBezTo>
                <a:cubicBezTo>
                  <a:pt x="732504" y="35689"/>
                  <a:pt x="731251" y="36039"/>
                  <a:pt x="729501" y="36039"/>
                </a:cubicBezTo>
                <a:lnTo>
                  <a:pt x="719617" y="36039"/>
                </a:lnTo>
                <a:lnTo>
                  <a:pt x="719617" y="109616"/>
                </a:lnTo>
                <a:cubicBezTo>
                  <a:pt x="719617" y="114528"/>
                  <a:pt x="718567" y="118912"/>
                  <a:pt x="716468" y="122770"/>
                </a:cubicBezTo>
                <a:cubicBezTo>
                  <a:pt x="715068" y="125343"/>
                  <a:pt x="712736" y="128004"/>
                  <a:pt x="709470" y="130752"/>
                </a:cubicBezTo>
                <a:cubicBezTo>
                  <a:pt x="706204" y="133500"/>
                  <a:pt x="703230" y="135458"/>
                  <a:pt x="700548" y="136626"/>
                </a:cubicBezTo>
                <a:cubicBezTo>
                  <a:pt x="697865" y="137796"/>
                  <a:pt x="694279" y="138381"/>
                  <a:pt x="689789" y="138381"/>
                </a:cubicBezTo>
                <a:lnTo>
                  <a:pt x="668970" y="138381"/>
                </a:lnTo>
                <a:cubicBezTo>
                  <a:pt x="667221" y="138381"/>
                  <a:pt x="665967" y="138049"/>
                  <a:pt x="665209" y="137386"/>
                </a:cubicBezTo>
                <a:cubicBezTo>
                  <a:pt x="664451" y="136725"/>
                  <a:pt x="664072" y="135846"/>
                  <a:pt x="664072" y="134751"/>
                </a:cubicBezTo>
                <a:cubicBezTo>
                  <a:pt x="664072" y="133656"/>
                  <a:pt x="664451" y="132762"/>
                  <a:pt x="665209" y="132069"/>
                </a:cubicBezTo>
                <a:cubicBezTo>
                  <a:pt x="665967" y="131379"/>
                  <a:pt x="667221" y="131033"/>
                  <a:pt x="668970" y="131033"/>
                </a:cubicBezTo>
                <a:lnTo>
                  <a:pt x="690051" y="131033"/>
                </a:lnTo>
                <a:cubicBezTo>
                  <a:pt x="694366" y="131033"/>
                  <a:pt x="698259" y="129924"/>
                  <a:pt x="701729" y="127707"/>
                </a:cubicBezTo>
                <a:cubicBezTo>
                  <a:pt x="705198" y="125489"/>
                  <a:pt x="708070" y="122250"/>
                  <a:pt x="710345" y="117989"/>
                </a:cubicBezTo>
                <a:cubicBezTo>
                  <a:pt x="711628" y="115538"/>
                  <a:pt x="712269" y="112415"/>
                  <a:pt x="712269" y="108621"/>
                </a:cubicBezTo>
                <a:lnTo>
                  <a:pt x="712269" y="86559"/>
                </a:lnTo>
                <a:cubicBezTo>
                  <a:pt x="704397" y="97315"/>
                  <a:pt x="694250" y="102692"/>
                  <a:pt x="681829" y="102692"/>
                </a:cubicBezTo>
                <a:cubicBezTo>
                  <a:pt x="671740" y="102692"/>
                  <a:pt x="663037" y="98942"/>
                  <a:pt x="655718" y="91441"/>
                </a:cubicBezTo>
                <a:cubicBezTo>
                  <a:pt x="648400" y="83939"/>
                  <a:pt x="644741" y="74904"/>
                  <a:pt x="644741" y="64336"/>
                </a:cubicBezTo>
                <a:cubicBezTo>
                  <a:pt x="644741" y="53768"/>
                  <a:pt x="648400" y="44748"/>
                  <a:pt x="655718" y="37277"/>
                </a:cubicBezTo>
                <a:cubicBezTo>
                  <a:pt x="663037" y="29803"/>
                  <a:pt x="671740" y="26067"/>
                  <a:pt x="681829" y="26067"/>
                </a:cubicBezTo>
                <a:cubicBezTo>
                  <a:pt x="694250" y="26067"/>
                  <a:pt x="704397" y="31414"/>
                  <a:pt x="712269" y="42110"/>
                </a:cubicBezTo>
                <a:moveTo>
                  <a:pt x="712269" y="64336"/>
                </a:moveTo>
                <a:cubicBezTo>
                  <a:pt x="712269" y="55669"/>
                  <a:pt x="709310" y="48348"/>
                  <a:pt x="703391" y="42375"/>
                </a:cubicBezTo>
                <a:cubicBezTo>
                  <a:pt x="697472" y="36401"/>
                  <a:pt x="690401" y="33414"/>
                  <a:pt x="682179" y="33414"/>
                </a:cubicBezTo>
                <a:cubicBezTo>
                  <a:pt x="673956" y="33414"/>
                  <a:pt x="666900" y="36416"/>
                  <a:pt x="661010" y="42419"/>
                </a:cubicBezTo>
                <a:cubicBezTo>
                  <a:pt x="655121" y="48421"/>
                  <a:pt x="652176" y="55727"/>
                  <a:pt x="652176" y="64336"/>
                </a:cubicBezTo>
                <a:cubicBezTo>
                  <a:pt x="652176" y="73003"/>
                  <a:pt x="655121" y="80338"/>
                  <a:pt x="661010" y="86341"/>
                </a:cubicBezTo>
                <a:cubicBezTo>
                  <a:pt x="666900" y="92343"/>
                  <a:pt x="673956" y="95345"/>
                  <a:pt x="682179" y="95345"/>
                </a:cubicBezTo>
                <a:cubicBezTo>
                  <a:pt x="690401" y="95345"/>
                  <a:pt x="697472" y="92343"/>
                  <a:pt x="703391" y="86341"/>
                </a:cubicBezTo>
                <a:cubicBezTo>
                  <a:pt x="709310" y="80338"/>
                  <a:pt x="712269" y="73003"/>
                  <a:pt x="712269" y="64336"/>
                </a:cubicBezTo>
                <a:close/>
                <a:moveTo>
                  <a:pt x="834800" y="68403"/>
                </a:moveTo>
                <a:lnTo>
                  <a:pt x="759924" y="68403"/>
                </a:lnTo>
                <a:cubicBezTo>
                  <a:pt x="761207" y="77909"/>
                  <a:pt x="765187" y="85562"/>
                  <a:pt x="771864" y="91365"/>
                </a:cubicBezTo>
                <a:cubicBezTo>
                  <a:pt x="778541" y="97167"/>
                  <a:pt x="786807" y="100068"/>
                  <a:pt x="796662" y="100068"/>
                </a:cubicBezTo>
                <a:cubicBezTo>
                  <a:pt x="802144" y="100068"/>
                  <a:pt x="807888" y="99164"/>
                  <a:pt x="813894" y="97357"/>
                </a:cubicBezTo>
                <a:cubicBezTo>
                  <a:pt x="819901" y="95549"/>
                  <a:pt x="824799" y="93158"/>
                  <a:pt x="828589" y="90184"/>
                </a:cubicBezTo>
                <a:cubicBezTo>
                  <a:pt x="829697" y="89309"/>
                  <a:pt x="830660" y="88872"/>
                  <a:pt x="831476" y="88872"/>
                </a:cubicBezTo>
                <a:cubicBezTo>
                  <a:pt x="832409" y="88872"/>
                  <a:pt x="833225" y="89236"/>
                  <a:pt x="833925" y="89965"/>
                </a:cubicBezTo>
                <a:cubicBezTo>
                  <a:pt x="834625" y="90694"/>
                  <a:pt x="834975" y="91554"/>
                  <a:pt x="834975" y="92546"/>
                </a:cubicBezTo>
                <a:cubicBezTo>
                  <a:pt x="834975" y="93537"/>
                  <a:pt x="834508" y="94499"/>
                  <a:pt x="833575" y="95432"/>
                </a:cubicBezTo>
                <a:cubicBezTo>
                  <a:pt x="830776" y="98348"/>
                  <a:pt x="825805" y="101074"/>
                  <a:pt x="818661" y="103611"/>
                </a:cubicBezTo>
                <a:cubicBezTo>
                  <a:pt x="811518" y="106148"/>
                  <a:pt x="804185" y="107416"/>
                  <a:pt x="796662" y="107416"/>
                </a:cubicBezTo>
                <a:cubicBezTo>
                  <a:pt x="784066" y="107416"/>
                  <a:pt x="773555" y="103286"/>
                  <a:pt x="765128" y="95025"/>
                </a:cubicBezTo>
                <a:cubicBezTo>
                  <a:pt x="756702" y="86764"/>
                  <a:pt x="752489" y="76767"/>
                  <a:pt x="752489" y="65033"/>
                </a:cubicBezTo>
                <a:cubicBezTo>
                  <a:pt x="752489" y="54350"/>
                  <a:pt x="756439" y="45186"/>
                  <a:pt x="764341" y="37539"/>
                </a:cubicBezTo>
                <a:cubicBezTo>
                  <a:pt x="772243" y="29891"/>
                  <a:pt x="782025" y="26067"/>
                  <a:pt x="793688" y="26067"/>
                </a:cubicBezTo>
                <a:cubicBezTo>
                  <a:pt x="805701" y="26067"/>
                  <a:pt x="815585" y="29997"/>
                  <a:pt x="823341" y="37856"/>
                </a:cubicBezTo>
                <a:cubicBezTo>
                  <a:pt x="831097" y="45716"/>
                  <a:pt x="834917" y="55898"/>
                  <a:pt x="834800" y="68403"/>
                </a:cubicBezTo>
                <a:moveTo>
                  <a:pt x="827365" y="61056"/>
                </a:moveTo>
                <a:cubicBezTo>
                  <a:pt x="825907" y="52871"/>
                  <a:pt x="822073" y="46219"/>
                  <a:pt x="815862" y="41098"/>
                </a:cubicBezTo>
                <a:cubicBezTo>
                  <a:pt x="809652" y="35976"/>
                  <a:pt x="802260" y="33414"/>
                  <a:pt x="793688" y="33414"/>
                </a:cubicBezTo>
                <a:cubicBezTo>
                  <a:pt x="785116" y="33414"/>
                  <a:pt x="777739" y="35947"/>
                  <a:pt x="771558" y="41011"/>
                </a:cubicBezTo>
                <a:cubicBezTo>
                  <a:pt x="765376" y="46073"/>
                  <a:pt x="761527" y="52755"/>
                  <a:pt x="760011" y="61056"/>
                </a:cubicBezTo>
                <a:lnTo>
                  <a:pt x="827365" y="61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Text report">
            <a:extLst xmlns:a="http://schemas.openxmlformats.org/drawingml/2006/main">
              <a:ext uri="{FF2B5EF4-FFF2-40B4-BE49-F238E27FC236}">
                <a16:creationId xmlns:a16="http://schemas.microsoft.com/office/drawing/2014/main" id="{CD776159-5904-4934-9AD3-7D1D166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07" y="4367812"/>
            <a:ext cx="617205" cy="136457"/>
          </a:xfrm>
          <a:custGeom xmlns:a="http://schemas.openxmlformats.org/drawingml/2006/main">
            <a:pathLst>
              <a:path w="617205" h="136457">
                <a:moveTo>
                  <a:pt x="30003" y="26766"/>
                </a:moveTo>
                <a:lnTo>
                  <a:pt x="30003" y="45357"/>
                </a:lnTo>
                <a:cubicBezTo>
                  <a:pt x="39567" y="36745"/>
                  <a:pt x="46725" y="31202"/>
                  <a:pt x="51477" y="28729"/>
                </a:cubicBezTo>
                <a:cubicBezTo>
                  <a:pt x="56230" y="26254"/>
                  <a:pt x="60618" y="25017"/>
                  <a:pt x="64642" y="25017"/>
                </a:cubicBezTo>
                <a:cubicBezTo>
                  <a:pt x="69016" y="25017"/>
                  <a:pt x="73083" y="26500"/>
                  <a:pt x="76844" y="29464"/>
                </a:cubicBezTo>
                <a:cubicBezTo>
                  <a:pt x="80606" y="32429"/>
                  <a:pt x="82486" y="34675"/>
                  <a:pt x="82486" y="36203"/>
                </a:cubicBezTo>
                <a:cubicBezTo>
                  <a:pt x="82486" y="37318"/>
                  <a:pt x="82122" y="38240"/>
                  <a:pt x="81393" y="38969"/>
                </a:cubicBezTo>
                <a:cubicBezTo>
                  <a:pt x="80664" y="39698"/>
                  <a:pt x="79745" y="40062"/>
                  <a:pt x="78638" y="40062"/>
                </a:cubicBezTo>
                <a:cubicBezTo>
                  <a:pt x="78054" y="40062"/>
                  <a:pt x="77559" y="39960"/>
                  <a:pt x="77150" y="39756"/>
                </a:cubicBezTo>
                <a:cubicBezTo>
                  <a:pt x="76742" y="39552"/>
                  <a:pt x="75984" y="38889"/>
                  <a:pt x="74876" y="37766"/>
                </a:cubicBezTo>
                <a:cubicBezTo>
                  <a:pt x="72835" y="35700"/>
                  <a:pt x="71057" y="34283"/>
                  <a:pt x="69540" y="33516"/>
                </a:cubicBezTo>
                <a:cubicBezTo>
                  <a:pt x="68024" y="32748"/>
                  <a:pt x="66537" y="32365"/>
                  <a:pt x="65079" y="32365"/>
                </a:cubicBezTo>
                <a:cubicBezTo>
                  <a:pt x="61872" y="32365"/>
                  <a:pt x="58009" y="33647"/>
                  <a:pt x="53489" y="36211"/>
                </a:cubicBezTo>
                <a:cubicBezTo>
                  <a:pt x="48970" y="38775"/>
                  <a:pt x="41141" y="45039"/>
                  <a:pt x="30003" y="55004"/>
                </a:cubicBezTo>
                <a:lnTo>
                  <a:pt x="30003" y="95345"/>
                </a:lnTo>
                <a:lnTo>
                  <a:pt x="62543" y="95345"/>
                </a:lnTo>
                <a:cubicBezTo>
                  <a:pt x="64350" y="95345"/>
                  <a:pt x="65633" y="95680"/>
                  <a:pt x="66391" y="96351"/>
                </a:cubicBezTo>
                <a:cubicBezTo>
                  <a:pt x="67149" y="97021"/>
                  <a:pt x="67529" y="97911"/>
                  <a:pt x="67529" y="99019"/>
                </a:cubicBezTo>
                <a:cubicBezTo>
                  <a:pt x="67529" y="100068"/>
                  <a:pt x="67149" y="100943"/>
                  <a:pt x="66391" y="101643"/>
                </a:cubicBezTo>
                <a:cubicBezTo>
                  <a:pt x="65633" y="102342"/>
                  <a:pt x="64350" y="102692"/>
                  <a:pt x="62543" y="102692"/>
                </a:cubicBezTo>
                <a:lnTo>
                  <a:pt x="4898" y="102692"/>
                </a:lnTo>
                <a:cubicBezTo>
                  <a:pt x="3149" y="102692"/>
                  <a:pt x="1895" y="102349"/>
                  <a:pt x="1137" y="101662"/>
                </a:cubicBezTo>
                <a:cubicBezTo>
                  <a:pt x="379" y="100975"/>
                  <a:pt x="0" y="100094"/>
                  <a:pt x="0" y="99019"/>
                </a:cubicBezTo>
                <a:cubicBezTo>
                  <a:pt x="0" y="98027"/>
                  <a:pt x="364" y="97196"/>
                  <a:pt x="1093" y="96526"/>
                </a:cubicBezTo>
                <a:cubicBezTo>
                  <a:pt x="1822" y="95855"/>
                  <a:pt x="3091" y="95520"/>
                  <a:pt x="4898" y="95520"/>
                </a:cubicBezTo>
                <a:lnTo>
                  <a:pt x="22655" y="95520"/>
                </a:lnTo>
                <a:lnTo>
                  <a:pt x="22655" y="34114"/>
                </a:lnTo>
                <a:lnTo>
                  <a:pt x="9097" y="34114"/>
                </a:lnTo>
                <a:cubicBezTo>
                  <a:pt x="7348" y="34114"/>
                  <a:pt x="6094" y="33764"/>
                  <a:pt x="5336" y="33064"/>
                </a:cubicBezTo>
                <a:cubicBezTo>
                  <a:pt x="4578" y="32365"/>
                  <a:pt x="4199" y="31461"/>
                  <a:pt x="4199" y="30353"/>
                </a:cubicBezTo>
                <a:cubicBezTo>
                  <a:pt x="4199" y="29329"/>
                  <a:pt x="4563" y="28475"/>
                  <a:pt x="5292" y="27792"/>
                </a:cubicBezTo>
                <a:cubicBezTo>
                  <a:pt x="6021" y="27108"/>
                  <a:pt x="7289" y="26766"/>
                  <a:pt x="9097" y="26766"/>
                </a:cubicBezTo>
                <a:lnTo>
                  <a:pt x="30003" y="26766"/>
                </a:lnTo>
                <a:close/>
                <a:moveTo>
                  <a:pt x="186036" y="66479"/>
                </a:moveTo>
                <a:lnTo>
                  <a:pt x="111160" y="66479"/>
                </a:lnTo>
                <a:cubicBezTo>
                  <a:pt x="112443" y="75984"/>
                  <a:pt x="116423" y="83638"/>
                  <a:pt x="123100" y="89440"/>
                </a:cubicBezTo>
                <a:cubicBezTo>
                  <a:pt x="129777" y="95243"/>
                  <a:pt x="138043" y="98144"/>
                  <a:pt x="147898" y="98144"/>
                </a:cubicBezTo>
                <a:cubicBezTo>
                  <a:pt x="153380" y="98144"/>
                  <a:pt x="159124" y="97240"/>
                  <a:pt x="165130" y="95432"/>
                </a:cubicBezTo>
                <a:cubicBezTo>
                  <a:pt x="171137" y="93624"/>
                  <a:pt x="176035" y="91234"/>
                  <a:pt x="179826" y="88259"/>
                </a:cubicBezTo>
                <a:cubicBezTo>
                  <a:pt x="180934" y="87385"/>
                  <a:pt x="181896" y="86947"/>
                  <a:pt x="182712" y="86947"/>
                </a:cubicBezTo>
                <a:cubicBezTo>
                  <a:pt x="183645" y="86947"/>
                  <a:pt x="184462" y="87312"/>
                  <a:pt x="185162" y="88041"/>
                </a:cubicBezTo>
                <a:cubicBezTo>
                  <a:pt x="185861" y="88770"/>
                  <a:pt x="186211" y="89630"/>
                  <a:pt x="186211" y="90621"/>
                </a:cubicBezTo>
                <a:cubicBezTo>
                  <a:pt x="186211" y="91613"/>
                  <a:pt x="185745" y="92575"/>
                  <a:pt x="184812" y="93508"/>
                </a:cubicBezTo>
                <a:cubicBezTo>
                  <a:pt x="182013" y="96424"/>
                  <a:pt x="177041" y="99150"/>
                  <a:pt x="169898" y="101686"/>
                </a:cubicBezTo>
                <a:cubicBezTo>
                  <a:pt x="162754" y="104223"/>
                  <a:pt x="155421" y="105491"/>
                  <a:pt x="147898" y="105491"/>
                </a:cubicBezTo>
                <a:cubicBezTo>
                  <a:pt x="135302" y="105491"/>
                  <a:pt x="124791" y="101361"/>
                  <a:pt x="116365" y="93100"/>
                </a:cubicBezTo>
                <a:cubicBezTo>
                  <a:pt x="107938" y="84840"/>
                  <a:pt x="103725" y="74842"/>
                  <a:pt x="103725" y="63108"/>
                </a:cubicBezTo>
                <a:cubicBezTo>
                  <a:pt x="103725" y="52426"/>
                  <a:pt x="107676" y="43261"/>
                  <a:pt x="115577" y="35615"/>
                </a:cubicBezTo>
                <a:cubicBezTo>
                  <a:pt x="123479" y="27967"/>
                  <a:pt x="133261" y="24142"/>
                  <a:pt x="144924" y="24142"/>
                </a:cubicBezTo>
                <a:cubicBezTo>
                  <a:pt x="156937" y="24142"/>
                  <a:pt x="166822" y="28072"/>
                  <a:pt x="174577" y="35932"/>
                </a:cubicBezTo>
                <a:cubicBezTo>
                  <a:pt x="182333" y="43792"/>
                  <a:pt x="186153" y="53974"/>
                  <a:pt x="186036" y="66479"/>
                </a:cubicBezTo>
                <a:moveTo>
                  <a:pt x="178601" y="59131"/>
                </a:moveTo>
                <a:cubicBezTo>
                  <a:pt x="177143" y="50947"/>
                  <a:pt x="173309" y="44295"/>
                  <a:pt x="167099" y="39174"/>
                </a:cubicBezTo>
                <a:cubicBezTo>
                  <a:pt x="160888" y="34051"/>
                  <a:pt x="153497" y="31490"/>
                  <a:pt x="144924" y="31490"/>
                </a:cubicBezTo>
                <a:cubicBezTo>
                  <a:pt x="136352" y="31490"/>
                  <a:pt x="128975" y="34022"/>
                  <a:pt x="122794" y="39086"/>
                </a:cubicBezTo>
                <a:cubicBezTo>
                  <a:pt x="116613" y="44149"/>
                  <a:pt x="112764" y="50830"/>
                  <a:pt x="111248" y="59131"/>
                </a:cubicBezTo>
                <a:lnTo>
                  <a:pt x="178601" y="59131"/>
                </a:lnTo>
                <a:close/>
                <a:moveTo>
                  <a:pt x="226081" y="26766"/>
                </a:moveTo>
                <a:lnTo>
                  <a:pt x="226081" y="40098"/>
                </a:lnTo>
                <a:cubicBezTo>
                  <a:pt x="230455" y="34808"/>
                  <a:pt x="235149" y="30826"/>
                  <a:pt x="240164" y="28152"/>
                </a:cubicBezTo>
                <a:cubicBezTo>
                  <a:pt x="245179" y="25479"/>
                  <a:pt x="251098" y="24142"/>
                  <a:pt x="257921" y="24142"/>
                </a:cubicBezTo>
                <a:cubicBezTo>
                  <a:pt x="265152" y="24142"/>
                  <a:pt x="271829" y="25835"/>
                  <a:pt x="277952" y="29221"/>
                </a:cubicBezTo>
                <a:cubicBezTo>
                  <a:pt x="284075" y="32607"/>
                  <a:pt x="288813" y="37321"/>
                  <a:pt x="292167" y="43364"/>
                </a:cubicBezTo>
                <a:cubicBezTo>
                  <a:pt x="295520" y="49407"/>
                  <a:pt x="297196" y="55756"/>
                  <a:pt x="297196" y="62411"/>
                </a:cubicBezTo>
                <a:cubicBezTo>
                  <a:pt x="297196" y="72979"/>
                  <a:pt x="293420" y="82014"/>
                  <a:pt x="285869" y="89517"/>
                </a:cubicBezTo>
                <a:cubicBezTo>
                  <a:pt x="278317" y="97018"/>
                  <a:pt x="269030" y="100768"/>
                  <a:pt x="258009" y="100768"/>
                </a:cubicBezTo>
                <a:cubicBezTo>
                  <a:pt x="244888" y="100768"/>
                  <a:pt x="234245" y="95449"/>
                  <a:pt x="226081" y="84813"/>
                </a:cubicBezTo>
                <a:lnTo>
                  <a:pt x="226081" y="129109"/>
                </a:lnTo>
                <a:lnTo>
                  <a:pt x="243926" y="129109"/>
                </a:lnTo>
                <a:cubicBezTo>
                  <a:pt x="245675" y="129109"/>
                  <a:pt x="246929" y="129444"/>
                  <a:pt x="247687" y="130115"/>
                </a:cubicBezTo>
                <a:cubicBezTo>
                  <a:pt x="248445" y="130786"/>
                  <a:pt x="248824" y="131675"/>
                  <a:pt x="248824" y="132783"/>
                </a:cubicBezTo>
                <a:cubicBezTo>
                  <a:pt x="248824" y="133832"/>
                  <a:pt x="248445" y="134707"/>
                  <a:pt x="247687" y="135407"/>
                </a:cubicBezTo>
                <a:cubicBezTo>
                  <a:pt x="246929" y="136107"/>
                  <a:pt x="245675" y="136457"/>
                  <a:pt x="243926" y="136457"/>
                </a:cubicBezTo>
                <a:lnTo>
                  <a:pt x="208849" y="136457"/>
                </a:lnTo>
                <a:cubicBezTo>
                  <a:pt x="207100" y="136457"/>
                  <a:pt x="205846" y="136121"/>
                  <a:pt x="205088" y="135451"/>
                </a:cubicBezTo>
                <a:cubicBezTo>
                  <a:pt x="204330" y="134780"/>
                  <a:pt x="203951" y="133891"/>
                  <a:pt x="203951" y="132783"/>
                </a:cubicBezTo>
                <a:cubicBezTo>
                  <a:pt x="203951" y="131675"/>
                  <a:pt x="204330" y="130786"/>
                  <a:pt x="205088" y="130115"/>
                </a:cubicBezTo>
                <a:cubicBezTo>
                  <a:pt x="205846" y="129444"/>
                  <a:pt x="207100" y="129109"/>
                  <a:pt x="208849" y="129109"/>
                </a:cubicBezTo>
                <a:lnTo>
                  <a:pt x="218734" y="129109"/>
                </a:lnTo>
                <a:lnTo>
                  <a:pt x="218734" y="34114"/>
                </a:lnTo>
                <a:lnTo>
                  <a:pt x="208849" y="34114"/>
                </a:lnTo>
                <a:cubicBezTo>
                  <a:pt x="207100" y="34114"/>
                  <a:pt x="205846" y="33764"/>
                  <a:pt x="205088" y="33064"/>
                </a:cubicBezTo>
                <a:cubicBezTo>
                  <a:pt x="204330" y="32365"/>
                  <a:pt x="203951" y="31461"/>
                  <a:pt x="203951" y="30353"/>
                </a:cubicBezTo>
                <a:cubicBezTo>
                  <a:pt x="203951" y="29329"/>
                  <a:pt x="204330" y="28475"/>
                  <a:pt x="205088" y="27792"/>
                </a:cubicBezTo>
                <a:cubicBezTo>
                  <a:pt x="205846" y="27108"/>
                  <a:pt x="207100" y="26766"/>
                  <a:pt x="208849" y="26766"/>
                </a:cubicBezTo>
                <a:lnTo>
                  <a:pt x="226081" y="26766"/>
                </a:lnTo>
                <a:moveTo>
                  <a:pt x="289761" y="62411"/>
                </a:moveTo>
                <a:cubicBezTo>
                  <a:pt x="289761" y="53919"/>
                  <a:pt x="286685" y="46643"/>
                  <a:pt x="280533" y="40582"/>
                </a:cubicBezTo>
                <a:cubicBezTo>
                  <a:pt x="274381" y="34521"/>
                  <a:pt x="266872" y="31490"/>
                  <a:pt x="258009" y="31490"/>
                </a:cubicBezTo>
                <a:cubicBezTo>
                  <a:pt x="249086" y="31490"/>
                  <a:pt x="241535" y="34535"/>
                  <a:pt x="235353" y="40625"/>
                </a:cubicBezTo>
                <a:cubicBezTo>
                  <a:pt x="229172" y="46716"/>
                  <a:pt x="226081" y="53978"/>
                  <a:pt x="226081" y="62411"/>
                </a:cubicBezTo>
                <a:cubicBezTo>
                  <a:pt x="226081" y="70904"/>
                  <a:pt x="229172" y="78195"/>
                  <a:pt x="235353" y="84285"/>
                </a:cubicBezTo>
                <a:cubicBezTo>
                  <a:pt x="241535" y="90375"/>
                  <a:pt x="249086" y="93420"/>
                  <a:pt x="258009" y="93420"/>
                </a:cubicBezTo>
                <a:cubicBezTo>
                  <a:pt x="266814" y="93420"/>
                  <a:pt x="274308" y="90390"/>
                  <a:pt x="280489" y="84329"/>
                </a:cubicBezTo>
                <a:cubicBezTo>
                  <a:pt x="286670" y="78268"/>
                  <a:pt x="289761" y="70962"/>
                  <a:pt x="289761" y="62411"/>
                </a:cubicBezTo>
                <a:close/>
                <a:moveTo>
                  <a:pt x="402320" y="64861"/>
                </a:moveTo>
                <a:cubicBezTo>
                  <a:pt x="402320" y="76070"/>
                  <a:pt x="398310" y="85644"/>
                  <a:pt x="390292" y="93584"/>
                </a:cubicBezTo>
                <a:cubicBezTo>
                  <a:pt x="382274" y="101522"/>
                  <a:pt x="372608" y="105491"/>
                  <a:pt x="361295" y="105491"/>
                </a:cubicBezTo>
                <a:cubicBezTo>
                  <a:pt x="349865" y="105491"/>
                  <a:pt x="340156" y="101508"/>
                  <a:pt x="332167" y="93541"/>
                </a:cubicBezTo>
                <a:cubicBezTo>
                  <a:pt x="324178" y="85572"/>
                  <a:pt x="320183" y="76012"/>
                  <a:pt x="320183" y="64861"/>
                </a:cubicBezTo>
                <a:cubicBezTo>
                  <a:pt x="320183" y="53651"/>
                  <a:pt x="324178" y="44063"/>
                  <a:pt x="332167" y="36096"/>
                </a:cubicBezTo>
                <a:cubicBezTo>
                  <a:pt x="340156" y="28127"/>
                  <a:pt x="349865" y="24142"/>
                  <a:pt x="361295" y="24142"/>
                </a:cubicBezTo>
                <a:cubicBezTo>
                  <a:pt x="372608" y="24142"/>
                  <a:pt x="382274" y="28112"/>
                  <a:pt x="390292" y="36052"/>
                </a:cubicBezTo>
                <a:cubicBezTo>
                  <a:pt x="398310" y="43990"/>
                  <a:pt x="402320" y="53593"/>
                  <a:pt x="402320" y="64861"/>
                </a:cubicBezTo>
                <a:moveTo>
                  <a:pt x="394884" y="64817"/>
                </a:moveTo>
                <a:cubicBezTo>
                  <a:pt x="394884" y="55579"/>
                  <a:pt x="391604" y="47716"/>
                  <a:pt x="385044" y="41227"/>
                </a:cubicBezTo>
                <a:cubicBezTo>
                  <a:pt x="378483" y="34736"/>
                  <a:pt x="370538" y="31490"/>
                  <a:pt x="361208" y="31490"/>
                </a:cubicBezTo>
                <a:cubicBezTo>
                  <a:pt x="351877" y="31490"/>
                  <a:pt x="343932" y="34750"/>
                  <a:pt x="337371" y="41270"/>
                </a:cubicBezTo>
                <a:cubicBezTo>
                  <a:pt x="330811" y="47789"/>
                  <a:pt x="327531" y="55638"/>
                  <a:pt x="327531" y="64817"/>
                </a:cubicBezTo>
                <a:cubicBezTo>
                  <a:pt x="327531" y="73938"/>
                  <a:pt x="330811" y="81773"/>
                  <a:pt x="337371" y="88322"/>
                </a:cubicBezTo>
                <a:cubicBezTo>
                  <a:pt x="343932" y="94870"/>
                  <a:pt x="351877" y="98144"/>
                  <a:pt x="361208" y="98144"/>
                </a:cubicBezTo>
                <a:cubicBezTo>
                  <a:pt x="370538" y="98144"/>
                  <a:pt x="378483" y="94885"/>
                  <a:pt x="385044" y="88366"/>
                </a:cubicBezTo>
                <a:cubicBezTo>
                  <a:pt x="391604" y="81846"/>
                  <a:pt x="394884" y="73996"/>
                  <a:pt x="394884" y="64817"/>
                </a:cubicBezTo>
                <a:close/>
                <a:moveTo>
                  <a:pt x="459947" y="26766"/>
                </a:moveTo>
                <a:lnTo>
                  <a:pt x="459947" y="45357"/>
                </a:lnTo>
                <a:cubicBezTo>
                  <a:pt x="469511" y="36745"/>
                  <a:pt x="476669" y="31202"/>
                  <a:pt x="481421" y="28729"/>
                </a:cubicBezTo>
                <a:cubicBezTo>
                  <a:pt x="486174" y="26254"/>
                  <a:pt x="490562" y="25017"/>
                  <a:pt x="494586" y="25017"/>
                </a:cubicBezTo>
                <a:cubicBezTo>
                  <a:pt x="498960" y="25017"/>
                  <a:pt x="503027" y="26500"/>
                  <a:pt x="506788" y="29464"/>
                </a:cubicBezTo>
                <a:cubicBezTo>
                  <a:pt x="510550" y="32429"/>
                  <a:pt x="512430" y="34675"/>
                  <a:pt x="512430" y="36203"/>
                </a:cubicBezTo>
                <a:cubicBezTo>
                  <a:pt x="512430" y="37318"/>
                  <a:pt x="512066" y="38240"/>
                  <a:pt x="511337" y="38969"/>
                </a:cubicBezTo>
                <a:cubicBezTo>
                  <a:pt x="510608" y="39698"/>
                  <a:pt x="509690" y="40062"/>
                  <a:pt x="508582" y="40062"/>
                </a:cubicBezTo>
                <a:cubicBezTo>
                  <a:pt x="507998" y="40062"/>
                  <a:pt x="507503" y="39960"/>
                  <a:pt x="507095" y="39756"/>
                </a:cubicBezTo>
                <a:cubicBezTo>
                  <a:pt x="506686" y="39552"/>
                  <a:pt x="505928" y="38889"/>
                  <a:pt x="504820" y="37766"/>
                </a:cubicBezTo>
                <a:cubicBezTo>
                  <a:pt x="502779" y="35700"/>
                  <a:pt x="501001" y="34283"/>
                  <a:pt x="499484" y="33516"/>
                </a:cubicBezTo>
                <a:cubicBezTo>
                  <a:pt x="497968" y="32748"/>
                  <a:pt x="496481" y="32365"/>
                  <a:pt x="495023" y="32365"/>
                </a:cubicBezTo>
                <a:cubicBezTo>
                  <a:pt x="491816" y="32365"/>
                  <a:pt x="487953" y="33647"/>
                  <a:pt x="483433" y="36211"/>
                </a:cubicBezTo>
                <a:cubicBezTo>
                  <a:pt x="478914" y="38775"/>
                  <a:pt x="471085" y="45039"/>
                  <a:pt x="459947" y="55004"/>
                </a:cubicBezTo>
                <a:lnTo>
                  <a:pt x="459947" y="95345"/>
                </a:lnTo>
                <a:lnTo>
                  <a:pt x="492487" y="95345"/>
                </a:lnTo>
                <a:cubicBezTo>
                  <a:pt x="494294" y="95345"/>
                  <a:pt x="495577" y="95680"/>
                  <a:pt x="496335" y="96351"/>
                </a:cubicBezTo>
                <a:cubicBezTo>
                  <a:pt x="497094" y="97021"/>
                  <a:pt x="497473" y="97911"/>
                  <a:pt x="497473" y="99019"/>
                </a:cubicBezTo>
                <a:cubicBezTo>
                  <a:pt x="497473" y="100068"/>
                  <a:pt x="497094" y="100943"/>
                  <a:pt x="496335" y="101643"/>
                </a:cubicBezTo>
                <a:cubicBezTo>
                  <a:pt x="495577" y="102342"/>
                  <a:pt x="494294" y="102692"/>
                  <a:pt x="492487" y="102692"/>
                </a:cubicBezTo>
                <a:lnTo>
                  <a:pt x="434842" y="102692"/>
                </a:lnTo>
                <a:cubicBezTo>
                  <a:pt x="433093" y="102692"/>
                  <a:pt x="431839" y="102349"/>
                  <a:pt x="431081" y="101662"/>
                </a:cubicBezTo>
                <a:cubicBezTo>
                  <a:pt x="430323" y="100975"/>
                  <a:pt x="429944" y="100094"/>
                  <a:pt x="429944" y="99019"/>
                </a:cubicBezTo>
                <a:cubicBezTo>
                  <a:pt x="429944" y="98027"/>
                  <a:pt x="430308" y="97196"/>
                  <a:pt x="431037" y="96526"/>
                </a:cubicBezTo>
                <a:cubicBezTo>
                  <a:pt x="431766" y="95855"/>
                  <a:pt x="433035" y="95520"/>
                  <a:pt x="434842" y="95520"/>
                </a:cubicBezTo>
                <a:lnTo>
                  <a:pt x="452599" y="95520"/>
                </a:lnTo>
                <a:lnTo>
                  <a:pt x="452599" y="34114"/>
                </a:lnTo>
                <a:lnTo>
                  <a:pt x="439041" y="34114"/>
                </a:lnTo>
                <a:cubicBezTo>
                  <a:pt x="437292" y="34114"/>
                  <a:pt x="436038" y="33764"/>
                  <a:pt x="435280" y="33064"/>
                </a:cubicBezTo>
                <a:cubicBezTo>
                  <a:pt x="434522" y="32365"/>
                  <a:pt x="434143" y="31461"/>
                  <a:pt x="434143" y="30353"/>
                </a:cubicBezTo>
                <a:cubicBezTo>
                  <a:pt x="434143" y="29329"/>
                  <a:pt x="434507" y="28475"/>
                  <a:pt x="435236" y="27792"/>
                </a:cubicBezTo>
                <a:cubicBezTo>
                  <a:pt x="435965" y="27108"/>
                  <a:pt x="437233" y="26766"/>
                  <a:pt x="439041" y="26766"/>
                </a:cubicBezTo>
                <a:lnTo>
                  <a:pt x="459947" y="26766"/>
                </a:lnTo>
                <a:close/>
                <a:moveTo>
                  <a:pt x="561135" y="26766"/>
                </a:moveTo>
                <a:lnTo>
                  <a:pt x="601022" y="26766"/>
                </a:lnTo>
                <a:cubicBezTo>
                  <a:pt x="602772" y="26766"/>
                  <a:pt x="604026" y="27108"/>
                  <a:pt x="604784" y="27792"/>
                </a:cubicBezTo>
                <a:cubicBezTo>
                  <a:pt x="605542" y="28475"/>
                  <a:pt x="605921" y="29358"/>
                  <a:pt x="605921" y="30440"/>
                </a:cubicBezTo>
                <a:cubicBezTo>
                  <a:pt x="605921" y="31490"/>
                  <a:pt x="605542" y="32365"/>
                  <a:pt x="604784" y="33064"/>
                </a:cubicBezTo>
                <a:cubicBezTo>
                  <a:pt x="604026" y="33764"/>
                  <a:pt x="602772" y="34114"/>
                  <a:pt x="601022" y="34114"/>
                </a:cubicBezTo>
                <a:lnTo>
                  <a:pt x="561135" y="34114"/>
                </a:lnTo>
                <a:lnTo>
                  <a:pt x="561135" y="83145"/>
                </a:lnTo>
                <a:cubicBezTo>
                  <a:pt x="561135" y="87413"/>
                  <a:pt x="562841" y="90980"/>
                  <a:pt x="566252" y="93847"/>
                </a:cubicBezTo>
                <a:cubicBezTo>
                  <a:pt x="569664" y="96711"/>
                  <a:pt x="574664" y="98144"/>
                  <a:pt x="581254" y="98144"/>
                </a:cubicBezTo>
                <a:cubicBezTo>
                  <a:pt x="586210" y="98144"/>
                  <a:pt x="591575" y="97400"/>
                  <a:pt x="597348" y="95913"/>
                </a:cubicBezTo>
                <a:cubicBezTo>
                  <a:pt x="603122" y="94426"/>
                  <a:pt x="607612" y="92750"/>
                  <a:pt x="610819" y="90884"/>
                </a:cubicBezTo>
                <a:cubicBezTo>
                  <a:pt x="611986" y="90126"/>
                  <a:pt x="612948" y="89746"/>
                  <a:pt x="613706" y="89746"/>
                </a:cubicBezTo>
                <a:cubicBezTo>
                  <a:pt x="614639" y="89746"/>
                  <a:pt x="615455" y="90111"/>
                  <a:pt x="616155" y="90840"/>
                </a:cubicBezTo>
                <a:cubicBezTo>
                  <a:pt x="616855" y="91569"/>
                  <a:pt x="617205" y="92429"/>
                  <a:pt x="617205" y="93420"/>
                </a:cubicBezTo>
                <a:cubicBezTo>
                  <a:pt x="617205" y="94295"/>
                  <a:pt x="616826" y="95111"/>
                  <a:pt x="616068" y="95870"/>
                </a:cubicBezTo>
                <a:cubicBezTo>
                  <a:pt x="614201" y="97794"/>
                  <a:pt x="609667" y="99879"/>
                  <a:pt x="602466" y="102124"/>
                </a:cubicBezTo>
                <a:cubicBezTo>
                  <a:pt x="595264" y="104369"/>
                  <a:pt x="588368" y="105491"/>
                  <a:pt x="581778" y="105491"/>
                </a:cubicBezTo>
                <a:cubicBezTo>
                  <a:pt x="573206" y="105491"/>
                  <a:pt x="566383" y="103475"/>
                  <a:pt x="561310" y="99442"/>
                </a:cubicBezTo>
                <a:cubicBezTo>
                  <a:pt x="556237" y="95408"/>
                  <a:pt x="553700" y="89971"/>
                  <a:pt x="553700" y="83131"/>
                </a:cubicBezTo>
                <a:lnTo>
                  <a:pt x="553700" y="34114"/>
                </a:lnTo>
                <a:lnTo>
                  <a:pt x="540142" y="34114"/>
                </a:lnTo>
                <a:cubicBezTo>
                  <a:pt x="538392" y="34114"/>
                  <a:pt x="537138" y="33769"/>
                  <a:pt x="536380" y="33078"/>
                </a:cubicBezTo>
                <a:cubicBezTo>
                  <a:pt x="535622" y="32386"/>
                  <a:pt x="535243" y="31492"/>
                  <a:pt x="535243" y="30397"/>
                </a:cubicBezTo>
                <a:cubicBezTo>
                  <a:pt x="535243" y="29360"/>
                  <a:pt x="535622" y="28496"/>
                  <a:pt x="536380" y="27805"/>
                </a:cubicBezTo>
                <a:cubicBezTo>
                  <a:pt x="537138" y="27113"/>
                  <a:pt x="538392" y="26766"/>
                  <a:pt x="540142" y="26766"/>
                </a:cubicBezTo>
                <a:lnTo>
                  <a:pt x="553700" y="26766"/>
                </a:lnTo>
                <a:lnTo>
                  <a:pt x="553700" y="4931"/>
                </a:lnTo>
                <a:cubicBezTo>
                  <a:pt x="553700" y="3169"/>
                  <a:pt x="554050" y="1907"/>
                  <a:pt x="554750" y="1145"/>
                </a:cubicBezTo>
                <a:cubicBezTo>
                  <a:pt x="555449" y="382"/>
                  <a:pt x="556324" y="0"/>
                  <a:pt x="557374" y="0"/>
                </a:cubicBezTo>
                <a:cubicBezTo>
                  <a:pt x="558482" y="0"/>
                  <a:pt x="559386" y="382"/>
                  <a:pt x="560085" y="1145"/>
                </a:cubicBezTo>
                <a:cubicBezTo>
                  <a:pt x="560785" y="1907"/>
                  <a:pt x="561135" y="3169"/>
                  <a:pt x="561135" y="4931"/>
                </a:cubicBezTo>
                <a:lnTo>
                  <a:pt x="561135" y="267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ED903-B7BA-4E4C-92BF-469613C0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563" y="228070"/>
            <a:ext cx="1609682" cy="1608054"/>
          </a:xfrm>
          <a:custGeom xmlns:a="http://schemas.openxmlformats.org/drawingml/2006/main">
            <a:pathLst>
              <a:path w="1609682" h="1608054">
                <a:moveTo>
                  <a:pt x="528635" y="163"/>
                </a:moveTo>
                <a:cubicBezTo>
                  <a:pt x="510395" y="326"/>
                  <a:pt x="495738" y="15309"/>
                  <a:pt x="496064" y="33549"/>
                </a:cubicBezTo>
                <a:lnTo>
                  <a:pt x="496064" y="189892"/>
                </a:lnTo>
                <a:lnTo>
                  <a:pt x="275392" y="189892"/>
                </a:lnTo>
                <a:cubicBezTo>
                  <a:pt x="230606" y="189892"/>
                  <a:pt x="193637" y="226860"/>
                  <a:pt x="193637" y="271320"/>
                </a:cubicBezTo>
                <a:lnTo>
                  <a:pt x="193637" y="499158"/>
                </a:lnTo>
                <a:lnTo>
                  <a:pt x="35666" y="499158"/>
                </a:lnTo>
                <a:cubicBezTo>
                  <a:pt x="23614" y="498832"/>
                  <a:pt x="12377" y="505184"/>
                  <a:pt x="6189" y="515444"/>
                </a:cubicBezTo>
                <a:cubicBezTo>
                  <a:pt x="0" y="525866"/>
                  <a:pt x="0" y="538569"/>
                  <a:pt x="6189" y="548992"/>
                </a:cubicBezTo>
                <a:cubicBezTo>
                  <a:pt x="12377" y="559252"/>
                  <a:pt x="23614" y="565604"/>
                  <a:pt x="35666" y="565278"/>
                </a:cubicBezTo>
                <a:lnTo>
                  <a:pt x="193637" y="565278"/>
                </a:lnTo>
                <a:lnTo>
                  <a:pt x="193637" y="682209"/>
                </a:lnTo>
                <a:lnTo>
                  <a:pt x="35666" y="682209"/>
                </a:lnTo>
                <a:cubicBezTo>
                  <a:pt x="17263" y="682209"/>
                  <a:pt x="2443" y="697029"/>
                  <a:pt x="2443" y="715270"/>
                </a:cubicBezTo>
                <a:cubicBezTo>
                  <a:pt x="2443" y="733510"/>
                  <a:pt x="17263" y="748167"/>
                  <a:pt x="35666" y="748167"/>
                </a:cubicBezTo>
                <a:lnTo>
                  <a:pt x="193637" y="748167"/>
                </a:lnTo>
                <a:lnTo>
                  <a:pt x="193637" y="865261"/>
                </a:lnTo>
                <a:lnTo>
                  <a:pt x="35666" y="865261"/>
                </a:lnTo>
                <a:cubicBezTo>
                  <a:pt x="23614" y="864935"/>
                  <a:pt x="12377" y="871124"/>
                  <a:pt x="6189" y="881384"/>
                </a:cubicBezTo>
                <a:cubicBezTo>
                  <a:pt x="0" y="891807"/>
                  <a:pt x="0" y="904673"/>
                  <a:pt x="6189" y="914933"/>
                </a:cubicBezTo>
                <a:cubicBezTo>
                  <a:pt x="12377" y="925355"/>
                  <a:pt x="23614" y="931544"/>
                  <a:pt x="35666" y="931218"/>
                </a:cubicBezTo>
                <a:lnTo>
                  <a:pt x="193637" y="931218"/>
                </a:lnTo>
                <a:lnTo>
                  <a:pt x="193637" y="1048150"/>
                </a:lnTo>
                <a:lnTo>
                  <a:pt x="35666" y="1048150"/>
                </a:lnTo>
                <a:cubicBezTo>
                  <a:pt x="17263" y="1048150"/>
                  <a:pt x="2443" y="1062970"/>
                  <a:pt x="2443" y="1081210"/>
                </a:cubicBezTo>
                <a:cubicBezTo>
                  <a:pt x="2443" y="1099450"/>
                  <a:pt x="17263" y="1114270"/>
                  <a:pt x="35666" y="1114270"/>
                </a:cubicBezTo>
                <a:lnTo>
                  <a:pt x="193637" y="1114270"/>
                </a:lnTo>
                <a:lnTo>
                  <a:pt x="193637" y="1326636"/>
                </a:lnTo>
                <a:cubicBezTo>
                  <a:pt x="193637" y="1371259"/>
                  <a:pt x="230606" y="1408228"/>
                  <a:pt x="275392" y="1408228"/>
                </a:cubicBezTo>
                <a:lnTo>
                  <a:pt x="496064" y="1408228"/>
                </a:lnTo>
                <a:lnTo>
                  <a:pt x="496064" y="1573528"/>
                </a:lnTo>
                <a:cubicBezTo>
                  <a:pt x="496064" y="1585416"/>
                  <a:pt x="502415" y="1596328"/>
                  <a:pt x="512675" y="1602191"/>
                </a:cubicBezTo>
                <a:cubicBezTo>
                  <a:pt x="522935" y="1608054"/>
                  <a:pt x="535475" y="1608054"/>
                  <a:pt x="545735" y="1602191"/>
                </a:cubicBezTo>
                <a:cubicBezTo>
                  <a:pt x="555995" y="1596328"/>
                  <a:pt x="562346" y="1585416"/>
                  <a:pt x="562346" y="1573528"/>
                </a:cubicBezTo>
                <a:lnTo>
                  <a:pt x="562346" y="1408228"/>
                </a:lnTo>
                <a:lnTo>
                  <a:pt x="680092" y="1408228"/>
                </a:lnTo>
                <a:lnTo>
                  <a:pt x="680092" y="1573528"/>
                </a:lnTo>
                <a:cubicBezTo>
                  <a:pt x="680092" y="1591768"/>
                  <a:pt x="694912" y="1606588"/>
                  <a:pt x="713152" y="1606588"/>
                </a:cubicBezTo>
                <a:cubicBezTo>
                  <a:pt x="731555" y="1606588"/>
                  <a:pt x="746375" y="1591768"/>
                  <a:pt x="746375" y="1573528"/>
                </a:cubicBezTo>
                <a:lnTo>
                  <a:pt x="746375" y="1408228"/>
                </a:lnTo>
                <a:lnTo>
                  <a:pt x="864121" y="1408228"/>
                </a:lnTo>
                <a:lnTo>
                  <a:pt x="864121" y="1573528"/>
                </a:lnTo>
                <a:cubicBezTo>
                  <a:pt x="864121" y="1585416"/>
                  <a:pt x="870310" y="1596328"/>
                  <a:pt x="880570" y="1602191"/>
                </a:cubicBezTo>
                <a:cubicBezTo>
                  <a:pt x="890830" y="1608054"/>
                  <a:pt x="903533" y="1608054"/>
                  <a:pt x="913793" y="1602191"/>
                </a:cubicBezTo>
                <a:cubicBezTo>
                  <a:pt x="924053" y="1596328"/>
                  <a:pt x="930404" y="1585416"/>
                  <a:pt x="930404" y="1573528"/>
                </a:cubicBezTo>
                <a:lnTo>
                  <a:pt x="930404" y="1408228"/>
                </a:lnTo>
                <a:lnTo>
                  <a:pt x="1048150" y="1408228"/>
                </a:lnTo>
                <a:lnTo>
                  <a:pt x="1048150" y="1573528"/>
                </a:lnTo>
                <a:cubicBezTo>
                  <a:pt x="1048150" y="1585416"/>
                  <a:pt x="1054339" y="1596328"/>
                  <a:pt x="1064599" y="1602191"/>
                </a:cubicBezTo>
                <a:cubicBezTo>
                  <a:pt x="1074859" y="1608054"/>
                  <a:pt x="1087561" y="1608054"/>
                  <a:pt x="1097821" y="1602191"/>
                </a:cubicBezTo>
                <a:cubicBezTo>
                  <a:pt x="1108081" y="1596328"/>
                  <a:pt x="1114433" y="1585416"/>
                  <a:pt x="1114433" y="1573528"/>
                </a:cubicBezTo>
                <a:lnTo>
                  <a:pt x="1114433" y="1408228"/>
                </a:lnTo>
                <a:lnTo>
                  <a:pt x="1335919" y="1408228"/>
                </a:lnTo>
                <a:cubicBezTo>
                  <a:pt x="1380705" y="1408228"/>
                  <a:pt x="1417836" y="1371259"/>
                  <a:pt x="1417836" y="1326636"/>
                </a:cubicBezTo>
                <a:lnTo>
                  <a:pt x="1417836" y="1114270"/>
                </a:lnTo>
                <a:lnTo>
                  <a:pt x="1574016" y="1114270"/>
                </a:lnTo>
                <a:cubicBezTo>
                  <a:pt x="1592419" y="1114270"/>
                  <a:pt x="1607239" y="1099450"/>
                  <a:pt x="1607239" y="1081210"/>
                </a:cubicBezTo>
                <a:cubicBezTo>
                  <a:pt x="1607239" y="1062970"/>
                  <a:pt x="1592419" y="1048150"/>
                  <a:pt x="1574016" y="1048150"/>
                </a:cubicBezTo>
                <a:lnTo>
                  <a:pt x="1417836" y="1048150"/>
                </a:lnTo>
                <a:lnTo>
                  <a:pt x="1417836" y="931218"/>
                </a:lnTo>
                <a:lnTo>
                  <a:pt x="1574016" y="931218"/>
                </a:lnTo>
                <a:cubicBezTo>
                  <a:pt x="1586068" y="931544"/>
                  <a:pt x="1597305" y="925355"/>
                  <a:pt x="1603494" y="914933"/>
                </a:cubicBezTo>
                <a:cubicBezTo>
                  <a:pt x="1609682" y="904673"/>
                  <a:pt x="1609682" y="891807"/>
                  <a:pt x="1603494" y="881384"/>
                </a:cubicBezTo>
                <a:cubicBezTo>
                  <a:pt x="1597305" y="871124"/>
                  <a:pt x="1586068" y="864935"/>
                  <a:pt x="1574016" y="865261"/>
                </a:cubicBezTo>
                <a:lnTo>
                  <a:pt x="1417836" y="865261"/>
                </a:lnTo>
                <a:lnTo>
                  <a:pt x="1417836" y="748167"/>
                </a:lnTo>
                <a:lnTo>
                  <a:pt x="1574016" y="748167"/>
                </a:lnTo>
                <a:cubicBezTo>
                  <a:pt x="1592419" y="748167"/>
                  <a:pt x="1607239" y="733510"/>
                  <a:pt x="1607239" y="715270"/>
                </a:cubicBezTo>
                <a:cubicBezTo>
                  <a:pt x="1607239" y="697029"/>
                  <a:pt x="1592419" y="682209"/>
                  <a:pt x="1574016" y="682209"/>
                </a:cubicBezTo>
                <a:lnTo>
                  <a:pt x="1417836" y="682209"/>
                </a:lnTo>
                <a:lnTo>
                  <a:pt x="1417836" y="565278"/>
                </a:lnTo>
                <a:lnTo>
                  <a:pt x="1574016" y="565278"/>
                </a:lnTo>
                <a:cubicBezTo>
                  <a:pt x="1586068" y="565604"/>
                  <a:pt x="1597305" y="559252"/>
                  <a:pt x="1603494" y="548992"/>
                </a:cubicBezTo>
                <a:cubicBezTo>
                  <a:pt x="1609682" y="538569"/>
                  <a:pt x="1609682" y="525866"/>
                  <a:pt x="1603494" y="515444"/>
                </a:cubicBezTo>
                <a:cubicBezTo>
                  <a:pt x="1597305" y="505184"/>
                  <a:pt x="1586068" y="498832"/>
                  <a:pt x="1574016" y="499158"/>
                </a:cubicBezTo>
                <a:lnTo>
                  <a:pt x="1417836" y="499158"/>
                </a:lnTo>
                <a:lnTo>
                  <a:pt x="1417836" y="271320"/>
                </a:lnTo>
                <a:cubicBezTo>
                  <a:pt x="1417836" y="226860"/>
                  <a:pt x="1380705" y="189892"/>
                  <a:pt x="1335919" y="189892"/>
                </a:cubicBezTo>
                <a:lnTo>
                  <a:pt x="1114433" y="189892"/>
                </a:lnTo>
                <a:lnTo>
                  <a:pt x="1114433" y="33549"/>
                </a:lnTo>
                <a:cubicBezTo>
                  <a:pt x="1114433" y="24754"/>
                  <a:pt x="1111013" y="16123"/>
                  <a:pt x="1104661" y="9771"/>
                </a:cubicBezTo>
                <a:cubicBezTo>
                  <a:pt x="1098310" y="3420"/>
                  <a:pt x="1089679" y="0"/>
                  <a:pt x="1080721" y="163"/>
                </a:cubicBezTo>
                <a:cubicBezTo>
                  <a:pt x="1062481" y="326"/>
                  <a:pt x="1047824" y="15309"/>
                  <a:pt x="1048150" y="33549"/>
                </a:cubicBezTo>
                <a:lnTo>
                  <a:pt x="1048150" y="189892"/>
                </a:lnTo>
                <a:lnTo>
                  <a:pt x="930404" y="189892"/>
                </a:lnTo>
                <a:lnTo>
                  <a:pt x="930404" y="33549"/>
                </a:lnTo>
                <a:cubicBezTo>
                  <a:pt x="930567" y="24754"/>
                  <a:pt x="926984" y="16123"/>
                  <a:pt x="920633" y="9771"/>
                </a:cubicBezTo>
                <a:cubicBezTo>
                  <a:pt x="914281" y="3420"/>
                  <a:pt x="905650" y="0"/>
                  <a:pt x="896693" y="163"/>
                </a:cubicBezTo>
                <a:cubicBezTo>
                  <a:pt x="878453" y="326"/>
                  <a:pt x="863795" y="15309"/>
                  <a:pt x="864121" y="33549"/>
                </a:cubicBezTo>
                <a:lnTo>
                  <a:pt x="864121" y="189892"/>
                </a:lnTo>
                <a:lnTo>
                  <a:pt x="746375" y="189892"/>
                </a:lnTo>
                <a:lnTo>
                  <a:pt x="746375" y="33549"/>
                </a:lnTo>
                <a:cubicBezTo>
                  <a:pt x="746538" y="24754"/>
                  <a:pt x="742955" y="16123"/>
                  <a:pt x="736604" y="9771"/>
                </a:cubicBezTo>
                <a:cubicBezTo>
                  <a:pt x="730252" y="3420"/>
                  <a:pt x="721621" y="0"/>
                  <a:pt x="712664" y="163"/>
                </a:cubicBezTo>
                <a:cubicBezTo>
                  <a:pt x="694424" y="326"/>
                  <a:pt x="679767" y="15309"/>
                  <a:pt x="680092" y="33549"/>
                </a:cubicBezTo>
                <a:lnTo>
                  <a:pt x="680092" y="189892"/>
                </a:lnTo>
                <a:lnTo>
                  <a:pt x="562346" y="189892"/>
                </a:lnTo>
                <a:lnTo>
                  <a:pt x="562346" y="33549"/>
                </a:lnTo>
                <a:cubicBezTo>
                  <a:pt x="562509" y="24754"/>
                  <a:pt x="558926" y="16123"/>
                  <a:pt x="552575" y="9771"/>
                </a:cubicBezTo>
                <a:cubicBezTo>
                  <a:pt x="546224" y="3420"/>
                  <a:pt x="537592" y="0"/>
                  <a:pt x="528635" y="163"/>
                </a:cubicBezTo>
                <a:close/>
                <a:moveTo>
                  <a:pt x="275392" y="255849"/>
                </a:moveTo>
                <a:lnTo>
                  <a:pt x="1335919" y="255849"/>
                </a:lnTo>
                <a:cubicBezTo>
                  <a:pt x="1345202" y="255849"/>
                  <a:pt x="1351553" y="262200"/>
                  <a:pt x="1351553" y="271320"/>
                </a:cubicBezTo>
                <a:lnTo>
                  <a:pt x="1351553" y="1326636"/>
                </a:lnTo>
                <a:cubicBezTo>
                  <a:pt x="1351553" y="1335756"/>
                  <a:pt x="1345202" y="1342107"/>
                  <a:pt x="1335919" y="1342107"/>
                </a:cubicBezTo>
                <a:lnTo>
                  <a:pt x="275392" y="1342107"/>
                </a:lnTo>
                <a:cubicBezTo>
                  <a:pt x="266272" y="1342107"/>
                  <a:pt x="259920" y="1335756"/>
                  <a:pt x="259920" y="1326636"/>
                </a:cubicBezTo>
                <a:lnTo>
                  <a:pt x="259920" y="271320"/>
                </a:lnTo>
                <a:cubicBezTo>
                  <a:pt x="259920" y="262200"/>
                  <a:pt x="266272" y="255849"/>
                  <a:pt x="275392" y="255849"/>
                </a:cubicBezTo>
                <a:close/>
                <a:moveTo>
                  <a:pt x="957764" y="327343"/>
                </a:moveTo>
                <a:cubicBezTo>
                  <a:pt x="939524" y="327343"/>
                  <a:pt x="924704" y="342000"/>
                  <a:pt x="924704" y="360240"/>
                </a:cubicBezTo>
                <a:cubicBezTo>
                  <a:pt x="924704" y="378480"/>
                  <a:pt x="939524" y="393301"/>
                  <a:pt x="957764" y="393301"/>
                </a:cubicBezTo>
                <a:lnTo>
                  <a:pt x="1201562" y="393301"/>
                </a:lnTo>
                <a:lnTo>
                  <a:pt x="1201562" y="638727"/>
                </a:lnTo>
                <a:cubicBezTo>
                  <a:pt x="1201236" y="650778"/>
                  <a:pt x="1207424" y="662015"/>
                  <a:pt x="1217847" y="668041"/>
                </a:cubicBezTo>
                <a:cubicBezTo>
                  <a:pt x="1228270" y="674067"/>
                  <a:pt x="1241136" y="674067"/>
                  <a:pt x="1251396" y="668041"/>
                </a:cubicBezTo>
                <a:cubicBezTo>
                  <a:pt x="1261819" y="662015"/>
                  <a:pt x="1268170" y="650778"/>
                  <a:pt x="1267845" y="638727"/>
                </a:cubicBezTo>
                <a:lnTo>
                  <a:pt x="1267845" y="360240"/>
                </a:lnTo>
                <a:cubicBezTo>
                  <a:pt x="1267845" y="342000"/>
                  <a:pt x="1252862" y="327343"/>
                  <a:pt x="1234622" y="327343"/>
                </a:cubicBezTo>
                <a:lnTo>
                  <a:pt x="957764" y="327343"/>
                </a:lnTo>
                <a:close/>
                <a:moveTo>
                  <a:pt x="371640" y="328646"/>
                </a:moveTo>
                <a:cubicBezTo>
                  <a:pt x="362846" y="328646"/>
                  <a:pt x="354378" y="332066"/>
                  <a:pt x="348189" y="338255"/>
                </a:cubicBezTo>
                <a:cubicBezTo>
                  <a:pt x="342000" y="344443"/>
                  <a:pt x="338418" y="352912"/>
                  <a:pt x="338418" y="361706"/>
                </a:cubicBezTo>
                <a:lnTo>
                  <a:pt x="338418" y="637424"/>
                </a:lnTo>
                <a:cubicBezTo>
                  <a:pt x="338418" y="649149"/>
                  <a:pt x="344769" y="660061"/>
                  <a:pt x="355029" y="665924"/>
                </a:cubicBezTo>
                <a:cubicBezTo>
                  <a:pt x="365289" y="671949"/>
                  <a:pt x="377829" y="671949"/>
                  <a:pt x="388089" y="665924"/>
                </a:cubicBezTo>
                <a:cubicBezTo>
                  <a:pt x="398349" y="660061"/>
                  <a:pt x="404701" y="649149"/>
                  <a:pt x="404701" y="637424"/>
                </a:cubicBezTo>
                <a:lnTo>
                  <a:pt x="404701" y="394603"/>
                </a:lnTo>
                <a:lnTo>
                  <a:pt x="651104" y="394603"/>
                </a:lnTo>
                <a:cubicBezTo>
                  <a:pt x="663155" y="394929"/>
                  <a:pt x="674392" y="388741"/>
                  <a:pt x="680581" y="378480"/>
                </a:cubicBezTo>
                <a:cubicBezTo>
                  <a:pt x="686607" y="368058"/>
                  <a:pt x="686607" y="355192"/>
                  <a:pt x="680581" y="344932"/>
                </a:cubicBezTo>
                <a:cubicBezTo>
                  <a:pt x="674392" y="334509"/>
                  <a:pt x="663155" y="328320"/>
                  <a:pt x="651104" y="328646"/>
                </a:cubicBezTo>
                <a:lnTo>
                  <a:pt x="371640" y="328646"/>
                </a:lnTo>
                <a:close/>
                <a:moveTo>
                  <a:pt x="372455" y="922424"/>
                </a:moveTo>
                <a:cubicBezTo>
                  <a:pt x="354215" y="922750"/>
                  <a:pt x="339558" y="937733"/>
                  <a:pt x="339720" y="955973"/>
                </a:cubicBezTo>
                <a:lnTo>
                  <a:pt x="339720" y="1234459"/>
                </a:lnTo>
                <a:cubicBezTo>
                  <a:pt x="339720" y="1252699"/>
                  <a:pt x="354703" y="1267519"/>
                  <a:pt x="372943" y="1267519"/>
                </a:cubicBezTo>
                <a:lnTo>
                  <a:pt x="649801" y="1267519"/>
                </a:lnTo>
                <a:cubicBezTo>
                  <a:pt x="668041" y="1267519"/>
                  <a:pt x="682861" y="1252699"/>
                  <a:pt x="682861" y="1234459"/>
                </a:cubicBezTo>
                <a:cubicBezTo>
                  <a:pt x="682861" y="1216219"/>
                  <a:pt x="668041" y="1201399"/>
                  <a:pt x="649801" y="1201399"/>
                </a:cubicBezTo>
                <a:lnTo>
                  <a:pt x="406166" y="1201399"/>
                </a:lnTo>
                <a:lnTo>
                  <a:pt x="406166" y="955973"/>
                </a:lnTo>
                <a:cubicBezTo>
                  <a:pt x="406166" y="947016"/>
                  <a:pt x="402746" y="938384"/>
                  <a:pt x="396395" y="932195"/>
                </a:cubicBezTo>
                <a:cubicBezTo>
                  <a:pt x="390043" y="925844"/>
                  <a:pt x="381412" y="922424"/>
                  <a:pt x="372455" y="922424"/>
                </a:cubicBezTo>
                <a:close/>
                <a:moveTo>
                  <a:pt x="1235436" y="923890"/>
                </a:moveTo>
                <a:cubicBezTo>
                  <a:pt x="1217196" y="924053"/>
                  <a:pt x="1202539" y="939198"/>
                  <a:pt x="1202864" y="957276"/>
                </a:cubicBezTo>
                <a:lnTo>
                  <a:pt x="1202864" y="1200096"/>
                </a:lnTo>
                <a:lnTo>
                  <a:pt x="956461" y="1200096"/>
                </a:lnTo>
                <a:cubicBezTo>
                  <a:pt x="938221" y="1200096"/>
                  <a:pt x="923401" y="1214753"/>
                  <a:pt x="923401" y="1232993"/>
                </a:cubicBezTo>
                <a:cubicBezTo>
                  <a:pt x="923401" y="1251233"/>
                  <a:pt x="938221" y="1266053"/>
                  <a:pt x="956461" y="1266053"/>
                </a:cubicBezTo>
                <a:lnTo>
                  <a:pt x="1236087" y="1266053"/>
                </a:lnTo>
                <a:cubicBezTo>
                  <a:pt x="1254327" y="1266053"/>
                  <a:pt x="1269147" y="1251233"/>
                  <a:pt x="1269147" y="1232993"/>
                </a:cubicBezTo>
                <a:lnTo>
                  <a:pt x="1269147" y="957276"/>
                </a:lnTo>
                <a:cubicBezTo>
                  <a:pt x="1269310" y="948481"/>
                  <a:pt x="1265727" y="939850"/>
                  <a:pt x="1259376" y="933498"/>
                </a:cubicBezTo>
                <a:cubicBezTo>
                  <a:pt x="1253187" y="927147"/>
                  <a:pt x="1244393" y="923727"/>
                  <a:pt x="1235436" y="923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51fcfd0134a6f"/>
          <a:stretch xmlns:a="http://schemas.openxmlformats.org/drawingml/2006/main"/>
        </p:blipFill>
        <p:spPr>
          <a:xfrm xmlns:a="http://schemas.openxmlformats.org/drawingml/2006/main">
            <a:off x="10897998" y="1075905"/>
            <a:ext cx="433689" cy="433689"/>
          </a:xfrm>
          <a:prstGeom xmlns:a="http://schemas.openxmlformats.org/drawingml/2006/main" prst="rect">
            <a:avLst/>
          </a:prstGeom>
        </p:spPr>
      </p:pic>
      <p:sp>
        <p:nvSpPr>
          <p:cNvPr id="420" name="Text Timing">
            <a:extLst xmlns:a="http://schemas.openxmlformats.org/drawingml/2006/main">
              <a:ext uri="{FF2B5EF4-FFF2-40B4-BE49-F238E27FC236}">
                <a16:creationId xmlns:a16="http://schemas.microsoft.com/office/drawing/2014/main" id="{B894FF5D-7D07-4F9F-B057-31EB616B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58" y="2017783"/>
            <a:ext cx="694593" cy="164702"/>
          </a:xfrm>
          <a:custGeom xmlns:a="http://schemas.openxmlformats.org/drawingml/2006/main">
            <a:pathLst>
              <a:path w="694593" h="164702">
                <a:moveTo>
                  <a:pt x="60308" y="27673"/>
                </a:moveTo>
                <a:lnTo>
                  <a:pt x="60308" y="104203"/>
                </a:lnTo>
                <a:lnTo>
                  <a:pt x="73477" y="104203"/>
                </a:lnTo>
                <a:cubicBezTo>
                  <a:pt x="78184" y="104203"/>
                  <a:pt x="81540" y="105110"/>
                  <a:pt x="83544" y="106923"/>
                </a:cubicBezTo>
                <a:cubicBezTo>
                  <a:pt x="85548" y="108736"/>
                  <a:pt x="86550" y="111106"/>
                  <a:pt x="86550" y="114032"/>
                </a:cubicBezTo>
                <a:cubicBezTo>
                  <a:pt x="86550" y="116958"/>
                  <a:pt x="85548" y="119328"/>
                  <a:pt x="83544" y="121141"/>
                </a:cubicBezTo>
                <a:cubicBezTo>
                  <a:pt x="81540" y="122954"/>
                  <a:pt x="78184" y="123861"/>
                  <a:pt x="73477" y="123861"/>
                </a:cubicBezTo>
                <a:lnTo>
                  <a:pt x="27673" y="123861"/>
                </a:lnTo>
                <a:cubicBezTo>
                  <a:pt x="22965" y="123861"/>
                  <a:pt x="19610" y="122938"/>
                  <a:pt x="17606" y="121093"/>
                </a:cubicBezTo>
                <a:cubicBezTo>
                  <a:pt x="15602" y="119248"/>
                  <a:pt x="14600" y="116863"/>
                  <a:pt x="14600" y="113937"/>
                </a:cubicBezTo>
                <a:cubicBezTo>
                  <a:pt x="14600" y="111010"/>
                  <a:pt x="15602" y="108656"/>
                  <a:pt x="17606" y="106875"/>
                </a:cubicBezTo>
                <a:cubicBezTo>
                  <a:pt x="19610" y="105094"/>
                  <a:pt x="22965" y="104203"/>
                  <a:pt x="27673" y="104203"/>
                </a:cubicBezTo>
                <a:lnTo>
                  <a:pt x="40746" y="104203"/>
                </a:lnTo>
                <a:lnTo>
                  <a:pt x="40746" y="27673"/>
                </a:lnTo>
                <a:lnTo>
                  <a:pt x="19562" y="27673"/>
                </a:lnTo>
                <a:lnTo>
                  <a:pt x="19562" y="46185"/>
                </a:lnTo>
                <a:cubicBezTo>
                  <a:pt x="19562" y="51084"/>
                  <a:pt x="18655" y="54535"/>
                  <a:pt x="16842" y="56539"/>
                </a:cubicBezTo>
                <a:cubicBezTo>
                  <a:pt x="15029" y="58543"/>
                  <a:pt x="12660" y="59545"/>
                  <a:pt x="9733" y="59545"/>
                </a:cubicBezTo>
                <a:cubicBezTo>
                  <a:pt x="6871" y="59545"/>
                  <a:pt x="4533" y="58543"/>
                  <a:pt x="2720" y="56539"/>
                </a:cubicBezTo>
                <a:cubicBezTo>
                  <a:pt x="907" y="54535"/>
                  <a:pt x="0" y="51084"/>
                  <a:pt x="0" y="46185"/>
                </a:cubicBezTo>
                <a:lnTo>
                  <a:pt x="0" y="8016"/>
                </a:lnTo>
                <a:lnTo>
                  <a:pt x="101341" y="8016"/>
                </a:lnTo>
                <a:lnTo>
                  <a:pt x="101341" y="46185"/>
                </a:lnTo>
                <a:cubicBezTo>
                  <a:pt x="101341" y="51084"/>
                  <a:pt x="100434" y="54535"/>
                  <a:pt x="98621" y="56539"/>
                </a:cubicBezTo>
                <a:cubicBezTo>
                  <a:pt x="96808" y="58543"/>
                  <a:pt x="94438" y="59545"/>
                  <a:pt x="91512" y="59545"/>
                </a:cubicBezTo>
                <a:cubicBezTo>
                  <a:pt x="88649" y="59545"/>
                  <a:pt x="86311" y="58543"/>
                  <a:pt x="84498" y="56539"/>
                </a:cubicBezTo>
                <a:cubicBezTo>
                  <a:pt x="82685" y="54535"/>
                  <a:pt x="81779" y="51084"/>
                  <a:pt x="81779" y="46185"/>
                </a:cubicBezTo>
                <a:lnTo>
                  <a:pt x="81779" y="27673"/>
                </a:lnTo>
                <a:lnTo>
                  <a:pt x="60308" y="27673"/>
                </a:lnTo>
                <a:close/>
                <a:moveTo>
                  <a:pt x="175084" y="0"/>
                </a:moveTo>
                <a:lnTo>
                  <a:pt x="175084" y="20802"/>
                </a:lnTo>
                <a:lnTo>
                  <a:pt x="151801" y="20802"/>
                </a:lnTo>
                <a:lnTo>
                  <a:pt x="151801" y="0"/>
                </a:lnTo>
                <a:lnTo>
                  <a:pt x="175084" y="0"/>
                </a:lnTo>
                <a:moveTo>
                  <a:pt x="177756" y="37215"/>
                </a:moveTo>
                <a:lnTo>
                  <a:pt x="177756" y="104203"/>
                </a:lnTo>
                <a:lnTo>
                  <a:pt x="201230" y="104203"/>
                </a:lnTo>
                <a:cubicBezTo>
                  <a:pt x="205938" y="104203"/>
                  <a:pt x="209294" y="105110"/>
                  <a:pt x="211298" y="106923"/>
                </a:cubicBezTo>
                <a:cubicBezTo>
                  <a:pt x="213301" y="108736"/>
                  <a:pt x="214303" y="111106"/>
                  <a:pt x="214303" y="114032"/>
                </a:cubicBezTo>
                <a:cubicBezTo>
                  <a:pt x="214303" y="116958"/>
                  <a:pt x="213301" y="119328"/>
                  <a:pt x="211298" y="121141"/>
                </a:cubicBezTo>
                <a:cubicBezTo>
                  <a:pt x="209294" y="122954"/>
                  <a:pt x="205938" y="123861"/>
                  <a:pt x="201230" y="123861"/>
                </a:cubicBezTo>
                <a:lnTo>
                  <a:pt x="134720" y="123861"/>
                </a:lnTo>
                <a:cubicBezTo>
                  <a:pt x="130012" y="123861"/>
                  <a:pt x="126656" y="122938"/>
                  <a:pt x="124652" y="121093"/>
                </a:cubicBezTo>
                <a:cubicBezTo>
                  <a:pt x="122648" y="119248"/>
                  <a:pt x="121646" y="116863"/>
                  <a:pt x="121646" y="113937"/>
                </a:cubicBezTo>
                <a:cubicBezTo>
                  <a:pt x="121646" y="111010"/>
                  <a:pt x="122648" y="108656"/>
                  <a:pt x="124652" y="106875"/>
                </a:cubicBezTo>
                <a:cubicBezTo>
                  <a:pt x="126656" y="105094"/>
                  <a:pt x="130012" y="104203"/>
                  <a:pt x="134720" y="104203"/>
                </a:cubicBezTo>
                <a:lnTo>
                  <a:pt x="158194" y="104203"/>
                </a:lnTo>
                <a:lnTo>
                  <a:pt x="158194" y="56873"/>
                </a:lnTo>
                <a:lnTo>
                  <a:pt x="142449" y="56873"/>
                </a:lnTo>
                <a:cubicBezTo>
                  <a:pt x="137805" y="56873"/>
                  <a:pt x="134465" y="55950"/>
                  <a:pt x="132429" y="54106"/>
                </a:cubicBezTo>
                <a:cubicBezTo>
                  <a:pt x="130394" y="52261"/>
                  <a:pt x="129376" y="49875"/>
                  <a:pt x="129376" y="46949"/>
                </a:cubicBezTo>
                <a:cubicBezTo>
                  <a:pt x="129376" y="44022"/>
                  <a:pt x="130378" y="41669"/>
                  <a:pt x="132382" y="39887"/>
                </a:cubicBezTo>
                <a:cubicBezTo>
                  <a:pt x="134386" y="38106"/>
                  <a:pt x="137741" y="37215"/>
                  <a:pt x="142449" y="37215"/>
                </a:cubicBezTo>
                <a:lnTo>
                  <a:pt x="177756" y="37215"/>
                </a:lnTo>
                <a:close/>
                <a:moveTo>
                  <a:pt x="255127" y="37215"/>
                </a:moveTo>
                <a:lnTo>
                  <a:pt x="255127" y="42750"/>
                </a:lnTo>
                <a:cubicBezTo>
                  <a:pt x="258307" y="39561"/>
                  <a:pt x="261186" y="37365"/>
                  <a:pt x="263763" y="36160"/>
                </a:cubicBezTo>
                <a:cubicBezTo>
                  <a:pt x="266339" y="34955"/>
                  <a:pt x="269313" y="34353"/>
                  <a:pt x="272685" y="34353"/>
                </a:cubicBezTo>
                <a:cubicBezTo>
                  <a:pt x="275547" y="34353"/>
                  <a:pt x="278378" y="35068"/>
                  <a:pt x="281177" y="36500"/>
                </a:cubicBezTo>
                <a:cubicBezTo>
                  <a:pt x="283977" y="37931"/>
                  <a:pt x="286712" y="40078"/>
                  <a:pt x="289384" y="42941"/>
                </a:cubicBezTo>
                <a:cubicBezTo>
                  <a:pt x="292756" y="40110"/>
                  <a:pt x="296175" y="38003"/>
                  <a:pt x="299642" y="36619"/>
                </a:cubicBezTo>
                <a:cubicBezTo>
                  <a:pt x="303109" y="35235"/>
                  <a:pt x="306656" y="34544"/>
                  <a:pt x="310282" y="34544"/>
                </a:cubicBezTo>
                <a:cubicBezTo>
                  <a:pt x="317534" y="34544"/>
                  <a:pt x="323419" y="36484"/>
                  <a:pt x="327935" y="40364"/>
                </a:cubicBezTo>
                <a:cubicBezTo>
                  <a:pt x="333915" y="45454"/>
                  <a:pt x="336905" y="52133"/>
                  <a:pt x="336905" y="60404"/>
                </a:cubicBezTo>
                <a:lnTo>
                  <a:pt x="336905" y="104203"/>
                </a:lnTo>
                <a:cubicBezTo>
                  <a:pt x="340977" y="104203"/>
                  <a:pt x="343998" y="105110"/>
                  <a:pt x="345971" y="106923"/>
                </a:cubicBezTo>
                <a:cubicBezTo>
                  <a:pt x="347943" y="108736"/>
                  <a:pt x="348929" y="111106"/>
                  <a:pt x="348929" y="114032"/>
                </a:cubicBezTo>
                <a:cubicBezTo>
                  <a:pt x="348929" y="116958"/>
                  <a:pt x="347943" y="119328"/>
                  <a:pt x="345971" y="121141"/>
                </a:cubicBezTo>
                <a:cubicBezTo>
                  <a:pt x="343998" y="122954"/>
                  <a:pt x="340659" y="123861"/>
                  <a:pt x="335951" y="123861"/>
                </a:cubicBezTo>
                <a:lnTo>
                  <a:pt x="317343" y="123861"/>
                </a:lnTo>
                <a:lnTo>
                  <a:pt x="317343" y="62121"/>
                </a:lnTo>
                <a:cubicBezTo>
                  <a:pt x="317343" y="59131"/>
                  <a:pt x="316803" y="57064"/>
                  <a:pt x="315721" y="55919"/>
                </a:cubicBezTo>
                <a:cubicBezTo>
                  <a:pt x="314640" y="54774"/>
                  <a:pt x="312986" y="54201"/>
                  <a:pt x="310759" y="54201"/>
                </a:cubicBezTo>
                <a:cubicBezTo>
                  <a:pt x="308596" y="54201"/>
                  <a:pt x="306592" y="54765"/>
                  <a:pt x="304747" y="55892"/>
                </a:cubicBezTo>
                <a:cubicBezTo>
                  <a:pt x="302393" y="57458"/>
                  <a:pt x="299531" y="60404"/>
                  <a:pt x="296159" y="64727"/>
                </a:cubicBezTo>
                <a:lnTo>
                  <a:pt x="296159" y="104203"/>
                </a:lnTo>
                <a:cubicBezTo>
                  <a:pt x="300231" y="104203"/>
                  <a:pt x="303252" y="105110"/>
                  <a:pt x="305224" y="106923"/>
                </a:cubicBezTo>
                <a:cubicBezTo>
                  <a:pt x="307196" y="108736"/>
                  <a:pt x="308183" y="111106"/>
                  <a:pt x="308183" y="114032"/>
                </a:cubicBezTo>
                <a:cubicBezTo>
                  <a:pt x="308183" y="116958"/>
                  <a:pt x="307196" y="119328"/>
                  <a:pt x="305224" y="121141"/>
                </a:cubicBezTo>
                <a:cubicBezTo>
                  <a:pt x="303252" y="122954"/>
                  <a:pt x="299912" y="123861"/>
                  <a:pt x="295205" y="123861"/>
                </a:cubicBezTo>
                <a:lnTo>
                  <a:pt x="276597" y="123861"/>
                </a:lnTo>
                <a:lnTo>
                  <a:pt x="276597" y="61951"/>
                </a:lnTo>
                <a:cubicBezTo>
                  <a:pt x="276597" y="59017"/>
                  <a:pt x="276040" y="56960"/>
                  <a:pt x="274927" y="55781"/>
                </a:cubicBezTo>
                <a:cubicBezTo>
                  <a:pt x="273814" y="54601"/>
                  <a:pt x="272144" y="54010"/>
                  <a:pt x="269917" y="54010"/>
                </a:cubicBezTo>
                <a:cubicBezTo>
                  <a:pt x="267627" y="54010"/>
                  <a:pt x="265369" y="54728"/>
                  <a:pt x="263142" y="56163"/>
                </a:cubicBezTo>
                <a:cubicBezTo>
                  <a:pt x="260916" y="57598"/>
                  <a:pt x="258244" y="60453"/>
                  <a:pt x="255127" y="64727"/>
                </a:cubicBezTo>
                <a:lnTo>
                  <a:pt x="255127" y="104203"/>
                </a:lnTo>
                <a:cubicBezTo>
                  <a:pt x="259198" y="104203"/>
                  <a:pt x="262236" y="105110"/>
                  <a:pt x="264240" y="106923"/>
                </a:cubicBezTo>
                <a:cubicBezTo>
                  <a:pt x="266244" y="108736"/>
                  <a:pt x="267246" y="111106"/>
                  <a:pt x="267246" y="114032"/>
                </a:cubicBezTo>
                <a:cubicBezTo>
                  <a:pt x="267246" y="116958"/>
                  <a:pt x="266244" y="119328"/>
                  <a:pt x="264240" y="121141"/>
                </a:cubicBezTo>
                <a:cubicBezTo>
                  <a:pt x="262236" y="122954"/>
                  <a:pt x="258880" y="123861"/>
                  <a:pt x="254172" y="123861"/>
                </a:cubicBezTo>
                <a:lnTo>
                  <a:pt x="236519" y="123861"/>
                </a:lnTo>
                <a:cubicBezTo>
                  <a:pt x="231811" y="123861"/>
                  <a:pt x="228456" y="122938"/>
                  <a:pt x="226452" y="121093"/>
                </a:cubicBezTo>
                <a:cubicBezTo>
                  <a:pt x="224448" y="119248"/>
                  <a:pt x="223446" y="116863"/>
                  <a:pt x="223446" y="113937"/>
                </a:cubicBezTo>
                <a:cubicBezTo>
                  <a:pt x="223446" y="111010"/>
                  <a:pt x="224432" y="108656"/>
                  <a:pt x="226404" y="106875"/>
                </a:cubicBezTo>
                <a:cubicBezTo>
                  <a:pt x="228376" y="105094"/>
                  <a:pt x="231430" y="104203"/>
                  <a:pt x="235565" y="104203"/>
                </a:cubicBezTo>
                <a:lnTo>
                  <a:pt x="235565" y="56873"/>
                </a:lnTo>
                <a:cubicBezTo>
                  <a:pt x="231430" y="56873"/>
                  <a:pt x="228376" y="55950"/>
                  <a:pt x="226404" y="54106"/>
                </a:cubicBezTo>
                <a:cubicBezTo>
                  <a:pt x="224432" y="52261"/>
                  <a:pt x="223446" y="49875"/>
                  <a:pt x="223446" y="46949"/>
                </a:cubicBezTo>
                <a:cubicBezTo>
                  <a:pt x="223446" y="44022"/>
                  <a:pt x="224448" y="41669"/>
                  <a:pt x="226452" y="39887"/>
                </a:cubicBezTo>
                <a:cubicBezTo>
                  <a:pt x="228456" y="38106"/>
                  <a:pt x="231811" y="37215"/>
                  <a:pt x="236519" y="37215"/>
                </a:cubicBezTo>
                <a:lnTo>
                  <a:pt x="255127" y="37215"/>
                </a:lnTo>
                <a:close/>
                <a:moveTo>
                  <a:pt x="409599" y="0"/>
                </a:moveTo>
                <a:lnTo>
                  <a:pt x="409599" y="20802"/>
                </a:lnTo>
                <a:lnTo>
                  <a:pt x="386316" y="20802"/>
                </a:lnTo>
                <a:lnTo>
                  <a:pt x="386316" y="0"/>
                </a:lnTo>
                <a:lnTo>
                  <a:pt x="409599" y="0"/>
                </a:lnTo>
                <a:moveTo>
                  <a:pt x="412271" y="37215"/>
                </a:moveTo>
                <a:lnTo>
                  <a:pt x="412271" y="104203"/>
                </a:lnTo>
                <a:lnTo>
                  <a:pt x="435745" y="104203"/>
                </a:lnTo>
                <a:cubicBezTo>
                  <a:pt x="440453" y="104203"/>
                  <a:pt x="443809" y="105110"/>
                  <a:pt x="445813" y="106923"/>
                </a:cubicBezTo>
                <a:cubicBezTo>
                  <a:pt x="447816" y="108736"/>
                  <a:pt x="448818" y="111106"/>
                  <a:pt x="448818" y="114032"/>
                </a:cubicBezTo>
                <a:cubicBezTo>
                  <a:pt x="448818" y="116958"/>
                  <a:pt x="447816" y="119328"/>
                  <a:pt x="445813" y="121141"/>
                </a:cubicBezTo>
                <a:cubicBezTo>
                  <a:pt x="443809" y="122954"/>
                  <a:pt x="440453" y="123861"/>
                  <a:pt x="435745" y="123861"/>
                </a:cubicBezTo>
                <a:lnTo>
                  <a:pt x="369235" y="123861"/>
                </a:lnTo>
                <a:cubicBezTo>
                  <a:pt x="364527" y="123861"/>
                  <a:pt x="361171" y="122938"/>
                  <a:pt x="359167" y="121093"/>
                </a:cubicBezTo>
                <a:cubicBezTo>
                  <a:pt x="357163" y="119248"/>
                  <a:pt x="356161" y="116863"/>
                  <a:pt x="356161" y="113937"/>
                </a:cubicBezTo>
                <a:cubicBezTo>
                  <a:pt x="356161" y="111010"/>
                  <a:pt x="357163" y="108656"/>
                  <a:pt x="359167" y="106875"/>
                </a:cubicBezTo>
                <a:cubicBezTo>
                  <a:pt x="361171" y="105094"/>
                  <a:pt x="364527" y="104203"/>
                  <a:pt x="369235" y="104203"/>
                </a:cubicBezTo>
                <a:lnTo>
                  <a:pt x="392709" y="104203"/>
                </a:lnTo>
                <a:lnTo>
                  <a:pt x="392709" y="56873"/>
                </a:lnTo>
                <a:lnTo>
                  <a:pt x="376964" y="56873"/>
                </a:lnTo>
                <a:cubicBezTo>
                  <a:pt x="372320" y="56873"/>
                  <a:pt x="368980" y="55950"/>
                  <a:pt x="366944" y="54106"/>
                </a:cubicBezTo>
                <a:cubicBezTo>
                  <a:pt x="364909" y="52261"/>
                  <a:pt x="363891" y="49875"/>
                  <a:pt x="363891" y="46949"/>
                </a:cubicBezTo>
                <a:cubicBezTo>
                  <a:pt x="363891" y="44022"/>
                  <a:pt x="364893" y="41669"/>
                  <a:pt x="366897" y="39887"/>
                </a:cubicBezTo>
                <a:cubicBezTo>
                  <a:pt x="368901" y="38106"/>
                  <a:pt x="372256" y="37215"/>
                  <a:pt x="376964" y="37215"/>
                </a:cubicBezTo>
                <a:lnTo>
                  <a:pt x="412271" y="37215"/>
                </a:lnTo>
                <a:close/>
                <a:moveTo>
                  <a:pt x="500043" y="37215"/>
                </a:moveTo>
                <a:lnTo>
                  <a:pt x="500043" y="43704"/>
                </a:lnTo>
                <a:cubicBezTo>
                  <a:pt x="503605" y="40651"/>
                  <a:pt x="507534" y="38361"/>
                  <a:pt x="511828" y="36834"/>
                </a:cubicBezTo>
                <a:cubicBezTo>
                  <a:pt x="516122" y="35307"/>
                  <a:pt x="520782" y="34544"/>
                  <a:pt x="525807" y="34544"/>
                </a:cubicBezTo>
                <a:cubicBezTo>
                  <a:pt x="537386" y="34544"/>
                  <a:pt x="546546" y="38138"/>
                  <a:pt x="553290" y="45327"/>
                </a:cubicBezTo>
                <a:cubicBezTo>
                  <a:pt x="558633" y="51052"/>
                  <a:pt x="561305" y="58559"/>
                  <a:pt x="561305" y="67847"/>
                </a:cubicBezTo>
                <a:lnTo>
                  <a:pt x="561305" y="104203"/>
                </a:lnTo>
                <a:cubicBezTo>
                  <a:pt x="565440" y="104203"/>
                  <a:pt x="568494" y="105110"/>
                  <a:pt x="570466" y="106923"/>
                </a:cubicBezTo>
                <a:cubicBezTo>
                  <a:pt x="572438" y="108736"/>
                  <a:pt x="573424" y="111106"/>
                  <a:pt x="573424" y="114032"/>
                </a:cubicBezTo>
                <a:cubicBezTo>
                  <a:pt x="573424" y="116958"/>
                  <a:pt x="572422" y="119328"/>
                  <a:pt x="570418" y="121141"/>
                </a:cubicBezTo>
                <a:cubicBezTo>
                  <a:pt x="568414" y="122954"/>
                  <a:pt x="565059" y="123861"/>
                  <a:pt x="560351" y="123861"/>
                </a:cubicBezTo>
                <a:lnTo>
                  <a:pt x="542698" y="123861"/>
                </a:lnTo>
                <a:cubicBezTo>
                  <a:pt x="537990" y="123861"/>
                  <a:pt x="534634" y="122938"/>
                  <a:pt x="532630" y="121093"/>
                </a:cubicBezTo>
                <a:cubicBezTo>
                  <a:pt x="530626" y="119248"/>
                  <a:pt x="529624" y="116863"/>
                  <a:pt x="529624" y="113937"/>
                </a:cubicBezTo>
                <a:cubicBezTo>
                  <a:pt x="529624" y="111010"/>
                  <a:pt x="530610" y="108656"/>
                  <a:pt x="532583" y="106875"/>
                </a:cubicBezTo>
                <a:cubicBezTo>
                  <a:pt x="534555" y="105094"/>
                  <a:pt x="537608" y="104203"/>
                  <a:pt x="541743" y="104203"/>
                </a:cubicBezTo>
                <a:lnTo>
                  <a:pt x="541743" y="67346"/>
                </a:lnTo>
                <a:cubicBezTo>
                  <a:pt x="541743" y="63091"/>
                  <a:pt x="540598" y="59980"/>
                  <a:pt x="538308" y="58012"/>
                </a:cubicBezTo>
                <a:cubicBezTo>
                  <a:pt x="535318" y="55471"/>
                  <a:pt x="530833" y="54201"/>
                  <a:pt x="524853" y="54201"/>
                </a:cubicBezTo>
                <a:cubicBezTo>
                  <a:pt x="520336" y="54201"/>
                  <a:pt x="516376" y="55076"/>
                  <a:pt x="512973" y="56825"/>
                </a:cubicBezTo>
                <a:cubicBezTo>
                  <a:pt x="509569" y="58575"/>
                  <a:pt x="505259" y="62280"/>
                  <a:pt x="500043" y="67942"/>
                </a:cubicBezTo>
                <a:lnTo>
                  <a:pt x="500043" y="104203"/>
                </a:lnTo>
                <a:cubicBezTo>
                  <a:pt x="505069" y="104203"/>
                  <a:pt x="508313" y="104808"/>
                  <a:pt x="509776" y="106016"/>
                </a:cubicBezTo>
                <a:cubicBezTo>
                  <a:pt x="512893" y="108434"/>
                  <a:pt x="514452" y="111106"/>
                  <a:pt x="514452" y="114032"/>
                </a:cubicBezTo>
                <a:cubicBezTo>
                  <a:pt x="514452" y="116958"/>
                  <a:pt x="513450" y="119328"/>
                  <a:pt x="511446" y="121141"/>
                </a:cubicBezTo>
                <a:cubicBezTo>
                  <a:pt x="509442" y="122954"/>
                  <a:pt x="506086" y="123861"/>
                  <a:pt x="501379" y="123861"/>
                </a:cubicBezTo>
                <a:lnTo>
                  <a:pt x="479145" y="123861"/>
                </a:lnTo>
                <a:cubicBezTo>
                  <a:pt x="474437" y="123861"/>
                  <a:pt x="471082" y="122938"/>
                  <a:pt x="469078" y="121093"/>
                </a:cubicBezTo>
                <a:cubicBezTo>
                  <a:pt x="467074" y="119248"/>
                  <a:pt x="466072" y="116863"/>
                  <a:pt x="466072" y="113937"/>
                </a:cubicBezTo>
                <a:cubicBezTo>
                  <a:pt x="466072" y="111010"/>
                  <a:pt x="467599" y="108346"/>
                  <a:pt x="470652" y="105945"/>
                </a:cubicBezTo>
                <a:cubicBezTo>
                  <a:pt x="472179" y="104784"/>
                  <a:pt x="475455" y="104203"/>
                  <a:pt x="480481" y="104203"/>
                </a:cubicBezTo>
                <a:lnTo>
                  <a:pt x="480481" y="56873"/>
                </a:lnTo>
                <a:cubicBezTo>
                  <a:pt x="476346" y="56873"/>
                  <a:pt x="473292" y="55950"/>
                  <a:pt x="471320" y="54106"/>
                </a:cubicBezTo>
                <a:cubicBezTo>
                  <a:pt x="469348" y="52261"/>
                  <a:pt x="468362" y="49875"/>
                  <a:pt x="468362" y="46949"/>
                </a:cubicBezTo>
                <a:cubicBezTo>
                  <a:pt x="468362" y="44022"/>
                  <a:pt x="469364" y="41669"/>
                  <a:pt x="471368" y="39887"/>
                </a:cubicBezTo>
                <a:cubicBezTo>
                  <a:pt x="473372" y="38106"/>
                  <a:pt x="476728" y="37215"/>
                  <a:pt x="481435" y="37215"/>
                </a:cubicBezTo>
                <a:lnTo>
                  <a:pt x="500043" y="37215"/>
                </a:lnTo>
                <a:close/>
                <a:moveTo>
                  <a:pt x="658619" y="43132"/>
                </a:moveTo>
                <a:lnTo>
                  <a:pt x="658619" y="37215"/>
                </a:lnTo>
                <a:lnTo>
                  <a:pt x="681520" y="37215"/>
                </a:lnTo>
                <a:cubicBezTo>
                  <a:pt x="686228" y="37215"/>
                  <a:pt x="689584" y="38122"/>
                  <a:pt x="691588" y="39935"/>
                </a:cubicBezTo>
                <a:cubicBezTo>
                  <a:pt x="693592" y="41748"/>
                  <a:pt x="694593" y="44118"/>
                  <a:pt x="694593" y="47044"/>
                </a:cubicBezTo>
                <a:cubicBezTo>
                  <a:pt x="694593" y="49970"/>
                  <a:pt x="693592" y="52340"/>
                  <a:pt x="691588" y="54153"/>
                </a:cubicBezTo>
                <a:cubicBezTo>
                  <a:pt x="689584" y="55966"/>
                  <a:pt x="686228" y="56873"/>
                  <a:pt x="681520" y="56873"/>
                </a:cubicBezTo>
                <a:lnTo>
                  <a:pt x="678181" y="56873"/>
                </a:lnTo>
                <a:lnTo>
                  <a:pt x="678181" y="127997"/>
                </a:lnTo>
                <a:cubicBezTo>
                  <a:pt x="678181" y="134861"/>
                  <a:pt x="676733" y="140851"/>
                  <a:pt x="673839" y="145966"/>
                </a:cubicBezTo>
                <a:cubicBezTo>
                  <a:pt x="670944" y="151083"/>
                  <a:pt x="666507" y="155485"/>
                  <a:pt x="660527" y="159171"/>
                </a:cubicBezTo>
                <a:cubicBezTo>
                  <a:pt x="654547" y="162858"/>
                  <a:pt x="647804" y="164702"/>
                  <a:pt x="640297" y="164702"/>
                </a:cubicBezTo>
                <a:lnTo>
                  <a:pt x="618159" y="164702"/>
                </a:lnTo>
                <a:cubicBezTo>
                  <a:pt x="613451" y="164702"/>
                  <a:pt x="610095" y="163791"/>
                  <a:pt x="608091" y="161968"/>
                </a:cubicBezTo>
                <a:cubicBezTo>
                  <a:pt x="606088" y="160147"/>
                  <a:pt x="605086" y="157798"/>
                  <a:pt x="605086" y="154921"/>
                </a:cubicBezTo>
                <a:cubicBezTo>
                  <a:pt x="605086" y="151981"/>
                  <a:pt x="606088" y="149599"/>
                  <a:pt x="608091" y="147776"/>
                </a:cubicBezTo>
                <a:cubicBezTo>
                  <a:pt x="610095" y="145955"/>
                  <a:pt x="613451" y="145045"/>
                  <a:pt x="618159" y="145045"/>
                </a:cubicBezTo>
                <a:lnTo>
                  <a:pt x="639725" y="145045"/>
                </a:lnTo>
                <a:cubicBezTo>
                  <a:pt x="645704" y="145045"/>
                  <a:pt x="650348" y="143434"/>
                  <a:pt x="653656" y="140211"/>
                </a:cubicBezTo>
                <a:cubicBezTo>
                  <a:pt x="656965" y="136990"/>
                  <a:pt x="658619" y="132917"/>
                  <a:pt x="658619" y="127991"/>
                </a:cubicBezTo>
                <a:lnTo>
                  <a:pt x="658619" y="118517"/>
                </a:lnTo>
                <a:cubicBezTo>
                  <a:pt x="654293" y="121316"/>
                  <a:pt x="649887" y="123415"/>
                  <a:pt x="645402" y="124815"/>
                </a:cubicBezTo>
                <a:cubicBezTo>
                  <a:pt x="640917" y="126214"/>
                  <a:pt x="636321" y="126914"/>
                  <a:pt x="631614" y="126914"/>
                </a:cubicBezTo>
                <a:cubicBezTo>
                  <a:pt x="618318" y="126914"/>
                  <a:pt x="607185" y="122473"/>
                  <a:pt x="598215" y="113591"/>
                </a:cubicBezTo>
                <a:cubicBezTo>
                  <a:pt x="589245" y="104706"/>
                  <a:pt x="584760" y="93736"/>
                  <a:pt x="584760" y="80681"/>
                </a:cubicBezTo>
                <a:cubicBezTo>
                  <a:pt x="584760" y="67562"/>
                  <a:pt x="589245" y="56562"/>
                  <a:pt x="598215" y="47679"/>
                </a:cubicBezTo>
                <a:cubicBezTo>
                  <a:pt x="607185" y="38795"/>
                  <a:pt x="618318" y="34353"/>
                  <a:pt x="631614" y="34353"/>
                </a:cubicBezTo>
                <a:cubicBezTo>
                  <a:pt x="636576" y="34353"/>
                  <a:pt x="641299" y="35076"/>
                  <a:pt x="645784" y="36524"/>
                </a:cubicBezTo>
                <a:cubicBezTo>
                  <a:pt x="650269" y="37971"/>
                  <a:pt x="654547" y="40174"/>
                  <a:pt x="658619" y="43132"/>
                </a:cubicBezTo>
                <a:moveTo>
                  <a:pt x="658523" y="80633"/>
                </a:moveTo>
                <a:cubicBezTo>
                  <a:pt x="658523" y="73445"/>
                  <a:pt x="655867" y="67210"/>
                  <a:pt x="650555" y="61930"/>
                </a:cubicBezTo>
                <a:cubicBezTo>
                  <a:pt x="645243" y="56650"/>
                  <a:pt x="638866" y="54010"/>
                  <a:pt x="631423" y="54010"/>
                </a:cubicBezTo>
                <a:cubicBezTo>
                  <a:pt x="623980" y="54010"/>
                  <a:pt x="617602" y="56650"/>
                  <a:pt x="612290" y="61930"/>
                </a:cubicBezTo>
                <a:cubicBezTo>
                  <a:pt x="606978" y="67210"/>
                  <a:pt x="604322" y="73445"/>
                  <a:pt x="604322" y="80633"/>
                </a:cubicBezTo>
                <a:cubicBezTo>
                  <a:pt x="604322" y="87886"/>
                  <a:pt x="606978" y="94136"/>
                  <a:pt x="612290" y="99384"/>
                </a:cubicBezTo>
                <a:cubicBezTo>
                  <a:pt x="617602" y="104633"/>
                  <a:pt x="623980" y="107257"/>
                  <a:pt x="631423" y="107257"/>
                </a:cubicBezTo>
                <a:cubicBezTo>
                  <a:pt x="638866" y="107257"/>
                  <a:pt x="645243" y="104633"/>
                  <a:pt x="650555" y="99384"/>
                </a:cubicBezTo>
                <a:cubicBezTo>
                  <a:pt x="655867" y="94136"/>
                  <a:pt x="658523" y="87886"/>
                  <a:pt x="658523" y="80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Text vulnerabilities">
            <a:extLst xmlns:a="http://schemas.openxmlformats.org/drawingml/2006/main">
              <a:ext uri="{FF2B5EF4-FFF2-40B4-BE49-F238E27FC236}">
                <a16:creationId xmlns:a16="http://schemas.microsoft.com/office/drawing/2014/main" id="{02D18B35-BD7C-4D56-BB5C-96A36C02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674" y="2278355"/>
            <a:ext cx="1745044" cy="126914"/>
          </a:xfrm>
          <a:custGeom xmlns:a="http://schemas.openxmlformats.org/drawingml/2006/main">
            <a:pathLst>
              <a:path w="1745044" h="126914">
                <a:moveTo>
                  <a:pt x="58781" y="100028"/>
                </a:moveTo>
                <a:lnTo>
                  <a:pt x="79870" y="56873"/>
                </a:lnTo>
                <a:cubicBezTo>
                  <a:pt x="74654" y="56873"/>
                  <a:pt x="71314" y="56299"/>
                  <a:pt x="69851" y="55152"/>
                </a:cubicBezTo>
                <a:cubicBezTo>
                  <a:pt x="66670" y="52610"/>
                  <a:pt x="65079" y="49875"/>
                  <a:pt x="65079" y="46949"/>
                </a:cubicBezTo>
                <a:cubicBezTo>
                  <a:pt x="65079" y="44022"/>
                  <a:pt x="66081" y="41669"/>
                  <a:pt x="68085" y="39887"/>
                </a:cubicBezTo>
                <a:cubicBezTo>
                  <a:pt x="70089" y="38106"/>
                  <a:pt x="73445" y="37215"/>
                  <a:pt x="78152" y="37215"/>
                </a:cubicBezTo>
                <a:lnTo>
                  <a:pt x="104967" y="37215"/>
                </a:lnTo>
                <a:cubicBezTo>
                  <a:pt x="109674" y="37215"/>
                  <a:pt x="113030" y="38122"/>
                  <a:pt x="115034" y="39935"/>
                </a:cubicBezTo>
                <a:cubicBezTo>
                  <a:pt x="117038" y="41748"/>
                  <a:pt x="118040" y="44118"/>
                  <a:pt x="118040" y="47044"/>
                </a:cubicBezTo>
                <a:cubicBezTo>
                  <a:pt x="118040" y="49970"/>
                  <a:pt x="117038" y="52340"/>
                  <a:pt x="115034" y="54153"/>
                </a:cubicBezTo>
                <a:cubicBezTo>
                  <a:pt x="113030" y="55966"/>
                  <a:pt x="109674" y="56873"/>
                  <a:pt x="104967" y="56873"/>
                </a:cubicBezTo>
                <a:lnTo>
                  <a:pt x="101722" y="56873"/>
                </a:lnTo>
                <a:lnTo>
                  <a:pt x="68992" y="123861"/>
                </a:lnTo>
                <a:lnTo>
                  <a:pt x="48571" y="123861"/>
                </a:lnTo>
                <a:lnTo>
                  <a:pt x="15840" y="56873"/>
                </a:lnTo>
                <a:lnTo>
                  <a:pt x="13073" y="56873"/>
                </a:lnTo>
                <a:cubicBezTo>
                  <a:pt x="8366" y="56873"/>
                  <a:pt x="5010" y="55950"/>
                  <a:pt x="3006" y="54106"/>
                </a:cubicBezTo>
                <a:cubicBezTo>
                  <a:pt x="1002" y="52261"/>
                  <a:pt x="0" y="49875"/>
                  <a:pt x="0" y="46949"/>
                </a:cubicBezTo>
                <a:cubicBezTo>
                  <a:pt x="0" y="44022"/>
                  <a:pt x="1002" y="41669"/>
                  <a:pt x="3006" y="39887"/>
                </a:cubicBezTo>
                <a:cubicBezTo>
                  <a:pt x="5010" y="38106"/>
                  <a:pt x="8366" y="37215"/>
                  <a:pt x="13073" y="37215"/>
                </a:cubicBezTo>
                <a:lnTo>
                  <a:pt x="39315" y="37215"/>
                </a:lnTo>
                <a:cubicBezTo>
                  <a:pt x="43959" y="37215"/>
                  <a:pt x="47283" y="38122"/>
                  <a:pt x="49287" y="39935"/>
                </a:cubicBezTo>
                <a:cubicBezTo>
                  <a:pt x="51291" y="41748"/>
                  <a:pt x="52292" y="44118"/>
                  <a:pt x="52292" y="47044"/>
                </a:cubicBezTo>
                <a:cubicBezTo>
                  <a:pt x="52292" y="49970"/>
                  <a:pt x="50766" y="52642"/>
                  <a:pt x="47712" y="55060"/>
                </a:cubicBezTo>
                <a:cubicBezTo>
                  <a:pt x="46185" y="56268"/>
                  <a:pt x="42782" y="56873"/>
                  <a:pt x="37502" y="56873"/>
                </a:cubicBezTo>
                <a:lnTo>
                  <a:pt x="58781" y="100028"/>
                </a:lnTo>
                <a:close/>
                <a:moveTo>
                  <a:pt x="217452" y="37215"/>
                </a:moveTo>
                <a:lnTo>
                  <a:pt x="217452" y="104203"/>
                </a:lnTo>
                <a:cubicBezTo>
                  <a:pt x="221587" y="104203"/>
                  <a:pt x="224641" y="105110"/>
                  <a:pt x="226613" y="106923"/>
                </a:cubicBezTo>
                <a:cubicBezTo>
                  <a:pt x="228585" y="108736"/>
                  <a:pt x="229571" y="111106"/>
                  <a:pt x="229571" y="114032"/>
                </a:cubicBezTo>
                <a:cubicBezTo>
                  <a:pt x="229571" y="116958"/>
                  <a:pt x="228569" y="119328"/>
                  <a:pt x="226565" y="121141"/>
                </a:cubicBezTo>
                <a:cubicBezTo>
                  <a:pt x="224561" y="122954"/>
                  <a:pt x="221206" y="123861"/>
                  <a:pt x="216498" y="123861"/>
                </a:cubicBezTo>
                <a:lnTo>
                  <a:pt x="197890" y="123861"/>
                </a:lnTo>
                <a:lnTo>
                  <a:pt x="197890" y="119280"/>
                </a:lnTo>
                <a:cubicBezTo>
                  <a:pt x="192292" y="121825"/>
                  <a:pt x="186948" y="123733"/>
                  <a:pt x="181859" y="125006"/>
                </a:cubicBezTo>
                <a:cubicBezTo>
                  <a:pt x="176770" y="126278"/>
                  <a:pt x="171935" y="126914"/>
                  <a:pt x="167355" y="126914"/>
                </a:cubicBezTo>
                <a:cubicBezTo>
                  <a:pt x="160929" y="126914"/>
                  <a:pt x="155363" y="125566"/>
                  <a:pt x="150655" y="122871"/>
                </a:cubicBezTo>
                <a:cubicBezTo>
                  <a:pt x="145948" y="120173"/>
                  <a:pt x="142226" y="116445"/>
                  <a:pt x="139491" y="111688"/>
                </a:cubicBezTo>
                <a:cubicBezTo>
                  <a:pt x="137519" y="108263"/>
                  <a:pt x="136533" y="103981"/>
                  <a:pt x="136533" y="98842"/>
                </a:cubicBezTo>
                <a:lnTo>
                  <a:pt x="136533" y="56873"/>
                </a:lnTo>
                <a:lnTo>
                  <a:pt x="133193" y="56873"/>
                </a:lnTo>
                <a:cubicBezTo>
                  <a:pt x="128485" y="56873"/>
                  <a:pt x="125129" y="55950"/>
                  <a:pt x="123126" y="54106"/>
                </a:cubicBezTo>
                <a:cubicBezTo>
                  <a:pt x="121122" y="52261"/>
                  <a:pt x="120120" y="49875"/>
                  <a:pt x="120120" y="46949"/>
                </a:cubicBezTo>
                <a:cubicBezTo>
                  <a:pt x="120120" y="44022"/>
                  <a:pt x="121122" y="41669"/>
                  <a:pt x="123126" y="39887"/>
                </a:cubicBezTo>
                <a:cubicBezTo>
                  <a:pt x="125129" y="38106"/>
                  <a:pt x="128485" y="37215"/>
                  <a:pt x="133193" y="37215"/>
                </a:cubicBezTo>
                <a:lnTo>
                  <a:pt x="156095" y="37215"/>
                </a:lnTo>
                <a:lnTo>
                  <a:pt x="156095" y="95266"/>
                </a:lnTo>
                <a:cubicBezTo>
                  <a:pt x="156095" y="99389"/>
                  <a:pt x="157097" y="102419"/>
                  <a:pt x="159100" y="104355"/>
                </a:cubicBezTo>
                <a:cubicBezTo>
                  <a:pt x="161104" y="106290"/>
                  <a:pt x="164174" y="107257"/>
                  <a:pt x="168309" y="107257"/>
                </a:cubicBezTo>
                <a:cubicBezTo>
                  <a:pt x="172253" y="107257"/>
                  <a:pt x="176499" y="106480"/>
                  <a:pt x="181048" y="104925"/>
                </a:cubicBezTo>
                <a:cubicBezTo>
                  <a:pt x="185597" y="103370"/>
                  <a:pt x="191211" y="100563"/>
                  <a:pt x="197890" y="96504"/>
                </a:cubicBezTo>
                <a:lnTo>
                  <a:pt x="197890" y="56873"/>
                </a:lnTo>
                <a:lnTo>
                  <a:pt x="190829" y="56873"/>
                </a:lnTo>
                <a:cubicBezTo>
                  <a:pt x="186121" y="56873"/>
                  <a:pt x="182766" y="55950"/>
                  <a:pt x="180762" y="54106"/>
                </a:cubicBezTo>
                <a:cubicBezTo>
                  <a:pt x="178758" y="52261"/>
                  <a:pt x="177756" y="49875"/>
                  <a:pt x="177756" y="46949"/>
                </a:cubicBezTo>
                <a:cubicBezTo>
                  <a:pt x="177756" y="44022"/>
                  <a:pt x="178758" y="41669"/>
                  <a:pt x="180762" y="39887"/>
                </a:cubicBezTo>
                <a:cubicBezTo>
                  <a:pt x="182766" y="38106"/>
                  <a:pt x="186121" y="37215"/>
                  <a:pt x="190829" y="37215"/>
                </a:cubicBezTo>
                <a:lnTo>
                  <a:pt x="217452" y="37215"/>
                </a:lnTo>
                <a:close/>
                <a:moveTo>
                  <a:pt x="302934" y="0"/>
                </a:moveTo>
                <a:lnTo>
                  <a:pt x="302934" y="104203"/>
                </a:lnTo>
                <a:lnTo>
                  <a:pt x="326409" y="104203"/>
                </a:lnTo>
                <a:cubicBezTo>
                  <a:pt x="331116" y="104203"/>
                  <a:pt x="334472" y="105110"/>
                  <a:pt x="336476" y="106923"/>
                </a:cubicBezTo>
                <a:cubicBezTo>
                  <a:pt x="338480" y="108736"/>
                  <a:pt x="339482" y="111106"/>
                  <a:pt x="339482" y="114032"/>
                </a:cubicBezTo>
                <a:cubicBezTo>
                  <a:pt x="339482" y="116958"/>
                  <a:pt x="338480" y="119328"/>
                  <a:pt x="336476" y="121141"/>
                </a:cubicBezTo>
                <a:cubicBezTo>
                  <a:pt x="334472" y="122954"/>
                  <a:pt x="331116" y="123861"/>
                  <a:pt x="326409" y="123861"/>
                </a:cubicBezTo>
                <a:lnTo>
                  <a:pt x="259898" y="123861"/>
                </a:lnTo>
                <a:cubicBezTo>
                  <a:pt x="255190" y="123861"/>
                  <a:pt x="251835" y="122938"/>
                  <a:pt x="249831" y="121093"/>
                </a:cubicBezTo>
                <a:cubicBezTo>
                  <a:pt x="247827" y="119248"/>
                  <a:pt x="246825" y="116863"/>
                  <a:pt x="246825" y="113937"/>
                </a:cubicBezTo>
                <a:cubicBezTo>
                  <a:pt x="246825" y="111010"/>
                  <a:pt x="247827" y="108656"/>
                  <a:pt x="249831" y="106875"/>
                </a:cubicBezTo>
                <a:cubicBezTo>
                  <a:pt x="251835" y="105094"/>
                  <a:pt x="255190" y="104203"/>
                  <a:pt x="259898" y="104203"/>
                </a:cubicBezTo>
                <a:lnTo>
                  <a:pt x="283372" y="104203"/>
                </a:lnTo>
                <a:lnTo>
                  <a:pt x="283372" y="19657"/>
                </a:lnTo>
                <a:lnTo>
                  <a:pt x="267627" y="19657"/>
                </a:lnTo>
                <a:cubicBezTo>
                  <a:pt x="262983" y="19657"/>
                  <a:pt x="259643" y="18735"/>
                  <a:pt x="257608" y="16890"/>
                </a:cubicBezTo>
                <a:cubicBezTo>
                  <a:pt x="255572" y="15045"/>
                  <a:pt x="254554" y="12660"/>
                  <a:pt x="254554" y="9733"/>
                </a:cubicBezTo>
                <a:cubicBezTo>
                  <a:pt x="254554" y="6807"/>
                  <a:pt x="255556" y="4453"/>
                  <a:pt x="257560" y="2672"/>
                </a:cubicBezTo>
                <a:cubicBezTo>
                  <a:pt x="259564" y="891"/>
                  <a:pt x="262920" y="0"/>
                  <a:pt x="267627" y="0"/>
                </a:cubicBezTo>
                <a:lnTo>
                  <a:pt x="302934" y="0"/>
                </a:lnTo>
                <a:close/>
                <a:moveTo>
                  <a:pt x="390610" y="37215"/>
                </a:moveTo>
                <a:lnTo>
                  <a:pt x="390610" y="43704"/>
                </a:lnTo>
                <a:cubicBezTo>
                  <a:pt x="394172" y="40651"/>
                  <a:pt x="398100" y="38361"/>
                  <a:pt x="402395" y="36834"/>
                </a:cubicBezTo>
                <a:cubicBezTo>
                  <a:pt x="406689" y="35307"/>
                  <a:pt x="411348" y="34544"/>
                  <a:pt x="416374" y="34544"/>
                </a:cubicBezTo>
                <a:cubicBezTo>
                  <a:pt x="427952" y="34544"/>
                  <a:pt x="437113" y="38138"/>
                  <a:pt x="443856" y="45327"/>
                </a:cubicBezTo>
                <a:cubicBezTo>
                  <a:pt x="449200" y="51052"/>
                  <a:pt x="451872" y="58559"/>
                  <a:pt x="451872" y="67847"/>
                </a:cubicBezTo>
                <a:lnTo>
                  <a:pt x="451872" y="104203"/>
                </a:lnTo>
                <a:cubicBezTo>
                  <a:pt x="456007" y="104203"/>
                  <a:pt x="459061" y="105110"/>
                  <a:pt x="461033" y="106923"/>
                </a:cubicBezTo>
                <a:cubicBezTo>
                  <a:pt x="463005" y="108736"/>
                  <a:pt x="463991" y="111106"/>
                  <a:pt x="463991" y="114032"/>
                </a:cubicBezTo>
                <a:cubicBezTo>
                  <a:pt x="463991" y="116958"/>
                  <a:pt x="462989" y="119328"/>
                  <a:pt x="460985" y="121141"/>
                </a:cubicBezTo>
                <a:cubicBezTo>
                  <a:pt x="458981" y="122954"/>
                  <a:pt x="455625" y="123861"/>
                  <a:pt x="450918" y="123861"/>
                </a:cubicBezTo>
                <a:lnTo>
                  <a:pt x="433264" y="123861"/>
                </a:lnTo>
                <a:cubicBezTo>
                  <a:pt x="428557" y="123861"/>
                  <a:pt x="425201" y="122938"/>
                  <a:pt x="423197" y="121093"/>
                </a:cubicBezTo>
                <a:cubicBezTo>
                  <a:pt x="421193" y="119248"/>
                  <a:pt x="420191" y="116863"/>
                  <a:pt x="420191" y="113937"/>
                </a:cubicBezTo>
                <a:cubicBezTo>
                  <a:pt x="420191" y="111010"/>
                  <a:pt x="421177" y="108656"/>
                  <a:pt x="423149" y="106875"/>
                </a:cubicBezTo>
                <a:cubicBezTo>
                  <a:pt x="425121" y="105094"/>
                  <a:pt x="428175" y="104203"/>
                  <a:pt x="432310" y="104203"/>
                </a:cubicBezTo>
                <a:lnTo>
                  <a:pt x="432310" y="67346"/>
                </a:lnTo>
                <a:cubicBezTo>
                  <a:pt x="432310" y="63091"/>
                  <a:pt x="431165" y="59980"/>
                  <a:pt x="428875" y="58012"/>
                </a:cubicBezTo>
                <a:cubicBezTo>
                  <a:pt x="425885" y="55471"/>
                  <a:pt x="421400" y="54201"/>
                  <a:pt x="415420" y="54201"/>
                </a:cubicBezTo>
                <a:cubicBezTo>
                  <a:pt x="410903" y="54201"/>
                  <a:pt x="406943" y="55076"/>
                  <a:pt x="403540" y="56825"/>
                </a:cubicBezTo>
                <a:cubicBezTo>
                  <a:pt x="400136" y="58575"/>
                  <a:pt x="395826" y="62280"/>
                  <a:pt x="390610" y="67942"/>
                </a:cubicBezTo>
                <a:lnTo>
                  <a:pt x="390610" y="104203"/>
                </a:lnTo>
                <a:cubicBezTo>
                  <a:pt x="395635" y="104203"/>
                  <a:pt x="398880" y="104808"/>
                  <a:pt x="400343" y="106016"/>
                </a:cubicBezTo>
                <a:cubicBezTo>
                  <a:pt x="403460" y="108434"/>
                  <a:pt x="405019" y="111106"/>
                  <a:pt x="405019" y="114032"/>
                </a:cubicBezTo>
                <a:cubicBezTo>
                  <a:pt x="405019" y="116958"/>
                  <a:pt x="404017" y="119328"/>
                  <a:pt x="402013" y="121141"/>
                </a:cubicBezTo>
                <a:cubicBezTo>
                  <a:pt x="400009" y="122954"/>
                  <a:pt x="396653" y="123861"/>
                  <a:pt x="391946" y="123861"/>
                </a:cubicBezTo>
                <a:lnTo>
                  <a:pt x="369712" y="123861"/>
                </a:lnTo>
                <a:cubicBezTo>
                  <a:pt x="365004" y="123861"/>
                  <a:pt x="361648" y="122938"/>
                  <a:pt x="359644" y="121093"/>
                </a:cubicBezTo>
                <a:cubicBezTo>
                  <a:pt x="357641" y="119248"/>
                  <a:pt x="356639" y="116863"/>
                  <a:pt x="356639" y="113937"/>
                </a:cubicBezTo>
                <a:cubicBezTo>
                  <a:pt x="356639" y="111010"/>
                  <a:pt x="358165" y="108346"/>
                  <a:pt x="361219" y="105945"/>
                </a:cubicBezTo>
                <a:cubicBezTo>
                  <a:pt x="362746" y="104784"/>
                  <a:pt x="366022" y="104203"/>
                  <a:pt x="371048" y="104203"/>
                </a:cubicBezTo>
                <a:lnTo>
                  <a:pt x="371048" y="56873"/>
                </a:lnTo>
                <a:cubicBezTo>
                  <a:pt x="366913" y="56873"/>
                  <a:pt x="363859" y="55950"/>
                  <a:pt x="361887" y="54106"/>
                </a:cubicBezTo>
                <a:cubicBezTo>
                  <a:pt x="359915" y="52261"/>
                  <a:pt x="358929" y="49875"/>
                  <a:pt x="358929" y="46949"/>
                </a:cubicBezTo>
                <a:cubicBezTo>
                  <a:pt x="358929" y="44022"/>
                  <a:pt x="359931" y="41669"/>
                  <a:pt x="361935" y="39887"/>
                </a:cubicBezTo>
                <a:cubicBezTo>
                  <a:pt x="363939" y="38106"/>
                  <a:pt x="367294" y="37215"/>
                  <a:pt x="372002" y="37215"/>
                </a:cubicBezTo>
                <a:lnTo>
                  <a:pt x="390610" y="37215"/>
                </a:lnTo>
                <a:close/>
                <a:moveTo>
                  <a:pt x="576764" y="90271"/>
                </a:moveTo>
                <a:lnTo>
                  <a:pt x="496512" y="90271"/>
                </a:lnTo>
                <a:cubicBezTo>
                  <a:pt x="498548" y="95361"/>
                  <a:pt x="502158" y="99464"/>
                  <a:pt x="507343" y="102581"/>
                </a:cubicBezTo>
                <a:cubicBezTo>
                  <a:pt x="512528" y="105698"/>
                  <a:pt x="519541" y="107257"/>
                  <a:pt x="528384" y="107257"/>
                </a:cubicBezTo>
                <a:cubicBezTo>
                  <a:pt x="535636" y="107257"/>
                  <a:pt x="545274" y="105721"/>
                  <a:pt x="557297" y="102650"/>
                </a:cubicBezTo>
                <a:cubicBezTo>
                  <a:pt x="562260" y="101395"/>
                  <a:pt x="565695" y="100768"/>
                  <a:pt x="567603" y="100768"/>
                </a:cubicBezTo>
                <a:cubicBezTo>
                  <a:pt x="570212" y="100768"/>
                  <a:pt x="572406" y="101690"/>
                  <a:pt x="574188" y="103535"/>
                </a:cubicBezTo>
                <a:cubicBezTo>
                  <a:pt x="575969" y="105380"/>
                  <a:pt x="576859" y="107702"/>
                  <a:pt x="576859" y="110501"/>
                </a:cubicBezTo>
                <a:cubicBezTo>
                  <a:pt x="576859" y="113046"/>
                  <a:pt x="575905" y="115209"/>
                  <a:pt x="573997" y="116990"/>
                </a:cubicBezTo>
                <a:cubicBezTo>
                  <a:pt x="571452" y="119344"/>
                  <a:pt x="565249" y="121586"/>
                  <a:pt x="555389" y="123718"/>
                </a:cubicBezTo>
                <a:cubicBezTo>
                  <a:pt x="545528" y="125849"/>
                  <a:pt x="536050" y="126914"/>
                  <a:pt x="526953" y="126914"/>
                </a:cubicBezTo>
                <a:cubicBezTo>
                  <a:pt x="511303" y="126914"/>
                  <a:pt x="498787" y="122493"/>
                  <a:pt x="489403" y="113650"/>
                </a:cubicBezTo>
                <a:cubicBezTo>
                  <a:pt x="480020" y="104808"/>
                  <a:pt x="475328" y="93929"/>
                  <a:pt x="475328" y="81015"/>
                </a:cubicBezTo>
                <a:cubicBezTo>
                  <a:pt x="475328" y="67274"/>
                  <a:pt x="480401" y="56094"/>
                  <a:pt x="490548" y="47474"/>
                </a:cubicBezTo>
                <a:cubicBezTo>
                  <a:pt x="500695" y="38854"/>
                  <a:pt x="512384" y="34544"/>
                  <a:pt x="525617" y="34544"/>
                </a:cubicBezTo>
                <a:cubicBezTo>
                  <a:pt x="533569" y="34544"/>
                  <a:pt x="540869" y="35941"/>
                  <a:pt x="547516" y="38736"/>
                </a:cubicBezTo>
                <a:cubicBezTo>
                  <a:pt x="554164" y="41529"/>
                  <a:pt x="559111" y="44545"/>
                  <a:pt x="562355" y="47784"/>
                </a:cubicBezTo>
                <a:cubicBezTo>
                  <a:pt x="566935" y="52483"/>
                  <a:pt x="570720" y="58294"/>
                  <a:pt x="573710" y="65217"/>
                </a:cubicBezTo>
                <a:cubicBezTo>
                  <a:pt x="575746" y="70043"/>
                  <a:pt x="576764" y="75633"/>
                  <a:pt x="576764" y="81984"/>
                </a:cubicBezTo>
                <a:lnTo>
                  <a:pt x="576764" y="90271"/>
                </a:lnTo>
                <a:moveTo>
                  <a:pt x="555103" y="70614"/>
                </a:moveTo>
                <a:cubicBezTo>
                  <a:pt x="552113" y="65111"/>
                  <a:pt x="548200" y="61000"/>
                  <a:pt x="543366" y="58280"/>
                </a:cubicBezTo>
                <a:cubicBezTo>
                  <a:pt x="538531" y="55561"/>
                  <a:pt x="532773" y="54201"/>
                  <a:pt x="526094" y="54201"/>
                </a:cubicBezTo>
                <a:cubicBezTo>
                  <a:pt x="519478" y="54201"/>
                  <a:pt x="513752" y="55561"/>
                  <a:pt x="508917" y="58280"/>
                </a:cubicBezTo>
                <a:cubicBezTo>
                  <a:pt x="504083" y="61000"/>
                  <a:pt x="500138" y="65111"/>
                  <a:pt x="497085" y="70614"/>
                </a:cubicBezTo>
                <a:lnTo>
                  <a:pt x="555103" y="70614"/>
                </a:lnTo>
                <a:close/>
                <a:moveTo>
                  <a:pt x="640870" y="37215"/>
                </a:moveTo>
                <a:lnTo>
                  <a:pt x="640870" y="49430"/>
                </a:lnTo>
                <a:cubicBezTo>
                  <a:pt x="649076" y="43476"/>
                  <a:pt x="655549" y="39507"/>
                  <a:pt x="660288" y="37523"/>
                </a:cubicBezTo>
                <a:cubicBezTo>
                  <a:pt x="665028" y="35537"/>
                  <a:pt x="669465" y="34544"/>
                  <a:pt x="673600" y="34544"/>
                </a:cubicBezTo>
                <a:cubicBezTo>
                  <a:pt x="679962" y="34544"/>
                  <a:pt x="686133" y="36905"/>
                  <a:pt x="692112" y="41629"/>
                </a:cubicBezTo>
                <a:cubicBezTo>
                  <a:pt x="696184" y="44822"/>
                  <a:pt x="698220" y="48078"/>
                  <a:pt x="698220" y="51398"/>
                </a:cubicBezTo>
                <a:cubicBezTo>
                  <a:pt x="698220" y="54207"/>
                  <a:pt x="697249" y="56586"/>
                  <a:pt x="695309" y="58534"/>
                </a:cubicBezTo>
                <a:cubicBezTo>
                  <a:pt x="693369" y="60480"/>
                  <a:pt x="691031" y="61453"/>
                  <a:pt x="688295" y="61453"/>
                </a:cubicBezTo>
                <a:cubicBezTo>
                  <a:pt x="685878" y="61453"/>
                  <a:pt x="683333" y="60245"/>
                  <a:pt x="680662" y="57827"/>
                </a:cubicBezTo>
                <a:cubicBezTo>
                  <a:pt x="677990" y="55410"/>
                  <a:pt x="675604" y="54201"/>
                  <a:pt x="673505" y="54201"/>
                </a:cubicBezTo>
                <a:cubicBezTo>
                  <a:pt x="670769" y="54201"/>
                  <a:pt x="666682" y="55919"/>
                  <a:pt x="661243" y="59354"/>
                </a:cubicBezTo>
                <a:cubicBezTo>
                  <a:pt x="655804" y="62789"/>
                  <a:pt x="649013" y="67942"/>
                  <a:pt x="640870" y="74813"/>
                </a:cubicBezTo>
                <a:lnTo>
                  <a:pt x="640870" y="104203"/>
                </a:lnTo>
                <a:lnTo>
                  <a:pt x="668734" y="104203"/>
                </a:lnTo>
                <a:cubicBezTo>
                  <a:pt x="673441" y="104203"/>
                  <a:pt x="676797" y="105110"/>
                  <a:pt x="678801" y="106923"/>
                </a:cubicBezTo>
                <a:cubicBezTo>
                  <a:pt x="680805" y="108736"/>
                  <a:pt x="681807" y="111106"/>
                  <a:pt x="681807" y="114032"/>
                </a:cubicBezTo>
                <a:cubicBezTo>
                  <a:pt x="681807" y="116958"/>
                  <a:pt x="680805" y="119328"/>
                  <a:pt x="678801" y="121141"/>
                </a:cubicBezTo>
                <a:cubicBezTo>
                  <a:pt x="676797" y="122954"/>
                  <a:pt x="673441" y="123861"/>
                  <a:pt x="668734" y="123861"/>
                </a:cubicBezTo>
                <a:lnTo>
                  <a:pt x="609666" y="123861"/>
                </a:lnTo>
                <a:cubicBezTo>
                  <a:pt x="604958" y="123861"/>
                  <a:pt x="601603" y="122938"/>
                  <a:pt x="599599" y="121093"/>
                </a:cubicBezTo>
                <a:cubicBezTo>
                  <a:pt x="597595" y="119248"/>
                  <a:pt x="596593" y="116863"/>
                  <a:pt x="596593" y="113937"/>
                </a:cubicBezTo>
                <a:cubicBezTo>
                  <a:pt x="596593" y="111010"/>
                  <a:pt x="597595" y="108656"/>
                  <a:pt x="599599" y="106875"/>
                </a:cubicBezTo>
                <a:cubicBezTo>
                  <a:pt x="601603" y="105094"/>
                  <a:pt x="604958" y="104203"/>
                  <a:pt x="609666" y="104203"/>
                </a:cubicBezTo>
                <a:lnTo>
                  <a:pt x="621308" y="104203"/>
                </a:lnTo>
                <a:lnTo>
                  <a:pt x="621308" y="56873"/>
                </a:lnTo>
                <a:lnTo>
                  <a:pt x="614246" y="56873"/>
                </a:lnTo>
                <a:cubicBezTo>
                  <a:pt x="609539" y="56873"/>
                  <a:pt x="606183" y="55950"/>
                  <a:pt x="604179" y="54106"/>
                </a:cubicBezTo>
                <a:cubicBezTo>
                  <a:pt x="602175" y="52261"/>
                  <a:pt x="601173" y="49875"/>
                  <a:pt x="601173" y="46949"/>
                </a:cubicBezTo>
                <a:cubicBezTo>
                  <a:pt x="601173" y="44022"/>
                  <a:pt x="602175" y="41669"/>
                  <a:pt x="604179" y="39887"/>
                </a:cubicBezTo>
                <a:cubicBezTo>
                  <a:pt x="606183" y="38106"/>
                  <a:pt x="609539" y="37215"/>
                  <a:pt x="614246" y="37215"/>
                </a:cubicBezTo>
                <a:lnTo>
                  <a:pt x="640870" y="37215"/>
                </a:lnTo>
                <a:close/>
                <a:moveTo>
                  <a:pt x="779788" y="123861"/>
                </a:moveTo>
                <a:lnTo>
                  <a:pt x="779788" y="119280"/>
                </a:lnTo>
                <a:cubicBezTo>
                  <a:pt x="774890" y="121825"/>
                  <a:pt x="769482" y="123733"/>
                  <a:pt x="763566" y="125006"/>
                </a:cubicBezTo>
                <a:cubicBezTo>
                  <a:pt x="757650" y="126278"/>
                  <a:pt x="752274" y="126914"/>
                  <a:pt x="747439" y="126914"/>
                </a:cubicBezTo>
                <a:cubicBezTo>
                  <a:pt x="736943" y="126914"/>
                  <a:pt x="728418" y="124136"/>
                  <a:pt x="721866" y="118580"/>
                </a:cubicBezTo>
                <a:cubicBezTo>
                  <a:pt x="715313" y="113021"/>
                  <a:pt x="712037" y="106875"/>
                  <a:pt x="712037" y="100142"/>
                </a:cubicBezTo>
                <a:cubicBezTo>
                  <a:pt x="712037" y="91949"/>
                  <a:pt x="716220" y="84344"/>
                  <a:pt x="724585" y="77326"/>
                </a:cubicBezTo>
                <a:cubicBezTo>
                  <a:pt x="732951" y="70307"/>
                  <a:pt x="744513" y="66797"/>
                  <a:pt x="759272" y="66797"/>
                </a:cubicBezTo>
                <a:cubicBezTo>
                  <a:pt x="765188" y="66797"/>
                  <a:pt x="772027" y="67433"/>
                  <a:pt x="779788" y="68705"/>
                </a:cubicBezTo>
                <a:lnTo>
                  <a:pt x="779788" y="64059"/>
                </a:lnTo>
                <a:cubicBezTo>
                  <a:pt x="779788" y="61153"/>
                  <a:pt x="778532" y="58783"/>
                  <a:pt x="776019" y="56950"/>
                </a:cubicBezTo>
                <a:cubicBezTo>
                  <a:pt x="773506" y="55117"/>
                  <a:pt x="768719" y="54201"/>
                  <a:pt x="761658" y="54201"/>
                </a:cubicBezTo>
                <a:cubicBezTo>
                  <a:pt x="755869" y="54201"/>
                  <a:pt x="748362" y="55322"/>
                  <a:pt x="739137" y="57565"/>
                </a:cubicBezTo>
                <a:cubicBezTo>
                  <a:pt x="735702" y="58376"/>
                  <a:pt x="733030" y="58781"/>
                  <a:pt x="731122" y="58781"/>
                </a:cubicBezTo>
                <a:cubicBezTo>
                  <a:pt x="728514" y="58781"/>
                  <a:pt x="726303" y="57843"/>
                  <a:pt x="724490" y="55966"/>
                </a:cubicBezTo>
                <a:cubicBezTo>
                  <a:pt x="722677" y="54090"/>
                  <a:pt x="721770" y="51688"/>
                  <a:pt x="721770" y="48762"/>
                </a:cubicBezTo>
                <a:cubicBezTo>
                  <a:pt x="721770" y="47108"/>
                  <a:pt x="722088" y="45676"/>
                  <a:pt x="722724" y="44468"/>
                </a:cubicBezTo>
                <a:cubicBezTo>
                  <a:pt x="723361" y="43259"/>
                  <a:pt x="724251" y="42289"/>
                  <a:pt x="725396" y="41557"/>
                </a:cubicBezTo>
                <a:cubicBezTo>
                  <a:pt x="726541" y="40826"/>
                  <a:pt x="728927" y="39951"/>
                  <a:pt x="732553" y="38933"/>
                </a:cubicBezTo>
                <a:cubicBezTo>
                  <a:pt x="737388" y="37597"/>
                  <a:pt x="742318" y="36532"/>
                  <a:pt x="747344" y="35736"/>
                </a:cubicBezTo>
                <a:cubicBezTo>
                  <a:pt x="752370" y="34941"/>
                  <a:pt x="756918" y="34544"/>
                  <a:pt x="760990" y="34544"/>
                </a:cubicBezTo>
                <a:cubicBezTo>
                  <a:pt x="773140" y="34544"/>
                  <a:pt x="782571" y="37168"/>
                  <a:pt x="789283" y="42416"/>
                </a:cubicBezTo>
                <a:cubicBezTo>
                  <a:pt x="795994" y="47664"/>
                  <a:pt x="799350" y="54837"/>
                  <a:pt x="799350" y="63934"/>
                </a:cubicBezTo>
                <a:lnTo>
                  <a:pt x="799350" y="104203"/>
                </a:lnTo>
                <a:lnTo>
                  <a:pt x="802690" y="104203"/>
                </a:lnTo>
                <a:cubicBezTo>
                  <a:pt x="807398" y="104203"/>
                  <a:pt x="810753" y="105110"/>
                  <a:pt x="812757" y="106923"/>
                </a:cubicBezTo>
                <a:cubicBezTo>
                  <a:pt x="814761" y="108736"/>
                  <a:pt x="815763" y="111106"/>
                  <a:pt x="815763" y="114032"/>
                </a:cubicBezTo>
                <a:cubicBezTo>
                  <a:pt x="815763" y="116958"/>
                  <a:pt x="814761" y="119328"/>
                  <a:pt x="812757" y="121141"/>
                </a:cubicBezTo>
                <a:cubicBezTo>
                  <a:pt x="810753" y="122954"/>
                  <a:pt x="807398" y="123861"/>
                  <a:pt x="802690" y="123861"/>
                </a:cubicBezTo>
                <a:lnTo>
                  <a:pt x="779788" y="123861"/>
                </a:lnTo>
                <a:moveTo>
                  <a:pt x="779788" y="88724"/>
                </a:moveTo>
                <a:cubicBezTo>
                  <a:pt x="771963" y="87211"/>
                  <a:pt x="764743" y="86454"/>
                  <a:pt x="758127" y="86454"/>
                </a:cubicBezTo>
                <a:cubicBezTo>
                  <a:pt x="750175" y="86454"/>
                  <a:pt x="743336" y="88377"/>
                  <a:pt x="737611" y="92222"/>
                </a:cubicBezTo>
                <a:cubicBezTo>
                  <a:pt x="734048" y="94681"/>
                  <a:pt x="732267" y="97171"/>
                  <a:pt x="732267" y="99691"/>
                </a:cubicBezTo>
                <a:cubicBezTo>
                  <a:pt x="732267" y="101520"/>
                  <a:pt x="733126" y="103003"/>
                  <a:pt x="734843" y="104138"/>
                </a:cubicBezTo>
                <a:cubicBezTo>
                  <a:pt x="738024" y="106217"/>
                  <a:pt x="742382" y="107257"/>
                  <a:pt x="747916" y="107257"/>
                </a:cubicBezTo>
                <a:cubicBezTo>
                  <a:pt x="752624" y="107257"/>
                  <a:pt x="757952" y="106343"/>
                  <a:pt x="763900" y="104516"/>
                </a:cubicBezTo>
                <a:cubicBezTo>
                  <a:pt x="769848" y="102687"/>
                  <a:pt x="775144" y="100196"/>
                  <a:pt x="779788" y="97043"/>
                </a:cubicBezTo>
                <a:lnTo>
                  <a:pt x="779788" y="88724"/>
                </a:lnTo>
                <a:close/>
                <a:moveTo>
                  <a:pt x="854773" y="0"/>
                </a:moveTo>
                <a:lnTo>
                  <a:pt x="854773" y="43940"/>
                </a:lnTo>
                <a:cubicBezTo>
                  <a:pt x="859545" y="40809"/>
                  <a:pt x="864395" y="38460"/>
                  <a:pt x="869326" y="36893"/>
                </a:cubicBezTo>
                <a:cubicBezTo>
                  <a:pt x="874256" y="35327"/>
                  <a:pt x="879234" y="34544"/>
                  <a:pt x="884259" y="34544"/>
                </a:cubicBezTo>
                <a:cubicBezTo>
                  <a:pt x="897810" y="34544"/>
                  <a:pt x="909292" y="39219"/>
                  <a:pt x="918708" y="48571"/>
                </a:cubicBezTo>
                <a:cubicBezTo>
                  <a:pt x="928123" y="57923"/>
                  <a:pt x="932830" y="69214"/>
                  <a:pt x="932830" y="82447"/>
                </a:cubicBezTo>
                <a:cubicBezTo>
                  <a:pt x="932830" y="95106"/>
                  <a:pt x="928345" y="105682"/>
                  <a:pt x="919376" y="114175"/>
                </a:cubicBezTo>
                <a:cubicBezTo>
                  <a:pt x="910406" y="122668"/>
                  <a:pt x="898573" y="126914"/>
                  <a:pt x="883878" y="126914"/>
                </a:cubicBezTo>
                <a:cubicBezTo>
                  <a:pt x="878661" y="126914"/>
                  <a:pt x="873636" y="126241"/>
                  <a:pt x="868801" y="124895"/>
                </a:cubicBezTo>
                <a:cubicBezTo>
                  <a:pt x="863966" y="123550"/>
                  <a:pt x="859290" y="121564"/>
                  <a:pt x="854773" y="118937"/>
                </a:cubicBezTo>
                <a:lnTo>
                  <a:pt x="854773" y="123861"/>
                </a:lnTo>
                <a:lnTo>
                  <a:pt x="831872" y="123861"/>
                </a:lnTo>
                <a:cubicBezTo>
                  <a:pt x="827164" y="123861"/>
                  <a:pt x="823808" y="122938"/>
                  <a:pt x="821804" y="121093"/>
                </a:cubicBezTo>
                <a:cubicBezTo>
                  <a:pt x="819800" y="119248"/>
                  <a:pt x="818798" y="116863"/>
                  <a:pt x="818798" y="113937"/>
                </a:cubicBezTo>
                <a:cubicBezTo>
                  <a:pt x="818798" y="111010"/>
                  <a:pt x="819816" y="108656"/>
                  <a:pt x="821852" y="106875"/>
                </a:cubicBezTo>
                <a:cubicBezTo>
                  <a:pt x="823888" y="105094"/>
                  <a:pt x="827228" y="104203"/>
                  <a:pt x="831872" y="104203"/>
                </a:cubicBezTo>
                <a:lnTo>
                  <a:pt x="835211" y="104203"/>
                </a:lnTo>
                <a:lnTo>
                  <a:pt x="835211" y="19657"/>
                </a:lnTo>
                <a:lnTo>
                  <a:pt x="831872" y="19657"/>
                </a:lnTo>
                <a:cubicBezTo>
                  <a:pt x="827164" y="19657"/>
                  <a:pt x="823808" y="18735"/>
                  <a:pt x="821804" y="16890"/>
                </a:cubicBezTo>
                <a:cubicBezTo>
                  <a:pt x="819800" y="15045"/>
                  <a:pt x="818798" y="12660"/>
                  <a:pt x="818798" y="9733"/>
                </a:cubicBezTo>
                <a:cubicBezTo>
                  <a:pt x="818798" y="6807"/>
                  <a:pt x="819800" y="4453"/>
                  <a:pt x="821804" y="2672"/>
                </a:cubicBezTo>
                <a:cubicBezTo>
                  <a:pt x="823808" y="891"/>
                  <a:pt x="827164" y="0"/>
                  <a:pt x="831872" y="0"/>
                </a:cubicBezTo>
                <a:lnTo>
                  <a:pt x="854773" y="0"/>
                </a:lnTo>
                <a:moveTo>
                  <a:pt x="913268" y="83010"/>
                </a:moveTo>
                <a:cubicBezTo>
                  <a:pt x="913268" y="74961"/>
                  <a:pt x="910437" y="68147"/>
                  <a:pt x="904776" y="62568"/>
                </a:cubicBezTo>
                <a:cubicBezTo>
                  <a:pt x="899114" y="56990"/>
                  <a:pt x="892180" y="54201"/>
                  <a:pt x="883973" y="54201"/>
                </a:cubicBezTo>
                <a:cubicBezTo>
                  <a:pt x="875830" y="54201"/>
                  <a:pt x="868928" y="56990"/>
                  <a:pt x="863266" y="62568"/>
                </a:cubicBezTo>
                <a:cubicBezTo>
                  <a:pt x="857604" y="68147"/>
                  <a:pt x="854773" y="74866"/>
                  <a:pt x="854773" y="82727"/>
                </a:cubicBezTo>
                <a:cubicBezTo>
                  <a:pt x="854773" y="89890"/>
                  <a:pt x="857318" y="95769"/>
                  <a:pt x="862407" y="100365"/>
                </a:cubicBezTo>
                <a:cubicBezTo>
                  <a:pt x="867497" y="104960"/>
                  <a:pt x="874685" y="107257"/>
                  <a:pt x="883973" y="107257"/>
                </a:cubicBezTo>
                <a:cubicBezTo>
                  <a:pt x="893261" y="107257"/>
                  <a:pt x="900466" y="104960"/>
                  <a:pt x="905587" y="100365"/>
                </a:cubicBezTo>
                <a:cubicBezTo>
                  <a:pt x="910708" y="95769"/>
                  <a:pt x="913268" y="89984"/>
                  <a:pt x="913268" y="83010"/>
                </a:cubicBezTo>
                <a:close/>
                <a:moveTo>
                  <a:pt x="1003711" y="0"/>
                </a:moveTo>
                <a:lnTo>
                  <a:pt x="1003711" y="20802"/>
                </a:lnTo>
                <a:lnTo>
                  <a:pt x="980428" y="20802"/>
                </a:lnTo>
                <a:lnTo>
                  <a:pt x="980428" y="0"/>
                </a:lnTo>
                <a:lnTo>
                  <a:pt x="1003711" y="0"/>
                </a:lnTo>
                <a:moveTo>
                  <a:pt x="1006383" y="37215"/>
                </a:moveTo>
                <a:lnTo>
                  <a:pt x="1006383" y="104203"/>
                </a:lnTo>
                <a:lnTo>
                  <a:pt x="1029857" y="104203"/>
                </a:lnTo>
                <a:cubicBezTo>
                  <a:pt x="1034565" y="104203"/>
                  <a:pt x="1037921" y="105110"/>
                  <a:pt x="1039925" y="106923"/>
                </a:cubicBezTo>
                <a:cubicBezTo>
                  <a:pt x="1041929" y="108736"/>
                  <a:pt x="1042930" y="111106"/>
                  <a:pt x="1042930" y="114032"/>
                </a:cubicBezTo>
                <a:cubicBezTo>
                  <a:pt x="1042930" y="116958"/>
                  <a:pt x="1041929" y="119328"/>
                  <a:pt x="1039925" y="121141"/>
                </a:cubicBezTo>
                <a:cubicBezTo>
                  <a:pt x="1037921" y="122954"/>
                  <a:pt x="1034565" y="123861"/>
                  <a:pt x="1029857" y="123861"/>
                </a:cubicBezTo>
                <a:lnTo>
                  <a:pt x="963347" y="123861"/>
                </a:lnTo>
                <a:cubicBezTo>
                  <a:pt x="958639" y="123861"/>
                  <a:pt x="955283" y="122938"/>
                  <a:pt x="953279" y="121093"/>
                </a:cubicBezTo>
                <a:cubicBezTo>
                  <a:pt x="951275" y="119248"/>
                  <a:pt x="950274" y="116863"/>
                  <a:pt x="950274" y="113937"/>
                </a:cubicBezTo>
                <a:cubicBezTo>
                  <a:pt x="950274" y="111010"/>
                  <a:pt x="951275" y="108656"/>
                  <a:pt x="953279" y="106875"/>
                </a:cubicBezTo>
                <a:cubicBezTo>
                  <a:pt x="955283" y="105094"/>
                  <a:pt x="958639" y="104203"/>
                  <a:pt x="963347" y="104203"/>
                </a:cubicBezTo>
                <a:lnTo>
                  <a:pt x="986821" y="104203"/>
                </a:lnTo>
                <a:lnTo>
                  <a:pt x="986821" y="56873"/>
                </a:lnTo>
                <a:lnTo>
                  <a:pt x="971076" y="56873"/>
                </a:lnTo>
                <a:cubicBezTo>
                  <a:pt x="966432" y="56873"/>
                  <a:pt x="963092" y="55950"/>
                  <a:pt x="961056" y="54106"/>
                </a:cubicBezTo>
                <a:cubicBezTo>
                  <a:pt x="959021" y="52261"/>
                  <a:pt x="958003" y="49875"/>
                  <a:pt x="958003" y="46949"/>
                </a:cubicBezTo>
                <a:cubicBezTo>
                  <a:pt x="958003" y="44022"/>
                  <a:pt x="959005" y="41669"/>
                  <a:pt x="961009" y="39887"/>
                </a:cubicBezTo>
                <a:cubicBezTo>
                  <a:pt x="963013" y="38106"/>
                  <a:pt x="966368" y="37215"/>
                  <a:pt x="971076" y="37215"/>
                </a:cubicBezTo>
                <a:lnTo>
                  <a:pt x="1006383" y="37215"/>
                </a:lnTo>
                <a:close/>
                <a:moveTo>
                  <a:pt x="1123737" y="0"/>
                </a:moveTo>
                <a:lnTo>
                  <a:pt x="1123737" y="104203"/>
                </a:lnTo>
                <a:lnTo>
                  <a:pt x="1147211" y="104203"/>
                </a:lnTo>
                <a:cubicBezTo>
                  <a:pt x="1151918" y="104203"/>
                  <a:pt x="1155274" y="105110"/>
                  <a:pt x="1157278" y="106923"/>
                </a:cubicBezTo>
                <a:cubicBezTo>
                  <a:pt x="1159282" y="108736"/>
                  <a:pt x="1160284" y="111106"/>
                  <a:pt x="1160284" y="114032"/>
                </a:cubicBezTo>
                <a:cubicBezTo>
                  <a:pt x="1160284" y="116958"/>
                  <a:pt x="1159282" y="119328"/>
                  <a:pt x="1157278" y="121141"/>
                </a:cubicBezTo>
                <a:cubicBezTo>
                  <a:pt x="1155274" y="122954"/>
                  <a:pt x="1151918" y="123861"/>
                  <a:pt x="1147211" y="123861"/>
                </a:cubicBezTo>
                <a:lnTo>
                  <a:pt x="1080700" y="123861"/>
                </a:lnTo>
                <a:cubicBezTo>
                  <a:pt x="1075993" y="123861"/>
                  <a:pt x="1072637" y="122938"/>
                  <a:pt x="1070633" y="121093"/>
                </a:cubicBezTo>
                <a:cubicBezTo>
                  <a:pt x="1068629" y="119248"/>
                  <a:pt x="1067627" y="116863"/>
                  <a:pt x="1067627" y="113937"/>
                </a:cubicBezTo>
                <a:cubicBezTo>
                  <a:pt x="1067627" y="111010"/>
                  <a:pt x="1068629" y="108656"/>
                  <a:pt x="1070633" y="106875"/>
                </a:cubicBezTo>
                <a:cubicBezTo>
                  <a:pt x="1072637" y="105094"/>
                  <a:pt x="1075993" y="104203"/>
                  <a:pt x="1080700" y="104203"/>
                </a:cubicBezTo>
                <a:lnTo>
                  <a:pt x="1104175" y="104203"/>
                </a:lnTo>
                <a:lnTo>
                  <a:pt x="1104175" y="19657"/>
                </a:lnTo>
                <a:lnTo>
                  <a:pt x="1088430" y="19657"/>
                </a:lnTo>
                <a:cubicBezTo>
                  <a:pt x="1083786" y="19657"/>
                  <a:pt x="1080446" y="18735"/>
                  <a:pt x="1078410" y="16890"/>
                </a:cubicBezTo>
                <a:cubicBezTo>
                  <a:pt x="1076374" y="15045"/>
                  <a:pt x="1075356" y="12660"/>
                  <a:pt x="1075356" y="9733"/>
                </a:cubicBezTo>
                <a:cubicBezTo>
                  <a:pt x="1075356" y="6807"/>
                  <a:pt x="1076358" y="4453"/>
                  <a:pt x="1078362" y="2672"/>
                </a:cubicBezTo>
                <a:cubicBezTo>
                  <a:pt x="1080366" y="891"/>
                  <a:pt x="1083722" y="0"/>
                  <a:pt x="1088430" y="0"/>
                </a:cubicBezTo>
                <a:lnTo>
                  <a:pt x="1123737" y="0"/>
                </a:lnTo>
                <a:close/>
                <a:moveTo>
                  <a:pt x="1238226" y="0"/>
                </a:moveTo>
                <a:lnTo>
                  <a:pt x="1238226" y="20802"/>
                </a:lnTo>
                <a:lnTo>
                  <a:pt x="1214943" y="20802"/>
                </a:lnTo>
                <a:lnTo>
                  <a:pt x="1214943" y="0"/>
                </a:lnTo>
                <a:lnTo>
                  <a:pt x="1238226" y="0"/>
                </a:lnTo>
                <a:moveTo>
                  <a:pt x="1240898" y="37215"/>
                </a:moveTo>
                <a:lnTo>
                  <a:pt x="1240898" y="104203"/>
                </a:lnTo>
                <a:lnTo>
                  <a:pt x="1264372" y="104203"/>
                </a:lnTo>
                <a:cubicBezTo>
                  <a:pt x="1269080" y="104203"/>
                  <a:pt x="1272436" y="105110"/>
                  <a:pt x="1274440" y="106923"/>
                </a:cubicBezTo>
                <a:cubicBezTo>
                  <a:pt x="1276444" y="108736"/>
                  <a:pt x="1277445" y="111106"/>
                  <a:pt x="1277445" y="114032"/>
                </a:cubicBezTo>
                <a:cubicBezTo>
                  <a:pt x="1277445" y="116958"/>
                  <a:pt x="1276444" y="119328"/>
                  <a:pt x="1274440" y="121141"/>
                </a:cubicBezTo>
                <a:cubicBezTo>
                  <a:pt x="1272436" y="122954"/>
                  <a:pt x="1269080" y="123861"/>
                  <a:pt x="1264372" y="123861"/>
                </a:cubicBezTo>
                <a:lnTo>
                  <a:pt x="1197862" y="123861"/>
                </a:lnTo>
                <a:cubicBezTo>
                  <a:pt x="1193154" y="123861"/>
                  <a:pt x="1189798" y="122938"/>
                  <a:pt x="1187794" y="121093"/>
                </a:cubicBezTo>
                <a:cubicBezTo>
                  <a:pt x="1185791" y="119248"/>
                  <a:pt x="1184789" y="116863"/>
                  <a:pt x="1184789" y="113937"/>
                </a:cubicBezTo>
                <a:cubicBezTo>
                  <a:pt x="1184789" y="111010"/>
                  <a:pt x="1185791" y="108656"/>
                  <a:pt x="1187794" y="106875"/>
                </a:cubicBezTo>
                <a:cubicBezTo>
                  <a:pt x="1189798" y="105094"/>
                  <a:pt x="1193154" y="104203"/>
                  <a:pt x="1197862" y="104203"/>
                </a:cubicBezTo>
                <a:lnTo>
                  <a:pt x="1221336" y="104203"/>
                </a:lnTo>
                <a:lnTo>
                  <a:pt x="1221336" y="56873"/>
                </a:lnTo>
                <a:lnTo>
                  <a:pt x="1205591" y="56873"/>
                </a:lnTo>
                <a:cubicBezTo>
                  <a:pt x="1200947" y="56873"/>
                  <a:pt x="1197607" y="55950"/>
                  <a:pt x="1195572" y="54106"/>
                </a:cubicBezTo>
                <a:cubicBezTo>
                  <a:pt x="1193536" y="52261"/>
                  <a:pt x="1192518" y="49875"/>
                  <a:pt x="1192518" y="46949"/>
                </a:cubicBezTo>
                <a:cubicBezTo>
                  <a:pt x="1192518" y="44022"/>
                  <a:pt x="1193520" y="41669"/>
                  <a:pt x="1195524" y="39887"/>
                </a:cubicBezTo>
                <a:cubicBezTo>
                  <a:pt x="1197528" y="38106"/>
                  <a:pt x="1200883" y="37215"/>
                  <a:pt x="1205591" y="37215"/>
                </a:cubicBezTo>
                <a:lnTo>
                  <a:pt x="1240898" y="37215"/>
                </a:lnTo>
                <a:close/>
                <a:moveTo>
                  <a:pt x="1343652" y="56873"/>
                </a:moveTo>
                <a:lnTo>
                  <a:pt x="1343652" y="95872"/>
                </a:lnTo>
                <a:cubicBezTo>
                  <a:pt x="1343652" y="100046"/>
                  <a:pt x="1344510" y="102798"/>
                  <a:pt x="1346228" y="104126"/>
                </a:cubicBezTo>
                <a:cubicBezTo>
                  <a:pt x="1348900" y="106213"/>
                  <a:pt x="1353671" y="107257"/>
                  <a:pt x="1360542" y="107257"/>
                </a:cubicBezTo>
                <a:cubicBezTo>
                  <a:pt x="1370529" y="107257"/>
                  <a:pt x="1379754" y="105103"/>
                  <a:pt x="1388215" y="100795"/>
                </a:cubicBezTo>
                <a:cubicBezTo>
                  <a:pt x="1391459" y="99123"/>
                  <a:pt x="1394004" y="98287"/>
                  <a:pt x="1395849" y="98287"/>
                </a:cubicBezTo>
                <a:cubicBezTo>
                  <a:pt x="1398393" y="98287"/>
                  <a:pt x="1400604" y="99248"/>
                  <a:pt x="1402481" y="101171"/>
                </a:cubicBezTo>
                <a:cubicBezTo>
                  <a:pt x="1404357" y="103091"/>
                  <a:pt x="1405296" y="105428"/>
                  <a:pt x="1405296" y="108181"/>
                </a:cubicBezTo>
                <a:cubicBezTo>
                  <a:pt x="1405296" y="110744"/>
                  <a:pt x="1404278" y="112953"/>
                  <a:pt x="1402242" y="114810"/>
                </a:cubicBezTo>
                <a:cubicBezTo>
                  <a:pt x="1399125" y="117820"/>
                  <a:pt x="1392970" y="120590"/>
                  <a:pt x="1383778" y="123121"/>
                </a:cubicBezTo>
                <a:cubicBezTo>
                  <a:pt x="1374585" y="125650"/>
                  <a:pt x="1366840" y="126914"/>
                  <a:pt x="1360542" y="126914"/>
                </a:cubicBezTo>
                <a:cubicBezTo>
                  <a:pt x="1348391" y="126914"/>
                  <a:pt x="1339278" y="124297"/>
                  <a:pt x="1333203" y="119063"/>
                </a:cubicBezTo>
                <a:cubicBezTo>
                  <a:pt x="1327127" y="113828"/>
                  <a:pt x="1324090" y="107405"/>
                  <a:pt x="1324090" y="99793"/>
                </a:cubicBezTo>
                <a:lnTo>
                  <a:pt x="1324090" y="56873"/>
                </a:lnTo>
                <a:lnTo>
                  <a:pt x="1317028" y="56873"/>
                </a:lnTo>
                <a:cubicBezTo>
                  <a:pt x="1312321" y="56873"/>
                  <a:pt x="1308965" y="55962"/>
                  <a:pt x="1306961" y="54141"/>
                </a:cubicBezTo>
                <a:cubicBezTo>
                  <a:pt x="1304957" y="52318"/>
                  <a:pt x="1303955" y="49937"/>
                  <a:pt x="1303955" y="46996"/>
                </a:cubicBezTo>
                <a:cubicBezTo>
                  <a:pt x="1303955" y="44120"/>
                  <a:pt x="1304957" y="41771"/>
                  <a:pt x="1306961" y="39950"/>
                </a:cubicBezTo>
                <a:cubicBezTo>
                  <a:pt x="1308965" y="38127"/>
                  <a:pt x="1312321" y="37215"/>
                  <a:pt x="1317028" y="37215"/>
                </a:cubicBezTo>
                <a:lnTo>
                  <a:pt x="1324090" y="37215"/>
                </a:lnTo>
                <a:lnTo>
                  <a:pt x="1324090" y="19562"/>
                </a:lnTo>
                <a:cubicBezTo>
                  <a:pt x="1324090" y="14854"/>
                  <a:pt x="1324996" y="11499"/>
                  <a:pt x="1326809" y="9495"/>
                </a:cubicBezTo>
                <a:cubicBezTo>
                  <a:pt x="1328622" y="7491"/>
                  <a:pt x="1330992" y="6489"/>
                  <a:pt x="1333918" y="6489"/>
                </a:cubicBezTo>
                <a:cubicBezTo>
                  <a:pt x="1336781" y="6489"/>
                  <a:pt x="1339119" y="7491"/>
                  <a:pt x="1340932" y="9495"/>
                </a:cubicBezTo>
                <a:cubicBezTo>
                  <a:pt x="1342745" y="11499"/>
                  <a:pt x="1343652" y="14854"/>
                  <a:pt x="1343652" y="19562"/>
                </a:cubicBezTo>
                <a:lnTo>
                  <a:pt x="1343652" y="37215"/>
                </a:lnTo>
                <a:lnTo>
                  <a:pt x="1379817" y="37215"/>
                </a:lnTo>
                <a:cubicBezTo>
                  <a:pt x="1384525" y="37215"/>
                  <a:pt x="1387881" y="38127"/>
                  <a:pt x="1389885" y="39950"/>
                </a:cubicBezTo>
                <a:cubicBezTo>
                  <a:pt x="1391889" y="41771"/>
                  <a:pt x="1392891" y="44152"/>
                  <a:pt x="1392891" y="47092"/>
                </a:cubicBezTo>
                <a:cubicBezTo>
                  <a:pt x="1392891" y="49969"/>
                  <a:pt x="1391889" y="52318"/>
                  <a:pt x="1389885" y="54141"/>
                </a:cubicBezTo>
                <a:cubicBezTo>
                  <a:pt x="1387881" y="55962"/>
                  <a:pt x="1384525" y="56873"/>
                  <a:pt x="1379817" y="56873"/>
                </a:cubicBezTo>
                <a:lnTo>
                  <a:pt x="1343652" y="56873"/>
                </a:lnTo>
                <a:close/>
                <a:moveTo>
                  <a:pt x="1472741" y="0"/>
                </a:moveTo>
                <a:lnTo>
                  <a:pt x="1472741" y="20802"/>
                </a:lnTo>
                <a:lnTo>
                  <a:pt x="1449458" y="20802"/>
                </a:lnTo>
                <a:lnTo>
                  <a:pt x="1449458" y="0"/>
                </a:lnTo>
                <a:lnTo>
                  <a:pt x="1472741" y="0"/>
                </a:lnTo>
                <a:moveTo>
                  <a:pt x="1475413" y="37215"/>
                </a:moveTo>
                <a:lnTo>
                  <a:pt x="1475413" y="104203"/>
                </a:lnTo>
                <a:lnTo>
                  <a:pt x="1498887" y="104203"/>
                </a:lnTo>
                <a:cubicBezTo>
                  <a:pt x="1503595" y="104203"/>
                  <a:pt x="1506951" y="105110"/>
                  <a:pt x="1508955" y="106923"/>
                </a:cubicBezTo>
                <a:cubicBezTo>
                  <a:pt x="1510959" y="108736"/>
                  <a:pt x="1511961" y="111106"/>
                  <a:pt x="1511961" y="114032"/>
                </a:cubicBezTo>
                <a:cubicBezTo>
                  <a:pt x="1511961" y="116958"/>
                  <a:pt x="1510959" y="119328"/>
                  <a:pt x="1508955" y="121141"/>
                </a:cubicBezTo>
                <a:cubicBezTo>
                  <a:pt x="1506951" y="122954"/>
                  <a:pt x="1503595" y="123861"/>
                  <a:pt x="1498887" y="123861"/>
                </a:cubicBezTo>
                <a:lnTo>
                  <a:pt x="1432377" y="123861"/>
                </a:lnTo>
                <a:cubicBezTo>
                  <a:pt x="1427669" y="123861"/>
                  <a:pt x="1424313" y="122938"/>
                  <a:pt x="1422309" y="121093"/>
                </a:cubicBezTo>
                <a:cubicBezTo>
                  <a:pt x="1420306" y="119248"/>
                  <a:pt x="1419304" y="116863"/>
                  <a:pt x="1419304" y="113937"/>
                </a:cubicBezTo>
                <a:cubicBezTo>
                  <a:pt x="1419304" y="111010"/>
                  <a:pt x="1420306" y="108656"/>
                  <a:pt x="1422309" y="106875"/>
                </a:cubicBezTo>
                <a:cubicBezTo>
                  <a:pt x="1424313" y="105094"/>
                  <a:pt x="1427669" y="104203"/>
                  <a:pt x="1432377" y="104203"/>
                </a:cubicBezTo>
                <a:lnTo>
                  <a:pt x="1455851" y="104203"/>
                </a:lnTo>
                <a:lnTo>
                  <a:pt x="1455851" y="56873"/>
                </a:lnTo>
                <a:lnTo>
                  <a:pt x="1440106" y="56873"/>
                </a:lnTo>
                <a:cubicBezTo>
                  <a:pt x="1435462" y="56873"/>
                  <a:pt x="1432122" y="55950"/>
                  <a:pt x="1430087" y="54106"/>
                </a:cubicBezTo>
                <a:cubicBezTo>
                  <a:pt x="1428051" y="52261"/>
                  <a:pt x="1427033" y="49875"/>
                  <a:pt x="1427033" y="46949"/>
                </a:cubicBezTo>
                <a:cubicBezTo>
                  <a:pt x="1427033" y="44022"/>
                  <a:pt x="1428035" y="41669"/>
                  <a:pt x="1430039" y="39887"/>
                </a:cubicBezTo>
                <a:cubicBezTo>
                  <a:pt x="1432043" y="38106"/>
                  <a:pt x="1435398" y="37215"/>
                  <a:pt x="1440106" y="37215"/>
                </a:cubicBezTo>
                <a:lnTo>
                  <a:pt x="1475413" y="37215"/>
                </a:lnTo>
                <a:close/>
                <a:moveTo>
                  <a:pt x="1632081" y="90271"/>
                </a:moveTo>
                <a:lnTo>
                  <a:pt x="1551830" y="90271"/>
                </a:lnTo>
                <a:cubicBezTo>
                  <a:pt x="1553865" y="95361"/>
                  <a:pt x="1557475" y="99464"/>
                  <a:pt x="1562660" y="102581"/>
                </a:cubicBezTo>
                <a:cubicBezTo>
                  <a:pt x="1567845" y="105698"/>
                  <a:pt x="1574859" y="107257"/>
                  <a:pt x="1583701" y="107257"/>
                </a:cubicBezTo>
                <a:cubicBezTo>
                  <a:pt x="1590953" y="107257"/>
                  <a:pt x="1600591" y="105721"/>
                  <a:pt x="1612615" y="102650"/>
                </a:cubicBezTo>
                <a:cubicBezTo>
                  <a:pt x="1617577" y="101395"/>
                  <a:pt x="1621012" y="100768"/>
                  <a:pt x="1622921" y="100768"/>
                </a:cubicBezTo>
                <a:cubicBezTo>
                  <a:pt x="1625529" y="100768"/>
                  <a:pt x="1627724" y="101690"/>
                  <a:pt x="1629505" y="103535"/>
                </a:cubicBezTo>
                <a:cubicBezTo>
                  <a:pt x="1631286" y="105380"/>
                  <a:pt x="1632177" y="107702"/>
                  <a:pt x="1632177" y="110501"/>
                </a:cubicBezTo>
                <a:cubicBezTo>
                  <a:pt x="1632177" y="113046"/>
                  <a:pt x="1631223" y="115209"/>
                  <a:pt x="1629314" y="116990"/>
                </a:cubicBezTo>
                <a:cubicBezTo>
                  <a:pt x="1626769" y="119344"/>
                  <a:pt x="1620567" y="121586"/>
                  <a:pt x="1610706" y="123718"/>
                </a:cubicBezTo>
                <a:cubicBezTo>
                  <a:pt x="1600846" y="125849"/>
                  <a:pt x="1591367" y="126914"/>
                  <a:pt x="1582270" y="126914"/>
                </a:cubicBezTo>
                <a:cubicBezTo>
                  <a:pt x="1566620" y="126914"/>
                  <a:pt x="1554104" y="122493"/>
                  <a:pt x="1544720" y="113650"/>
                </a:cubicBezTo>
                <a:cubicBezTo>
                  <a:pt x="1535337" y="104808"/>
                  <a:pt x="1530645" y="93929"/>
                  <a:pt x="1530645" y="81015"/>
                </a:cubicBezTo>
                <a:cubicBezTo>
                  <a:pt x="1530645" y="67274"/>
                  <a:pt x="1535719" y="56094"/>
                  <a:pt x="1545866" y="47474"/>
                </a:cubicBezTo>
                <a:cubicBezTo>
                  <a:pt x="1556012" y="38854"/>
                  <a:pt x="1567702" y="34544"/>
                  <a:pt x="1580934" y="34544"/>
                </a:cubicBezTo>
                <a:cubicBezTo>
                  <a:pt x="1588886" y="34544"/>
                  <a:pt x="1596186" y="35941"/>
                  <a:pt x="1602834" y="38736"/>
                </a:cubicBezTo>
                <a:cubicBezTo>
                  <a:pt x="1609482" y="41529"/>
                  <a:pt x="1614428" y="44545"/>
                  <a:pt x="1617672" y="47784"/>
                </a:cubicBezTo>
                <a:cubicBezTo>
                  <a:pt x="1622253" y="52483"/>
                  <a:pt x="1626038" y="58294"/>
                  <a:pt x="1629028" y="65217"/>
                </a:cubicBezTo>
                <a:cubicBezTo>
                  <a:pt x="1631063" y="70043"/>
                  <a:pt x="1632081" y="75633"/>
                  <a:pt x="1632081" y="81984"/>
                </a:cubicBezTo>
                <a:lnTo>
                  <a:pt x="1632081" y="90271"/>
                </a:lnTo>
                <a:moveTo>
                  <a:pt x="1610420" y="70614"/>
                </a:moveTo>
                <a:cubicBezTo>
                  <a:pt x="1607430" y="65111"/>
                  <a:pt x="1603518" y="61000"/>
                  <a:pt x="1598683" y="58280"/>
                </a:cubicBezTo>
                <a:cubicBezTo>
                  <a:pt x="1593848" y="55561"/>
                  <a:pt x="1588091" y="54201"/>
                  <a:pt x="1581411" y="54201"/>
                </a:cubicBezTo>
                <a:cubicBezTo>
                  <a:pt x="1574795" y="54201"/>
                  <a:pt x="1569070" y="55561"/>
                  <a:pt x="1564235" y="58280"/>
                </a:cubicBezTo>
                <a:cubicBezTo>
                  <a:pt x="1559400" y="61000"/>
                  <a:pt x="1555456" y="65111"/>
                  <a:pt x="1552402" y="70614"/>
                </a:cubicBezTo>
                <a:lnTo>
                  <a:pt x="1610420" y="70614"/>
                </a:lnTo>
                <a:close/>
                <a:moveTo>
                  <a:pt x="1721379" y="60117"/>
                </a:moveTo>
                <a:cubicBezTo>
                  <a:pt x="1718198" y="58145"/>
                  <a:pt x="1714858" y="56666"/>
                  <a:pt x="1711359" y="55680"/>
                </a:cubicBezTo>
                <a:cubicBezTo>
                  <a:pt x="1707861" y="54694"/>
                  <a:pt x="1704203" y="54201"/>
                  <a:pt x="1700386" y="54201"/>
                </a:cubicBezTo>
                <a:cubicBezTo>
                  <a:pt x="1692815" y="54201"/>
                  <a:pt x="1686804" y="55437"/>
                  <a:pt x="1682350" y="57908"/>
                </a:cubicBezTo>
                <a:cubicBezTo>
                  <a:pt x="1680378" y="58985"/>
                  <a:pt x="1679392" y="60158"/>
                  <a:pt x="1679392" y="61426"/>
                </a:cubicBezTo>
                <a:cubicBezTo>
                  <a:pt x="1679392" y="62884"/>
                  <a:pt x="1680728" y="64310"/>
                  <a:pt x="1683400" y="65706"/>
                </a:cubicBezTo>
                <a:cubicBezTo>
                  <a:pt x="1685436" y="66719"/>
                  <a:pt x="1689984" y="67702"/>
                  <a:pt x="1697046" y="68652"/>
                </a:cubicBezTo>
                <a:cubicBezTo>
                  <a:pt x="1710023" y="70427"/>
                  <a:pt x="1719057" y="72204"/>
                  <a:pt x="1724146" y="73984"/>
                </a:cubicBezTo>
                <a:cubicBezTo>
                  <a:pt x="1730826" y="76337"/>
                  <a:pt x="1735979" y="79835"/>
                  <a:pt x="1739605" y="84477"/>
                </a:cubicBezTo>
                <a:cubicBezTo>
                  <a:pt x="1743231" y="89117"/>
                  <a:pt x="1745044" y="94012"/>
                  <a:pt x="1745044" y="99161"/>
                </a:cubicBezTo>
                <a:cubicBezTo>
                  <a:pt x="1745044" y="106154"/>
                  <a:pt x="1741959" y="112004"/>
                  <a:pt x="1735788" y="116710"/>
                </a:cubicBezTo>
                <a:cubicBezTo>
                  <a:pt x="1726945" y="123513"/>
                  <a:pt x="1715463" y="126914"/>
                  <a:pt x="1701340" y="126914"/>
                </a:cubicBezTo>
                <a:cubicBezTo>
                  <a:pt x="1695678" y="126914"/>
                  <a:pt x="1690446" y="126429"/>
                  <a:pt x="1685643" y="125459"/>
                </a:cubicBezTo>
                <a:cubicBezTo>
                  <a:pt x="1680840" y="124489"/>
                  <a:pt x="1676434" y="123065"/>
                  <a:pt x="1672426" y="121189"/>
                </a:cubicBezTo>
                <a:cubicBezTo>
                  <a:pt x="1671472" y="122046"/>
                  <a:pt x="1670454" y="122706"/>
                  <a:pt x="1669373" y="123169"/>
                </a:cubicBezTo>
                <a:cubicBezTo>
                  <a:pt x="1668291" y="123630"/>
                  <a:pt x="1667178" y="123861"/>
                  <a:pt x="1666033" y="123861"/>
                </a:cubicBezTo>
                <a:cubicBezTo>
                  <a:pt x="1662979" y="123861"/>
                  <a:pt x="1660546" y="122856"/>
                  <a:pt x="1658733" y="120846"/>
                </a:cubicBezTo>
                <a:cubicBezTo>
                  <a:pt x="1656920" y="118836"/>
                  <a:pt x="1656013" y="115470"/>
                  <a:pt x="1656013" y="110749"/>
                </a:cubicBezTo>
                <a:lnTo>
                  <a:pt x="1656013" y="104147"/>
                </a:lnTo>
                <a:cubicBezTo>
                  <a:pt x="1656013" y="99425"/>
                  <a:pt x="1656920" y="96059"/>
                  <a:pt x="1658733" y="94050"/>
                </a:cubicBezTo>
                <a:cubicBezTo>
                  <a:pt x="1660546" y="92040"/>
                  <a:pt x="1662916" y="91035"/>
                  <a:pt x="1665842" y="91035"/>
                </a:cubicBezTo>
                <a:cubicBezTo>
                  <a:pt x="1668196" y="91035"/>
                  <a:pt x="1670168" y="91680"/>
                  <a:pt x="1671758" y="92970"/>
                </a:cubicBezTo>
                <a:cubicBezTo>
                  <a:pt x="1673349" y="94258"/>
                  <a:pt x="1674589" y="96474"/>
                  <a:pt x="1675480" y="99617"/>
                </a:cubicBezTo>
                <a:cubicBezTo>
                  <a:pt x="1678470" y="102132"/>
                  <a:pt x="1682064" y="104034"/>
                  <a:pt x="1686263" y="105325"/>
                </a:cubicBezTo>
                <a:cubicBezTo>
                  <a:pt x="1690462" y="106613"/>
                  <a:pt x="1695296" y="107257"/>
                  <a:pt x="1700767" y="107257"/>
                </a:cubicBezTo>
                <a:cubicBezTo>
                  <a:pt x="1709737" y="107257"/>
                  <a:pt x="1716703" y="105862"/>
                  <a:pt x="1721665" y="103073"/>
                </a:cubicBezTo>
                <a:cubicBezTo>
                  <a:pt x="1724019" y="101679"/>
                  <a:pt x="1725196" y="100221"/>
                  <a:pt x="1725196" y="98698"/>
                </a:cubicBezTo>
                <a:cubicBezTo>
                  <a:pt x="1725196" y="96164"/>
                  <a:pt x="1723510" y="94072"/>
                  <a:pt x="1720138" y="92424"/>
                </a:cubicBezTo>
                <a:cubicBezTo>
                  <a:pt x="1716767" y="90776"/>
                  <a:pt x="1709801" y="89382"/>
                  <a:pt x="1699241" y="88241"/>
                </a:cubicBezTo>
                <a:cubicBezTo>
                  <a:pt x="1683527" y="86593"/>
                  <a:pt x="1673031" y="83416"/>
                  <a:pt x="1667751" y="78710"/>
                </a:cubicBezTo>
                <a:cubicBezTo>
                  <a:pt x="1662470" y="74068"/>
                  <a:pt x="1659830" y="68345"/>
                  <a:pt x="1659830" y="61540"/>
                </a:cubicBezTo>
                <a:cubicBezTo>
                  <a:pt x="1659830" y="54544"/>
                  <a:pt x="1662788" y="48725"/>
                  <a:pt x="1668705" y="44083"/>
                </a:cubicBezTo>
                <a:cubicBezTo>
                  <a:pt x="1676720" y="37723"/>
                  <a:pt x="1687217" y="34544"/>
                  <a:pt x="1700195" y="34544"/>
                </a:cubicBezTo>
                <a:cubicBezTo>
                  <a:pt x="1704712" y="34544"/>
                  <a:pt x="1709053" y="34981"/>
                  <a:pt x="1713220" y="35856"/>
                </a:cubicBezTo>
                <a:cubicBezTo>
                  <a:pt x="1717387" y="36730"/>
                  <a:pt x="1721379" y="38074"/>
                  <a:pt x="1725196" y="39887"/>
                </a:cubicBezTo>
                <a:cubicBezTo>
                  <a:pt x="1726405" y="38997"/>
                  <a:pt x="1727534" y="38329"/>
                  <a:pt x="1728584" y="37883"/>
                </a:cubicBezTo>
                <a:cubicBezTo>
                  <a:pt x="1729633" y="37438"/>
                  <a:pt x="1730603" y="37215"/>
                  <a:pt x="1731494" y="37215"/>
                </a:cubicBezTo>
                <a:cubicBezTo>
                  <a:pt x="1734166" y="37215"/>
                  <a:pt x="1736392" y="38217"/>
                  <a:pt x="1738174" y="40221"/>
                </a:cubicBezTo>
                <a:cubicBezTo>
                  <a:pt x="1739955" y="42225"/>
                  <a:pt x="1740846" y="45581"/>
                  <a:pt x="1740846" y="50289"/>
                </a:cubicBezTo>
                <a:lnTo>
                  <a:pt x="1740846" y="55060"/>
                </a:lnTo>
                <a:cubicBezTo>
                  <a:pt x="1740846" y="59322"/>
                  <a:pt x="1740337" y="62217"/>
                  <a:pt x="1739319" y="63743"/>
                </a:cubicBezTo>
                <a:cubicBezTo>
                  <a:pt x="1737283" y="66670"/>
                  <a:pt x="1734516" y="68133"/>
                  <a:pt x="1731017" y="68133"/>
                </a:cubicBezTo>
                <a:cubicBezTo>
                  <a:pt x="1728663" y="68133"/>
                  <a:pt x="1726596" y="67401"/>
                  <a:pt x="1724814" y="65938"/>
                </a:cubicBezTo>
                <a:cubicBezTo>
                  <a:pt x="1723033" y="64475"/>
                  <a:pt x="1721888" y="62535"/>
                  <a:pt x="1721379" y="601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Text withlocations">
            <a:extLst xmlns:a="http://schemas.openxmlformats.org/drawingml/2006/main">
              <a:ext uri="{FF2B5EF4-FFF2-40B4-BE49-F238E27FC236}">
                <a16:creationId xmlns:a16="http://schemas.microsoft.com/office/drawing/2014/main" id="{70F27268-7350-451E-AC77-1830E4EE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819" y="2522641"/>
            <a:ext cx="1628169" cy="126914"/>
          </a:xfrm>
          <a:custGeom xmlns:a="http://schemas.openxmlformats.org/drawingml/2006/main">
            <a:pathLst>
              <a:path w="1628169" h="126914">
                <a:moveTo>
                  <a:pt x="59163" y="87740"/>
                </a:moveTo>
                <a:lnTo>
                  <a:pt x="45613" y="123861"/>
                </a:lnTo>
                <a:lnTo>
                  <a:pt x="27196" y="123861"/>
                </a:lnTo>
                <a:lnTo>
                  <a:pt x="10783" y="56873"/>
                </a:lnTo>
                <a:cubicBezTo>
                  <a:pt x="7220" y="56873"/>
                  <a:pt x="4533" y="55950"/>
                  <a:pt x="2720" y="54106"/>
                </a:cubicBezTo>
                <a:cubicBezTo>
                  <a:pt x="907" y="52261"/>
                  <a:pt x="0" y="49875"/>
                  <a:pt x="0" y="46949"/>
                </a:cubicBezTo>
                <a:cubicBezTo>
                  <a:pt x="0" y="44022"/>
                  <a:pt x="1002" y="41669"/>
                  <a:pt x="3006" y="39887"/>
                </a:cubicBezTo>
                <a:cubicBezTo>
                  <a:pt x="5010" y="38106"/>
                  <a:pt x="8366" y="37215"/>
                  <a:pt x="13073" y="37215"/>
                </a:cubicBezTo>
                <a:lnTo>
                  <a:pt x="31299" y="37215"/>
                </a:lnTo>
                <a:cubicBezTo>
                  <a:pt x="36007" y="37215"/>
                  <a:pt x="39362" y="38122"/>
                  <a:pt x="41366" y="39935"/>
                </a:cubicBezTo>
                <a:cubicBezTo>
                  <a:pt x="43370" y="41748"/>
                  <a:pt x="44372" y="44118"/>
                  <a:pt x="44372" y="47044"/>
                </a:cubicBezTo>
                <a:cubicBezTo>
                  <a:pt x="44372" y="49970"/>
                  <a:pt x="43227" y="52469"/>
                  <a:pt x="40937" y="54541"/>
                </a:cubicBezTo>
                <a:cubicBezTo>
                  <a:pt x="39219" y="56096"/>
                  <a:pt x="35848" y="56873"/>
                  <a:pt x="30822" y="56873"/>
                </a:cubicBezTo>
                <a:lnTo>
                  <a:pt x="38265" y="87740"/>
                </a:lnTo>
                <a:lnTo>
                  <a:pt x="50384" y="55919"/>
                </a:lnTo>
                <a:lnTo>
                  <a:pt x="67751" y="55919"/>
                </a:lnTo>
                <a:lnTo>
                  <a:pt x="79966" y="87740"/>
                </a:lnTo>
                <a:lnTo>
                  <a:pt x="87599" y="56873"/>
                </a:lnTo>
                <a:cubicBezTo>
                  <a:pt x="82765" y="56873"/>
                  <a:pt x="79584" y="56271"/>
                  <a:pt x="78057" y="55069"/>
                </a:cubicBezTo>
                <a:cubicBezTo>
                  <a:pt x="75003" y="52582"/>
                  <a:pt x="73477" y="49875"/>
                  <a:pt x="73477" y="46949"/>
                </a:cubicBezTo>
                <a:cubicBezTo>
                  <a:pt x="73477" y="44022"/>
                  <a:pt x="74479" y="41669"/>
                  <a:pt x="76483" y="39887"/>
                </a:cubicBezTo>
                <a:cubicBezTo>
                  <a:pt x="78486" y="38106"/>
                  <a:pt x="81842" y="37215"/>
                  <a:pt x="86550" y="37215"/>
                </a:cubicBezTo>
                <a:lnTo>
                  <a:pt x="104967" y="37215"/>
                </a:lnTo>
                <a:cubicBezTo>
                  <a:pt x="109674" y="37215"/>
                  <a:pt x="113030" y="38122"/>
                  <a:pt x="115034" y="39935"/>
                </a:cubicBezTo>
                <a:cubicBezTo>
                  <a:pt x="117038" y="41748"/>
                  <a:pt x="118040" y="44118"/>
                  <a:pt x="118040" y="47044"/>
                </a:cubicBezTo>
                <a:cubicBezTo>
                  <a:pt x="118040" y="49970"/>
                  <a:pt x="117165" y="52340"/>
                  <a:pt x="115416" y="54153"/>
                </a:cubicBezTo>
                <a:cubicBezTo>
                  <a:pt x="113666" y="55966"/>
                  <a:pt x="111074" y="56873"/>
                  <a:pt x="107639" y="56873"/>
                </a:cubicBezTo>
                <a:lnTo>
                  <a:pt x="91607" y="123861"/>
                </a:lnTo>
                <a:lnTo>
                  <a:pt x="73477" y="123861"/>
                </a:lnTo>
                <a:lnTo>
                  <a:pt x="59163" y="87740"/>
                </a:lnTo>
                <a:close/>
                <a:moveTo>
                  <a:pt x="183291" y="0"/>
                </a:moveTo>
                <a:lnTo>
                  <a:pt x="183291" y="20802"/>
                </a:lnTo>
                <a:lnTo>
                  <a:pt x="160007" y="20802"/>
                </a:lnTo>
                <a:lnTo>
                  <a:pt x="160007" y="0"/>
                </a:lnTo>
                <a:lnTo>
                  <a:pt x="183291" y="0"/>
                </a:lnTo>
                <a:moveTo>
                  <a:pt x="185963" y="37215"/>
                </a:moveTo>
                <a:lnTo>
                  <a:pt x="185963" y="104203"/>
                </a:lnTo>
                <a:lnTo>
                  <a:pt x="209437" y="104203"/>
                </a:lnTo>
                <a:cubicBezTo>
                  <a:pt x="214145" y="104203"/>
                  <a:pt x="217500" y="105110"/>
                  <a:pt x="219504" y="106923"/>
                </a:cubicBezTo>
                <a:cubicBezTo>
                  <a:pt x="221508" y="108736"/>
                  <a:pt x="222510" y="111106"/>
                  <a:pt x="222510" y="114032"/>
                </a:cubicBezTo>
                <a:cubicBezTo>
                  <a:pt x="222510" y="116958"/>
                  <a:pt x="221508" y="119328"/>
                  <a:pt x="219504" y="121141"/>
                </a:cubicBezTo>
                <a:cubicBezTo>
                  <a:pt x="217500" y="122954"/>
                  <a:pt x="214145" y="123861"/>
                  <a:pt x="209437" y="123861"/>
                </a:cubicBezTo>
                <a:lnTo>
                  <a:pt x="142926" y="123861"/>
                </a:lnTo>
                <a:cubicBezTo>
                  <a:pt x="138219" y="123861"/>
                  <a:pt x="134863" y="122938"/>
                  <a:pt x="132859" y="121093"/>
                </a:cubicBezTo>
                <a:cubicBezTo>
                  <a:pt x="130855" y="119248"/>
                  <a:pt x="129853" y="116863"/>
                  <a:pt x="129853" y="113937"/>
                </a:cubicBezTo>
                <a:cubicBezTo>
                  <a:pt x="129853" y="111010"/>
                  <a:pt x="130855" y="108656"/>
                  <a:pt x="132859" y="106875"/>
                </a:cubicBezTo>
                <a:cubicBezTo>
                  <a:pt x="134863" y="105094"/>
                  <a:pt x="138219" y="104203"/>
                  <a:pt x="142926" y="104203"/>
                </a:cubicBezTo>
                <a:lnTo>
                  <a:pt x="166401" y="104203"/>
                </a:lnTo>
                <a:lnTo>
                  <a:pt x="166401" y="56873"/>
                </a:lnTo>
                <a:lnTo>
                  <a:pt x="150656" y="56873"/>
                </a:lnTo>
                <a:cubicBezTo>
                  <a:pt x="146012" y="56873"/>
                  <a:pt x="142672" y="55950"/>
                  <a:pt x="140636" y="54106"/>
                </a:cubicBezTo>
                <a:cubicBezTo>
                  <a:pt x="138600" y="52261"/>
                  <a:pt x="137583" y="49875"/>
                  <a:pt x="137583" y="46949"/>
                </a:cubicBezTo>
                <a:cubicBezTo>
                  <a:pt x="137583" y="44022"/>
                  <a:pt x="138585" y="41669"/>
                  <a:pt x="140588" y="39887"/>
                </a:cubicBezTo>
                <a:cubicBezTo>
                  <a:pt x="142592" y="38106"/>
                  <a:pt x="145948" y="37215"/>
                  <a:pt x="150656" y="37215"/>
                </a:cubicBezTo>
                <a:lnTo>
                  <a:pt x="185963" y="37215"/>
                </a:lnTo>
                <a:close/>
                <a:moveTo>
                  <a:pt x="288716" y="56873"/>
                </a:moveTo>
                <a:lnTo>
                  <a:pt x="288716" y="95872"/>
                </a:lnTo>
                <a:cubicBezTo>
                  <a:pt x="288716" y="100046"/>
                  <a:pt x="289575" y="102798"/>
                  <a:pt x="291293" y="104126"/>
                </a:cubicBezTo>
                <a:cubicBezTo>
                  <a:pt x="293965" y="106213"/>
                  <a:pt x="298736" y="107257"/>
                  <a:pt x="305606" y="107257"/>
                </a:cubicBezTo>
                <a:cubicBezTo>
                  <a:pt x="315594" y="107257"/>
                  <a:pt x="324818" y="105103"/>
                  <a:pt x="333279" y="100795"/>
                </a:cubicBezTo>
                <a:cubicBezTo>
                  <a:pt x="336524" y="99123"/>
                  <a:pt x="339068" y="98287"/>
                  <a:pt x="340913" y="98287"/>
                </a:cubicBezTo>
                <a:cubicBezTo>
                  <a:pt x="343458" y="98287"/>
                  <a:pt x="345669" y="99248"/>
                  <a:pt x="347545" y="101171"/>
                </a:cubicBezTo>
                <a:cubicBezTo>
                  <a:pt x="349422" y="103091"/>
                  <a:pt x="350360" y="105428"/>
                  <a:pt x="350360" y="108181"/>
                </a:cubicBezTo>
                <a:cubicBezTo>
                  <a:pt x="350360" y="110744"/>
                  <a:pt x="349342" y="112953"/>
                  <a:pt x="347307" y="114810"/>
                </a:cubicBezTo>
                <a:cubicBezTo>
                  <a:pt x="344190" y="117820"/>
                  <a:pt x="338035" y="120590"/>
                  <a:pt x="328842" y="123121"/>
                </a:cubicBezTo>
                <a:cubicBezTo>
                  <a:pt x="319650" y="125650"/>
                  <a:pt x="311904" y="126914"/>
                  <a:pt x="305606" y="126914"/>
                </a:cubicBezTo>
                <a:cubicBezTo>
                  <a:pt x="293456" y="126914"/>
                  <a:pt x="284343" y="124297"/>
                  <a:pt x="278267" y="119063"/>
                </a:cubicBezTo>
                <a:cubicBezTo>
                  <a:pt x="272192" y="113828"/>
                  <a:pt x="269154" y="107405"/>
                  <a:pt x="269154" y="99793"/>
                </a:cubicBezTo>
                <a:lnTo>
                  <a:pt x="269154" y="56873"/>
                </a:lnTo>
                <a:lnTo>
                  <a:pt x="262093" y="56873"/>
                </a:lnTo>
                <a:cubicBezTo>
                  <a:pt x="257385" y="56873"/>
                  <a:pt x="254030" y="55962"/>
                  <a:pt x="252026" y="54141"/>
                </a:cubicBezTo>
                <a:cubicBezTo>
                  <a:pt x="250022" y="52318"/>
                  <a:pt x="249020" y="49937"/>
                  <a:pt x="249020" y="46996"/>
                </a:cubicBezTo>
                <a:cubicBezTo>
                  <a:pt x="249020" y="44120"/>
                  <a:pt x="250022" y="41771"/>
                  <a:pt x="252026" y="39950"/>
                </a:cubicBezTo>
                <a:cubicBezTo>
                  <a:pt x="254030" y="38127"/>
                  <a:pt x="257385" y="37215"/>
                  <a:pt x="262093" y="37215"/>
                </a:cubicBezTo>
                <a:lnTo>
                  <a:pt x="269154" y="37215"/>
                </a:lnTo>
                <a:lnTo>
                  <a:pt x="269154" y="19562"/>
                </a:lnTo>
                <a:cubicBezTo>
                  <a:pt x="269154" y="14854"/>
                  <a:pt x="270061" y="11499"/>
                  <a:pt x="271874" y="9495"/>
                </a:cubicBezTo>
                <a:cubicBezTo>
                  <a:pt x="273687" y="7491"/>
                  <a:pt x="276057" y="6489"/>
                  <a:pt x="278983" y="6489"/>
                </a:cubicBezTo>
                <a:cubicBezTo>
                  <a:pt x="281846" y="6489"/>
                  <a:pt x="284184" y="7491"/>
                  <a:pt x="285997" y="9495"/>
                </a:cubicBezTo>
                <a:cubicBezTo>
                  <a:pt x="287810" y="11499"/>
                  <a:pt x="288716" y="14854"/>
                  <a:pt x="288716" y="19562"/>
                </a:cubicBezTo>
                <a:lnTo>
                  <a:pt x="288716" y="37215"/>
                </a:lnTo>
                <a:lnTo>
                  <a:pt x="324882" y="37215"/>
                </a:lnTo>
                <a:cubicBezTo>
                  <a:pt x="329590" y="37215"/>
                  <a:pt x="332945" y="38127"/>
                  <a:pt x="334949" y="39950"/>
                </a:cubicBezTo>
                <a:cubicBezTo>
                  <a:pt x="336953" y="41771"/>
                  <a:pt x="337955" y="44152"/>
                  <a:pt x="337955" y="47092"/>
                </a:cubicBezTo>
                <a:cubicBezTo>
                  <a:pt x="337955" y="49969"/>
                  <a:pt x="336953" y="52318"/>
                  <a:pt x="334949" y="54141"/>
                </a:cubicBezTo>
                <a:cubicBezTo>
                  <a:pt x="332945" y="55962"/>
                  <a:pt x="329590" y="56873"/>
                  <a:pt x="324882" y="56873"/>
                </a:cubicBezTo>
                <a:lnTo>
                  <a:pt x="288716" y="56873"/>
                </a:lnTo>
                <a:close/>
                <a:moveTo>
                  <a:pt x="390610" y="0"/>
                </a:moveTo>
                <a:lnTo>
                  <a:pt x="390610" y="41796"/>
                </a:lnTo>
                <a:cubicBezTo>
                  <a:pt x="394681" y="39347"/>
                  <a:pt x="398800" y="37526"/>
                  <a:pt x="402967" y="36333"/>
                </a:cubicBezTo>
                <a:cubicBezTo>
                  <a:pt x="407134" y="35140"/>
                  <a:pt x="411349" y="34544"/>
                  <a:pt x="415611" y="34544"/>
                </a:cubicBezTo>
                <a:cubicBezTo>
                  <a:pt x="422354" y="34544"/>
                  <a:pt x="428366" y="35689"/>
                  <a:pt x="433646" y="37979"/>
                </a:cubicBezTo>
                <a:cubicBezTo>
                  <a:pt x="438926" y="40269"/>
                  <a:pt x="443300" y="43879"/>
                  <a:pt x="446767" y="48810"/>
                </a:cubicBezTo>
                <a:cubicBezTo>
                  <a:pt x="450234" y="53740"/>
                  <a:pt x="451968" y="59958"/>
                  <a:pt x="451968" y="67465"/>
                </a:cubicBezTo>
                <a:lnTo>
                  <a:pt x="451968" y="104203"/>
                </a:lnTo>
                <a:cubicBezTo>
                  <a:pt x="456930" y="104203"/>
                  <a:pt x="460174" y="104795"/>
                  <a:pt x="461701" y="105978"/>
                </a:cubicBezTo>
                <a:cubicBezTo>
                  <a:pt x="464755" y="108421"/>
                  <a:pt x="466281" y="111106"/>
                  <a:pt x="466281" y="114032"/>
                </a:cubicBezTo>
                <a:cubicBezTo>
                  <a:pt x="466281" y="116958"/>
                  <a:pt x="465295" y="119328"/>
                  <a:pt x="463323" y="121141"/>
                </a:cubicBezTo>
                <a:cubicBezTo>
                  <a:pt x="461351" y="122954"/>
                  <a:pt x="458011" y="123861"/>
                  <a:pt x="453304" y="123861"/>
                </a:cubicBezTo>
                <a:lnTo>
                  <a:pt x="430974" y="123861"/>
                </a:lnTo>
                <a:cubicBezTo>
                  <a:pt x="426330" y="123861"/>
                  <a:pt x="423006" y="122938"/>
                  <a:pt x="421003" y="121093"/>
                </a:cubicBezTo>
                <a:cubicBezTo>
                  <a:pt x="418999" y="119248"/>
                  <a:pt x="417997" y="116863"/>
                  <a:pt x="417997" y="113937"/>
                </a:cubicBezTo>
                <a:cubicBezTo>
                  <a:pt x="417997" y="111010"/>
                  <a:pt x="419523" y="108372"/>
                  <a:pt x="422577" y="106022"/>
                </a:cubicBezTo>
                <a:cubicBezTo>
                  <a:pt x="424167" y="104810"/>
                  <a:pt x="427412" y="104203"/>
                  <a:pt x="432310" y="104203"/>
                </a:cubicBezTo>
                <a:lnTo>
                  <a:pt x="432310" y="68869"/>
                </a:lnTo>
                <a:cubicBezTo>
                  <a:pt x="432310" y="63852"/>
                  <a:pt x="431165" y="60327"/>
                  <a:pt x="428875" y="58295"/>
                </a:cubicBezTo>
                <a:cubicBezTo>
                  <a:pt x="425885" y="55566"/>
                  <a:pt x="421464" y="54201"/>
                  <a:pt x="415611" y="54201"/>
                </a:cubicBezTo>
                <a:cubicBezTo>
                  <a:pt x="411285" y="54201"/>
                  <a:pt x="407452" y="55050"/>
                  <a:pt x="404112" y="56748"/>
                </a:cubicBezTo>
                <a:cubicBezTo>
                  <a:pt x="400773" y="58445"/>
                  <a:pt x="396272" y="62113"/>
                  <a:pt x="390610" y="67751"/>
                </a:cubicBezTo>
                <a:lnTo>
                  <a:pt x="390610" y="104203"/>
                </a:lnTo>
                <a:cubicBezTo>
                  <a:pt x="395636" y="104203"/>
                  <a:pt x="398880" y="104795"/>
                  <a:pt x="400343" y="105978"/>
                </a:cubicBezTo>
                <a:cubicBezTo>
                  <a:pt x="403460" y="108421"/>
                  <a:pt x="405019" y="111106"/>
                  <a:pt x="405019" y="114032"/>
                </a:cubicBezTo>
                <a:cubicBezTo>
                  <a:pt x="405019" y="116958"/>
                  <a:pt x="404017" y="119328"/>
                  <a:pt x="402013" y="121141"/>
                </a:cubicBezTo>
                <a:cubicBezTo>
                  <a:pt x="400009" y="122954"/>
                  <a:pt x="396653" y="123861"/>
                  <a:pt x="391946" y="123861"/>
                </a:cubicBezTo>
                <a:lnTo>
                  <a:pt x="369712" y="123861"/>
                </a:lnTo>
                <a:cubicBezTo>
                  <a:pt x="365004" y="123861"/>
                  <a:pt x="361649" y="122938"/>
                  <a:pt x="359645" y="121093"/>
                </a:cubicBezTo>
                <a:cubicBezTo>
                  <a:pt x="357641" y="119248"/>
                  <a:pt x="356639" y="116863"/>
                  <a:pt x="356639" y="113937"/>
                </a:cubicBezTo>
                <a:cubicBezTo>
                  <a:pt x="356639" y="111010"/>
                  <a:pt x="358197" y="108372"/>
                  <a:pt x="361315" y="106022"/>
                </a:cubicBezTo>
                <a:cubicBezTo>
                  <a:pt x="362841" y="104810"/>
                  <a:pt x="366086" y="104203"/>
                  <a:pt x="371048" y="104203"/>
                </a:cubicBezTo>
                <a:lnTo>
                  <a:pt x="371048" y="19657"/>
                </a:lnTo>
                <a:lnTo>
                  <a:pt x="367708" y="19657"/>
                </a:lnTo>
                <a:cubicBezTo>
                  <a:pt x="363001" y="19657"/>
                  <a:pt x="359645" y="18735"/>
                  <a:pt x="357641" y="16890"/>
                </a:cubicBezTo>
                <a:cubicBezTo>
                  <a:pt x="355637" y="15045"/>
                  <a:pt x="354635" y="12660"/>
                  <a:pt x="354635" y="9733"/>
                </a:cubicBezTo>
                <a:cubicBezTo>
                  <a:pt x="354635" y="6807"/>
                  <a:pt x="355637" y="4453"/>
                  <a:pt x="357641" y="2672"/>
                </a:cubicBezTo>
                <a:cubicBezTo>
                  <a:pt x="359645" y="891"/>
                  <a:pt x="363001" y="0"/>
                  <a:pt x="367708" y="0"/>
                </a:cubicBezTo>
                <a:lnTo>
                  <a:pt x="390610" y="0"/>
                </a:lnTo>
                <a:close/>
                <a:moveTo>
                  <a:pt x="655088" y="0"/>
                </a:moveTo>
                <a:lnTo>
                  <a:pt x="655088" y="104203"/>
                </a:lnTo>
                <a:lnTo>
                  <a:pt x="678563" y="104203"/>
                </a:lnTo>
                <a:cubicBezTo>
                  <a:pt x="683270" y="104203"/>
                  <a:pt x="686626" y="105110"/>
                  <a:pt x="688630" y="106923"/>
                </a:cubicBezTo>
                <a:cubicBezTo>
                  <a:pt x="690634" y="108736"/>
                  <a:pt x="691636" y="111106"/>
                  <a:pt x="691636" y="114032"/>
                </a:cubicBezTo>
                <a:cubicBezTo>
                  <a:pt x="691636" y="116958"/>
                  <a:pt x="690634" y="119328"/>
                  <a:pt x="688630" y="121141"/>
                </a:cubicBezTo>
                <a:cubicBezTo>
                  <a:pt x="686626" y="122954"/>
                  <a:pt x="683270" y="123861"/>
                  <a:pt x="678563" y="123861"/>
                </a:cubicBezTo>
                <a:lnTo>
                  <a:pt x="612052" y="123861"/>
                </a:lnTo>
                <a:cubicBezTo>
                  <a:pt x="607344" y="123861"/>
                  <a:pt x="603988" y="122938"/>
                  <a:pt x="601985" y="121093"/>
                </a:cubicBezTo>
                <a:cubicBezTo>
                  <a:pt x="599981" y="119248"/>
                  <a:pt x="598979" y="116863"/>
                  <a:pt x="598979" y="113937"/>
                </a:cubicBezTo>
                <a:cubicBezTo>
                  <a:pt x="598979" y="111010"/>
                  <a:pt x="599981" y="108656"/>
                  <a:pt x="601985" y="106875"/>
                </a:cubicBezTo>
                <a:cubicBezTo>
                  <a:pt x="603988" y="105094"/>
                  <a:pt x="607344" y="104203"/>
                  <a:pt x="612052" y="104203"/>
                </a:cubicBezTo>
                <a:lnTo>
                  <a:pt x="635526" y="104203"/>
                </a:lnTo>
                <a:lnTo>
                  <a:pt x="635526" y="19657"/>
                </a:lnTo>
                <a:lnTo>
                  <a:pt x="619781" y="19657"/>
                </a:lnTo>
                <a:cubicBezTo>
                  <a:pt x="615137" y="19657"/>
                  <a:pt x="611797" y="18735"/>
                  <a:pt x="609762" y="16890"/>
                </a:cubicBezTo>
                <a:cubicBezTo>
                  <a:pt x="607726" y="15045"/>
                  <a:pt x="606708" y="12660"/>
                  <a:pt x="606708" y="9733"/>
                </a:cubicBezTo>
                <a:cubicBezTo>
                  <a:pt x="606708" y="6807"/>
                  <a:pt x="607710" y="4453"/>
                  <a:pt x="609714" y="2672"/>
                </a:cubicBezTo>
                <a:cubicBezTo>
                  <a:pt x="611718" y="891"/>
                  <a:pt x="615074" y="0"/>
                  <a:pt x="619781" y="0"/>
                </a:cubicBezTo>
                <a:lnTo>
                  <a:pt x="655088" y="0"/>
                </a:lnTo>
                <a:close/>
                <a:moveTo>
                  <a:pt x="813378" y="82065"/>
                </a:moveTo>
                <a:cubicBezTo>
                  <a:pt x="813378" y="89572"/>
                  <a:pt x="811294" y="96840"/>
                  <a:pt x="807128" y="103869"/>
                </a:cubicBezTo>
                <a:cubicBezTo>
                  <a:pt x="802961" y="110899"/>
                  <a:pt x="796758" y="116497"/>
                  <a:pt x="788520" y="120664"/>
                </a:cubicBezTo>
                <a:cubicBezTo>
                  <a:pt x="780281" y="124831"/>
                  <a:pt x="771677" y="126914"/>
                  <a:pt x="762708" y="126914"/>
                </a:cubicBezTo>
                <a:cubicBezTo>
                  <a:pt x="753801" y="126914"/>
                  <a:pt x="745277" y="124863"/>
                  <a:pt x="737134" y="120759"/>
                </a:cubicBezTo>
                <a:cubicBezTo>
                  <a:pt x="728991" y="116656"/>
                  <a:pt x="722788" y="111074"/>
                  <a:pt x="718526" y="104012"/>
                </a:cubicBezTo>
                <a:cubicBezTo>
                  <a:pt x="714264" y="96951"/>
                  <a:pt x="712133" y="89572"/>
                  <a:pt x="712133" y="81874"/>
                </a:cubicBezTo>
                <a:cubicBezTo>
                  <a:pt x="712133" y="74049"/>
                  <a:pt x="714296" y="66368"/>
                  <a:pt x="718622" y="58829"/>
                </a:cubicBezTo>
                <a:cubicBezTo>
                  <a:pt x="722947" y="51291"/>
                  <a:pt x="729166" y="45358"/>
                  <a:pt x="737277" y="41032"/>
                </a:cubicBezTo>
                <a:cubicBezTo>
                  <a:pt x="745388" y="36707"/>
                  <a:pt x="753865" y="34544"/>
                  <a:pt x="762708" y="34544"/>
                </a:cubicBezTo>
                <a:cubicBezTo>
                  <a:pt x="771614" y="34544"/>
                  <a:pt x="780186" y="36754"/>
                  <a:pt x="788424" y="41176"/>
                </a:cubicBezTo>
                <a:cubicBezTo>
                  <a:pt x="796663" y="45597"/>
                  <a:pt x="802881" y="51545"/>
                  <a:pt x="807080" y="59020"/>
                </a:cubicBezTo>
                <a:cubicBezTo>
                  <a:pt x="811278" y="66495"/>
                  <a:pt x="813378" y="74176"/>
                  <a:pt x="813378" y="82065"/>
                </a:cubicBezTo>
                <a:moveTo>
                  <a:pt x="793816" y="82154"/>
                </a:moveTo>
                <a:cubicBezTo>
                  <a:pt x="793816" y="75880"/>
                  <a:pt x="791557" y="70112"/>
                  <a:pt x="787041" y="64850"/>
                </a:cubicBezTo>
                <a:cubicBezTo>
                  <a:pt x="780870" y="57751"/>
                  <a:pt x="772759" y="54201"/>
                  <a:pt x="762708" y="54201"/>
                </a:cubicBezTo>
                <a:cubicBezTo>
                  <a:pt x="753865" y="54201"/>
                  <a:pt x="746485" y="57022"/>
                  <a:pt x="740569" y="62664"/>
                </a:cubicBezTo>
                <a:cubicBezTo>
                  <a:pt x="734653" y="68306"/>
                  <a:pt x="731695" y="74834"/>
                  <a:pt x="731695" y="82250"/>
                </a:cubicBezTo>
                <a:cubicBezTo>
                  <a:pt x="731695" y="88335"/>
                  <a:pt x="734685" y="94025"/>
                  <a:pt x="740665" y="99319"/>
                </a:cubicBezTo>
                <a:cubicBezTo>
                  <a:pt x="746644" y="104611"/>
                  <a:pt x="753992" y="107257"/>
                  <a:pt x="762708" y="107257"/>
                </a:cubicBezTo>
                <a:cubicBezTo>
                  <a:pt x="771487" y="107257"/>
                  <a:pt x="778866" y="104611"/>
                  <a:pt x="784846" y="99319"/>
                </a:cubicBezTo>
                <a:cubicBezTo>
                  <a:pt x="790826" y="94025"/>
                  <a:pt x="793816" y="88303"/>
                  <a:pt x="793816" y="82154"/>
                </a:cubicBezTo>
                <a:close/>
                <a:moveTo>
                  <a:pt x="910310" y="40651"/>
                </a:moveTo>
                <a:cubicBezTo>
                  <a:pt x="912664" y="38488"/>
                  <a:pt x="915081" y="37406"/>
                  <a:pt x="917562" y="37406"/>
                </a:cubicBezTo>
                <a:cubicBezTo>
                  <a:pt x="920362" y="37406"/>
                  <a:pt x="922668" y="38408"/>
                  <a:pt x="924481" y="40412"/>
                </a:cubicBezTo>
                <a:cubicBezTo>
                  <a:pt x="926294" y="42416"/>
                  <a:pt x="927200" y="45740"/>
                  <a:pt x="927200" y="50384"/>
                </a:cubicBezTo>
                <a:lnTo>
                  <a:pt x="927200" y="62980"/>
                </a:lnTo>
                <a:cubicBezTo>
                  <a:pt x="927200" y="67688"/>
                  <a:pt x="926294" y="71027"/>
                  <a:pt x="924481" y="73000"/>
                </a:cubicBezTo>
                <a:cubicBezTo>
                  <a:pt x="922668" y="74972"/>
                  <a:pt x="920298" y="75958"/>
                  <a:pt x="917372" y="75958"/>
                </a:cubicBezTo>
                <a:cubicBezTo>
                  <a:pt x="914700" y="75958"/>
                  <a:pt x="912441" y="75194"/>
                  <a:pt x="910597" y="73668"/>
                </a:cubicBezTo>
                <a:cubicBezTo>
                  <a:pt x="909261" y="72522"/>
                  <a:pt x="908211" y="70185"/>
                  <a:pt x="907448" y="66654"/>
                </a:cubicBezTo>
                <a:cubicBezTo>
                  <a:pt x="906684" y="63123"/>
                  <a:pt x="904839" y="60499"/>
                  <a:pt x="901913" y="58781"/>
                </a:cubicBezTo>
                <a:cubicBezTo>
                  <a:pt x="896760" y="55728"/>
                  <a:pt x="890176" y="54201"/>
                  <a:pt x="882160" y="54201"/>
                </a:cubicBezTo>
                <a:cubicBezTo>
                  <a:pt x="872936" y="54201"/>
                  <a:pt x="865540" y="56891"/>
                  <a:pt x="859974" y="62270"/>
                </a:cubicBezTo>
                <a:cubicBezTo>
                  <a:pt x="854408" y="67648"/>
                  <a:pt x="851624" y="74449"/>
                  <a:pt x="851624" y="82673"/>
                </a:cubicBezTo>
                <a:cubicBezTo>
                  <a:pt x="851624" y="90267"/>
                  <a:pt x="854296" y="96263"/>
                  <a:pt x="859640" y="100661"/>
                </a:cubicBezTo>
                <a:cubicBezTo>
                  <a:pt x="864984" y="105058"/>
                  <a:pt x="873858" y="107257"/>
                  <a:pt x="886263" y="107257"/>
                </a:cubicBezTo>
                <a:cubicBezTo>
                  <a:pt x="894406" y="107257"/>
                  <a:pt x="901054" y="106437"/>
                  <a:pt x="906207" y="104797"/>
                </a:cubicBezTo>
                <a:cubicBezTo>
                  <a:pt x="909261" y="103787"/>
                  <a:pt x="912155" y="102068"/>
                  <a:pt x="914891" y="99641"/>
                </a:cubicBezTo>
                <a:cubicBezTo>
                  <a:pt x="917626" y="97211"/>
                  <a:pt x="920107" y="95997"/>
                  <a:pt x="922334" y="95997"/>
                </a:cubicBezTo>
                <a:cubicBezTo>
                  <a:pt x="925006" y="95997"/>
                  <a:pt x="927312" y="96983"/>
                  <a:pt x="929252" y="98955"/>
                </a:cubicBezTo>
                <a:cubicBezTo>
                  <a:pt x="931192" y="100927"/>
                  <a:pt x="932162" y="103249"/>
                  <a:pt x="932162" y="105921"/>
                </a:cubicBezTo>
                <a:cubicBezTo>
                  <a:pt x="932162" y="110247"/>
                  <a:pt x="929204" y="114350"/>
                  <a:pt x="923288" y="118231"/>
                </a:cubicBezTo>
                <a:cubicBezTo>
                  <a:pt x="914509" y="124020"/>
                  <a:pt x="901658" y="126914"/>
                  <a:pt x="884737" y="126914"/>
                </a:cubicBezTo>
                <a:cubicBezTo>
                  <a:pt x="869532" y="126914"/>
                  <a:pt x="857700" y="123768"/>
                  <a:pt x="849239" y="117476"/>
                </a:cubicBezTo>
                <a:cubicBezTo>
                  <a:pt x="837788" y="109025"/>
                  <a:pt x="832062" y="97459"/>
                  <a:pt x="832062" y="82778"/>
                </a:cubicBezTo>
                <a:cubicBezTo>
                  <a:pt x="832062" y="68862"/>
                  <a:pt x="836706" y="57344"/>
                  <a:pt x="845994" y="48225"/>
                </a:cubicBezTo>
                <a:cubicBezTo>
                  <a:pt x="855282" y="39104"/>
                  <a:pt x="867401" y="34544"/>
                  <a:pt x="882351" y="34544"/>
                </a:cubicBezTo>
                <a:cubicBezTo>
                  <a:pt x="887758" y="34544"/>
                  <a:pt x="892784" y="35053"/>
                  <a:pt x="897428" y="36070"/>
                </a:cubicBezTo>
                <a:cubicBezTo>
                  <a:pt x="902072" y="37088"/>
                  <a:pt x="906366" y="38615"/>
                  <a:pt x="910310" y="40651"/>
                </a:cubicBezTo>
                <a:close/>
                <a:moveTo>
                  <a:pt x="1014685" y="123861"/>
                </a:moveTo>
                <a:lnTo>
                  <a:pt x="1014685" y="119280"/>
                </a:lnTo>
                <a:cubicBezTo>
                  <a:pt x="1009787" y="121825"/>
                  <a:pt x="1004379" y="123733"/>
                  <a:pt x="998463" y="125006"/>
                </a:cubicBezTo>
                <a:cubicBezTo>
                  <a:pt x="992547" y="126278"/>
                  <a:pt x="987171" y="126914"/>
                  <a:pt x="982336" y="126914"/>
                </a:cubicBezTo>
                <a:cubicBezTo>
                  <a:pt x="971840" y="126914"/>
                  <a:pt x="963315" y="124136"/>
                  <a:pt x="956763" y="118580"/>
                </a:cubicBezTo>
                <a:cubicBezTo>
                  <a:pt x="950210" y="113021"/>
                  <a:pt x="946934" y="106875"/>
                  <a:pt x="946934" y="100142"/>
                </a:cubicBezTo>
                <a:cubicBezTo>
                  <a:pt x="946934" y="91949"/>
                  <a:pt x="951117" y="84344"/>
                  <a:pt x="959482" y="77326"/>
                </a:cubicBezTo>
                <a:cubicBezTo>
                  <a:pt x="967848" y="70307"/>
                  <a:pt x="979410" y="66797"/>
                  <a:pt x="994169" y="66797"/>
                </a:cubicBezTo>
                <a:cubicBezTo>
                  <a:pt x="1000085" y="66797"/>
                  <a:pt x="1006924" y="67433"/>
                  <a:pt x="1014685" y="68705"/>
                </a:cubicBezTo>
                <a:lnTo>
                  <a:pt x="1014685" y="64059"/>
                </a:lnTo>
                <a:cubicBezTo>
                  <a:pt x="1014685" y="61153"/>
                  <a:pt x="1013429" y="58783"/>
                  <a:pt x="1010916" y="56950"/>
                </a:cubicBezTo>
                <a:cubicBezTo>
                  <a:pt x="1008403" y="55117"/>
                  <a:pt x="1003616" y="54201"/>
                  <a:pt x="996555" y="54201"/>
                </a:cubicBezTo>
                <a:cubicBezTo>
                  <a:pt x="990766" y="54201"/>
                  <a:pt x="983259" y="55322"/>
                  <a:pt x="974034" y="57565"/>
                </a:cubicBezTo>
                <a:cubicBezTo>
                  <a:pt x="970599" y="58376"/>
                  <a:pt x="967927" y="58781"/>
                  <a:pt x="966019" y="58781"/>
                </a:cubicBezTo>
                <a:cubicBezTo>
                  <a:pt x="963411" y="58781"/>
                  <a:pt x="961200" y="57843"/>
                  <a:pt x="959387" y="55966"/>
                </a:cubicBezTo>
                <a:cubicBezTo>
                  <a:pt x="957574" y="54090"/>
                  <a:pt x="956667" y="51688"/>
                  <a:pt x="956667" y="48762"/>
                </a:cubicBezTo>
                <a:cubicBezTo>
                  <a:pt x="956667" y="47108"/>
                  <a:pt x="956985" y="45676"/>
                  <a:pt x="957621" y="44468"/>
                </a:cubicBezTo>
                <a:cubicBezTo>
                  <a:pt x="958258" y="43259"/>
                  <a:pt x="959148" y="42289"/>
                  <a:pt x="960293" y="41557"/>
                </a:cubicBezTo>
                <a:cubicBezTo>
                  <a:pt x="961438" y="40826"/>
                  <a:pt x="963824" y="39951"/>
                  <a:pt x="967450" y="38933"/>
                </a:cubicBezTo>
                <a:cubicBezTo>
                  <a:pt x="972285" y="37597"/>
                  <a:pt x="977215" y="36532"/>
                  <a:pt x="982241" y="35736"/>
                </a:cubicBezTo>
                <a:cubicBezTo>
                  <a:pt x="987267" y="34941"/>
                  <a:pt x="991815" y="34544"/>
                  <a:pt x="995887" y="34544"/>
                </a:cubicBezTo>
                <a:cubicBezTo>
                  <a:pt x="1008037" y="34544"/>
                  <a:pt x="1017468" y="37168"/>
                  <a:pt x="1024180" y="42416"/>
                </a:cubicBezTo>
                <a:cubicBezTo>
                  <a:pt x="1030891" y="47664"/>
                  <a:pt x="1034247" y="54837"/>
                  <a:pt x="1034247" y="63934"/>
                </a:cubicBezTo>
                <a:lnTo>
                  <a:pt x="1034247" y="104203"/>
                </a:lnTo>
                <a:lnTo>
                  <a:pt x="1037587" y="104203"/>
                </a:lnTo>
                <a:cubicBezTo>
                  <a:pt x="1042295" y="104203"/>
                  <a:pt x="1045650" y="105110"/>
                  <a:pt x="1047654" y="106923"/>
                </a:cubicBezTo>
                <a:cubicBezTo>
                  <a:pt x="1049658" y="108736"/>
                  <a:pt x="1050660" y="111106"/>
                  <a:pt x="1050660" y="114032"/>
                </a:cubicBezTo>
                <a:cubicBezTo>
                  <a:pt x="1050660" y="116958"/>
                  <a:pt x="1049658" y="119328"/>
                  <a:pt x="1047654" y="121141"/>
                </a:cubicBezTo>
                <a:cubicBezTo>
                  <a:pt x="1045650" y="122954"/>
                  <a:pt x="1042295" y="123861"/>
                  <a:pt x="1037587" y="123861"/>
                </a:cubicBezTo>
                <a:lnTo>
                  <a:pt x="1014685" y="123861"/>
                </a:lnTo>
                <a:moveTo>
                  <a:pt x="1014685" y="88724"/>
                </a:moveTo>
                <a:cubicBezTo>
                  <a:pt x="1006860" y="87211"/>
                  <a:pt x="999640" y="86454"/>
                  <a:pt x="993024" y="86454"/>
                </a:cubicBezTo>
                <a:cubicBezTo>
                  <a:pt x="985072" y="86454"/>
                  <a:pt x="978233" y="88377"/>
                  <a:pt x="972508" y="92222"/>
                </a:cubicBezTo>
                <a:cubicBezTo>
                  <a:pt x="968945" y="94681"/>
                  <a:pt x="967164" y="97171"/>
                  <a:pt x="967164" y="99691"/>
                </a:cubicBezTo>
                <a:cubicBezTo>
                  <a:pt x="967164" y="101520"/>
                  <a:pt x="968023" y="103003"/>
                  <a:pt x="969740" y="104138"/>
                </a:cubicBezTo>
                <a:cubicBezTo>
                  <a:pt x="972921" y="106217"/>
                  <a:pt x="977279" y="107257"/>
                  <a:pt x="982813" y="107257"/>
                </a:cubicBezTo>
                <a:cubicBezTo>
                  <a:pt x="987521" y="107257"/>
                  <a:pt x="992849" y="106343"/>
                  <a:pt x="998797" y="104516"/>
                </a:cubicBezTo>
                <a:cubicBezTo>
                  <a:pt x="1004745" y="102687"/>
                  <a:pt x="1010041" y="100196"/>
                  <a:pt x="1014685" y="97043"/>
                </a:cubicBezTo>
                <a:lnTo>
                  <a:pt x="1014685" y="88724"/>
                </a:lnTo>
                <a:close/>
                <a:moveTo>
                  <a:pt x="1109518" y="56873"/>
                </a:moveTo>
                <a:lnTo>
                  <a:pt x="1109518" y="95872"/>
                </a:lnTo>
                <a:cubicBezTo>
                  <a:pt x="1109518" y="100046"/>
                  <a:pt x="1110377" y="102798"/>
                  <a:pt x="1112095" y="104126"/>
                </a:cubicBezTo>
                <a:cubicBezTo>
                  <a:pt x="1114767" y="106213"/>
                  <a:pt x="1119538" y="107257"/>
                  <a:pt x="1126408" y="107257"/>
                </a:cubicBezTo>
                <a:cubicBezTo>
                  <a:pt x="1136396" y="107257"/>
                  <a:pt x="1145620" y="105103"/>
                  <a:pt x="1154081" y="100795"/>
                </a:cubicBezTo>
                <a:cubicBezTo>
                  <a:pt x="1157326" y="99123"/>
                  <a:pt x="1159870" y="98287"/>
                  <a:pt x="1161715" y="98287"/>
                </a:cubicBezTo>
                <a:cubicBezTo>
                  <a:pt x="1164260" y="98287"/>
                  <a:pt x="1166471" y="99248"/>
                  <a:pt x="1168347" y="101171"/>
                </a:cubicBezTo>
                <a:cubicBezTo>
                  <a:pt x="1170224" y="103091"/>
                  <a:pt x="1171162" y="105428"/>
                  <a:pt x="1171162" y="108181"/>
                </a:cubicBezTo>
                <a:cubicBezTo>
                  <a:pt x="1171162" y="110744"/>
                  <a:pt x="1170144" y="112953"/>
                  <a:pt x="1168109" y="114810"/>
                </a:cubicBezTo>
                <a:cubicBezTo>
                  <a:pt x="1164992" y="117820"/>
                  <a:pt x="1158837" y="120590"/>
                  <a:pt x="1149644" y="123121"/>
                </a:cubicBezTo>
                <a:cubicBezTo>
                  <a:pt x="1140452" y="125650"/>
                  <a:pt x="1132706" y="126914"/>
                  <a:pt x="1126408" y="126914"/>
                </a:cubicBezTo>
                <a:cubicBezTo>
                  <a:pt x="1114258" y="126914"/>
                  <a:pt x="1105145" y="124297"/>
                  <a:pt x="1099069" y="119063"/>
                </a:cubicBezTo>
                <a:cubicBezTo>
                  <a:pt x="1092994" y="113828"/>
                  <a:pt x="1089956" y="107405"/>
                  <a:pt x="1089956" y="99793"/>
                </a:cubicBezTo>
                <a:lnTo>
                  <a:pt x="1089956" y="56873"/>
                </a:lnTo>
                <a:lnTo>
                  <a:pt x="1082895" y="56873"/>
                </a:lnTo>
                <a:cubicBezTo>
                  <a:pt x="1078187" y="56873"/>
                  <a:pt x="1074832" y="55962"/>
                  <a:pt x="1072828" y="54141"/>
                </a:cubicBezTo>
                <a:cubicBezTo>
                  <a:pt x="1070824" y="52318"/>
                  <a:pt x="1069822" y="49937"/>
                  <a:pt x="1069822" y="46996"/>
                </a:cubicBezTo>
                <a:cubicBezTo>
                  <a:pt x="1069822" y="44120"/>
                  <a:pt x="1070824" y="41771"/>
                  <a:pt x="1072828" y="39950"/>
                </a:cubicBezTo>
                <a:cubicBezTo>
                  <a:pt x="1074832" y="38127"/>
                  <a:pt x="1078187" y="37215"/>
                  <a:pt x="1082895" y="37215"/>
                </a:cubicBezTo>
                <a:lnTo>
                  <a:pt x="1089956" y="37215"/>
                </a:lnTo>
                <a:lnTo>
                  <a:pt x="1089956" y="19562"/>
                </a:lnTo>
                <a:cubicBezTo>
                  <a:pt x="1089956" y="14854"/>
                  <a:pt x="1090863" y="11499"/>
                  <a:pt x="1092676" y="9495"/>
                </a:cubicBezTo>
                <a:cubicBezTo>
                  <a:pt x="1094489" y="7491"/>
                  <a:pt x="1096859" y="6489"/>
                  <a:pt x="1099785" y="6489"/>
                </a:cubicBezTo>
                <a:cubicBezTo>
                  <a:pt x="1102648" y="6489"/>
                  <a:pt x="1104986" y="7491"/>
                  <a:pt x="1106799" y="9495"/>
                </a:cubicBezTo>
                <a:cubicBezTo>
                  <a:pt x="1108612" y="11499"/>
                  <a:pt x="1109518" y="14854"/>
                  <a:pt x="1109518" y="19562"/>
                </a:cubicBezTo>
                <a:lnTo>
                  <a:pt x="1109518" y="37215"/>
                </a:lnTo>
                <a:lnTo>
                  <a:pt x="1145684" y="37215"/>
                </a:lnTo>
                <a:cubicBezTo>
                  <a:pt x="1150392" y="37215"/>
                  <a:pt x="1153747" y="38127"/>
                  <a:pt x="1155751" y="39950"/>
                </a:cubicBezTo>
                <a:cubicBezTo>
                  <a:pt x="1157755" y="41771"/>
                  <a:pt x="1158757" y="44152"/>
                  <a:pt x="1158757" y="47092"/>
                </a:cubicBezTo>
                <a:cubicBezTo>
                  <a:pt x="1158757" y="49969"/>
                  <a:pt x="1157755" y="52318"/>
                  <a:pt x="1155751" y="54141"/>
                </a:cubicBezTo>
                <a:cubicBezTo>
                  <a:pt x="1153747" y="55962"/>
                  <a:pt x="1150392" y="56873"/>
                  <a:pt x="1145684" y="56873"/>
                </a:cubicBezTo>
                <a:lnTo>
                  <a:pt x="1109518" y="56873"/>
                </a:lnTo>
                <a:close/>
                <a:moveTo>
                  <a:pt x="1238608" y="0"/>
                </a:moveTo>
                <a:lnTo>
                  <a:pt x="1238608" y="20802"/>
                </a:lnTo>
                <a:lnTo>
                  <a:pt x="1215325" y="20802"/>
                </a:lnTo>
                <a:lnTo>
                  <a:pt x="1215325" y="0"/>
                </a:lnTo>
                <a:lnTo>
                  <a:pt x="1238608" y="0"/>
                </a:lnTo>
                <a:moveTo>
                  <a:pt x="1241280" y="37215"/>
                </a:moveTo>
                <a:lnTo>
                  <a:pt x="1241280" y="104203"/>
                </a:lnTo>
                <a:lnTo>
                  <a:pt x="1264754" y="104203"/>
                </a:lnTo>
                <a:cubicBezTo>
                  <a:pt x="1269462" y="104203"/>
                  <a:pt x="1272818" y="105110"/>
                  <a:pt x="1274822" y="106923"/>
                </a:cubicBezTo>
                <a:cubicBezTo>
                  <a:pt x="1276826" y="108736"/>
                  <a:pt x="1277827" y="111106"/>
                  <a:pt x="1277827" y="114032"/>
                </a:cubicBezTo>
                <a:cubicBezTo>
                  <a:pt x="1277827" y="116958"/>
                  <a:pt x="1276826" y="119328"/>
                  <a:pt x="1274822" y="121141"/>
                </a:cubicBezTo>
                <a:cubicBezTo>
                  <a:pt x="1272818" y="122954"/>
                  <a:pt x="1269462" y="123861"/>
                  <a:pt x="1264754" y="123861"/>
                </a:cubicBezTo>
                <a:lnTo>
                  <a:pt x="1198244" y="123861"/>
                </a:lnTo>
                <a:cubicBezTo>
                  <a:pt x="1193536" y="123861"/>
                  <a:pt x="1190180" y="122938"/>
                  <a:pt x="1188176" y="121093"/>
                </a:cubicBezTo>
                <a:cubicBezTo>
                  <a:pt x="1186173" y="119248"/>
                  <a:pt x="1185171" y="116863"/>
                  <a:pt x="1185171" y="113937"/>
                </a:cubicBezTo>
                <a:cubicBezTo>
                  <a:pt x="1185171" y="111010"/>
                  <a:pt x="1186173" y="108656"/>
                  <a:pt x="1188176" y="106875"/>
                </a:cubicBezTo>
                <a:cubicBezTo>
                  <a:pt x="1190180" y="105094"/>
                  <a:pt x="1193536" y="104203"/>
                  <a:pt x="1198244" y="104203"/>
                </a:cubicBezTo>
                <a:lnTo>
                  <a:pt x="1221718" y="104203"/>
                </a:lnTo>
                <a:lnTo>
                  <a:pt x="1221718" y="56873"/>
                </a:lnTo>
                <a:lnTo>
                  <a:pt x="1205973" y="56873"/>
                </a:lnTo>
                <a:cubicBezTo>
                  <a:pt x="1201329" y="56873"/>
                  <a:pt x="1197989" y="55950"/>
                  <a:pt x="1195953" y="54106"/>
                </a:cubicBezTo>
                <a:cubicBezTo>
                  <a:pt x="1193918" y="52261"/>
                  <a:pt x="1192900" y="49875"/>
                  <a:pt x="1192900" y="46949"/>
                </a:cubicBezTo>
                <a:cubicBezTo>
                  <a:pt x="1192900" y="44022"/>
                  <a:pt x="1193902" y="41669"/>
                  <a:pt x="1195906" y="39887"/>
                </a:cubicBezTo>
                <a:cubicBezTo>
                  <a:pt x="1197910" y="38106"/>
                  <a:pt x="1201265" y="37215"/>
                  <a:pt x="1205973" y="37215"/>
                </a:cubicBezTo>
                <a:lnTo>
                  <a:pt x="1241280" y="37215"/>
                </a:lnTo>
                <a:close/>
                <a:moveTo>
                  <a:pt x="1399666" y="82065"/>
                </a:moveTo>
                <a:cubicBezTo>
                  <a:pt x="1399666" y="89572"/>
                  <a:pt x="1397582" y="96840"/>
                  <a:pt x="1393415" y="103869"/>
                </a:cubicBezTo>
                <a:cubicBezTo>
                  <a:pt x="1389249" y="110899"/>
                  <a:pt x="1383046" y="116497"/>
                  <a:pt x="1374808" y="120664"/>
                </a:cubicBezTo>
                <a:cubicBezTo>
                  <a:pt x="1366569" y="124831"/>
                  <a:pt x="1357965" y="126914"/>
                  <a:pt x="1348995" y="126914"/>
                </a:cubicBezTo>
                <a:cubicBezTo>
                  <a:pt x="1340089" y="126914"/>
                  <a:pt x="1331565" y="124863"/>
                  <a:pt x="1323422" y="120759"/>
                </a:cubicBezTo>
                <a:cubicBezTo>
                  <a:pt x="1315279" y="116656"/>
                  <a:pt x="1309076" y="111074"/>
                  <a:pt x="1304814" y="104012"/>
                </a:cubicBezTo>
                <a:cubicBezTo>
                  <a:pt x="1300552" y="96951"/>
                  <a:pt x="1298421" y="89572"/>
                  <a:pt x="1298421" y="81874"/>
                </a:cubicBezTo>
                <a:cubicBezTo>
                  <a:pt x="1298421" y="74049"/>
                  <a:pt x="1300583" y="66368"/>
                  <a:pt x="1304909" y="58829"/>
                </a:cubicBezTo>
                <a:cubicBezTo>
                  <a:pt x="1309235" y="51291"/>
                  <a:pt x="1315454" y="45358"/>
                  <a:pt x="1323565" y="41032"/>
                </a:cubicBezTo>
                <a:cubicBezTo>
                  <a:pt x="1331676" y="36707"/>
                  <a:pt x="1340153" y="34544"/>
                  <a:pt x="1348995" y="34544"/>
                </a:cubicBezTo>
                <a:cubicBezTo>
                  <a:pt x="1357902" y="34544"/>
                  <a:pt x="1366474" y="36754"/>
                  <a:pt x="1374712" y="41176"/>
                </a:cubicBezTo>
                <a:cubicBezTo>
                  <a:pt x="1382950" y="45597"/>
                  <a:pt x="1389169" y="51545"/>
                  <a:pt x="1393368" y="59020"/>
                </a:cubicBezTo>
                <a:cubicBezTo>
                  <a:pt x="1397566" y="66495"/>
                  <a:pt x="1399666" y="74176"/>
                  <a:pt x="1399666" y="82065"/>
                </a:cubicBezTo>
                <a:moveTo>
                  <a:pt x="1380104" y="82154"/>
                </a:moveTo>
                <a:cubicBezTo>
                  <a:pt x="1380104" y="75880"/>
                  <a:pt x="1377845" y="70112"/>
                  <a:pt x="1373329" y="64850"/>
                </a:cubicBezTo>
                <a:cubicBezTo>
                  <a:pt x="1367158" y="57751"/>
                  <a:pt x="1359047" y="54201"/>
                  <a:pt x="1348995" y="54201"/>
                </a:cubicBezTo>
                <a:cubicBezTo>
                  <a:pt x="1340153" y="54201"/>
                  <a:pt x="1332773" y="57022"/>
                  <a:pt x="1326857" y="62664"/>
                </a:cubicBezTo>
                <a:cubicBezTo>
                  <a:pt x="1320941" y="68306"/>
                  <a:pt x="1317983" y="74834"/>
                  <a:pt x="1317983" y="82250"/>
                </a:cubicBezTo>
                <a:cubicBezTo>
                  <a:pt x="1317983" y="88335"/>
                  <a:pt x="1320972" y="94025"/>
                  <a:pt x="1326952" y="99319"/>
                </a:cubicBezTo>
                <a:cubicBezTo>
                  <a:pt x="1332932" y="104611"/>
                  <a:pt x="1340280" y="107257"/>
                  <a:pt x="1348995" y="107257"/>
                </a:cubicBezTo>
                <a:cubicBezTo>
                  <a:pt x="1357774" y="107257"/>
                  <a:pt x="1365154" y="104611"/>
                  <a:pt x="1371134" y="99319"/>
                </a:cubicBezTo>
                <a:cubicBezTo>
                  <a:pt x="1377114" y="94025"/>
                  <a:pt x="1380104" y="88303"/>
                  <a:pt x="1380104" y="82154"/>
                </a:cubicBezTo>
                <a:close/>
                <a:moveTo>
                  <a:pt x="1446309" y="37215"/>
                </a:moveTo>
                <a:lnTo>
                  <a:pt x="1446309" y="43704"/>
                </a:lnTo>
                <a:cubicBezTo>
                  <a:pt x="1449871" y="40651"/>
                  <a:pt x="1453800" y="38361"/>
                  <a:pt x="1458094" y="36834"/>
                </a:cubicBezTo>
                <a:cubicBezTo>
                  <a:pt x="1462388" y="35307"/>
                  <a:pt x="1467048" y="34544"/>
                  <a:pt x="1472073" y="34544"/>
                </a:cubicBezTo>
                <a:cubicBezTo>
                  <a:pt x="1483652" y="34544"/>
                  <a:pt x="1492812" y="38138"/>
                  <a:pt x="1499556" y="45327"/>
                </a:cubicBezTo>
                <a:cubicBezTo>
                  <a:pt x="1504899" y="51052"/>
                  <a:pt x="1507571" y="58559"/>
                  <a:pt x="1507571" y="67847"/>
                </a:cubicBezTo>
                <a:lnTo>
                  <a:pt x="1507571" y="104203"/>
                </a:lnTo>
                <a:cubicBezTo>
                  <a:pt x="1511706" y="104203"/>
                  <a:pt x="1514760" y="105110"/>
                  <a:pt x="1516732" y="106923"/>
                </a:cubicBezTo>
                <a:cubicBezTo>
                  <a:pt x="1518704" y="108736"/>
                  <a:pt x="1519690" y="111106"/>
                  <a:pt x="1519690" y="114032"/>
                </a:cubicBezTo>
                <a:cubicBezTo>
                  <a:pt x="1519690" y="116958"/>
                  <a:pt x="1518688" y="119328"/>
                  <a:pt x="1516684" y="121141"/>
                </a:cubicBezTo>
                <a:cubicBezTo>
                  <a:pt x="1514680" y="122954"/>
                  <a:pt x="1511325" y="123861"/>
                  <a:pt x="1506617" y="123861"/>
                </a:cubicBezTo>
                <a:lnTo>
                  <a:pt x="1488964" y="123861"/>
                </a:lnTo>
                <a:cubicBezTo>
                  <a:pt x="1484256" y="123861"/>
                  <a:pt x="1480900" y="122938"/>
                  <a:pt x="1478896" y="121093"/>
                </a:cubicBezTo>
                <a:cubicBezTo>
                  <a:pt x="1476892" y="119248"/>
                  <a:pt x="1475890" y="116863"/>
                  <a:pt x="1475890" y="113937"/>
                </a:cubicBezTo>
                <a:cubicBezTo>
                  <a:pt x="1475890" y="111010"/>
                  <a:pt x="1476876" y="108656"/>
                  <a:pt x="1478849" y="106875"/>
                </a:cubicBezTo>
                <a:cubicBezTo>
                  <a:pt x="1480821" y="105094"/>
                  <a:pt x="1483874" y="104203"/>
                  <a:pt x="1488009" y="104203"/>
                </a:cubicBezTo>
                <a:lnTo>
                  <a:pt x="1488009" y="67346"/>
                </a:lnTo>
                <a:cubicBezTo>
                  <a:pt x="1488009" y="63091"/>
                  <a:pt x="1486864" y="59980"/>
                  <a:pt x="1484574" y="58012"/>
                </a:cubicBezTo>
                <a:cubicBezTo>
                  <a:pt x="1481584" y="55471"/>
                  <a:pt x="1477099" y="54201"/>
                  <a:pt x="1471119" y="54201"/>
                </a:cubicBezTo>
                <a:cubicBezTo>
                  <a:pt x="1466602" y="54201"/>
                  <a:pt x="1462642" y="55076"/>
                  <a:pt x="1459239" y="56825"/>
                </a:cubicBezTo>
                <a:cubicBezTo>
                  <a:pt x="1455835" y="58575"/>
                  <a:pt x="1451525" y="62280"/>
                  <a:pt x="1446309" y="67942"/>
                </a:cubicBezTo>
                <a:lnTo>
                  <a:pt x="1446309" y="104203"/>
                </a:lnTo>
                <a:cubicBezTo>
                  <a:pt x="1451335" y="104203"/>
                  <a:pt x="1454579" y="104808"/>
                  <a:pt x="1456042" y="106016"/>
                </a:cubicBezTo>
                <a:cubicBezTo>
                  <a:pt x="1459159" y="108434"/>
                  <a:pt x="1460718" y="111106"/>
                  <a:pt x="1460718" y="114032"/>
                </a:cubicBezTo>
                <a:cubicBezTo>
                  <a:pt x="1460718" y="116958"/>
                  <a:pt x="1459716" y="119328"/>
                  <a:pt x="1457712" y="121141"/>
                </a:cubicBezTo>
                <a:cubicBezTo>
                  <a:pt x="1455708" y="122954"/>
                  <a:pt x="1452352" y="123861"/>
                  <a:pt x="1447645" y="123861"/>
                </a:cubicBezTo>
                <a:lnTo>
                  <a:pt x="1425411" y="123861"/>
                </a:lnTo>
                <a:cubicBezTo>
                  <a:pt x="1420703" y="123861"/>
                  <a:pt x="1417348" y="122938"/>
                  <a:pt x="1415344" y="121093"/>
                </a:cubicBezTo>
                <a:cubicBezTo>
                  <a:pt x="1413340" y="119248"/>
                  <a:pt x="1412338" y="116863"/>
                  <a:pt x="1412338" y="113937"/>
                </a:cubicBezTo>
                <a:cubicBezTo>
                  <a:pt x="1412338" y="111010"/>
                  <a:pt x="1413865" y="108346"/>
                  <a:pt x="1416918" y="105945"/>
                </a:cubicBezTo>
                <a:cubicBezTo>
                  <a:pt x="1418445" y="104784"/>
                  <a:pt x="1421721" y="104203"/>
                  <a:pt x="1426747" y="104203"/>
                </a:cubicBezTo>
                <a:lnTo>
                  <a:pt x="1426747" y="56873"/>
                </a:lnTo>
                <a:cubicBezTo>
                  <a:pt x="1422612" y="56873"/>
                  <a:pt x="1419558" y="55950"/>
                  <a:pt x="1417586" y="54106"/>
                </a:cubicBezTo>
                <a:cubicBezTo>
                  <a:pt x="1415614" y="52261"/>
                  <a:pt x="1414628" y="49875"/>
                  <a:pt x="1414628" y="46949"/>
                </a:cubicBezTo>
                <a:cubicBezTo>
                  <a:pt x="1414628" y="44022"/>
                  <a:pt x="1415630" y="41669"/>
                  <a:pt x="1417634" y="39887"/>
                </a:cubicBezTo>
                <a:cubicBezTo>
                  <a:pt x="1419638" y="38106"/>
                  <a:pt x="1422994" y="37215"/>
                  <a:pt x="1427701" y="37215"/>
                </a:cubicBezTo>
                <a:lnTo>
                  <a:pt x="1446309" y="37215"/>
                </a:lnTo>
                <a:close/>
                <a:moveTo>
                  <a:pt x="1604504" y="60117"/>
                </a:moveTo>
                <a:cubicBezTo>
                  <a:pt x="1601323" y="58145"/>
                  <a:pt x="1597983" y="56666"/>
                  <a:pt x="1594484" y="55680"/>
                </a:cubicBezTo>
                <a:cubicBezTo>
                  <a:pt x="1590985" y="54694"/>
                  <a:pt x="1587327" y="54201"/>
                  <a:pt x="1583510" y="54201"/>
                </a:cubicBezTo>
                <a:cubicBezTo>
                  <a:pt x="1575940" y="54201"/>
                  <a:pt x="1569928" y="55437"/>
                  <a:pt x="1565475" y="57908"/>
                </a:cubicBezTo>
                <a:cubicBezTo>
                  <a:pt x="1563503" y="58985"/>
                  <a:pt x="1562517" y="60158"/>
                  <a:pt x="1562517" y="61426"/>
                </a:cubicBezTo>
                <a:cubicBezTo>
                  <a:pt x="1562517" y="62884"/>
                  <a:pt x="1563853" y="64310"/>
                  <a:pt x="1566525" y="65706"/>
                </a:cubicBezTo>
                <a:cubicBezTo>
                  <a:pt x="1568561" y="66719"/>
                  <a:pt x="1573109" y="67702"/>
                  <a:pt x="1580171" y="68652"/>
                </a:cubicBezTo>
                <a:cubicBezTo>
                  <a:pt x="1593148" y="70427"/>
                  <a:pt x="1602182" y="72204"/>
                  <a:pt x="1607271" y="73984"/>
                </a:cubicBezTo>
                <a:cubicBezTo>
                  <a:pt x="1613951" y="76337"/>
                  <a:pt x="1619104" y="79835"/>
                  <a:pt x="1622730" y="84477"/>
                </a:cubicBezTo>
                <a:cubicBezTo>
                  <a:pt x="1626356" y="89117"/>
                  <a:pt x="1628169" y="94012"/>
                  <a:pt x="1628169" y="99161"/>
                </a:cubicBezTo>
                <a:cubicBezTo>
                  <a:pt x="1628169" y="106154"/>
                  <a:pt x="1625084" y="112004"/>
                  <a:pt x="1618913" y="116710"/>
                </a:cubicBezTo>
                <a:cubicBezTo>
                  <a:pt x="1610070" y="123513"/>
                  <a:pt x="1598587" y="126914"/>
                  <a:pt x="1584465" y="126914"/>
                </a:cubicBezTo>
                <a:cubicBezTo>
                  <a:pt x="1578803" y="126914"/>
                  <a:pt x="1573570" y="126429"/>
                  <a:pt x="1568767" y="125459"/>
                </a:cubicBezTo>
                <a:cubicBezTo>
                  <a:pt x="1563964" y="124489"/>
                  <a:pt x="1559559" y="123065"/>
                  <a:pt x="1555551" y="121189"/>
                </a:cubicBezTo>
                <a:cubicBezTo>
                  <a:pt x="1554597" y="122046"/>
                  <a:pt x="1553579" y="122706"/>
                  <a:pt x="1552498" y="123169"/>
                </a:cubicBezTo>
                <a:cubicBezTo>
                  <a:pt x="1551416" y="123630"/>
                  <a:pt x="1550303" y="123861"/>
                  <a:pt x="1549158" y="123861"/>
                </a:cubicBezTo>
                <a:cubicBezTo>
                  <a:pt x="1546104" y="123861"/>
                  <a:pt x="1543671" y="122856"/>
                  <a:pt x="1541858" y="120846"/>
                </a:cubicBezTo>
                <a:cubicBezTo>
                  <a:pt x="1540045" y="118836"/>
                  <a:pt x="1539138" y="115470"/>
                  <a:pt x="1539138" y="110749"/>
                </a:cubicBezTo>
                <a:lnTo>
                  <a:pt x="1539138" y="104147"/>
                </a:lnTo>
                <a:cubicBezTo>
                  <a:pt x="1539138" y="99425"/>
                  <a:pt x="1540045" y="96059"/>
                  <a:pt x="1541858" y="94050"/>
                </a:cubicBezTo>
                <a:cubicBezTo>
                  <a:pt x="1543671" y="92040"/>
                  <a:pt x="1546040" y="91035"/>
                  <a:pt x="1548967" y="91035"/>
                </a:cubicBezTo>
                <a:cubicBezTo>
                  <a:pt x="1551321" y="91035"/>
                  <a:pt x="1553293" y="91680"/>
                  <a:pt x="1554883" y="92970"/>
                </a:cubicBezTo>
                <a:cubicBezTo>
                  <a:pt x="1556474" y="94258"/>
                  <a:pt x="1557714" y="96474"/>
                  <a:pt x="1558605" y="99617"/>
                </a:cubicBezTo>
                <a:cubicBezTo>
                  <a:pt x="1561595" y="102132"/>
                  <a:pt x="1565189" y="104034"/>
                  <a:pt x="1569388" y="105325"/>
                </a:cubicBezTo>
                <a:cubicBezTo>
                  <a:pt x="1573586" y="106613"/>
                  <a:pt x="1578421" y="107257"/>
                  <a:pt x="1583892" y="107257"/>
                </a:cubicBezTo>
                <a:cubicBezTo>
                  <a:pt x="1592862" y="107257"/>
                  <a:pt x="1599828" y="105862"/>
                  <a:pt x="1604790" y="103073"/>
                </a:cubicBezTo>
                <a:cubicBezTo>
                  <a:pt x="1607144" y="101679"/>
                  <a:pt x="1608321" y="100221"/>
                  <a:pt x="1608321" y="98698"/>
                </a:cubicBezTo>
                <a:cubicBezTo>
                  <a:pt x="1608321" y="96164"/>
                  <a:pt x="1606635" y="94072"/>
                  <a:pt x="1603263" y="92424"/>
                </a:cubicBezTo>
                <a:cubicBezTo>
                  <a:pt x="1599892" y="90776"/>
                  <a:pt x="1592926" y="89382"/>
                  <a:pt x="1582365" y="88241"/>
                </a:cubicBezTo>
                <a:cubicBezTo>
                  <a:pt x="1566652" y="86593"/>
                  <a:pt x="1556155" y="83416"/>
                  <a:pt x="1550875" y="78710"/>
                </a:cubicBezTo>
                <a:cubicBezTo>
                  <a:pt x="1545595" y="74068"/>
                  <a:pt x="1542955" y="68345"/>
                  <a:pt x="1542955" y="61540"/>
                </a:cubicBezTo>
                <a:cubicBezTo>
                  <a:pt x="1542955" y="54544"/>
                  <a:pt x="1545913" y="48725"/>
                  <a:pt x="1551830" y="44083"/>
                </a:cubicBezTo>
                <a:cubicBezTo>
                  <a:pt x="1559845" y="37723"/>
                  <a:pt x="1570342" y="34544"/>
                  <a:pt x="1583320" y="34544"/>
                </a:cubicBezTo>
                <a:cubicBezTo>
                  <a:pt x="1587836" y="34544"/>
                  <a:pt x="1592178" y="34981"/>
                  <a:pt x="1596345" y="35856"/>
                </a:cubicBezTo>
                <a:cubicBezTo>
                  <a:pt x="1600512" y="36730"/>
                  <a:pt x="1604504" y="38074"/>
                  <a:pt x="1608321" y="39887"/>
                </a:cubicBezTo>
                <a:cubicBezTo>
                  <a:pt x="1609529" y="38997"/>
                  <a:pt x="1610659" y="38329"/>
                  <a:pt x="1611708" y="37883"/>
                </a:cubicBezTo>
                <a:cubicBezTo>
                  <a:pt x="1612758" y="37438"/>
                  <a:pt x="1613728" y="37215"/>
                  <a:pt x="1614619" y="37215"/>
                </a:cubicBezTo>
                <a:cubicBezTo>
                  <a:pt x="1617291" y="37215"/>
                  <a:pt x="1619517" y="38217"/>
                  <a:pt x="1621298" y="40221"/>
                </a:cubicBezTo>
                <a:cubicBezTo>
                  <a:pt x="1623080" y="42225"/>
                  <a:pt x="1623970" y="45581"/>
                  <a:pt x="1623970" y="50289"/>
                </a:cubicBezTo>
                <a:lnTo>
                  <a:pt x="1623970" y="55060"/>
                </a:lnTo>
                <a:cubicBezTo>
                  <a:pt x="1623970" y="59322"/>
                  <a:pt x="1623461" y="62217"/>
                  <a:pt x="1622443" y="63743"/>
                </a:cubicBezTo>
                <a:cubicBezTo>
                  <a:pt x="1620408" y="66670"/>
                  <a:pt x="1617640" y="68133"/>
                  <a:pt x="1614142" y="68133"/>
                </a:cubicBezTo>
                <a:cubicBezTo>
                  <a:pt x="1611788" y="68133"/>
                  <a:pt x="1609720" y="67401"/>
                  <a:pt x="1607939" y="65938"/>
                </a:cubicBezTo>
                <a:cubicBezTo>
                  <a:pt x="1606158" y="64475"/>
                  <a:pt x="1605013" y="62535"/>
                  <a:pt x="1604504" y="601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8e77a29904cf6"/>
          <a:stretch xmlns:a="http://schemas.openxmlformats.org/drawingml/2006/main"/>
        </p:blipFill>
        <p:spPr>
          <a:xfrm xmlns:a="http://schemas.openxmlformats.org/drawingml/2006/main">
            <a:off x="10723319" y="716968"/>
            <a:ext cx="271675" cy="284186"/>
          </a:xfrm>
          <a:prstGeom xmlns:a="http://schemas.openxmlformats.org/drawingml/2006/main" prst="rect">
            <a:avLst/>
          </a:prstGeom>
        </p:spPr>
      </p:pic>
      <p:sp>
        <p:nvSpPr>
          <p:cNvPr id="424" name="Text V">
            <a:extLst xmlns:a="http://schemas.openxmlformats.org/drawingml/2006/main">
              <a:ext uri="{FF2B5EF4-FFF2-40B4-BE49-F238E27FC236}">
                <a16:creationId xmlns:a16="http://schemas.microsoft.com/office/drawing/2014/main" id="{BA3EB6B0-5C8F-4C07-B62F-19B9BE9A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4" y="900294"/>
            <a:ext cx="176344" cy="183469"/>
          </a:xfrm>
          <a:custGeom xmlns:a="http://schemas.openxmlformats.org/drawingml/2006/main">
            <a:pathLst>
              <a:path w="176344" h="183469">
                <a:moveTo>
                  <a:pt x="176344" y="183469"/>
                </a:moveTo>
                <a:lnTo>
                  <a:pt x="171764" y="183469"/>
                </a:lnTo>
                <a:cubicBezTo>
                  <a:pt x="170746" y="177192"/>
                  <a:pt x="167393" y="171594"/>
                  <a:pt x="161704" y="166674"/>
                </a:cubicBezTo>
                <a:cubicBezTo>
                  <a:pt x="157463" y="163112"/>
                  <a:pt x="147491" y="157810"/>
                  <a:pt x="131789" y="150770"/>
                </a:cubicBezTo>
                <a:lnTo>
                  <a:pt x="0" y="91353"/>
                </a:lnTo>
                <a:lnTo>
                  <a:pt x="0" y="87154"/>
                </a:lnTo>
                <a:lnTo>
                  <a:pt x="137105" y="27991"/>
                </a:lnTo>
                <a:cubicBezTo>
                  <a:pt x="153669" y="20866"/>
                  <a:pt x="163395" y="16095"/>
                  <a:pt x="166285" y="13677"/>
                </a:cubicBezTo>
                <a:cubicBezTo>
                  <a:pt x="169174" y="11260"/>
                  <a:pt x="171000" y="6701"/>
                  <a:pt x="171764" y="0"/>
                </a:cubicBezTo>
                <a:lnTo>
                  <a:pt x="176344" y="0"/>
                </a:lnTo>
                <a:lnTo>
                  <a:pt x="176344" y="82701"/>
                </a:lnTo>
                <a:lnTo>
                  <a:pt x="171764" y="82701"/>
                </a:lnTo>
                <a:lnTo>
                  <a:pt x="171764" y="79902"/>
                </a:lnTo>
                <a:cubicBezTo>
                  <a:pt x="171764" y="72438"/>
                  <a:pt x="170824" y="67348"/>
                  <a:pt x="168945" y="64634"/>
                </a:cubicBezTo>
                <a:cubicBezTo>
                  <a:pt x="167664" y="62683"/>
                  <a:pt x="165786" y="61708"/>
                  <a:pt x="163311" y="61708"/>
                </a:cubicBezTo>
                <a:cubicBezTo>
                  <a:pt x="161773" y="61708"/>
                  <a:pt x="159959" y="62047"/>
                  <a:pt x="157867" y="62726"/>
                </a:cubicBezTo>
                <a:cubicBezTo>
                  <a:pt x="155776" y="63404"/>
                  <a:pt x="150186" y="65694"/>
                  <a:pt x="141097" y="69596"/>
                </a:cubicBezTo>
                <a:lnTo>
                  <a:pt x="55306" y="106366"/>
                </a:lnTo>
                <a:lnTo>
                  <a:pt x="131717" y="140464"/>
                </a:lnTo>
                <a:cubicBezTo>
                  <a:pt x="140958" y="144536"/>
                  <a:pt x="147152" y="147038"/>
                  <a:pt x="150301" y="147971"/>
                </a:cubicBezTo>
                <a:cubicBezTo>
                  <a:pt x="153453" y="148904"/>
                  <a:pt x="156137" y="149371"/>
                  <a:pt x="158353" y="149371"/>
                </a:cubicBezTo>
                <a:cubicBezTo>
                  <a:pt x="160905" y="149371"/>
                  <a:pt x="163161" y="148692"/>
                  <a:pt x="165120" y="147335"/>
                </a:cubicBezTo>
                <a:cubicBezTo>
                  <a:pt x="167079" y="145978"/>
                  <a:pt x="168570" y="143985"/>
                  <a:pt x="169593" y="141355"/>
                </a:cubicBezTo>
                <a:cubicBezTo>
                  <a:pt x="171040" y="137708"/>
                  <a:pt x="171764" y="132873"/>
                  <a:pt x="171764" y="126851"/>
                </a:cubicBezTo>
                <a:lnTo>
                  <a:pt x="176344" y="126851"/>
                </a:lnTo>
                <a:lnTo>
                  <a:pt x="176344" y="183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Text U">
            <a:extLst xmlns:a="http://schemas.openxmlformats.org/drawingml/2006/main">
              <a:ext uri="{FF2B5EF4-FFF2-40B4-BE49-F238E27FC236}">
                <a16:creationId xmlns:a16="http://schemas.microsoft.com/office/drawing/2014/main" id="{C4A08E8E-1FBD-44C5-82BA-A38EC1C3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4" y="1092499"/>
            <a:ext cx="176344" cy="177616"/>
          </a:xfrm>
          <a:custGeom xmlns:a="http://schemas.openxmlformats.org/drawingml/2006/main">
            <a:pathLst>
              <a:path w="176344" h="177616">
                <a:moveTo>
                  <a:pt x="176344" y="0"/>
                </a:moveTo>
                <a:lnTo>
                  <a:pt x="176344" y="89063"/>
                </a:lnTo>
                <a:lnTo>
                  <a:pt x="171764" y="89063"/>
                </a:lnTo>
                <a:lnTo>
                  <a:pt x="171764" y="84609"/>
                </a:lnTo>
                <a:cubicBezTo>
                  <a:pt x="171764" y="77909"/>
                  <a:pt x="171060" y="73307"/>
                  <a:pt x="169652" y="70805"/>
                </a:cubicBezTo>
                <a:cubicBezTo>
                  <a:pt x="168247" y="68303"/>
                  <a:pt x="166309" y="66521"/>
                  <a:pt x="163835" y="65461"/>
                </a:cubicBezTo>
                <a:cubicBezTo>
                  <a:pt x="161365" y="64401"/>
                  <a:pt x="155186" y="63871"/>
                  <a:pt x="145299" y="63871"/>
                </a:cubicBezTo>
                <a:lnTo>
                  <a:pt x="60980" y="63871"/>
                </a:lnTo>
                <a:cubicBezTo>
                  <a:pt x="45572" y="63871"/>
                  <a:pt x="35369" y="65037"/>
                  <a:pt x="30373" y="67370"/>
                </a:cubicBezTo>
                <a:cubicBezTo>
                  <a:pt x="25379" y="69702"/>
                  <a:pt x="21231" y="73540"/>
                  <a:pt x="17928" y="78884"/>
                </a:cubicBezTo>
                <a:cubicBezTo>
                  <a:pt x="14628" y="84228"/>
                  <a:pt x="12978" y="90971"/>
                  <a:pt x="12978" y="99114"/>
                </a:cubicBezTo>
                <a:cubicBezTo>
                  <a:pt x="12978" y="108444"/>
                  <a:pt x="15073" y="116396"/>
                  <a:pt x="19264" y="122970"/>
                </a:cubicBezTo>
                <a:cubicBezTo>
                  <a:pt x="23454" y="129544"/>
                  <a:pt x="29232" y="134463"/>
                  <a:pt x="36595" y="137729"/>
                </a:cubicBezTo>
                <a:cubicBezTo>
                  <a:pt x="43961" y="140995"/>
                  <a:pt x="56788" y="142627"/>
                  <a:pt x="75075" y="142627"/>
                </a:cubicBezTo>
                <a:lnTo>
                  <a:pt x="145299" y="142627"/>
                </a:lnTo>
                <a:cubicBezTo>
                  <a:pt x="153055" y="142627"/>
                  <a:pt x="158595" y="141822"/>
                  <a:pt x="161919" y="140210"/>
                </a:cubicBezTo>
                <a:cubicBezTo>
                  <a:pt x="165243" y="138598"/>
                  <a:pt x="167544" y="136563"/>
                  <a:pt x="168821" y="134103"/>
                </a:cubicBezTo>
                <a:cubicBezTo>
                  <a:pt x="170783" y="130286"/>
                  <a:pt x="171764" y="124900"/>
                  <a:pt x="171764" y="117944"/>
                </a:cubicBezTo>
                <a:lnTo>
                  <a:pt x="176344" y="117944"/>
                </a:lnTo>
                <a:lnTo>
                  <a:pt x="176344" y="177616"/>
                </a:lnTo>
                <a:lnTo>
                  <a:pt x="171764" y="177616"/>
                </a:lnTo>
                <a:lnTo>
                  <a:pt x="171764" y="174054"/>
                </a:lnTo>
                <a:cubicBezTo>
                  <a:pt x="171764" y="169219"/>
                  <a:pt x="170783" y="165190"/>
                  <a:pt x="168821" y="161967"/>
                </a:cubicBezTo>
                <a:cubicBezTo>
                  <a:pt x="166863" y="158743"/>
                  <a:pt x="163923" y="156411"/>
                  <a:pt x="160003" y="154969"/>
                </a:cubicBezTo>
                <a:cubicBezTo>
                  <a:pt x="157275" y="153866"/>
                  <a:pt x="152374" y="153315"/>
                  <a:pt x="145299" y="153315"/>
                </a:cubicBezTo>
                <a:lnTo>
                  <a:pt x="79890" y="153315"/>
                </a:lnTo>
                <a:cubicBezTo>
                  <a:pt x="59652" y="153315"/>
                  <a:pt x="45046" y="151979"/>
                  <a:pt x="36070" y="149307"/>
                </a:cubicBezTo>
                <a:cubicBezTo>
                  <a:pt x="27095" y="146635"/>
                  <a:pt x="18840" y="140125"/>
                  <a:pt x="11304" y="129777"/>
                </a:cubicBezTo>
                <a:cubicBezTo>
                  <a:pt x="3768" y="119429"/>
                  <a:pt x="0" y="105306"/>
                  <a:pt x="0" y="87409"/>
                </a:cubicBezTo>
                <a:cubicBezTo>
                  <a:pt x="0" y="72480"/>
                  <a:pt x="1989" y="60944"/>
                  <a:pt x="5968" y="52801"/>
                </a:cubicBezTo>
                <a:cubicBezTo>
                  <a:pt x="11389" y="41690"/>
                  <a:pt x="18332" y="33844"/>
                  <a:pt x="26798" y="29263"/>
                </a:cubicBezTo>
                <a:cubicBezTo>
                  <a:pt x="35267" y="24683"/>
                  <a:pt x="46656" y="22393"/>
                  <a:pt x="60964" y="22393"/>
                </a:cubicBezTo>
                <a:lnTo>
                  <a:pt x="145299" y="22393"/>
                </a:lnTo>
                <a:cubicBezTo>
                  <a:pt x="155271" y="22393"/>
                  <a:pt x="161471" y="21842"/>
                  <a:pt x="163899" y="20739"/>
                </a:cubicBezTo>
                <a:cubicBezTo>
                  <a:pt x="166330" y="19636"/>
                  <a:pt x="168269" y="17728"/>
                  <a:pt x="169716" y="15013"/>
                </a:cubicBezTo>
                <a:cubicBezTo>
                  <a:pt x="171166" y="12299"/>
                  <a:pt x="171848" y="7295"/>
                  <a:pt x="171764" y="0"/>
                </a:cubicBezTo>
                <a:lnTo>
                  <a:pt x="1763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Text L">
            <a:extLst xmlns:a="http://schemas.openxmlformats.org/drawingml/2006/main">
              <a:ext uri="{FF2B5EF4-FFF2-40B4-BE49-F238E27FC236}">
                <a16:creationId xmlns:a16="http://schemas.microsoft.com/office/drawing/2014/main" id="{0A56D739-29E4-466E-912F-CDF9343F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1279359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Text N">
            <a:extLst xmlns:a="http://schemas.openxmlformats.org/drawingml/2006/main">
              <a:ext uri="{FF2B5EF4-FFF2-40B4-BE49-F238E27FC236}">
                <a16:creationId xmlns:a16="http://schemas.microsoft.com/office/drawing/2014/main" id="{C90D639E-D9FF-4265-A7E5-3EBB7B89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44" y="1452015"/>
            <a:ext cx="176344" cy="178380"/>
          </a:xfrm>
          <a:custGeom xmlns:a="http://schemas.openxmlformats.org/drawingml/2006/main">
            <a:pathLst>
              <a:path w="176344" h="178380">
                <a:moveTo>
                  <a:pt x="176344" y="61199"/>
                </a:moveTo>
                <a:lnTo>
                  <a:pt x="69556" y="146317"/>
                </a:lnTo>
                <a:lnTo>
                  <a:pt x="143518" y="146317"/>
                </a:lnTo>
                <a:cubicBezTo>
                  <a:pt x="153914" y="146317"/>
                  <a:pt x="160944" y="144833"/>
                  <a:pt x="164607" y="141864"/>
                </a:cubicBezTo>
                <a:cubicBezTo>
                  <a:pt x="169548" y="137793"/>
                  <a:pt x="171933" y="130964"/>
                  <a:pt x="171764" y="121380"/>
                </a:cubicBezTo>
                <a:lnTo>
                  <a:pt x="176344" y="121380"/>
                </a:lnTo>
                <a:lnTo>
                  <a:pt x="176344" y="178380"/>
                </a:lnTo>
                <a:lnTo>
                  <a:pt x="171764" y="178380"/>
                </a:lnTo>
                <a:cubicBezTo>
                  <a:pt x="170825" y="171085"/>
                  <a:pt x="169610" y="166187"/>
                  <a:pt x="168118" y="163684"/>
                </a:cubicBezTo>
                <a:cubicBezTo>
                  <a:pt x="166628" y="161182"/>
                  <a:pt x="164200" y="159231"/>
                  <a:pt x="160834" y="157832"/>
                </a:cubicBezTo>
                <a:cubicBezTo>
                  <a:pt x="157470" y="156432"/>
                  <a:pt x="151698" y="155732"/>
                  <a:pt x="143518" y="155732"/>
                </a:cubicBezTo>
                <a:lnTo>
                  <a:pt x="0" y="155732"/>
                </a:lnTo>
                <a:lnTo>
                  <a:pt x="0" y="151406"/>
                </a:lnTo>
                <a:lnTo>
                  <a:pt x="143745" y="34734"/>
                </a:lnTo>
                <a:lnTo>
                  <a:pt x="33844" y="34734"/>
                </a:lnTo>
                <a:cubicBezTo>
                  <a:pt x="23869" y="34734"/>
                  <a:pt x="17134" y="37003"/>
                  <a:pt x="13638" y="41541"/>
                </a:cubicBezTo>
                <a:cubicBezTo>
                  <a:pt x="10144" y="46079"/>
                  <a:pt x="8397" y="51275"/>
                  <a:pt x="8397" y="57127"/>
                </a:cubicBezTo>
                <a:lnTo>
                  <a:pt x="8397" y="61199"/>
                </a:lnTo>
                <a:lnTo>
                  <a:pt x="3817" y="61199"/>
                </a:lnTo>
                <a:lnTo>
                  <a:pt x="3817" y="0"/>
                </a:lnTo>
                <a:lnTo>
                  <a:pt x="8397" y="0"/>
                </a:lnTo>
                <a:cubicBezTo>
                  <a:pt x="8482" y="9500"/>
                  <a:pt x="10442" y="16116"/>
                  <a:pt x="14278" y="19848"/>
                </a:cubicBezTo>
                <a:cubicBezTo>
                  <a:pt x="18116" y="23580"/>
                  <a:pt x="24638" y="25446"/>
                  <a:pt x="33844" y="25446"/>
                </a:cubicBezTo>
                <a:lnTo>
                  <a:pt x="155625" y="25446"/>
                </a:lnTo>
                <a:lnTo>
                  <a:pt x="160185" y="21757"/>
                </a:lnTo>
                <a:cubicBezTo>
                  <a:pt x="164816" y="18109"/>
                  <a:pt x="167860" y="14886"/>
                  <a:pt x="169318" y="12087"/>
                </a:cubicBezTo>
                <a:cubicBezTo>
                  <a:pt x="170776" y="9288"/>
                  <a:pt x="171591" y="5259"/>
                  <a:pt x="171764" y="0"/>
                </a:cubicBezTo>
                <a:lnTo>
                  <a:pt x="176344" y="0"/>
                </a:lnTo>
                <a:lnTo>
                  <a:pt x="176344" y="611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Text E">
            <a:extLst xmlns:a="http://schemas.openxmlformats.org/drawingml/2006/main">
              <a:ext uri="{FF2B5EF4-FFF2-40B4-BE49-F238E27FC236}">
                <a16:creationId xmlns:a16="http://schemas.microsoft.com/office/drawing/2014/main" id="{FF7257CB-85E4-47BD-9C24-2E165DA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1641675"/>
            <a:ext cx="172527" cy="156877"/>
          </a:xfrm>
          <a:custGeom xmlns:a="http://schemas.openxmlformats.org/drawingml/2006/main">
            <a:pathLst>
              <a:path w="172527" h="156877">
                <a:moveTo>
                  <a:pt x="162603" y="65779"/>
                </a:moveTo>
                <a:lnTo>
                  <a:pt x="92625" y="65779"/>
                </a:lnTo>
                <a:lnTo>
                  <a:pt x="92625" y="69214"/>
                </a:lnTo>
                <a:cubicBezTo>
                  <a:pt x="92625" y="80156"/>
                  <a:pt x="96060" y="88087"/>
                  <a:pt x="102931" y="93007"/>
                </a:cubicBezTo>
                <a:cubicBezTo>
                  <a:pt x="109801" y="97926"/>
                  <a:pt x="119938" y="101065"/>
                  <a:pt x="133339" y="102422"/>
                </a:cubicBezTo>
                <a:lnTo>
                  <a:pt x="133339" y="107257"/>
                </a:lnTo>
                <a:lnTo>
                  <a:pt x="42750" y="107257"/>
                </a:lnTo>
                <a:lnTo>
                  <a:pt x="42750" y="102422"/>
                </a:lnTo>
                <a:cubicBezTo>
                  <a:pt x="52621" y="101404"/>
                  <a:pt x="60704" y="99262"/>
                  <a:pt x="67000" y="95997"/>
                </a:cubicBezTo>
                <a:cubicBezTo>
                  <a:pt x="73298" y="92731"/>
                  <a:pt x="77531" y="88935"/>
                  <a:pt x="79699" y="84609"/>
                </a:cubicBezTo>
                <a:cubicBezTo>
                  <a:pt x="81870" y="80284"/>
                  <a:pt x="82955" y="74007"/>
                  <a:pt x="82955" y="65779"/>
                </a:cubicBezTo>
                <a:lnTo>
                  <a:pt x="34353" y="65779"/>
                </a:lnTo>
                <a:cubicBezTo>
                  <a:pt x="24853" y="65779"/>
                  <a:pt x="19042" y="66182"/>
                  <a:pt x="16922" y="66988"/>
                </a:cubicBezTo>
                <a:cubicBezTo>
                  <a:pt x="14801" y="67794"/>
                  <a:pt x="13063" y="69299"/>
                  <a:pt x="11705" y="71505"/>
                </a:cubicBezTo>
                <a:cubicBezTo>
                  <a:pt x="10348" y="73710"/>
                  <a:pt x="9670" y="77272"/>
                  <a:pt x="9670" y="82192"/>
                </a:cubicBezTo>
                <a:lnTo>
                  <a:pt x="9670" y="92498"/>
                </a:lnTo>
                <a:cubicBezTo>
                  <a:pt x="9670" y="108614"/>
                  <a:pt x="13381" y="121528"/>
                  <a:pt x="20802" y="131240"/>
                </a:cubicBezTo>
                <a:cubicBezTo>
                  <a:pt x="28224" y="140952"/>
                  <a:pt x="39569" y="147929"/>
                  <a:pt x="54837" y="152170"/>
                </a:cubicBezTo>
                <a:lnTo>
                  <a:pt x="54837" y="156877"/>
                </a:lnTo>
                <a:lnTo>
                  <a:pt x="0" y="149116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0852" y="24301"/>
                  <a:pt x="155670" y="24089"/>
                  <a:pt x="157462" y="23665"/>
                </a:cubicBezTo>
                <a:cubicBezTo>
                  <a:pt x="160444" y="22817"/>
                  <a:pt x="162745" y="21248"/>
                  <a:pt x="164364" y="18958"/>
                </a:cubicBezTo>
                <a:cubicBezTo>
                  <a:pt x="166753" y="15734"/>
                  <a:pt x="167947" y="11324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144409"/>
                </a:lnTo>
                <a:lnTo>
                  <a:pt x="121380" y="144409"/>
                </a:lnTo>
                <a:lnTo>
                  <a:pt x="121380" y="139574"/>
                </a:lnTo>
                <a:cubicBezTo>
                  <a:pt x="133888" y="137114"/>
                  <a:pt x="142865" y="133658"/>
                  <a:pt x="148309" y="129204"/>
                </a:cubicBezTo>
                <a:cubicBezTo>
                  <a:pt x="153754" y="124751"/>
                  <a:pt x="157752" y="118453"/>
                  <a:pt x="160305" y="110310"/>
                </a:cubicBezTo>
                <a:cubicBezTo>
                  <a:pt x="161837" y="105560"/>
                  <a:pt x="162603" y="96654"/>
                  <a:pt x="162603" y="83592"/>
                </a:cubicBezTo>
                <a:lnTo>
                  <a:pt x="162603" y="657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Text R">
            <a:extLst xmlns:a="http://schemas.openxmlformats.org/drawingml/2006/main">
              <a:ext uri="{FF2B5EF4-FFF2-40B4-BE49-F238E27FC236}">
                <a16:creationId xmlns:a16="http://schemas.microsoft.com/office/drawing/2014/main" id="{E3534647-014A-4C1B-88AF-8CF43CEE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1815094"/>
            <a:ext cx="172527" cy="185632"/>
          </a:xfrm>
          <a:custGeom xmlns:a="http://schemas.openxmlformats.org/drawingml/2006/main">
            <a:pathLst>
              <a:path w="172527" h="185632">
                <a:moveTo>
                  <a:pt x="78630" y="64380"/>
                </a:moveTo>
                <a:lnTo>
                  <a:pt x="30027" y="64380"/>
                </a:lnTo>
                <a:cubicBezTo>
                  <a:pt x="20744" y="64380"/>
                  <a:pt x="14899" y="64952"/>
                  <a:pt x="12493" y="66097"/>
                </a:cubicBezTo>
                <a:cubicBezTo>
                  <a:pt x="10088" y="67242"/>
                  <a:pt x="8168" y="69257"/>
                  <a:pt x="6731" y="72141"/>
                </a:cubicBezTo>
                <a:cubicBezTo>
                  <a:pt x="5297" y="75025"/>
                  <a:pt x="4580" y="80411"/>
                  <a:pt x="4580" y="88299"/>
                </a:cubicBezTo>
                <a:lnTo>
                  <a:pt x="0" y="88299"/>
                </a:lnTo>
                <a:lnTo>
                  <a:pt x="0" y="0"/>
                </a:lnTo>
                <a:lnTo>
                  <a:pt x="4580" y="0"/>
                </a:lnTo>
                <a:cubicBezTo>
                  <a:pt x="4580" y="7973"/>
                  <a:pt x="5319" y="13381"/>
                  <a:pt x="6795" y="16222"/>
                </a:cubicBezTo>
                <a:cubicBezTo>
                  <a:pt x="8271" y="19064"/>
                  <a:pt x="10192" y="21057"/>
                  <a:pt x="12556" y="22202"/>
                </a:cubicBezTo>
                <a:cubicBezTo>
                  <a:pt x="14921" y="23347"/>
                  <a:pt x="20744" y="23920"/>
                  <a:pt x="30027" y="23920"/>
                </a:cubicBezTo>
                <a:lnTo>
                  <a:pt x="142500" y="23920"/>
                </a:lnTo>
                <a:cubicBezTo>
                  <a:pt x="151783" y="23920"/>
                  <a:pt x="157626" y="23347"/>
                  <a:pt x="160030" y="22202"/>
                </a:cubicBezTo>
                <a:cubicBezTo>
                  <a:pt x="162437" y="21057"/>
                  <a:pt x="164358" y="19042"/>
                  <a:pt x="165792" y="16159"/>
                </a:cubicBezTo>
                <a:cubicBezTo>
                  <a:pt x="167228" y="13275"/>
                  <a:pt x="167947" y="7888"/>
                  <a:pt x="167947" y="0"/>
                </a:cubicBezTo>
                <a:lnTo>
                  <a:pt x="172527" y="0"/>
                </a:lnTo>
                <a:lnTo>
                  <a:pt x="172527" y="80156"/>
                </a:lnTo>
                <a:cubicBezTo>
                  <a:pt x="172527" y="101022"/>
                  <a:pt x="171086" y="116290"/>
                  <a:pt x="168205" y="125960"/>
                </a:cubicBezTo>
                <a:cubicBezTo>
                  <a:pt x="165324" y="135630"/>
                  <a:pt x="160007" y="143518"/>
                  <a:pt x="152253" y="149625"/>
                </a:cubicBezTo>
                <a:cubicBezTo>
                  <a:pt x="144500" y="155732"/>
                  <a:pt x="135412" y="158786"/>
                  <a:pt x="124990" y="158786"/>
                </a:cubicBezTo>
                <a:cubicBezTo>
                  <a:pt x="112277" y="158786"/>
                  <a:pt x="101769" y="154206"/>
                  <a:pt x="93464" y="145045"/>
                </a:cubicBezTo>
                <a:cubicBezTo>
                  <a:pt x="88210" y="139192"/>
                  <a:pt x="84270" y="131007"/>
                  <a:pt x="81643" y="120489"/>
                </a:cubicBezTo>
                <a:lnTo>
                  <a:pt x="23101" y="161967"/>
                </a:lnTo>
                <a:cubicBezTo>
                  <a:pt x="15626" y="167395"/>
                  <a:pt x="10965" y="171255"/>
                  <a:pt x="9117" y="173545"/>
                </a:cubicBezTo>
                <a:cubicBezTo>
                  <a:pt x="6514" y="177023"/>
                  <a:pt x="5087" y="181052"/>
                  <a:pt x="4835" y="185632"/>
                </a:cubicBezTo>
                <a:lnTo>
                  <a:pt x="0" y="185632"/>
                </a:lnTo>
                <a:lnTo>
                  <a:pt x="0" y="131304"/>
                </a:lnTo>
                <a:lnTo>
                  <a:pt x="78630" y="75703"/>
                </a:lnTo>
                <a:lnTo>
                  <a:pt x="78630" y="64380"/>
                </a:lnTo>
                <a:moveTo>
                  <a:pt x="162857" y="64380"/>
                </a:moveTo>
                <a:lnTo>
                  <a:pt x="87790" y="64380"/>
                </a:lnTo>
                <a:lnTo>
                  <a:pt x="87790" y="71632"/>
                </a:lnTo>
                <a:cubicBezTo>
                  <a:pt x="87790" y="83422"/>
                  <a:pt x="88864" y="92243"/>
                  <a:pt x="91011" y="98096"/>
                </a:cubicBezTo>
                <a:cubicBezTo>
                  <a:pt x="93161" y="103949"/>
                  <a:pt x="97036" y="108550"/>
                  <a:pt x="102637" y="111901"/>
                </a:cubicBezTo>
                <a:cubicBezTo>
                  <a:pt x="108240" y="115251"/>
                  <a:pt x="115549" y="116926"/>
                  <a:pt x="124564" y="116926"/>
                </a:cubicBezTo>
                <a:cubicBezTo>
                  <a:pt x="137624" y="116926"/>
                  <a:pt x="147271" y="113852"/>
                  <a:pt x="153506" y="107702"/>
                </a:cubicBezTo>
                <a:cubicBezTo>
                  <a:pt x="159740" y="101553"/>
                  <a:pt x="162857" y="91650"/>
                  <a:pt x="162857" y="77993"/>
                </a:cubicBezTo>
                <a:lnTo>
                  <a:pt x="162857" y="64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Text A">
            <a:extLst xmlns:a="http://schemas.openxmlformats.org/drawingml/2006/main">
              <a:ext uri="{FF2B5EF4-FFF2-40B4-BE49-F238E27FC236}">
                <a16:creationId xmlns:a16="http://schemas.microsoft.com/office/drawing/2014/main" id="{E6A8BE20-3833-448D-8D43-A69BC6D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000428"/>
            <a:ext cx="176344" cy="183215"/>
          </a:xfrm>
          <a:custGeom xmlns:a="http://schemas.openxmlformats.org/drawingml/2006/main">
            <a:pathLst>
              <a:path w="176344" h="183215">
                <a:moveTo>
                  <a:pt x="49366" y="106366"/>
                </a:moveTo>
                <a:lnTo>
                  <a:pt x="49366" y="45422"/>
                </a:lnTo>
                <a:lnTo>
                  <a:pt x="32488" y="38170"/>
                </a:lnTo>
                <a:cubicBezTo>
                  <a:pt x="26829" y="35795"/>
                  <a:pt x="22156" y="34607"/>
                  <a:pt x="18469" y="34607"/>
                </a:cubicBezTo>
                <a:cubicBezTo>
                  <a:pt x="13583" y="34607"/>
                  <a:pt x="9982" y="36558"/>
                  <a:pt x="7666" y="40460"/>
                </a:cubicBezTo>
                <a:cubicBezTo>
                  <a:pt x="6295" y="42750"/>
                  <a:pt x="5267" y="48391"/>
                  <a:pt x="4580" y="57382"/>
                </a:cubicBezTo>
                <a:lnTo>
                  <a:pt x="0" y="57382"/>
                </a:lnTo>
                <a:lnTo>
                  <a:pt x="0" y="0"/>
                </a:lnTo>
                <a:lnTo>
                  <a:pt x="4580" y="0"/>
                </a:lnTo>
                <a:cubicBezTo>
                  <a:pt x="5521" y="6192"/>
                  <a:pt x="8111" y="11281"/>
                  <a:pt x="12349" y="15268"/>
                </a:cubicBezTo>
                <a:cubicBezTo>
                  <a:pt x="16591" y="19254"/>
                  <a:pt x="25348" y="24174"/>
                  <a:pt x="38623" y="30027"/>
                </a:cubicBezTo>
                <a:lnTo>
                  <a:pt x="176344" y="91734"/>
                </a:lnTo>
                <a:lnTo>
                  <a:pt x="176344" y="94152"/>
                </a:lnTo>
                <a:lnTo>
                  <a:pt x="34786" y="156369"/>
                </a:lnTo>
                <a:cubicBezTo>
                  <a:pt x="21246" y="162306"/>
                  <a:pt x="12721" y="167183"/>
                  <a:pt x="9208" y="171000"/>
                </a:cubicBezTo>
                <a:cubicBezTo>
                  <a:pt x="6552" y="173884"/>
                  <a:pt x="5010" y="177956"/>
                  <a:pt x="4580" y="183215"/>
                </a:cubicBezTo>
                <a:lnTo>
                  <a:pt x="0" y="183215"/>
                </a:lnTo>
                <a:lnTo>
                  <a:pt x="0" y="99750"/>
                </a:lnTo>
                <a:lnTo>
                  <a:pt x="4580" y="99750"/>
                </a:lnTo>
                <a:lnTo>
                  <a:pt x="4580" y="103185"/>
                </a:lnTo>
                <a:cubicBezTo>
                  <a:pt x="4580" y="109886"/>
                  <a:pt x="5529" y="114594"/>
                  <a:pt x="7427" y="117308"/>
                </a:cubicBezTo>
                <a:cubicBezTo>
                  <a:pt x="8806" y="119174"/>
                  <a:pt x="10790" y="120107"/>
                  <a:pt x="13379" y="120107"/>
                </a:cubicBezTo>
                <a:cubicBezTo>
                  <a:pt x="14930" y="120107"/>
                  <a:pt x="16526" y="119853"/>
                  <a:pt x="18166" y="119344"/>
                </a:cubicBezTo>
                <a:cubicBezTo>
                  <a:pt x="18940" y="119174"/>
                  <a:pt x="22174" y="117902"/>
                  <a:pt x="27868" y="115527"/>
                </a:cubicBezTo>
                <a:lnTo>
                  <a:pt x="49366" y="106366"/>
                </a:lnTo>
                <a:moveTo>
                  <a:pt x="58781" y="102040"/>
                </a:moveTo>
                <a:lnTo>
                  <a:pt x="118270" y="76339"/>
                </a:lnTo>
                <a:lnTo>
                  <a:pt x="58781" y="49875"/>
                </a:lnTo>
                <a:lnTo>
                  <a:pt x="58781" y="1020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Text B">
            <a:extLst xmlns:a="http://schemas.openxmlformats.org/drawingml/2006/main">
              <a:ext uri="{FF2B5EF4-FFF2-40B4-BE49-F238E27FC236}">
                <a16:creationId xmlns:a16="http://schemas.microsoft.com/office/drawing/2014/main" id="{E16B9992-8DAF-49B7-BDD9-783DBFC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191997"/>
            <a:ext cx="172527" cy="159168"/>
          </a:xfrm>
          <a:custGeom xmlns:a="http://schemas.openxmlformats.org/drawingml/2006/main">
            <a:pathLst>
              <a:path w="172527" h="159168">
                <a:moveTo>
                  <a:pt x="91480" y="110438"/>
                </a:moveTo>
                <a:cubicBezTo>
                  <a:pt x="87663" y="126808"/>
                  <a:pt x="83040" y="138302"/>
                  <a:pt x="77612" y="144918"/>
                </a:cubicBezTo>
                <a:cubicBezTo>
                  <a:pt x="69893" y="154418"/>
                  <a:pt x="59884" y="159168"/>
                  <a:pt x="47585" y="159168"/>
                </a:cubicBezTo>
                <a:cubicBezTo>
                  <a:pt x="34607" y="159168"/>
                  <a:pt x="23877" y="153951"/>
                  <a:pt x="15395" y="143518"/>
                </a:cubicBezTo>
                <a:cubicBezTo>
                  <a:pt x="5132" y="130710"/>
                  <a:pt x="0" y="112092"/>
                  <a:pt x="0" y="87663"/>
                </a:cubicBezTo>
                <a:lnTo>
                  <a:pt x="0" y="0"/>
                </a:lnTo>
                <a:lnTo>
                  <a:pt x="4580" y="0"/>
                </a:lnTo>
                <a:cubicBezTo>
                  <a:pt x="4580" y="7973"/>
                  <a:pt x="5327" y="13381"/>
                  <a:pt x="6819" y="16222"/>
                </a:cubicBezTo>
                <a:cubicBezTo>
                  <a:pt x="8311" y="19064"/>
                  <a:pt x="10250" y="21057"/>
                  <a:pt x="12636" y="22202"/>
                </a:cubicBezTo>
                <a:cubicBezTo>
                  <a:pt x="15021" y="23347"/>
                  <a:pt x="20903" y="23920"/>
                  <a:pt x="30281" y="23920"/>
                </a:cubicBezTo>
                <a:lnTo>
                  <a:pt x="142246" y="23920"/>
                </a:lnTo>
                <a:cubicBezTo>
                  <a:pt x="151624" y="23920"/>
                  <a:pt x="157527" y="23347"/>
                  <a:pt x="159955" y="22202"/>
                </a:cubicBezTo>
                <a:cubicBezTo>
                  <a:pt x="162386" y="21057"/>
                  <a:pt x="164325" y="19042"/>
                  <a:pt x="165772" y="16159"/>
                </a:cubicBezTo>
                <a:cubicBezTo>
                  <a:pt x="167222" y="13275"/>
                  <a:pt x="167947" y="7888"/>
                  <a:pt x="167947" y="0"/>
                </a:cubicBezTo>
                <a:lnTo>
                  <a:pt x="172527" y="0"/>
                </a:lnTo>
                <a:lnTo>
                  <a:pt x="172527" y="82701"/>
                </a:lnTo>
                <a:cubicBezTo>
                  <a:pt x="172527" y="102464"/>
                  <a:pt x="170767" y="116460"/>
                  <a:pt x="167247" y="124688"/>
                </a:cubicBezTo>
                <a:cubicBezTo>
                  <a:pt x="163727" y="132915"/>
                  <a:pt x="158468" y="139404"/>
                  <a:pt x="151470" y="144154"/>
                </a:cubicBezTo>
                <a:cubicBezTo>
                  <a:pt x="144472" y="148904"/>
                  <a:pt x="137029" y="151279"/>
                  <a:pt x="129141" y="151279"/>
                </a:cubicBezTo>
                <a:cubicBezTo>
                  <a:pt x="120828" y="151279"/>
                  <a:pt x="113428" y="148268"/>
                  <a:pt x="106939" y="142246"/>
                </a:cubicBezTo>
                <a:cubicBezTo>
                  <a:pt x="100450" y="136223"/>
                  <a:pt x="95297" y="125621"/>
                  <a:pt x="91480" y="110438"/>
                </a:cubicBezTo>
                <a:moveTo>
                  <a:pt x="94915" y="64125"/>
                </a:moveTo>
                <a:cubicBezTo>
                  <a:pt x="94915" y="76170"/>
                  <a:pt x="96272" y="85055"/>
                  <a:pt x="98987" y="90780"/>
                </a:cubicBezTo>
                <a:cubicBezTo>
                  <a:pt x="101701" y="96506"/>
                  <a:pt x="105518" y="100895"/>
                  <a:pt x="110438" y="103949"/>
                </a:cubicBezTo>
                <a:cubicBezTo>
                  <a:pt x="115357" y="107002"/>
                  <a:pt x="121634" y="108529"/>
                  <a:pt x="129268" y="108529"/>
                </a:cubicBezTo>
                <a:cubicBezTo>
                  <a:pt x="136902" y="108529"/>
                  <a:pt x="143158" y="107024"/>
                  <a:pt x="148035" y="104012"/>
                </a:cubicBezTo>
                <a:cubicBezTo>
                  <a:pt x="152912" y="101001"/>
                  <a:pt x="156623" y="96697"/>
                  <a:pt x="159168" y="91098"/>
                </a:cubicBezTo>
                <a:cubicBezTo>
                  <a:pt x="161712" y="85500"/>
                  <a:pt x="162942" y="76509"/>
                  <a:pt x="162857" y="64125"/>
                </a:cubicBezTo>
                <a:lnTo>
                  <a:pt x="94915" y="64125"/>
                </a:lnTo>
                <a:moveTo>
                  <a:pt x="84991" y="64125"/>
                </a:moveTo>
                <a:lnTo>
                  <a:pt x="29645" y="64125"/>
                </a:lnTo>
                <a:lnTo>
                  <a:pt x="23363" y="63998"/>
                </a:lnTo>
                <a:cubicBezTo>
                  <a:pt x="18841" y="63998"/>
                  <a:pt x="15428" y="65164"/>
                  <a:pt x="13125" y="67497"/>
                </a:cubicBezTo>
                <a:cubicBezTo>
                  <a:pt x="10821" y="69829"/>
                  <a:pt x="9670" y="73286"/>
                  <a:pt x="9670" y="77866"/>
                </a:cubicBezTo>
                <a:cubicBezTo>
                  <a:pt x="9670" y="84652"/>
                  <a:pt x="11170" y="90907"/>
                  <a:pt x="14170" y="96633"/>
                </a:cubicBezTo>
                <a:cubicBezTo>
                  <a:pt x="17171" y="102358"/>
                  <a:pt x="21525" y="106748"/>
                  <a:pt x="27232" y="109801"/>
                </a:cubicBezTo>
                <a:cubicBezTo>
                  <a:pt x="32939" y="112855"/>
                  <a:pt x="39300" y="114382"/>
                  <a:pt x="46317" y="114382"/>
                </a:cubicBezTo>
                <a:cubicBezTo>
                  <a:pt x="54345" y="114382"/>
                  <a:pt x="61551" y="112516"/>
                  <a:pt x="67934" y="108784"/>
                </a:cubicBezTo>
                <a:cubicBezTo>
                  <a:pt x="74317" y="105051"/>
                  <a:pt x="78777" y="99920"/>
                  <a:pt x="81313" y="93389"/>
                </a:cubicBezTo>
                <a:cubicBezTo>
                  <a:pt x="83850" y="86857"/>
                  <a:pt x="85076" y="77103"/>
                  <a:pt x="84991" y="641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Text I">
            <a:extLst xmlns:a="http://schemas.openxmlformats.org/drawingml/2006/main">
              <a:ext uri="{FF2B5EF4-FFF2-40B4-BE49-F238E27FC236}">
                <a16:creationId xmlns:a16="http://schemas.microsoft.com/office/drawing/2014/main" id="{46B6708E-CC94-464E-8058-1856E13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365543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Text L">
            <a:extLst xmlns:a="http://schemas.openxmlformats.org/drawingml/2006/main">
              <a:ext uri="{FF2B5EF4-FFF2-40B4-BE49-F238E27FC236}">
                <a16:creationId xmlns:a16="http://schemas.microsoft.com/office/drawing/2014/main" id="{83DAE9FB-6159-4FA0-8655-88D93DF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466524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I">
            <a:extLst xmlns:a="http://schemas.openxmlformats.org/drawingml/2006/main">
              <a:ext uri="{FF2B5EF4-FFF2-40B4-BE49-F238E27FC236}">
                <a16:creationId xmlns:a16="http://schemas.microsoft.com/office/drawing/2014/main" id="{CEEFE169-117B-4EEA-B71C-3BCD033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640706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Text T">
            <a:extLst xmlns:a="http://schemas.openxmlformats.org/drawingml/2006/main">
              <a:ext uri="{FF2B5EF4-FFF2-40B4-BE49-F238E27FC236}">
                <a16:creationId xmlns:a16="http://schemas.microsoft.com/office/drawing/2014/main" id="{C763E39A-B448-4C71-9966-FE909EF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746268"/>
            <a:ext cx="172527" cy="154969"/>
          </a:xfrm>
          <a:custGeom xmlns:a="http://schemas.openxmlformats.org/drawingml/2006/main">
            <a:pathLst>
              <a:path w="172527" h="154969">
                <a:moveTo>
                  <a:pt x="172527" y="154969"/>
                </a:moveTo>
                <a:lnTo>
                  <a:pt x="125706" y="154969"/>
                </a:lnTo>
                <a:lnTo>
                  <a:pt x="125706" y="150389"/>
                </a:lnTo>
                <a:cubicBezTo>
                  <a:pt x="136515" y="147674"/>
                  <a:pt x="144281" y="144663"/>
                  <a:pt x="149005" y="141355"/>
                </a:cubicBezTo>
                <a:cubicBezTo>
                  <a:pt x="153728" y="138047"/>
                  <a:pt x="157495" y="133509"/>
                  <a:pt x="160305" y="127741"/>
                </a:cubicBezTo>
                <a:cubicBezTo>
                  <a:pt x="161837" y="124518"/>
                  <a:pt x="162603" y="118877"/>
                  <a:pt x="162603" y="110819"/>
                </a:cubicBezTo>
                <a:lnTo>
                  <a:pt x="162603" y="97969"/>
                </a:lnTo>
                <a:lnTo>
                  <a:pt x="29518" y="97969"/>
                </a:lnTo>
                <a:cubicBezTo>
                  <a:pt x="20651" y="97969"/>
                  <a:pt x="15109" y="98457"/>
                  <a:pt x="12890" y="99432"/>
                </a:cubicBezTo>
                <a:cubicBezTo>
                  <a:pt x="10674" y="100407"/>
                  <a:pt x="8735" y="102316"/>
                  <a:pt x="7073" y="105158"/>
                </a:cubicBezTo>
                <a:cubicBezTo>
                  <a:pt x="5411" y="107999"/>
                  <a:pt x="4580" y="111880"/>
                  <a:pt x="4580" y="116799"/>
                </a:cubicBezTo>
                <a:lnTo>
                  <a:pt x="4580" y="122525"/>
                </a:lnTo>
                <a:lnTo>
                  <a:pt x="0" y="122525"/>
                </a:lnTo>
                <a:lnTo>
                  <a:pt x="0" y="32190"/>
                </a:lnTo>
                <a:lnTo>
                  <a:pt x="4580" y="32190"/>
                </a:lnTo>
                <a:lnTo>
                  <a:pt x="4580" y="37915"/>
                </a:lnTo>
                <a:cubicBezTo>
                  <a:pt x="4580" y="42920"/>
                  <a:pt x="5475" y="46949"/>
                  <a:pt x="7264" y="50002"/>
                </a:cubicBezTo>
                <a:cubicBezTo>
                  <a:pt x="8460" y="52208"/>
                  <a:pt x="10506" y="53946"/>
                  <a:pt x="13403" y="55219"/>
                </a:cubicBezTo>
                <a:cubicBezTo>
                  <a:pt x="15449" y="56152"/>
                  <a:pt x="20821" y="56618"/>
                  <a:pt x="29518" y="56618"/>
                </a:cubicBezTo>
                <a:lnTo>
                  <a:pt x="162603" y="56618"/>
                </a:lnTo>
                <a:lnTo>
                  <a:pt x="162603" y="44150"/>
                </a:lnTo>
                <a:cubicBezTo>
                  <a:pt x="162603" y="32529"/>
                  <a:pt x="160135" y="24089"/>
                  <a:pt x="155200" y="18830"/>
                </a:cubicBezTo>
                <a:cubicBezTo>
                  <a:pt x="148305" y="11451"/>
                  <a:pt x="138474" y="6786"/>
                  <a:pt x="125706" y="4835"/>
                </a:cubicBezTo>
                <a:lnTo>
                  <a:pt x="125706" y="0"/>
                </a:lnTo>
                <a:lnTo>
                  <a:pt x="172527" y="0"/>
                </a:lnTo>
                <a:lnTo>
                  <a:pt x="172527" y="154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Text Y">
            <a:extLst xmlns:a="http://schemas.openxmlformats.org/drawingml/2006/main">
              <a:ext uri="{FF2B5EF4-FFF2-40B4-BE49-F238E27FC236}">
                <a16:creationId xmlns:a16="http://schemas.microsoft.com/office/drawing/2014/main" id="{3BC31B0C-D4A5-4696-BB24-8E99C2A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161" y="2912945"/>
            <a:ext cx="172527" cy="182960"/>
          </a:xfrm>
          <a:custGeom xmlns:a="http://schemas.openxmlformats.org/drawingml/2006/main">
            <a:pathLst>
              <a:path w="172527" h="182960">
                <a:moveTo>
                  <a:pt x="172527" y="182960"/>
                </a:moveTo>
                <a:lnTo>
                  <a:pt x="167947" y="182960"/>
                </a:lnTo>
                <a:cubicBezTo>
                  <a:pt x="167183" y="177277"/>
                  <a:pt x="165527" y="172909"/>
                  <a:pt x="162977" y="169855"/>
                </a:cubicBezTo>
                <a:cubicBezTo>
                  <a:pt x="159411" y="165614"/>
                  <a:pt x="149687" y="158913"/>
                  <a:pt x="133805" y="149752"/>
                </a:cubicBezTo>
                <a:lnTo>
                  <a:pt x="71250" y="112346"/>
                </a:lnTo>
                <a:lnTo>
                  <a:pt x="29518" y="112346"/>
                </a:lnTo>
                <a:cubicBezTo>
                  <a:pt x="20567" y="112346"/>
                  <a:pt x="15003" y="112813"/>
                  <a:pt x="12827" y="113746"/>
                </a:cubicBezTo>
                <a:cubicBezTo>
                  <a:pt x="10653" y="114679"/>
                  <a:pt x="8735" y="116524"/>
                  <a:pt x="7073" y="119280"/>
                </a:cubicBezTo>
                <a:cubicBezTo>
                  <a:pt x="5411" y="122037"/>
                  <a:pt x="4580" y="125706"/>
                  <a:pt x="4580" y="130286"/>
                </a:cubicBezTo>
                <a:lnTo>
                  <a:pt x="4580" y="139956"/>
                </a:lnTo>
                <a:lnTo>
                  <a:pt x="0" y="139956"/>
                </a:lnTo>
                <a:lnTo>
                  <a:pt x="0" y="43132"/>
                </a:lnTo>
                <a:lnTo>
                  <a:pt x="4580" y="43132"/>
                </a:lnTo>
                <a:lnTo>
                  <a:pt x="4580" y="52165"/>
                </a:lnTo>
                <a:cubicBezTo>
                  <a:pt x="4580" y="57255"/>
                  <a:pt x="5475" y="61284"/>
                  <a:pt x="7264" y="64252"/>
                </a:cubicBezTo>
                <a:cubicBezTo>
                  <a:pt x="8460" y="66458"/>
                  <a:pt x="10506" y="68197"/>
                  <a:pt x="13403" y="69469"/>
                </a:cubicBezTo>
                <a:cubicBezTo>
                  <a:pt x="15449" y="70402"/>
                  <a:pt x="20821" y="70868"/>
                  <a:pt x="29518" y="70868"/>
                </a:cubicBezTo>
                <a:lnTo>
                  <a:pt x="64125" y="70868"/>
                </a:lnTo>
                <a:lnTo>
                  <a:pt x="138139" y="30281"/>
                </a:lnTo>
                <a:cubicBezTo>
                  <a:pt x="152746" y="22223"/>
                  <a:pt x="161345" y="16540"/>
                  <a:pt x="163935" y="13232"/>
                </a:cubicBezTo>
                <a:cubicBezTo>
                  <a:pt x="166525" y="9924"/>
                  <a:pt x="167862" y="5513"/>
                  <a:pt x="167947" y="0"/>
                </a:cubicBezTo>
                <a:lnTo>
                  <a:pt x="172527" y="0"/>
                </a:lnTo>
                <a:lnTo>
                  <a:pt x="172527" y="82701"/>
                </a:lnTo>
                <a:lnTo>
                  <a:pt x="167947" y="82701"/>
                </a:lnTo>
                <a:lnTo>
                  <a:pt x="167947" y="79011"/>
                </a:lnTo>
                <a:cubicBezTo>
                  <a:pt x="167947" y="74007"/>
                  <a:pt x="167222" y="70508"/>
                  <a:pt x="165772" y="68515"/>
                </a:cubicBezTo>
                <a:cubicBezTo>
                  <a:pt x="164325" y="66521"/>
                  <a:pt x="162791" y="65525"/>
                  <a:pt x="161172" y="65525"/>
                </a:cubicBezTo>
                <a:cubicBezTo>
                  <a:pt x="158102" y="65525"/>
                  <a:pt x="150387" y="68918"/>
                  <a:pt x="138027" y="75703"/>
                </a:cubicBezTo>
                <a:lnTo>
                  <a:pt x="81194" y="106875"/>
                </a:lnTo>
                <a:lnTo>
                  <a:pt x="132910" y="137920"/>
                </a:lnTo>
                <a:cubicBezTo>
                  <a:pt x="145697" y="145639"/>
                  <a:pt x="154179" y="149498"/>
                  <a:pt x="158357" y="149498"/>
                </a:cubicBezTo>
                <a:cubicBezTo>
                  <a:pt x="160657" y="149498"/>
                  <a:pt x="162575" y="148395"/>
                  <a:pt x="164110" y="146190"/>
                </a:cubicBezTo>
                <a:cubicBezTo>
                  <a:pt x="166241" y="143306"/>
                  <a:pt x="167520" y="138005"/>
                  <a:pt x="167947" y="130286"/>
                </a:cubicBezTo>
                <a:lnTo>
                  <a:pt x="172527" y="130286"/>
                </a:lnTo>
                <a:lnTo>
                  <a:pt x="172527" y="1829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Text L">
            <a:extLst xmlns:a="http://schemas.openxmlformats.org/drawingml/2006/main">
              <a:ext uri="{FF2B5EF4-FFF2-40B4-BE49-F238E27FC236}">
                <a16:creationId xmlns:a16="http://schemas.microsoft.com/office/drawing/2014/main" id="{C563575B-5DE5-4912-93B9-4594D7FB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985285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O">
            <a:extLst xmlns:a="http://schemas.openxmlformats.org/drawingml/2006/main">
              <a:ext uri="{FF2B5EF4-FFF2-40B4-BE49-F238E27FC236}">
                <a16:creationId xmlns:a16="http://schemas.microsoft.com/office/drawing/2014/main" id="{6331DCAA-9B99-4C38-8653-D747168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629" y="1164431"/>
            <a:ext cx="179906" cy="183215"/>
          </a:xfrm>
          <a:custGeom xmlns:a="http://schemas.openxmlformats.org/drawingml/2006/main">
            <a:pathLst>
              <a:path w="179906" h="183215">
                <a:moveTo>
                  <a:pt x="178889" y="90462"/>
                </a:moveTo>
                <a:cubicBezTo>
                  <a:pt x="179906" y="117944"/>
                  <a:pt x="171891" y="140274"/>
                  <a:pt x="154842" y="157450"/>
                </a:cubicBezTo>
                <a:cubicBezTo>
                  <a:pt x="137793" y="174626"/>
                  <a:pt x="116460" y="183215"/>
                  <a:pt x="90844" y="183215"/>
                </a:cubicBezTo>
                <a:cubicBezTo>
                  <a:pt x="68960" y="183215"/>
                  <a:pt x="49705" y="176810"/>
                  <a:pt x="33080" y="164002"/>
                </a:cubicBezTo>
                <a:cubicBezTo>
                  <a:pt x="11027" y="147038"/>
                  <a:pt x="0" y="123076"/>
                  <a:pt x="0" y="92116"/>
                </a:cubicBezTo>
                <a:cubicBezTo>
                  <a:pt x="0" y="61072"/>
                  <a:pt x="10518" y="37067"/>
                  <a:pt x="31554" y="20103"/>
                </a:cubicBezTo>
                <a:cubicBezTo>
                  <a:pt x="48179" y="6701"/>
                  <a:pt x="67900" y="0"/>
                  <a:pt x="90717" y="0"/>
                </a:cubicBezTo>
                <a:cubicBezTo>
                  <a:pt x="116333" y="0"/>
                  <a:pt x="137687" y="8715"/>
                  <a:pt x="154778" y="26146"/>
                </a:cubicBezTo>
                <a:cubicBezTo>
                  <a:pt x="171870" y="43577"/>
                  <a:pt x="179906" y="65016"/>
                  <a:pt x="178889" y="90462"/>
                </a:cubicBezTo>
                <a:moveTo>
                  <a:pt x="170746" y="91989"/>
                </a:moveTo>
                <a:cubicBezTo>
                  <a:pt x="170746" y="76212"/>
                  <a:pt x="162694" y="64210"/>
                  <a:pt x="146592" y="55982"/>
                </a:cubicBezTo>
                <a:cubicBezTo>
                  <a:pt x="133370" y="49281"/>
                  <a:pt x="114384" y="45931"/>
                  <a:pt x="89635" y="45931"/>
                </a:cubicBezTo>
                <a:cubicBezTo>
                  <a:pt x="60226" y="45931"/>
                  <a:pt x="38486" y="51105"/>
                  <a:pt x="24417" y="61453"/>
                </a:cubicBezTo>
                <a:cubicBezTo>
                  <a:pt x="14585" y="68663"/>
                  <a:pt x="9670" y="78757"/>
                  <a:pt x="9670" y="91734"/>
                </a:cubicBezTo>
                <a:cubicBezTo>
                  <a:pt x="9670" y="100471"/>
                  <a:pt x="11789" y="107766"/>
                  <a:pt x="16027" y="113618"/>
                </a:cubicBezTo>
                <a:cubicBezTo>
                  <a:pt x="21451" y="121083"/>
                  <a:pt x="30116" y="126893"/>
                  <a:pt x="42022" y="131049"/>
                </a:cubicBezTo>
                <a:cubicBezTo>
                  <a:pt x="53932" y="135206"/>
                  <a:pt x="69464" y="137284"/>
                  <a:pt x="88617" y="137284"/>
                </a:cubicBezTo>
                <a:cubicBezTo>
                  <a:pt x="111418" y="137284"/>
                  <a:pt x="128475" y="135163"/>
                  <a:pt x="139789" y="130922"/>
                </a:cubicBezTo>
                <a:cubicBezTo>
                  <a:pt x="151104" y="126681"/>
                  <a:pt x="159092" y="121274"/>
                  <a:pt x="163752" y="114700"/>
                </a:cubicBezTo>
                <a:cubicBezTo>
                  <a:pt x="168415" y="108126"/>
                  <a:pt x="170746" y="100556"/>
                  <a:pt x="170746" y="91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C">
            <a:extLst xmlns:a="http://schemas.openxmlformats.org/drawingml/2006/main">
              <a:ext uri="{FF2B5EF4-FFF2-40B4-BE49-F238E27FC236}">
                <a16:creationId xmlns:a16="http://schemas.microsoft.com/office/drawing/2014/main" id="{7A14E4E9-7887-445A-A865-4CC49744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629" y="1367283"/>
            <a:ext cx="180161" cy="163621"/>
          </a:xfrm>
          <a:custGeom xmlns:a="http://schemas.openxmlformats.org/drawingml/2006/main">
            <a:pathLst>
              <a:path w="180161" h="163621">
                <a:moveTo>
                  <a:pt x="180161" y="163621"/>
                </a:moveTo>
                <a:lnTo>
                  <a:pt x="120362" y="163621"/>
                </a:lnTo>
                <a:lnTo>
                  <a:pt x="120362" y="158659"/>
                </a:lnTo>
                <a:cubicBezTo>
                  <a:pt x="136051" y="154927"/>
                  <a:pt x="148073" y="147971"/>
                  <a:pt x="156428" y="137793"/>
                </a:cubicBezTo>
                <a:cubicBezTo>
                  <a:pt x="164786" y="127614"/>
                  <a:pt x="168965" y="116078"/>
                  <a:pt x="168965" y="103185"/>
                </a:cubicBezTo>
                <a:cubicBezTo>
                  <a:pt x="168965" y="92413"/>
                  <a:pt x="165869" y="82531"/>
                  <a:pt x="159677" y="73540"/>
                </a:cubicBezTo>
                <a:cubicBezTo>
                  <a:pt x="153485" y="64549"/>
                  <a:pt x="145384" y="57976"/>
                  <a:pt x="135375" y="53819"/>
                </a:cubicBezTo>
                <a:cubicBezTo>
                  <a:pt x="122567" y="48476"/>
                  <a:pt x="108317" y="45804"/>
                  <a:pt x="92625" y="45804"/>
                </a:cubicBezTo>
                <a:cubicBezTo>
                  <a:pt x="77188" y="45804"/>
                  <a:pt x="63128" y="47755"/>
                  <a:pt x="50448" y="51656"/>
                </a:cubicBezTo>
                <a:cubicBezTo>
                  <a:pt x="37767" y="55558"/>
                  <a:pt x="28182" y="61665"/>
                  <a:pt x="21693" y="69978"/>
                </a:cubicBezTo>
                <a:cubicBezTo>
                  <a:pt x="15204" y="78290"/>
                  <a:pt x="11960" y="89063"/>
                  <a:pt x="11960" y="102295"/>
                </a:cubicBezTo>
                <a:cubicBezTo>
                  <a:pt x="11960" y="113152"/>
                  <a:pt x="14335" y="123097"/>
                  <a:pt x="19085" y="132131"/>
                </a:cubicBezTo>
                <a:cubicBezTo>
                  <a:pt x="23835" y="141164"/>
                  <a:pt x="32020" y="150685"/>
                  <a:pt x="43641" y="160694"/>
                </a:cubicBezTo>
                <a:lnTo>
                  <a:pt x="28755" y="160694"/>
                </a:lnTo>
                <a:cubicBezTo>
                  <a:pt x="18661" y="151025"/>
                  <a:pt x="11345" y="140952"/>
                  <a:pt x="6807" y="130477"/>
                </a:cubicBezTo>
                <a:cubicBezTo>
                  <a:pt x="2269" y="120001"/>
                  <a:pt x="0" y="107766"/>
                  <a:pt x="0" y="93770"/>
                </a:cubicBezTo>
                <a:cubicBezTo>
                  <a:pt x="0" y="75364"/>
                  <a:pt x="3684" y="59015"/>
                  <a:pt x="11053" y="44722"/>
                </a:cubicBezTo>
                <a:cubicBezTo>
                  <a:pt x="18422" y="30430"/>
                  <a:pt x="29009" y="19403"/>
                  <a:pt x="42814" y="11642"/>
                </a:cubicBezTo>
                <a:cubicBezTo>
                  <a:pt x="56621" y="3881"/>
                  <a:pt x="71318" y="0"/>
                  <a:pt x="86904" y="0"/>
                </a:cubicBezTo>
                <a:cubicBezTo>
                  <a:pt x="103335" y="0"/>
                  <a:pt x="118920" y="4305"/>
                  <a:pt x="133658" y="12914"/>
                </a:cubicBezTo>
                <a:cubicBezTo>
                  <a:pt x="148398" y="21523"/>
                  <a:pt x="159833" y="33144"/>
                  <a:pt x="167963" y="47776"/>
                </a:cubicBezTo>
                <a:cubicBezTo>
                  <a:pt x="176095" y="62407"/>
                  <a:pt x="180161" y="77951"/>
                  <a:pt x="180161" y="94406"/>
                </a:cubicBezTo>
                <a:cubicBezTo>
                  <a:pt x="180161" y="106536"/>
                  <a:pt x="177531" y="119344"/>
                  <a:pt x="172273" y="132831"/>
                </a:cubicBezTo>
                <a:cubicBezTo>
                  <a:pt x="169219" y="140634"/>
                  <a:pt x="167692" y="145596"/>
                  <a:pt x="167692" y="147717"/>
                </a:cubicBezTo>
                <a:cubicBezTo>
                  <a:pt x="167692" y="150431"/>
                  <a:pt x="168689" y="152785"/>
                  <a:pt x="170682" y="154778"/>
                </a:cubicBezTo>
                <a:cubicBezTo>
                  <a:pt x="172675" y="156771"/>
                  <a:pt x="175835" y="158065"/>
                  <a:pt x="180161" y="158659"/>
                </a:cubicBezTo>
                <a:lnTo>
                  <a:pt x="180161" y="163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Text A">
            <a:extLst xmlns:a="http://schemas.openxmlformats.org/drawingml/2006/main">
              <a:ext uri="{FF2B5EF4-FFF2-40B4-BE49-F238E27FC236}">
                <a16:creationId xmlns:a16="http://schemas.microsoft.com/office/drawing/2014/main" id="{E8B45B6F-6D03-4DCA-9BE1-308FFEE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1547146"/>
            <a:ext cx="176344" cy="183215"/>
          </a:xfrm>
          <a:custGeom xmlns:a="http://schemas.openxmlformats.org/drawingml/2006/main">
            <a:pathLst>
              <a:path w="176344" h="183215">
                <a:moveTo>
                  <a:pt x="49366" y="106366"/>
                </a:moveTo>
                <a:lnTo>
                  <a:pt x="49366" y="45422"/>
                </a:lnTo>
                <a:lnTo>
                  <a:pt x="32488" y="38170"/>
                </a:lnTo>
                <a:cubicBezTo>
                  <a:pt x="26829" y="35795"/>
                  <a:pt x="22156" y="34607"/>
                  <a:pt x="18469" y="34607"/>
                </a:cubicBezTo>
                <a:cubicBezTo>
                  <a:pt x="13583" y="34607"/>
                  <a:pt x="9982" y="36558"/>
                  <a:pt x="7666" y="40460"/>
                </a:cubicBezTo>
                <a:cubicBezTo>
                  <a:pt x="6295" y="42750"/>
                  <a:pt x="5267" y="48391"/>
                  <a:pt x="4580" y="57382"/>
                </a:cubicBezTo>
                <a:lnTo>
                  <a:pt x="0" y="57382"/>
                </a:lnTo>
                <a:lnTo>
                  <a:pt x="0" y="0"/>
                </a:lnTo>
                <a:lnTo>
                  <a:pt x="4580" y="0"/>
                </a:lnTo>
                <a:cubicBezTo>
                  <a:pt x="5521" y="6192"/>
                  <a:pt x="8111" y="11281"/>
                  <a:pt x="12349" y="15268"/>
                </a:cubicBezTo>
                <a:cubicBezTo>
                  <a:pt x="16591" y="19254"/>
                  <a:pt x="25348" y="24174"/>
                  <a:pt x="38623" y="30027"/>
                </a:cubicBezTo>
                <a:lnTo>
                  <a:pt x="176344" y="91734"/>
                </a:lnTo>
                <a:lnTo>
                  <a:pt x="176344" y="94152"/>
                </a:lnTo>
                <a:lnTo>
                  <a:pt x="34786" y="156369"/>
                </a:lnTo>
                <a:cubicBezTo>
                  <a:pt x="21246" y="162306"/>
                  <a:pt x="12721" y="167183"/>
                  <a:pt x="9208" y="171000"/>
                </a:cubicBezTo>
                <a:cubicBezTo>
                  <a:pt x="6552" y="173884"/>
                  <a:pt x="5010" y="177956"/>
                  <a:pt x="4580" y="183215"/>
                </a:cubicBezTo>
                <a:lnTo>
                  <a:pt x="0" y="183215"/>
                </a:lnTo>
                <a:lnTo>
                  <a:pt x="0" y="99750"/>
                </a:lnTo>
                <a:lnTo>
                  <a:pt x="4580" y="99750"/>
                </a:lnTo>
                <a:lnTo>
                  <a:pt x="4580" y="103185"/>
                </a:lnTo>
                <a:cubicBezTo>
                  <a:pt x="4580" y="109886"/>
                  <a:pt x="5529" y="114594"/>
                  <a:pt x="7427" y="117308"/>
                </a:cubicBezTo>
                <a:cubicBezTo>
                  <a:pt x="8806" y="119174"/>
                  <a:pt x="10790" y="120107"/>
                  <a:pt x="13379" y="120107"/>
                </a:cubicBezTo>
                <a:cubicBezTo>
                  <a:pt x="14930" y="120107"/>
                  <a:pt x="16526" y="119853"/>
                  <a:pt x="18166" y="119344"/>
                </a:cubicBezTo>
                <a:cubicBezTo>
                  <a:pt x="18940" y="119174"/>
                  <a:pt x="22174" y="117902"/>
                  <a:pt x="27868" y="115527"/>
                </a:cubicBezTo>
                <a:lnTo>
                  <a:pt x="49366" y="106366"/>
                </a:lnTo>
                <a:moveTo>
                  <a:pt x="58781" y="102040"/>
                </a:moveTo>
                <a:lnTo>
                  <a:pt x="118270" y="76339"/>
                </a:lnTo>
                <a:lnTo>
                  <a:pt x="58781" y="49875"/>
                </a:lnTo>
                <a:lnTo>
                  <a:pt x="58781" y="1020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Text L">
            <a:extLst xmlns:a="http://schemas.openxmlformats.org/drawingml/2006/main">
              <a:ext uri="{FF2B5EF4-FFF2-40B4-BE49-F238E27FC236}">
                <a16:creationId xmlns:a16="http://schemas.microsoft.com/office/drawing/2014/main" id="{9AA904ED-97AA-410A-8E70-E4998022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1738077"/>
            <a:ext cx="172527" cy="159677"/>
          </a:xfrm>
          <a:custGeom xmlns:a="http://schemas.openxmlformats.org/drawingml/2006/main">
            <a:pathLst>
              <a:path w="172527" h="159677">
                <a:moveTo>
                  <a:pt x="60563" y="159677"/>
                </a:moveTo>
                <a:lnTo>
                  <a:pt x="0" y="15318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1989"/>
                </a:lnTo>
                <a:lnTo>
                  <a:pt x="167947" y="91989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33080" y="65779"/>
                </a:lnTo>
                <a:cubicBezTo>
                  <a:pt x="24259" y="65779"/>
                  <a:pt x="18640" y="66288"/>
                  <a:pt x="16222" y="67306"/>
                </a:cubicBezTo>
                <a:cubicBezTo>
                  <a:pt x="13805" y="68324"/>
                  <a:pt x="12002" y="70317"/>
                  <a:pt x="10815" y="73286"/>
                </a:cubicBezTo>
                <a:cubicBezTo>
                  <a:pt x="10051" y="75406"/>
                  <a:pt x="9670" y="80538"/>
                  <a:pt x="9670" y="88681"/>
                </a:cubicBezTo>
                <a:lnTo>
                  <a:pt x="9670" y="103058"/>
                </a:lnTo>
                <a:cubicBezTo>
                  <a:pt x="9670" y="112219"/>
                  <a:pt x="11281" y="119853"/>
                  <a:pt x="14504" y="125960"/>
                </a:cubicBezTo>
                <a:cubicBezTo>
                  <a:pt x="17728" y="132067"/>
                  <a:pt x="22817" y="137347"/>
                  <a:pt x="29772" y="141800"/>
                </a:cubicBezTo>
                <a:cubicBezTo>
                  <a:pt x="36728" y="146254"/>
                  <a:pt x="46991" y="150473"/>
                  <a:pt x="60563" y="154460"/>
                </a:cubicBezTo>
                <a:lnTo>
                  <a:pt x="60563" y="15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Text I">
            <a:extLst xmlns:a="http://schemas.openxmlformats.org/drawingml/2006/main">
              <a:ext uri="{FF2B5EF4-FFF2-40B4-BE49-F238E27FC236}">
                <a16:creationId xmlns:a16="http://schemas.microsoft.com/office/drawing/2014/main" id="{0E0C8721-28F8-4C65-B134-056B389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1912260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Text Z">
            <a:extLst xmlns:a="http://schemas.openxmlformats.org/drawingml/2006/main">
              <a:ext uri="{FF2B5EF4-FFF2-40B4-BE49-F238E27FC236}">
                <a16:creationId xmlns:a16="http://schemas.microsoft.com/office/drawing/2014/main" id="{757FB0C8-7F97-4811-B2DA-D62C3FE0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2012605"/>
            <a:ext cx="172527" cy="165020"/>
          </a:xfrm>
          <a:custGeom xmlns:a="http://schemas.openxmlformats.org/drawingml/2006/main">
            <a:pathLst>
              <a:path w="172527" h="165020">
                <a:moveTo>
                  <a:pt x="172527" y="154842"/>
                </a:moveTo>
                <a:lnTo>
                  <a:pt x="9670" y="53438"/>
                </a:lnTo>
                <a:lnTo>
                  <a:pt x="9670" y="86264"/>
                </a:lnTo>
                <a:cubicBezTo>
                  <a:pt x="9670" y="101786"/>
                  <a:pt x="10645" y="112643"/>
                  <a:pt x="12596" y="118835"/>
                </a:cubicBezTo>
                <a:cubicBezTo>
                  <a:pt x="15650" y="128929"/>
                  <a:pt x="21269" y="137623"/>
                  <a:pt x="29454" y="144918"/>
                </a:cubicBezTo>
                <a:cubicBezTo>
                  <a:pt x="37640" y="152212"/>
                  <a:pt x="48603" y="157259"/>
                  <a:pt x="62344" y="160058"/>
                </a:cubicBezTo>
                <a:lnTo>
                  <a:pt x="62344" y="165020"/>
                </a:lnTo>
                <a:lnTo>
                  <a:pt x="0" y="158023"/>
                </a:lnTo>
                <a:lnTo>
                  <a:pt x="0" y="0"/>
                </a:lnTo>
                <a:lnTo>
                  <a:pt x="163112" y="101531"/>
                </a:lnTo>
                <a:lnTo>
                  <a:pt x="163112" y="75958"/>
                </a:lnTo>
                <a:cubicBezTo>
                  <a:pt x="163112" y="66034"/>
                  <a:pt x="162815" y="59502"/>
                  <a:pt x="162221" y="56364"/>
                </a:cubicBezTo>
                <a:cubicBezTo>
                  <a:pt x="161119" y="50426"/>
                  <a:pt x="158934" y="44849"/>
                  <a:pt x="155669" y="39633"/>
                </a:cubicBezTo>
                <a:cubicBezTo>
                  <a:pt x="152403" y="34416"/>
                  <a:pt x="148056" y="30090"/>
                  <a:pt x="142627" y="26655"/>
                </a:cubicBezTo>
                <a:cubicBezTo>
                  <a:pt x="137199" y="23220"/>
                  <a:pt x="130328" y="20527"/>
                  <a:pt x="122016" y="18576"/>
                </a:cubicBezTo>
                <a:lnTo>
                  <a:pt x="122016" y="13868"/>
                </a:lnTo>
                <a:lnTo>
                  <a:pt x="172527" y="18576"/>
                </a:lnTo>
                <a:lnTo>
                  <a:pt x="172527" y="1548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A">
            <a:extLst xmlns:a="http://schemas.openxmlformats.org/drawingml/2006/main">
              <a:ext uri="{FF2B5EF4-FFF2-40B4-BE49-F238E27FC236}">
                <a16:creationId xmlns:a16="http://schemas.microsoft.com/office/drawing/2014/main" id="{6DB4F09B-F816-46F2-971C-6D8EB5D3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2184243"/>
            <a:ext cx="176344" cy="183215"/>
          </a:xfrm>
          <a:custGeom xmlns:a="http://schemas.openxmlformats.org/drawingml/2006/main">
            <a:pathLst>
              <a:path w="176344" h="183215">
                <a:moveTo>
                  <a:pt x="49366" y="106366"/>
                </a:moveTo>
                <a:lnTo>
                  <a:pt x="49366" y="45422"/>
                </a:lnTo>
                <a:lnTo>
                  <a:pt x="32488" y="38170"/>
                </a:lnTo>
                <a:cubicBezTo>
                  <a:pt x="26829" y="35795"/>
                  <a:pt x="22156" y="34607"/>
                  <a:pt x="18469" y="34607"/>
                </a:cubicBezTo>
                <a:cubicBezTo>
                  <a:pt x="13583" y="34607"/>
                  <a:pt x="9982" y="36558"/>
                  <a:pt x="7666" y="40460"/>
                </a:cubicBezTo>
                <a:cubicBezTo>
                  <a:pt x="6295" y="42750"/>
                  <a:pt x="5267" y="48391"/>
                  <a:pt x="4580" y="57382"/>
                </a:cubicBezTo>
                <a:lnTo>
                  <a:pt x="0" y="57382"/>
                </a:lnTo>
                <a:lnTo>
                  <a:pt x="0" y="0"/>
                </a:lnTo>
                <a:lnTo>
                  <a:pt x="4580" y="0"/>
                </a:lnTo>
                <a:cubicBezTo>
                  <a:pt x="5521" y="6192"/>
                  <a:pt x="8111" y="11281"/>
                  <a:pt x="12349" y="15268"/>
                </a:cubicBezTo>
                <a:cubicBezTo>
                  <a:pt x="16591" y="19254"/>
                  <a:pt x="25348" y="24174"/>
                  <a:pt x="38623" y="30027"/>
                </a:cubicBezTo>
                <a:lnTo>
                  <a:pt x="176344" y="91734"/>
                </a:lnTo>
                <a:lnTo>
                  <a:pt x="176344" y="94152"/>
                </a:lnTo>
                <a:lnTo>
                  <a:pt x="34786" y="156369"/>
                </a:lnTo>
                <a:cubicBezTo>
                  <a:pt x="21246" y="162306"/>
                  <a:pt x="12721" y="167183"/>
                  <a:pt x="9208" y="171000"/>
                </a:cubicBezTo>
                <a:cubicBezTo>
                  <a:pt x="6552" y="173884"/>
                  <a:pt x="5010" y="177956"/>
                  <a:pt x="4580" y="183215"/>
                </a:cubicBezTo>
                <a:lnTo>
                  <a:pt x="0" y="183215"/>
                </a:lnTo>
                <a:lnTo>
                  <a:pt x="0" y="99750"/>
                </a:lnTo>
                <a:lnTo>
                  <a:pt x="4580" y="99750"/>
                </a:lnTo>
                <a:lnTo>
                  <a:pt x="4580" y="103185"/>
                </a:lnTo>
                <a:cubicBezTo>
                  <a:pt x="4580" y="109886"/>
                  <a:pt x="5529" y="114594"/>
                  <a:pt x="7427" y="117308"/>
                </a:cubicBezTo>
                <a:cubicBezTo>
                  <a:pt x="8806" y="119174"/>
                  <a:pt x="10790" y="120107"/>
                  <a:pt x="13379" y="120107"/>
                </a:cubicBezTo>
                <a:cubicBezTo>
                  <a:pt x="14930" y="120107"/>
                  <a:pt x="16526" y="119853"/>
                  <a:pt x="18166" y="119344"/>
                </a:cubicBezTo>
                <a:cubicBezTo>
                  <a:pt x="18940" y="119174"/>
                  <a:pt x="22174" y="117902"/>
                  <a:pt x="27868" y="115527"/>
                </a:cubicBezTo>
                <a:lnTo>
                  <a:pt x="49366" y="106366"/>
                </a:lnTo>
                <a:moveTo>
                  <a:pt x="58781" y="102040"/>
                </a:moveTo>
                <a:lnTo>
                  <a:pt x="118270" y="76339"/>
                </a:lnTo>
                <a:lnTo>
                  <a:pt x="58781" y="49875"/>
                </a:lnTo>
                <a:lnTo>
                  <a:pt x="58781" y="1020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Text T">
            <a:extLst xmlns:a="http://schemas.openxmlformats.org/drawingml/2006/main">
              <a:ext uri="{FF2B5EF4-FFF2-40B4-BE49-F238E27FC236}">
                <a16:creationId xmlns:a16="http://schemas.microsoft.com/office/drawing/2014/main" id="{33F1F9F6-C590-4CCE-9417-7C66807D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2360539"/>
            <a:ext cx="172527" cy="154969"/>
          </a:xfrm>
          <a:custGeom xmlns:a="http://schemas.openxmlformats.org/drawingml/2006/main">
            <a:pathLst>
              <a:path w="172527" h="154969">
                <a:moveTo>
                  <a:pt x="172527" y="154969"/>
                </a:moveTo>
                <a:lnTo>
                  <a:pt x="125706" y="154969"/>
                </a:lnTo>
                <a:lnTo>
                  <a:pt x="125706" y="150389"/>
                </a:lnTo>
                <a:cubicBezTo>
                  <a:pt x="136515" y="147674"/>
                  <a:pt x="144281" y="144663"/>
                  <a:pt x="149005" y="141355"/>
                </a:cubicBezTo>
                <a:cubicBezTo>
                  <a:pt x="153728" y="138047"/>
                  <a:pt x="157495" y="133509"/>
                  <a:pt x="160305" y="127741"/>
                </a:cubicBezTo>
                <a:cubicBezTo>
                  <a:pt x="161837" y="124518"/>
                  <a:pt x="162603" y="118877"/>
                  <a:pt x="162603" y="110819"/>
                </a:cubicBezTo>
                <a:lnTo>
                  <a:pt x="162603" y="97969"/>
                </a:lnTo>
                <a:lnTo>
                  <a:pt x="29518" y="97969"/>
                </a:lnTo>
                <a:cubicBezTo>
                  <a:pt x="20651" y="97969"/>
                  <a:pt x="15109" y="98457"/>
                  <a:pt x="12890" y="99432"/>
                </a:cubicBezTo>
                <a:cubicBezTo>
                  <a:pt x="10674" y="100407"/>
                  <a:pt x="8735" y="102316"/>
                  <a:pt x="7073" y="105158"/>
                </a:cubicBezTo>
                <a:cubicBezTo>
                  <a:pt x="5411" y="107999"/>
                  <a:pt x="4580" y="111880"/>
                  <a:pt x="4580" y="116799"/>
                </a:cubicBezTo>
                <a:lnTo>
                  <a:pt x="4580" y="122525"/>
                </a:lnTo>
                <a:lnTo>
                  <a:pt x="0" y="122525"/>
                </a:lnTo>
                <a:lnTo>
                  <a:pt x="0" y="32190"/>
                </a:lnTo>
                <a:lnTo>
                  <a:pt x="4580" y="32190"/>
                </a:lnTo>
                <a:lnTo>
                  <a:pt x="4580" y="37915"/>
                </a:lnTo>
                <a:cubicBezTo>
                  <a:pt x="4580" y="42920"/>
                  <a:pt x="5475" y="46949"/>
                  <a:pt x="7264" y="50002"/>
                </a:cubicBezTo>
                <a:cubicBezTo>
                  <a:pt x="8460" y="52208"/>
                  <a:pt x="10506" y="53946"/>
                  <a:pt x="13403" y="55219"/>
                </a:cubicBezTo>
                <a:cubicBezTo>
                  <a:pt x="15449" y="56152"/>
                  <a:pt x="20821" y="56618"/>
                  <a:pt x="29518" y="56618"/>
                </a:cubicBezTo>
                <a:lnTo>
                  <a:pt x="162603" y="56618"/>
                </a:lnTo>
                <a:lnTo>
                  <a:pt x="162603" y="44150"/>
                </a:lnTo>
                <a:cubicBezTo>
                  <a:pt x="162603" y="32529"/>
                  <a:pt x="160135" y="24089"/>
                  <a:pt x="155200" y="18830"/>
                </a:cubicBezTo>
                <a:cubicBezTo>
                  <a:pt x="148305" y="11451"/>
                  <a:pt x="138474" y="6786"/>
                  <a:pt x="125706" y="4835"/>
                </a:cubicBezTo>
                <a:lnTo>
                  <a:pt x="125706" y="0"/>
                </a:lnTo>
                <a:lnTo>
                  <a:pt x="172527" y="0"/>
                </a:lnTo>
                <a:lnTo>
                  <a:pt x="172527" y="154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Text I">
            <a:extLst xmlns:a="http://schemas.openxmlformats.org/drawingml/2006/main">
              <a:ext uri="{FF2B5EF4-FFF2-40B4-BE49-F238E27FC236}">
                <a16:creationId xmlns:a16="http://schemas.microsoft.com/office/drawing/2014/main" id="{8E42227E-CDB8-4E78-8000-082F2A1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446" y="2530142"/>
            <a:ext cx="172527" cy="90208"/>
          </a:xfrm>
          <a:custGeom xmlns:a="http://schemas.openxmlformats.org/drawingml/2006/main">
            <a:pathLst>
              <a:path w="172527" h="90208">
                <a:moveTo>
                  <a:pt x="4580" y="90208"/>
                </a:moveTo>
                <a:lnTo>
                  <a:pt x="0" y="90208"/>
                </a:lnTo>
                <a:lnTo>
                  <a:pt x="0" y="0"/>
                </a:lnTo>
                <a:lnTo>
                  <a:pt x="4580" y="0"/>
                </a:lnTo>
                <a:lnTo>
                  <a:pt x="4580" y="5725"/>
                </a:lnTo>
                <a:cubicBezTo>
                  <a:pt x="4580" y="10730"/>
                  <a:pt x="5475" y="14759"/>
                  <a:pt x="7264" y="17813"/>
                </a:cubicBezTo>
                <a:cubicBezTo>
                  <a:pt x="8460" y="20018"/>
                  <a:pt x="10506" y="21714"/>
                  <a:pt x="13403" y="22902"/>
                </a:cubicBezTo>
                <a:cubicBezTo>
                  <a:pt x="15449" y="23835"/>
                  <a:pt x="20821" y="24301"/>
                  <a:pt x="29518" y="24301"/>
                </a:cubicBezTo>
                <a:lnTo>
                  <a:pt x="143009" y="24301"/>
                </a:lnTo>
                <a:cubicBezTo>
                  <a:pt x="151876" y="24301"/>
                  <a:pt x="157417" y="23835"/>
                  <a:pt x="159633" y="22902"/>
                </a:cubicBezTo>
                <a:cubicBezTo>
                  <a:pt x="161851" y="21969"/>
                  <a:pt x="163792" y="20081"/>
                  <a:pt x="165454" y="17240"/>
                </a:cubicBezTo>
                <a:cubicBezTo>
                  <a:pt x="167116" y="14398"/>
                  <a:pt x="167947" y="10560"/>
                  <a:pt x="167947" y="5725"/>
                </a:cubicBezTo>
                <a:lnTo>
                  <a:pt x="167947" y="0"/>
                </a:lnTo>
                <a:lnTo>
                  <a:pt x="172527" y="0"/>
                </a:lnTo>
                <a:lnTo>
                  <a:pt x="172527" y="90208"/>
                </a:lnTo>
                <a:lnTo>
                  <a:pt x="167947" y="90208"/>
                </a:lnTo>
                <a:lnTo>
                  <a:pt x="167947" y="84482"/>
                </a:lnTo>
                <a:cubicBezTo>
                  <a:pt x="167947" y="79478"/>
                  <a:pt x="167052" y="75449"/>
                  <a:pt x="165263" y="72395"/>
                </a:cubicBezTo>
                <a:cubicBezTo>
                  <a:pt x="164067" y="70190"/>
                  <a:pt x="162021" y="68451"/>
                  <a:pt x="159124" y="67179"/>
                </a:cubicBezTo>
                <a:cubicBezTo>
                  <a:pt x="157078" y="66246"/>
                  <a:pt x="151706" y="65779"/>
                  <a:pt x="143009" y="65779"/>
                </a:cubicBezTo>
                <a:lnTo>
                  <a:pt x="29518" y="65779"/>
                </a:lnTo>
                <a:cubicBezTo>
                  <a:pt x="20651" y="65779"/>
                  <a:pt x="15109" y="66267"/>
                  <a:pt x="12890" y="67242"/>
                </a:cubicBezTo>
                <a:cubicBezTo>
                  <a:pt x="10674" y="68218"/>
                  <a:pt x="8735" y="70126"/>
                  <a:pt x="7073" y="72968"/>
                </a:cubicBezTo>
                <a:cubicBezTo>
                  <a:pt x="5411" y="75809"/>
                  <a:pt x="4580" y="79647"/>
                  <a:pt x="4580" y="84482"/>
                </a:cubicBezTo>
                <a:lnTo>
                  <a:pt x="4580" y="90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Text O">
            <a:extLst xmlns:a="http://schemas.openxmlformats.org/drawingml/2006/main">
              <a:ext uri="{FF2B5EF4-FFF2-40B4-BE49-F238E27FC236}">
                <a16:creationId xmlns:a16="http://schemas.microsoft.com/office/drawing/2014/main" id="{21E4348F-5391-4AA1-AD41-CBCCA258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629" y="2636466"/>
            <a:ext cx="179906" cy="183215"/>
          </a:xfrm>
          <a:custGeom xmlns:a="http://schemas.openxmlformats.org/drawingml/2006/main">
            <a:pathLst>
              <a:path w="179906" h="183215">
                <a:moveTo>
                  <a:pt x="178889" y="90462"/>
                </a:moveTo>
                <a:cubicBezTo>
                  <a:pt x="179906" y="117944"/>
                  <a:pt x="171891" y="140274"/>
                  <a:pt x="154842" y="157450"/>
                </a:cubicBezTo>
                <a:cubicBezTo>
                  <a:pt x="137793" y="174626"/>
                  <a:pt x="116460" y="183215"/>
                  <a:pt x="90844" y="183215"/>
                </a:cubicBezTo>
                <a:cubicBezTo>
                  <a:pt x="68960" y="183215"/>
                  <a:pt x="49705" y="176810"/>
                  <a:pt x="33080" y="164002"/>
                </a:cubicBezTo>
                <a:cubicBezTo>
                  <a:pt x="11027" y="147038"/>
                  <a:pt x="0" y="123076"/>
                  <a:pt x="0" y="92116"/>
                </a:cubicBezTo>
                <a:cubicBezTo>
                  <a:pt x="0" y="61072"/>
                  <a:pt x="10518" y="37067"/>
                  <a:pt x="31554" y="20103"/>
                </a:cubicBezTo>
                <a:cubicBezTo>
                  <a:pt x="48179" y="6701"/>
                  <a:pt x="67900" y="0"/>
                  <a:pt x="90717" y="0"/>
                </a:cubicBezTo>
                <a:cubicBezTo>
                  <a:pt x="116333" y="0"/>
                  <a:pt x="137687" y="8715"/>
                  <a:pt x="154778" y="26146"/>
                </a:cubicBezTo>
                <a:cubicBezTo>
                  <a:pt x="171870" y="43577"/>
                  <a:pt x="179906" y="65016"/>
                  <a:pt x="178889" y="90462"/>
                </a:cubicBezTo>
                <a:moveTo>
                  <a:pt x="170746" y="91989"/>
                </a:moveTo>
                <a:cubicBezTo>
                  <a:pt x="170746" y="76212"/>
                  <a:pt x="162694" y="64210"/>
                  <a:pt x="146592" y="55982"/>
                </a:cubicBezTo>
                <a:cubicBezTo>
                  <a:pt x="133370" y="49281"/>
                  <a:pt x="114384" y="45931"/>
                  <a:pt x="89635" y="45931"/>
                </a:cubicBezTo>
                <a:cubicBezTo>
                  <a:pt x="60226" y="45931"/>
                  <a:pt x="38486" y="51105"/>
                  <a:pt x="24417" y="61453"/>
                </a:cubicBezTo>
                <a:cubicBezTo>
                  <a:pt x="14585" y="68663"/>
                  <a:pt x="9670" y="78757"/>
                  <a:pt x="9670" y="91734"/>
                </a:cubicBezTo>
                <a:cubicBezTo>
                  <a:pt x="9670" y="100471"/>
                  <a:pt x="11789" y="107766"/>
                  <a:pt x="16027" y="113618"/>
                </a:cubicBezTo>
                <a:cubicBezTo>
                  <a:pt x="21451" y="121083"/>
                  <a:pt x="30116" y="126893"/>
                  <a:pt x="42022" y="131049"/>
                </a:cubicBezTo>
                <a:cubicBezTo>
                  <a:pt x="53932" y="135206"/>
                  <a:pt x="69464" y="137284"/>
                  <a:pt x="88617" y="137284"/>
                </a:cubicBezTo>
                <a:cubicBezTo>
                  <a:pt x="111418" y="137284"/>
                  <a:pt x="128475" y="135163"/>
                  <a:pt x="139789" y="130922"/>
                </a:cubicBezTo>
                <a:cubicBezTo>
                  <a:pt x="151104" y="126681"/>
                  <a:pt x="159092" y="121274"/>
                  <a:pt x="163752" y="114700"/>
                </a:cubicBezTo>
                <a:cubicBezTo>
                  <a:pt x="168415" y="108126"/>
                  <a:pt x="170746" y="100556"/>
                  <a:pt x="170746" y="91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Text N">
            <a:extLst xmlns:a="http://schemas.openxmlformats.org/drawingml/2006/main">
              <a:ext uri="{FF2B5EF4-FFF2-40B4-BE49-F238E27FC236}">
                <a16:creationId xmlns:a16="http://schemas.microsoft.com/office/drawing/2014/main" id="{A611D26B-E6C5-4811-9DB6-72C64433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8629" y="2832702"/>
            <a:ext cx="176344" cy="178380"/>
          </a:xfrm>
          <a:custGeom xmlns:a="http://schemas.openxmlformats.org/drawingml/2006/main">
            <a:pathLst>
              <a:path w="176344" h="178380">
                <a:moveTo>
                  <a:pt x="176344" y="61199"/>
                </a:moveTo>
                <a:lnTo>
                  <a:pt x="69556" y="146317"/>
                </a:lnTo>
                <a:lnTo>
                  <a:pt x="143518" y="146317"/>
                </a:lnTo>
                <a:cubicBezTo>
                  <a:pt x="153914" y="146317"/>
                  <a:pt x="160944" y="144833"/>
                  <a:pt x="164607" y="141864"/>
                </a:cubicBezTo>
                <a:cubicBezTo>
                  <a:pt x="169548" y="137793"/>
                  <a:pt x="171933" y="130964"/>
                  <a:pt x="171764" y="121380"/>
                </a:cubicBezTo>
                <a:lnTo>
                  <a:pt x="176344" y="121380"/>
                </a:lnTo>
                <a:lnTo>
                  <a:pt x="176344" y="178380"/>
                </a:lnTo>
                <a:lnTo>
                  <a:pt x="171764" y="178380"/>
                </a:lnTo>
                <a:cubicBezTo>
                  <a:pt x="170825" y="171085"/>
                  <a:pt x="169610" y="166187"/>
                  <a:pt x="168118" y="163684"/>
                </a:cubicBezTo>
                <a:cubicBezTo>
                  <a:pt x="166628" y="161182"/>
                  <a:pt x="164200" y="159231"/>
                  <a:pt x="160834" y="157832"/>
                </a:cubicBezTo>
                <a:cubicBezTo>
                  <a:pt x="157470" y="156432"/>
                  <a:pt x="151698" y="155732"/>
                  <a:pt x="143518" y="155732"/>
                </a:cubicBezTo>
                <a:lnTo>
                  <a:pt x="0" y="155732"/>
                </a:lnTo>
                <a:lnTo>
                  <a:pt x="0" y="151406"/>
                </a:lnTo>
                <a:lnTo>
                  <a:pt x="143745" y="34734"/>
                </a:lnTo>
                <a:lnTo>
                  <a:pt x="33844" y="34734"/>
                </a:lnTo>
                <a:cubicBezTo>
                  <a:pt x="23869" y="34734"/>
                  <a:pt x="17134" y="37003"/>
                  <a:pt x="13638" y="41541"/>
                </a:cubicBezTo>
                <a:cubicBezTo>
                  <a:pt x="10144" y="46079"/>
                  <a:pt x="8397" y="51275"/>
                  <a:pt x="8397" y="57127"/>
                </a:cubicBezTo>
                <a:lnTo>
                  <a:pt x="8397" y="61199"/>
                </a:lnTo>
                <a:lnTo>
                  <a:pt x="3817" y="61199"/>
                </a:lnTo>
                <a:lnTo>
                  <a:pt x="3817" y="0"/>
                </a:lnTo>
                <a:lnTo>
                  <a:pt x="8397" y="0"/>
                </a:lnTo>
                <a:cubicBezTo>
                  <a:pt x="8482" y="9500"/>
                  <a:pt x="10442" y="16116"/>
                  <a:pt x="14278" y="19848"/>
                </a:cubicBezTo>
                <a:cubicBezTo>
                  <a:pt x="18116" y="23580"/>
                  <a:pt x="24638" y="25446"/>
                  <a:pt x="33844" y="25446"/>
                </a:cubicBezTo>
                <a:lnTo>
                  <a:pt x="155625" y="25446"/>
                </a:lnTo>
                <a:lnTo>
                  <a:pt x="160185" y="21757"/>
                </a:lnTo>
                <a:cubicBezTo>
                  <a:pt x="164816" y="18109"/>
                  <a:pt x="167860" y="14886"/>
                  <a:pt x="169318" y="12087"/>
                </a:cubicBezTo>
                <a:cubicBezTo>
                  <a:pt x="170776" y="9288"/>
                  <a:pt x="171591" y="5259"/>
                  <a:pt x="171764" y="0"/>
                </a:cubicBezTo>
                <a:lnTo>
                  <a:pt x="176344" y="0"/>
                </a:lnTo>
                <a:lnTo>
                  <a:pt x="176344" y="611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d8077d74a4b9f"/>
          <a:stretch xmlns:a="http://schemas.openxmlformats.org/drawingml/2006/main"/>
        </p:blipFill>
        <p:spPr>
          <a:xfrm xmlns:a="http://schemas.openxmlformats.org/drawingml/2006/main">
            <a:off x="10639217" y="642216"/>
            <a:ext cx="433689" cy="433689"/>
          </a:xfrm>
          <a:prstGeom xmlns:a="http://schemas.openxmlformats.org/drawingml/2006/main" prst="rect">
            <a:avLst/>
          </a:prstGeom>
        </p:spPr>
      </p:pic>
      <p:pic>
        <p:nvPicPr>
          <p:cNvPr id="10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55fc67a7f48e6"/>
          <a:stretch xmlns:a="http://schemas.openxmlformats.org/drawingml/2006/main"/>
        </p:blipFill>
        <p:spPr>
          <a:xfrm xmlns:a="http://schemas.openxmlformats.org/drawingml/2006/main">
            <a:off x="11007600" y="1180959"/>
            <a:ext cx="214483" cy="223420"/>
          </a:xfrm>
          <a:prstGeom xmlns:a="http://schemas.openxmlformats.org/drawingml/2006/main" prst="rect">
            <a:avLst/>
          </a:prstGeom>
        </p:spPr>
      </p:pic>
      <p:pic>
        <p:nvPicPr>
          <p:cNvPr id="1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5e67ad46b45a2"/>
          <a:stretch xmlns:a="http://schemas.openxmlformats.org/drawingml/2006/main"/>
        </p:blipFill>
        <p:spPr>
          <a:xfrm xmlns:a="http://schemas.openxmlformats.org/drawingml/2006/main">
            <a:off x="6294466" y="3781455"/>
            <a:ext cx="494355" cy="387275"/>
          </a:xfrm>
          <a:prstGeom xmlns:a="http://schemas.openxmlformats.org/drawingml/2006/main" prst="rect">
            <a:avLst/>
          </a:prstGeom>
        </p:spPr>
      </p:pic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51813-92C9-4296-BA8F-F80572F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067" y="1130300"/>
            <a:ext cx="1137559" cy="1113782"/>
          </a:xfrm>
          <a:custGeom xmlns:a="http://schemas.openxmlformats.org/drawingml/2006/main">
            <a:pathLst>
              <a:path w="1137559" h="1113782">
                <a:moveTo>
                  <a:pt x="0" y="0"/>
                </a:moveTo>
                <a:lnTo>
                  <a:pt x="1137559" y="0"/>
                </a:lnTo>
                <a:lnTo>
                  <a:pt x="1137559" y="1113782"/>
                </a:lnTo>
                <a:lnTo>
                  <a:pt x="0" y="11137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88659-890B-4EC9-897E-B4E70A1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067" y="1130300"/>
            <a:ext cx="1137559" cy="1113782"/>
          </a:xfrm>
          <a:custGeom xmlns:a="http://schemas.openxmlformats.org/drawingml/2006/main">
            <a:pathLst>
              <a:path w="1137559" h="1113782" fill="none">
                <a:moveTo>
                  <a:pt x="0" y="0"/>
                </a:moveTo>
                <a:lnTo>
                  <a:pt x="1137559" y="0"/>
                </a:lnTo>
                <a:lnTo>
                  <a:pt x="1137559" y="1113782"/>
                </a:lnTo>
                <a:lnTo>
                  <a:pt x="0" y="11137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D4FB5-807A-4CA9-87F4-7C9E4B1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13" y="1441889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3" y="127167"/>
                  <a:pt x="237898" y="134927"/>
                  <a:pt x="236369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0" y="209252"/>
                  <a:pt x="192143" y="214198"/>
                  <a:pt x="185628" y="218551"/>
                </a:cubicBezTo>
                <a:cubicBezTo>
                  <a:pt x="179112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6" y="238662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1" y="209252"/>
                  <a:pt x="34951" y="203711"/>
                </a:cubicBezTo>
                <a:cubicBezTo>
                  <a:pt x="29410" y="198171"/>
                  <a:pt x="24464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4"/>
                </a:cubicBezTo>
                <a:cubicBezTo>
                  <a:pt x="172236" y="12082"/>
                  <a:pt x="179112" y="15758"/>
                  <a:pt x="185628" y="20111"/>
                </a:cubicBezTo>
                <a:cubicBezTo>
                  <a:pt x="192143" y="24464"/>
                  <a:pt x="198170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73736-4836-4B2A-BF72-7E3315E9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13" y="1441889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3" y="127167"/>
                  <a:pt x="237898" y="134927"/>
                  <a:pt x="236369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0" y="209252"/>
                  <a:pt x="192143" y="214198"/>
                  <a:pt x="185628" y="218551"/>
                </a:cubicBezTo>
                <a:cubicBezTo>
                  <a:pt x="179112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6" y="238662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1" y="209252"/>
                  <a:pt x="34951" y="203711"/>
                </a:cubicBezTo>
                <a:cubicBezTo>
                  <a:pt x="29410" y="198171"/>
                  <a:pt x="24464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4"/>
                </a:cubicBezTo>
                <a:cubicBezTo>
                  <a:pt x="172236" y="12082"/>
                  <a:pt x="179112" y="15758"/>
                  <a:pt x="185628" y="20111"/>
                </a:cubicBezTo>
                <a:cubicBezTo>
                  <a:pt x="192143" y="24464"/>
                  <a:pt x="198170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56" name="Text tag_">
            <a:extLst xmlns:a="http://schemas.openxmlformats.org/drawingml/2006/main">
              <a:ext uri="{FF2B5EF4-FFF2-40B4-BE49-F238E27FC236}">
                <a16:creationId xmlns:a16="http://schemas.microsoft.com/office/drawing/2014/main" id="{9C253E21-942B-412A-84C2-9026A365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043" y="1504719"/>
            <a:ext cx="108727" cy="44468"/>
          </a:xfrm>
          <a:custGeom xmlns:a="http://schemas.openxmlformats.org/drawingml/2006/main">
            <a:pathLst>
              <a:path w="108727" h="44468">
                <a:moveTo>
                  <a:pt x="16771" y="34118"/>
                </a:moveTo>
                <a:cubicBezTo>
                  <a:pt x="15928" y="34340"/>
                  <a:pt x="15009" y="34521"/>
                  <a:pt x="14015" y="34664"/>
                </a:cubicBezTo>
                <a:cubicBezTo>
                  <a:pt x="13021" y="34806"/>
                  <a:pt x="12135" y="34878"/>
                  <a:pt x="11355" y="34878"/>
                </a:cubicBezTo>
                <a:cubicBezTo>
                  <a:pt x="8636" y="34878"/>
                  <a:pt x="6568" y="34145"/>
                  <a:pt x="5153" y="32681"/>
                </a:cubicBezTo>
                <a:cubicBezTo>
                  <a:pt x="3737" y="31216"/>
                  <a:pt x="3030" y="28868"/>
                  <a:pt x="3030" y="25636"/>
                </a:cubicBezTo>
                <a:lnTo>
                  <a:pt x="3030" y="11451"/>
                </a:lnTo>
                <a:lnTo>
                  <a:pt x="0" y="11451"/>
                </a:lnTo>
                <a:lnTo>
                  <a:pt x="0" y="7682"/>
                </a:lnTo>
                <a:lnTo>
                  <a:pt x="3030" y="7682"/>
                </a:lnTo>
                <a:lnTo>
                  <a:pt x="3030" y="0"/>
                </a:lnTo>
                <a:lnTo>
                  <a:pt x="7515" y="0"/>
                </a:lnTo>
                <a:lnTo>
                  <a:pt x="7515" y="7682"/>
                </a:lnTo>
                <a:lnTo>
                  <a:pt x="16771" y="7682"/>
                </a:lnTo>
                <a:lnTo>
                  <a:pt x="16771" y="11451"/>
                </a:lnTo>
                <a:lnTo>
                  <a:pt x="7515" y="11451"/>
                </a:lnTo>
                <a:lnTo>
                  <a:pt x="7515" y="23623"/>
                </a:lnTo>
                <a:cubicBezTo>
                  <a:pt x="7515" y="25026"/>
                  <a:pt x="7546" y="26123"/>
                  <a:pt x="7610" y="26912"/>
                </a:cubicBezTo>
                <a:cubicBezTo>
                  <a:pt x="7674" y="27701"/>
                  <a:pt x="7896" y="28438"/>
                  <a:pt x="8278" y="29124"/>
                </a:cubicBezTo>
                <a:cubicBezTo>
                  <a:pt x="8628" y="29761"/>
                  <a:pt x="9109" y="30228"/>
                  <a:pt x="9721" y="30523"/>
                </a:cubicBezTo>
                <a:cubicBezTo>
                  <a:pt x="10334" y="30818"/>
                  <a:pt x="11268" y="30965"/>
                  <a:pt x="12524" y="30965"/>
                </a:cubicBezTo>
                <a:cubicBezTo>
                  <a:pt x="13256" y="30965"/>
                  <a:pt x="14019" y="30858"/>
                  <a:pt x="14815" y="30643"/>
                </a:cubicBezTo>
                <a:cubicBezTo>
                  <a:pt x="15610" y="30428"/>
                  <a:pt x="16182" y="30249"/>
                  <a:pt x="16532" y="30106"/>
                </a:cubicBezTo>
                <a:lnTo>
                  <a:pt x="16771" y="30106"/>
                </a:lnTo>
                <a:lnTo>
                  <a:pt x="16771" y="34118"/>
                </a:lnTo>
                <a:close/>
                <a:moveTo>
                  <a:pt x="42891" y="34353"/>
                </a:moveTo>
                <a:lnTo>
                  <a:pt x="38430" y="34353"/>
                </a:lnTo>
                <a:lnTo>
                  <a:pt x="38430" y="31533"/>
                </a:lnTo>
                <a:cubicBezTo>
                  <a:pt x="38032" y="31804"/>
                  <a:pt x="37495" y="32182"/>
                  <a:pt x="36820" y="32668"/>
                </a:cubicBezTo>
                <a:cubicBezTo>
                  <a:pt x="36144" y="33153"/>
                  <a:pt x="35488" y="33540"/>
                  <a:pt x="34851" y="33826"/>
                </a:cubicBezTo>
                <a:cubicBezTo>
                  <a:pt x="34104" y="34193"/>
                  <a:pt x="33245" y="34499"/>
                  <a:pt x="32275" y="34746"/>
                </a:cubicBezTo>
                <a:cubicBezTo>
                  <a:pt x="31305" y="34993"/>
                  <a:pt x="30168" y="35116"/>
                  <a:pt x="28864" y="35116"/>
                </a:cubicBezTo>
                <a:cubicBezTo>
                  <a:pt x="26462" y="35116"/>
                  <a:pt x="24426" y="34320"/>
                  <a:pt x="22756" y="32728"/>
                </a:cubicBezTo>
                <a:cubicBezTo>
                  <a:pt x="21086" y="31135"/>
                  <a:pt x="20252" y="29105"/>
                  <a:pt x="20252" y="26636"/>
                </a:cubicBezTo>
                <a:cubicBezTo>
                  <a:pt x="20252" y="24614"/>
                  <a:pt x="20685" y="22978"/>
                  <a:pt x="21552" y="21728"/>
                </a:cubicBezTo>
                <a:cubicBezTo>
                  <a:pt x="22418" y="20477"/>
                  <a:pt x="23655" y="19494"/>
                  <a:pt x="25261" y="18778"/>
                </a:cubicBezTo>
                <a:cubicBezTo>
                  <a:pt x="26883" y="18061"/>
                  <a:pt x="28832" y="17575"/>
                  <a:pt x="31106" y="17320"/>
                </a:cubicBezTo>
                <a:cubicBezTo>
                  <a:pt x="33380" y="17065"/>
                  <a:pt x="35822" y="16874"/>
                  <a:pt x="38430" y="16747"/>
                </a:cubicBezTo>
                <a:lnTo>
                  <a:pt x="38430" y="16049"/>
                </a:lnTo>
                <a:cubicBezTo>
                  <a:pt x="38430" y="15023"/>
                  <a:pt x="38251" y="14173"/>
                  <a:pt x="37893" y="13500"/>
                </a:cubicBezTo>
                <a:cubicBezTo>
                  <a:pt x="37535" y="12826"/>
                  <a:pt x="37022" y="12297"/>
                  <a:pt x="36354" y="11912"/>
                </a:cubicBezTo>
                <a:cubicBezTo>
                  <a:pt x="35718" y="11543"/>
                  <a:pt x="34955" y="11294"/>
                  <a:pt x="34064" y="11166"/>
                </a:cubicBezTo>
                <a:cubicBezTo>
                  <a:pt x="33174" y="11038"/>
                  <a:pt x="32243" y="10974"/>
                  <a:pt x="31273" y="10974"/>
                </a:cubicBezTo>
                <a:cubicBezTo>
                  <a:pt x="30096" y="10974"/>
                  <a:pt x="28784" y="11133"/>
                  <a:pt x="27337" y="11452"/>
                </a:cubicBezTo>
                <a:cubicBezTo>
                  <a:pt x="25889" y="11770"/>
                  <a:pt x="24395" y="12231"/>
                  <a:pt x="22852" y="12835"/>
                </a:cubicBezTo>
                <a:lnTo>
                  <a:pt x="22613" y="12835"/>
                </a:lnTo>
                <a:lnTo>
                  <a:pt x="22613" y="8278"/>
                </a:lnTo>
                <a:cubicBezTo>
                  <a:pt x="23488" y="8039"/>
                  <a:pt x="24752" y="7777"/>
                  <a:pt x="26406" y="7491"/>
                </a:cubicBezTo>
                <a:cubicBezTo>
                  <a:pt x="28060" y="7205"/>
                  <a:pt x="29691" y="7061"/>
                  <a:pt x="31297" y="7061"/>
                </a:cubicBezTo>
                <a:cubicBezTo>
                  <a:pt x="33174" y="7061"/>
                  <a:pt x="34808" y="7216"/>
                  <a:pt x="36199" y="7527"/>
                </a:cubicBezTo>
                <a:cubicBezTo>
                  <a:pt x="37591" y="7837"/>
                  <a:pt x="38796" y="8366"/>
                  <a:pt x="39813" y="9113"/>
                </a:cubicBezTo>
                <a:cubicBezTo>
                  <a:pt x="40815" y="9845"/>
                  <a:pt x="41579" y="10791"/>
                  <a:pt x="42104" y="11952"/>
                </a:cubicBezTo>
                <a:cubicBezTo>
                  <a:pt x="42628" y="13113"/>
                  <a:pt x="42891" y="14552"/>
                  <a:pt x="42891" y="16270"/>
                </a:cubicBezTo>
                <a:lnTo>
                  <a:pt x="42891" y="34353"/>
                </a:lnTo>
                <a:moveTo>
                  <a:pt x="38430" y="27826"/>
                </a:moveTo>
                <a:lnTo>
                  <a:pt x="38430" y="20373"/>
                </a:lnTo>
                <a:cubicBezTo>
                  <a:pt x="37062" y="20453"/>
                  <a:pt x="35452" y="20573"/>
                  <a:pt x="33599" y="20733"/>
                </a:cubicBezTo>
                <a:cubicBezTo>
                  <a:pt x="31746" y="20893"/>
                  <a:pt x="30279" y="21124"/>
                  <a:pt x="29198" y="21427"/>
                </a:cubicBezTo>
                <a:cubicBezTo>
                  <a:pt x="27909" y="21795"/>
                  <a:pt x="26868" y="22366"/>
                  <a:pt x="26072" y="23141"/>
                </a:cubicBezTo>
                <a:cubicBezTo>
                  <a:pt x="25277" y="23916"/>
                  <a:pt x="24880" y="24982"/>
                  <a:pt x="24880" y="26340"/>
                </a:cubicBezTo>
                <a:cubicBezTo>
                  <a:pt x="24880" y="27874"/>
                  <a:pt x="25341" y="29028"/>
                  <a:pt x="26263" y="29803"/>
                </a:cubicBezTo>
                <a:cubicBezTo>
                  <a:pt x="27186" y="30578"/>
                  <a:pt x="28593" y="30965"/>
                  <a:pt x="30486" y="30965"/>
                </a:cubicBezTo>
                <a:cubicBezTo>
                  <a:pt x="32060" y="30965"/>
                  <a:pt x="33500" y="30658"/>
                  <a:pt x="34804" y="30043"/>
                </a:cubicBezTo>
                <a:cubicBezTo>
                  <a:pt x="36108" y="29428"/>
                  <a:pt x="37317" y="28689"/>
                  <a:pt x="38430" y="27826"/>
                </a:cubicBezTo>
                <a:close/>
                <a:moveTo>
                  <a:pt x="73161" y="31330"/>
                </a:moveTo>
                <a:cubicBezTo>
                  <a:pt x="73161" y="35852"/>
                  <a:pt x="72135" y="39173"/>
                  <a:pt x="70083" y="41290"/>
                </a:cubicBezTo>
                <a:cubicBezTo>
                  <a:pt x="68032" y="43409"/>
                  <a:pt x="64875" y="44468"/>
                  <a:pt x="60613" y="44468"/>
                </a:cubicBezTo>
                <a:cubicBezTo>
                  <a:pt x="59197" y="44468"/>
                  <a:pt x="57817" y="44368"/>
                  <a:pt x="56474" y="44169"/>
                </a:cubicBezTo>
                <a:cubicBezTo>
                  <a:pt x="55130" y="43971"/>
                  <a:pt x="53806" y="43688"/>
                  <a:pt x="52501" y="43323"/>
                </a:cubicBezTo>
                <a:lnTo>
                  <a:pt x="52501" y="38742"/>
                </a:lnTo>
                <a:lnTo>
                  <a:pt x="52740" y="38742"/>
                </a:lnTo>
                <a:cubicBezTo>
                  <a:pt x="53472" y="39025"/>
                  <a:pt x="54633" y="39373"/>
                  <a:pt x="56223" y="39789"/>
                </a:cubicBezTo>
                <a:cubicBezTo>
                  <a:pt x="57813" y="40204"/>
                  <a:pt x="59404" y="40412"/>
                  <a:pt x="60994" y="40412"/>
                </a:cubicBezTo>
                <a:cubicBezTo>
                  <a:pt x="62521" y="40412"/>
                  <a:pt x="63785" y="40230"/>
                  <a:pt x="64787" y="39864"/>
                </a:cubicBezTo>
                <a:cubicBezTo>
                  <a:pt x="65789" y="39499"/>
                  <a:pt x="66569" y="38991"/>
                  <a:pt x="67125" y="38340"/>
                </a:cubicBezTo>
                <a:cubicBezTo>
                  <a:pt x="67682" y="37721"/>
                  <a:pt x="68079" y="36975"/>
                  <a:pt x="68318" y="36101"/>
                </a:cubicBezTo>
                <a:cubicBezTo>
                  <a:pt x="68557" y="35228"/>
                  <a:pt x="68676" y="34251"/>
                  <a:pt x="68676" y="33172"/>
                </a:cubicBezTo>
                <a:lnTo>
                  <a:pt x="68676" y="30742"/>
                </a:lnTo>
                <a:cubicBezTo>
                  <a:pt x="67324" y="31827"/>
                  <a:pt x="66032" y="32636"/>
                  <a:pt x="64799" y="33170"/>
                </a:cubicBezTo>
                <a:cubicBezTo>
                  <a:pt x="63567" y="33704"/>
                  <a:pt x="61996" y="33971"/>
                  <a:pt x="60088" y="33971"/>
                </a:cubicBezTo>
                <a:cubicBezTo>
                  <a:pt x="56907" y="33971"/>
                  <a:pt x="54382" y="32819"/>
                  <a:pt x="52513" y="30515"/>
                </a:cubicBezTo>
                <a:cubicBezTo>
                  <a:pt x="50645" y="28210"/>
                  <a:pt x="49710" y="24961"/>
                  <a:pt x="49710" y="20767"/>
                </a:cubicBezTo>
                <a:cubicBezTo>
                  <a:pt x="49710" y="18471"/>
                  <a:pt x="50032" y="16490"/>
                  <a:pt x="50676" y="14824"/>
                </a:cubicBezTo>
                <a:cubicBezTo>
                  <a:pt x="51321" y="13157"/>
                  <a:pt x="52199" y="11718"/>
                  <a:pt x="53313" y="10506"/>
                </a:cubicBezTo>
                <a:cubicBezTo>
                  <a:pt x="54346" y="9374"/>
                  <a:pt x="55603" y="8493"/>
                  <a:pt x="57082" y="7864"/>
                </a:cubicBezTo>
                <a:cubicBezTo>
                  <a:pt x="58561" y="7233"/>
                  <a:pt x="60032" y="6918"/>
                  <a:pt x="61495" y="6918"/>
                </a:cubicBezTo>
                <a:cubicBezTo>
                  <a:pt x="63038" y="6918"/>
                  <a:pt x="64330" y="7074"/>
                  <a:pt x="65372" y="7385"/>
                </a:cubicBezTo>
                <a:cubicBezTo>
                  <a:pt x="66414" y="7696"/>
                  <a:pt x="67515" y="8170"/>
                  <a:pt x="68676" y="8808"/>
                </a:cubicBezTo>
                <a:lnTo>
                  <a:pt x="68962" y="7682"/>
                </a:lnTo>
                <a:lnTo>
                  <a:pt x="73161" y="7682"/>
                </a:lnTo>
                <a:lnTo>
                  <a:pt x="73161" y="31330"/>
                </a:lnTo>
                <a:moveTo>
                  <a:pt x="68676" y="27046"/>
                </a:moveTo>
                <a:lnTo>
                  <a:pt x="68676" y="12480"/>
                </a:lnTo>
                <a:cubicBezTo>
                  <a:pt x="67483" y="11938"/>
                  <a:pt x="66374" y="11552"/>
                  <a:pt x="65348" y="11320"/>
                </a:cubicBezTo>
                <a:cubicBezTo>
                  <a:pt x="64322" y="11089"/>
                  <a:pt x="63300" y="10974"/>
                  <a:pt x="62282" y="10974"/>
                </a:cubicBezTo>
                <a:cubicBezTo>
                  <a:pt x="59817" y="10974"/>
                  <a:pt x="57877" y="11803"/>
                  <a:pt x="56462" y="13462"/>
                </a:cubicBezTo>
                <a:cubicBezTo>
                  <a:pt x="55046" y="15120"/>
                  <a:pt x="54338" y="17527"/>
                  <a:pt x="54338" y="20684"/>
                </a:cubicBezTo>
                <a:cubicBezTo>
                  <a:pt x="54338" y="23681"/>
                  <a:pt x="54863" y="25953"/>
                  <a:pt x="55913" y="27500"/>
                </a:cubicBezTo>
                <a:cubicBezTo>
                  <a:pt x="56963" y="29047"/>
                  <a:pt x="58704" y="29820"/>
                  <a:pt x="61137" y="29820"/>
                </a:cubicBezTo>
                <a:cubicBezTo>
                  <a:pt x="62441" y="29820"/>
                  <a:pt x="63750" y="29569"/>
                  <a:pt x="65062" y="29067"/>
                </a:cubicBezTo>
                <a:cubicBezTo>
                  <a:pt x="66374" y="28565"/>
                  <a:pt x="67578" y="27891"/>
                  <a:pt x="68676" y="27046"/>
                </a:cubicBezTo>
                <a:close/>
                <a:moveTo>
                  <a:pt x="108727" y="41510"/>
                </a:moveTo>
                <a:lnTo>
                  <a:pt x="77476" y="41510"/>
                </a:lnTo>
                <a:lnTo>
                  <a:pt x="77476" y="38647"/>
                </a:lnTo>
                <a:lnTo>
                  <a:pt x="108727" y="38647"/>
                </a:lnTo>
                <a:lnTo>
                  <a:pt x="108727" y="41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Text addr">
            <a:extLst xmlns:a="http://schemas.openxmlformats.org/drawingml/2006/main">
              <a:ext uri="{FF2B5EF4-FFF2-40B4-BE49-F238E27FC236}">
                <a16:creationId xmlns:a16="http://schemas.microsoft.com/office/drawing/2014/main" id="{14E869C9-A57D-4A0F-AC48-50068FE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536" y="1567094"/>
            <a:ext cx="108799" cy="37883"/>
          </a:xfrm>
          <a:custGeom xmlns:a="http://schemas.openxmlformats.org/drawingml/2006/main">
            <a:pathLst>
              <a:path w="108799" h="37883">
                <a:moveTo>
                  <a:pt x="22639" y="37120"/>
                </a:moveTo>
                <a:lnTo>
                  <a:pt x="18178" y="37120"/>
                </a:lnTo>
                <a:lnTo>
                  <a:pt x="18178" y="34301"/>
                </a:lnTo>
                <a:cubicBezTo>
                  <a:pt x="17781" y="34571"/>
                  <a:pt x="17244" y="34950"/>
                  <a:pt x="16568" y="35435"/>
                </a:cubicBezTo>
                <a:cubicBezTo>
                  <a:pt x="15892" y="35921"/>
                  <a:pt x="15236" y="36307"/>
                  <a:pt x="14600" y="36594"/>
                </a:cubicBezTo>
                <a:cubicBezTo>
                  <a:pt x="13852" y="36960"/>
                  <a:pt x="12994" y="37266"/>
                  <a:pt x="12023" y="37513"/>
                </a:cubicBezTo>
                <a:cubicBezTo>
                  <a:pt x="11053" y="37760"/>
                  <a:pt x="9916" y="37883"/>
                  <a:pt x="8612" y="37883"/>
                </a:cubicBezTo>
                <a:cubicBezTo>
                  <a:pt x="6211" y="37883"/>
                  <a:pt x="4175" y="37087"/>
                  <a:pt x="2505" y="35495"/>
                </a:cubicBezTo>
                <a:cubicBezTo>
                  <a:pt x="835" y="33902"/>
                  <a:pt x="0" y="31872"/>
                  <a:pt x="0" y="29403"/>
                </a:cubicBezTo>
                <a:cubicBezTo>
                  <a:pt x="0" y="27381"/>
                  <a:pt x="433" y="25745"/>
                  <a:pt x="1300" y="24495"/>
                </a:cubicBezTo>
                <a:cubicBezTo>
                  <a:pt x="2167" y="23244"/>
                  <a:pt x="3403" y="22261"/>
                  <a:pt x="5010" y="21545"/>
                </a:cubicBezTo>
                <a:cubicBezTo>
                  <a:pt x="6632" y="20828"/>
                  <a:pt x="8580" y="20343"/>
                  <a:pt x="10855" y="20088"/>
                </a:cubicBezTo>
                <a:cubicBezTo>
                  <a:pt x="13129" y="19833"/>
                  <a:pt x="15570" y="19641"/>
                  <a:pt x="18178" y="19514"/>
                </a:cubicBezTo>
                <a:lnTo>
                  <a:pt x="18178" y="18816"/>
                </a:lnTo>
                <a:cubicBezTo>
                  <a:pt x="18178" y="17790"/>
                  <a:pt x="17999" y="16940"/>
                  <a:pt x="17642" y="16267"/>
                </a:cubicBezTo>
                <a:cubicBezTo>
                  <a:pt x="17284" y="15593"/>
                  <a:pt x="16771" y="15064"/>
                  <a:pt x="16103" y="14679"/>
                </a:cubicBezTo>
                <a:cubicBezTo>
                  <a:pt x="15467" y="14310"/>
                  <a:pt x="14703" y="14062"/>
                  <a:pt x="13813" y="13933"/>
                </a:cubicBezTo>
                <a:cubicBezTo>
                  <a:pt x="12922" y="13805"/>
                  <a:pt x="11992" y="13741"/>
                  <a:pt x="11021" y="13741"/>
                </a:cubicBezTo>
                <a:cubicBezTo>
                  <a:pt x="9845" y="13741"/>
                  <a:pt x="8533" y="13900"/>
                  <a:pt x="7085" y="14219"/>
                </a:cubicBezTo>
                <a:cubicBezTo>
                  <a:pt x="5638" y="14537"/>
                  <a:pt x="4143" y="14998"/>
                  <a:pt x="2600" y="15602"/>
                </a:cubicBezTo>
                <a:lnTo>
                  <a:pt x="2362" y="15602"/>
                </a:lnTo>
                <a:lnTo>
                  <a:pt x="2362" y="11045"/>
                </a:lnTo>
                <a:cubicBezTo>
                  <a:pt x="3236" y="10807"/>
                  <a:pt x="4501" y="10544"/>
                  <a:pt x="6155" y="10258"/>
                </a:cubicBezTo>
                <a:cubicBezTo>
                  <a:pt x="7809" y="9972"/>
                  <a:pt x="9439" y="9829"/>
                  <a:pt x="11045" y="9829"/>
                </a:cubicBezTo>
                <a:cubicBezTo>
                  <a:pt x="12922" y="9829"/>
                  <a:pt x="14556" y="9984"/>
                  <a:pt x="15948" y="10294"/>
                </a:cubicBezTo>
                <a:cubicBezTo>
                  <a:pt x="17339" y="10604"/>
                  <a:pt x="18544" y="11133"/>
                  <a:pt x="19562" y="11880"/>
                </a:cubicBezTo>
                <a:cubicBezTo>
                  <a:pt x="20564" y="12612"/>
                  <a:pt x="21327" y="13558"/>
                  <a:pt x="21852" y="14719"/>
                </a:cubicBezTo>
                <a:cubicBezTo>
                  <a:pt x="22377" y="15880"/>
                  <a:pt x="22639" y="17319"/>
                  <a:pt x="22639" y="19037"/>
                </a:cubicBezTo>
                <a:lnTo>
                  <a:pt x="22639" y="37120"/>
                </a:lnTo>
                <a:moveTo>
                  <a:pt x="18178" y="30593"/>
                </a:moveTo>
                <a:lnTo>
                  <a:pt x="18178" y="23140"/>
                </a:lnTo>
                <a:cubicBezTo>
                  <a:pt x="16811" y="23220"/>
                  <a:pt x="15200" y="23340"/>
                  <a:pt x="13347" y="23500"/>
                </a:cubicBezTo>
                <a:cubicBezTo>
                  <a:pt x="11495" y="23660"/>
                  <a:pt x="10027" y="23891"/>
                  <a:pt x="8946" y="24195"/>
                </a:cubicBezTo>
                <a:cubicBezTo>
                  <a:pt x="7658" y="24562"/>
                  <a:pt x="6616" y="25134"/>
                  <a:pt x="5821" y="25908"/>
                </a:cubicBezTo>
                <a:cubicBezTo>
                  <a:pt x="5026" y="26683"/>
                  <a:pt x="4628" y="27750"/>
                  <a:pt x="4628" y="29107"/>
                </a:cubicBezTo>
                <a:cubicBezTo>
                  <a:pt x="4628" y="30641"/>
                  <a:pt x="5089" y="31795"/>
                  <a:pt x="6012" y="32570"/>
                </a:cubicBezTo>
                <a:cubicBezTo>
                  <a:pt x="6934" y="33345"/>
                  <a:pt x="8342" y="33732"/>
                  <a:pt x="10234" y="33732"/>
                </a:cubicBezTo>
                <a:cubicBezTo>
                  <a:pt x="11809" y="33732"/>
                  <a:pt x="13248" y="33425"/>
                  <a:pt x="14552" y="32810"/>
                </a:cubicBezTo>
                <a:cubicBezTo>
                  <a:pt x="15856" y="32195"/>
                  <a:pt x="17065" y="31456"/>
                  <a:pt x="18178" y="30593"/>
                </a:cubicBezTo>
                <a:close/>
                <a:moveTo>
                  <a:pt x="52909" y="37120"/>
                </a:moveTo>
                <a:lnTo>
                  <a:pt x="48424" y="37120"/>
                </a:lnTo>
                <a:lnTo>
                  <a:pt x="48424" y="34344"/>
                </a:lnTo>
                <a:cubicBezTo>
                  <a:pt x="47136" y="35460"/>
                  <a:pt x="45792" y="36329"/>
                  <a:pt x="44393" y="36951"/>
                </a:cubicBezTo>
                <a:cubicBezTo>
                  <a:pt x="42993" y="37573"/>
                  <a:pt x="41474" y="37883"/>
                  <a:pt x="39836" y="37883"/>
                </a:cubicBezTo>
                <a:cubicBezTo>
                  <a:pt x="36655" y="37883"/>
                  <a:pt x="34131" y="36656"/>
                  <a:pt x="32262" y="34201"/>
                </a:cubicBezTo>
                <a:cubicBezTo>
                  <a:pt x="30393" y="31745"/>
                  <a:pt x="29459" y="28341"/>
                  <a:pt x="29459" y="23988"/>
                </a:cubicBezTo>
                <a:cubicBezTo>
                  <a:pt x="29459" y="21724"/>
                  <a:pt x="29781" y="19707"/>
                  <a:pt x="30425" y="17937"/>
                </a:cubicBezTo>
                <a:cubicBezTo>
                  <a:pt x="31069" y="16167"/>
                  <a:pt x="31940" y="14660"/>
                  <a:pt x="33037" y="13417"/>
                </a:cubicBezTo>
                <a:cubicBezTo>
                  <a:pt x="34119" y="12205"/>
                  <a:pt x="35379" y="11280"/>
                  <a:pt x="36818" y="10643"/>
                </a:cubicBezTo>
                <a:cubicBezTo>
                  <a:pt x="38258" y="10005"/>
                  <a:pt x="39749" y="9686"/>
                  <a:pt x="41291" y="9686"/>
                </a:cubicBezTo>
                <a:cubicBezTo>
                  <a:pt x="42691" y="9686"/>
                  <a:pt x="43931" y="9833"/>
                  <a:pt x="45013" y="10128"/>
                </a:cubicBezTo>
                <a:cubicBezTo>
                  <a:pt x="46094" y="10423"/>
                  <a:pt x="47232" y="10881"/>
                  <a:pt x="48424" y="11503"/>
                </a:cubicBezTo>
                <a:lnTo>
                  <a:pt x="48424" y="0"/>
                </a:lnTo>
                <a:lnTo>
                  <a:pt x="52909" y="0"/>
                </a:lnTo>
                <a:lnTo>
                  <a:pt x="52909" y="37120"/>
                </a:lnTo>
                <a:moveTo>
                  <a:pt x="48424" y="30560"/>
                </a:moveTo>
                <a:lnTo>
                  <a:pt x="48424" y="15268"/>
                </a:lnTo>
                <a:cubicBezTo>
                  <a:pt x="47216" y="14727"/>
                  <a:pt x="46134" y="14353"/>
                  <a:pt x="45180" y="14147"/>
                </a:cubicBezTo>
                <a:cubicBezTo>
                  <a:pt x="44226" y="13940"/>
                  <a:pt x="43184" y="13837"/>
                  <a:pt x="42055" y="13837"/>
                </a:cubicBezTo>
                <a:cubicBezTo>
                  <a:pt x="39542" y="13837"/>
                  <a:pt x="37586" y="14711"/>
                  <a:pt x="36186" y="16461"/>
                </a:cubicBezTo>
                <a:cubicBezTo>
                  <a:pt x="34787" y="18210"/>
                  <a:pt x="34087" y="20691"/>
                  <a:pt x="34087" y="23904"/>
                </a:cubicBezTo>
                <a:cubicBezTo>
                  <a:pt x="34087" y="27069"/>
                  <a:pt x="34628" y="29474"/>
                  <a:pt x="35709" y="31120"/>
                </a:cubicBezTo>
                <a:cubicBezTo>
                  <a:pt x="36791" y="32766"/>
                  <a:pt x="38524" y="33589"/>
                  <a:pt x="40910" y="33589"/>
                </a:cubicBezTo>
                <a:cubicBezTo>
                  <a:pt x="42182" y="33589"/>
                  <a:pt x="43470" y="33307"/>
                  <a:pt x="44774" y="32742"/>
                </a:cubicBezTo>
                <a:cubicBezTo>
                  <a:pt x="46079" y="32178"/>
                  <a:pt x="47295" y="31450"/>
                  <a:pt x="48424" y="30560"/>
                </a:cubicBezTo>
                <a:close/>
                <a:moveTo>
                  <a:pt x="83347" y="37120"/>
                </a:moveTo>
                <a:lnTo>
                  <a:pt x="78862" y="37120"/>
                </a:lnTo>
                <a:lnTo>
                  <a:pt x="78862" y="34344"/>
                </a:lnTo>
                <a:cubicBezTo>
                  <a:pt x="77574" y="35460"/>
                  <a:pt x="76230" y="36329"/>
                  <a:pt x="74830" y="36951"/>
                </a:cubicBezTo>
                <a:cubicBezTo>
                  <a:pt x="73431" y="37573"/>
                  <a:pt x="71912" y="37883"/>
                  <a:pt x="70274" y="37883"/>
                </a:cubicBezTo>
                <a:cubicBezTo>
                  <a:pt x="67093" y="37883"/>
                  <a:pt x="64568" y="36656"/>
                  <a:pt x="62699" y="34201"/>
                </a:cubicBezTo>
                <a:cubicBezTo>
                  <a:pt x="60831" y="31745"/>
                  <a:pt x="59896" y="28341"/>
                  <a:pt x="59896" y="23988"/>
                </a:cubicBezTo>
                <a:cubicBezTo>
                  <a:pt x="59896" y="21724"/>
                  <a:pt x="60218" y="19707"/>
                  <a:pt x="60862" y="17937"/>
                </a:cubicBezTo>
                <a:cubicBezTo>
                  <a:pt x="61507" y="16167"/>
                  <a:pt x="62377" y="14660"/>
                  <a:pt x="63475" y="13417"/>
                </a:cubicBezTo>
                <a:cubicBezTo>
                  <a:pt x="64556" y="12205"/>
                  <a:pt x="65817" y="11280"/>
                  <a:pt x="67256" y="10643"/>
                </a:cubicBezTo>
                <a:cubicBezTo>
                  <a:pt x="68695" y="10005"/>
                  <a:pt x="70186" y="9686"/>
                  <a:pt x="71729" y="9686"/>
                </a:cubicBezTo>
                <a:cubicBezTo>
                  <a:pt x="73128" y="9686"/>
                  <a:pt x="74369" y="9833"/>
                  <a:pt x="75450" y="10128"/>
                </a:cubicBezTo>
                <a:cubicBezTo>
                  <a:pt x="76532" y="10423"/>
                  <a:pt x="77669" y="10881"/>
                  <a:pt x="78862" y="11503"/>
                </a:cubicBezTo>
                <a:lnTo>
                  <a:pt x="78862" y="0"/>
                </a:lnTo>
                <a:lnTo>
                  <a:pt x="83347" y="0"/>
                </a:lnTo>
                <a:lnTo>
                  <a:pt x="83347" y="37120"/>
                </a:lnTo>
                <a:moveTo>
                  <a:pt x="78862" y="30560"/>
                </a:moveTo>
                <a:lnTo>
                  <a:pt x="78862" y="15268"/>
                </a:lnTo>
                <a:cubicBezTo>
                  <a:pt x="77653" y="14727"/>
                  <a:pt x="76572" y="14353"/>
                  <a:pt x="75617" y="14147"/>
                </a:cubicBezTo>
                <a:cubicBezTo>
                  <a:pt x="74663" y="13940"/>
                  <a:pt x="73622" y="13837"/>
                  <a:pt x="72492" y="13837"/>
                </a:cubicBezTo>
                <a:cubicBezTo>
                  <a:pt x="69979" y="13837"/>
                  <a:pt x="68023" y="14711"/>
                  <a:pt x="66624" y="16461"/>
                </a:cubicBezTo>
                <a:cubicBezTo>
                  <a:pt x="65224" y="18210"/>
                  <a:pt x="64524" y="20691"/>
                  <a:pt x="64524" y="23904"/>
                </a:cubicBezTo>
                <a:cubicBezTo>
                  <a:pt x="64524" y="27069"/>
                  <a:pt x="65065" y="29474"/>
                  <a:pt x="66147" y="31120"/>
                </a:cubicBezTo>
                <a:cubicBezTo>
                  <a:pt x="67228" y="32766"/>
                  <a:pt x="68962" y="33589"/>
                  <a:pt x="71347" y="33589"/>
                </a:cubicBezTo>
                <a:cubicBezTo>
                  <a:pt x="72620" y="33589"/>
                  <a:pt x="73908" y="33307"/>
                  <a:pt x="75212" y="32742"/>
                </a:cubicBezTo>
                <a:cubicBezTo>
                  <a:pt x="76516" y="32178"/>
                  <a:pt x="77733" y="31450"/>
                  <a:pt x="78862" y="30560"/>
                </a:cubicBezTo>
                <a:close/>
                <a:moveTo>
                  <a:pt x="108799" y="15316"/>
                </a:moveTo>
                <a:lnTo>
                  <a:pt x="108560" y="15316"/>
                </a:lnTo>
                <a:cubicBezTo>
                  <a:pt x="107892" y="15165"/>
                  <a:pt x="107244" y="15056"/>
                  <a:pt x="106616" y="14988"/>
                </a:cubicBezTo>
                <a:cubicBezTo>
                  <a:pt x="105988" y="14920"/>
                  <a:pt x="105244" y="14886"/>
                  <a:pt x="104385" y="14886"/>
                </a:cubicBezTo>
                <a:cubicBezTo>
                  <a:pt x="103002" y="14886"/>
                  <a:pt x="101666" y="15193"/>
                  <a:pt x="100378" y="15806"/>
                </a:cubicBezTo>
                <a:cubicBezTo>
                  <a:pt x="99089" y="16419"/>
                  <a:pt x="97849" y="17211"/>
                  <a:pt x="96656" y="18182"/>
                </a:cubicBezTo>
                <a:lnTo>
                  <a:pt x="96656" y="37120"/>
                </a:lnTo>
                <a:lnTo>
                  <a:pt x="92171" y="37120"/>
                </a:lnTo>
                <a:lnTo>
                  <a:pt x="92171" y="10449"/>
                </a:lnTo>
                <a:lnTo>
                  <a:pt x="96656" y="10449"/>
                </a:lnTo>
                <a:lnTo>
                  <a:pt x="96656" y="14389"/>
                </a:lnTo>
                <a:cubicBezTo>
                  <a:pt x="98437" y="12956"/>
                  <a:pt x="100008" y="11941"/>
                  <a:pt x="101368" y="11344"/>
                </a:cubicBezTo>
                <a:cubicBezTo>
                  <a:pt x="102727" y="10747"/>
                  <a:pt x="104115" y="10449"/>
                  <a:pt x="105530" y="10449"/>
                </a:cubicBezTo>
                <a:cubicBezTo>
                  <a:pt x="106310" y="10449"/>
                  <a:pt x="106874" y="10469"/>
                  <a:pt x="107224" y="10509"/>
                </a:cubicBezTo>
                <a:cubicBezTo>
                  <a:pt x="107574" y="10548"/>
                  <a:pt x="108099" y="10623"/>
                  <a:pt x="108799" y="10734"/>
                </a:cubicBezTo>
                <a:lnTo>
                  <a:pt x="108799" y="15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D565A-F8D3-4B7E-AE90-C67D4C9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157" y="1334903"/>
            <a:ext cx="11780" cy="73557"/>
          </a:xfrm>
          <a:custGeom xmlns:a="http://schemas.openxmlformats.org/drawingml/2006/main">
            <a:pathLst>
              <a:path w="11780" h="73557" fill="none">
                <a:moveTo>
                  <a:pt x="0" y="20792"/>
                </a:moveTo>
                <a:lnTo>
                  <a:pt x="6189" y="8251"/>
                </a:lnTo>
                <a:cubicBezTo>
                  <a:pt x="10423" y="0"/>
                  <a:pt x="11780" y="8794"/>
                  <a:pt x="10260" y="34634"/>
                </a:cubicBezTo>
                <a:lnTo>
                  <a:pt x="7980" y="73557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B1539-1AD7-44D8-B5E3-36BA2AA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157" y="1407972"/>
            <a:ext cx="16123" cy="24754"/>
          </a:xfrm>
          <a:custGeom xmlns:a="http://schemas.openxmlformats.org/drawingml/2006/main">
            <a:pathLst>
              <a:path w="16123" h="24754">
                <a:moveTo>
                  <a:pt x="6677" y="24754"/>
                </a:moveTo>
                <a:lnTo>
                  <a:pt x="0" y="0"/>
                </a:lnTo>
                <a:lnTo>
                  <a:pt x="16123" y="814"/>
                </a:lnTo>
                <a:lnTo>
                  <a:pt x="6677" y="247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2650D-49CB-4644-8E5D-225F312A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157" y="1407972"/>
            <a:ext cx="16123" cy="24754"/>
          </a:xfrm>
          <a:custGeom xmlns:a="http://schemas.openxmlformats.org/drawingml/2006/main">
            <a:pathLst>
              <a:path w="16123" h="24754" fill="none">
                <a:moveTo>
                  <a:pt x="6677" y="24754"/>
                </a:moveTo>
                <a:lnTo>
                  <a:pt x="0" y="0"/>
                </a:lnTo>
                <a:lnTo>
                  <a:pt x="16123" y="814"/>
                </a:lnTo>
                <a:lnTo>
                  <a:pt x="6677" y="24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FD739-AEB4-4FBF-BD9D-49C9DEF4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345" y="1680595"/>
            <a:ext cx="10" cy="263503"/>
          </a:xfrm>
          <a:custGeom xmlns:a="http://schemas.openxmlformats.org/drawingml/2006/main">
            <a:pathLst>
              <a:path w="1" h="263503" fill="none">
                <a:moveTo>
                  <a:pt x="0" y="0"/>
                </a:moveTo>
                <a:lnTo>
                  <a:pt x="0" y="26350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3E51C-4236-4DD6-B565-20BF9EE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203" y="1944098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E1717-66F6-43A6-A129-BE1AEA9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203" y="1944098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179F9-1EF0-429C-9E20-D5C17885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996" y="1561220"/>
            <a:ext cx="392975" cy="7491"/>
          </a:xfrm>
          <a:custGeom xmlns:a="http://schemas.openxmlformats.org/drawingml/2006/main">
            <a:pathLst>
              <a:path w="392975" h="7491" fill="none">
                <a:moveTo>
                  <a:pt x="392975" y="0"/>
                </a:moveTo>
                <a:lnTo>
                  <a:pt x="0" y="7491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2481B-8998-4668-8D65-AEC32546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568" y="1560569"/>
            <a:ext cx="24591" cy="16286"/>
          </a:xfrm>
          <a:custGeom xmlns:a="http://schemas.openxmlformats.org/drawingml/2006/main">
            <a:pathLst>
              <a:path w="24591" h="16286">
                <a:moveTo>
                  <a:pt x="0" y="8469"/>
                </a:moveTo>
                <a:lnTo>
                  <a:pt x="24266" y="0"/>
                </a:lnTo>
                <a:lnTo>
                  <a:pt x="24591" y="16286"/>
                </a:lnTo>
                <a:lnTo>
                  <a:pt x="0" y="8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CFCDB-6125-4FA8-94BA-1E86753C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568" y="1560569"/>
            <a:ext cx="24591" cy="16286"/>
          </a:xfrm>
          <a:custGeom xmlns:a="http://schemas.openxmlformats.org/drawingml/2006/main">
            <a:pathLst>
              <a:path w="24591" h="16286" fill="none">
                <a:moveTo>
                  <a:pt x="0" y="8469"/>
                </a:moveTo>
                <a:lnTo>
                  <a:pt x="24266" y="0"/>
                </a:lnTo>
                <a:lnTo>
                  <a:pt x="24591" y="16286"/>
                </a:lnTo>
                <a:lnTo>
                  <a:pt x="0" y="84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C9492-4CFE-493F-94AF-1646AF4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19" y="1588135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7"/>
                  <a:pt x="237899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9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9" y="232577"/>
                  <a:pt x="150296" y="234841"/>
                  <a:pt x="142611" y="236369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8" y="214198"/>
                  <a:pt x="40491" y="209252"/>
                  <a:pt x="34951" y="203711"/>
                </a:cubicBezTo>
                <a:cubicBezTo>
                  <a:pt x="29410" y="198171"/>
                  <a:pt x="24463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3" y="142612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5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1" y="29411"/>
                  <a:pt x="46518" y="24464"/>
                  <a:pt x="53034" y="20111"/>
                </a:cubicBezTo>
                <a:cubicBezTo>
                  <a:pt x="59548" y="15758"/>
                  <a:pt x="66425" y="12082"/>
                  <a:pt x="73664" y="9083"/>
                </a:cubicBezTo>
                <a:cubicBezTo>
                  <a:pt x="80903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9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2" y="24464"/>
                  <a:pt x="198170" y="29411"/>
                  <a:pt x="203711" y="34951"/>
                </a:cubicBezTo>
                <a:cubicBezTo>
                  <a:pt x="209251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9" y="103735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59907-411B-4F0F-9428-55533F47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19" y="1588135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7"/>
                  <a:pt x="237899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9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9" y="232577"/>
                  <a:pt x="150296" y="234841"/>
                  <a:pt x="142611" y="236369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8" y="214198"/>
                  <a:pt x="40491" y="209252"/>
                  <a:pt x="34951" y="203711"/>
                </a:cubicBezTo>
                <a:cubicBezTo>
                  <a:pt x="29410" y="198171"/>
                  <a:pt x="24463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3" y="142612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5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1" y="29411"/>
                  <a:pt x="46518" y="24464"/>
                  <a:pt x="53034" y="20111"/>
                </a:cubicBezTo>
                <a:cubicBezTo>
                  <a:pt x="59548" y="15758"/>
                  <a:pt x="66425" y="12082"/>
                  <a:pt x="73664" y="9083"/>
                </a:cubicBezTo>
                <a:cubicBezTo>
                  <a:pt x="80903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9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2" y="24464"/>
                  <a:pt x="198170" y="29411"/>
                  <a:pt x="203711" y="34951"/>
                </a:cubicBezTo>
                <a:cubicBezTo>
                  <a:pt x="209251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9" y="103735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69" name="Text comp">
            <a:extLst xmlns:a="http://schemas.openxmlformats.org/drawingml/2006/main">
              <a:ext uri="{FF2B5EF4-FFF2-40B4-BE49-F238E27FC236}">
                <a16:creationId xmlns:a16="http://schemas.microsoft.com/office/drawing/2014/main" id="{D0F61758-4304-48AD-8F6E-12CC0462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617" y="1658209"/>
            <a:ext cx="128008" cy="37263"/>
          </a:xfrm>
          <a:custGeom xmlns:a="http://schemas.openxmlformats.org/drawingml/2006/main">
            <a:pathLst>
              <a:path w="128008" h="37263">
                <a:moveTo>
                  <a:pt x="21614" y="25788"/>
                </a:moveTo>
                <a:cubicBezTo>
                  <a:pt x="20119" y="26504"/>
                  <a:pt x="18699" y="27061"/>
                  <a:pt x="17355" y="27458"/>
                </a:cubicBezTo>
                <a:cubicBezTo>
                  <a:pt x="16011" y="27856"/>
                  <a:pt x="14584" y="28055"/>
                  <a:pt x="13073" y="28055"/>
                </a:cubicBezTo>
                <a:cubicBezTo>
                  <a:pt x="11149" y="28055"/>
                  <a:pt x="9383" y="27772"/>
                  <a:pt x="7777" y="27206"/>
                </a:cubicBezTo>
                <a:cubicBezTo>
                  <a:pt x="6171" y="26641"/>
                  <a:pt x="4795" y="25784"/>
                  <a:pt x="3650" y="24637"/>
                </a:cubicBezTo>
                <a:cubicBezTo>
                  <a:pt x="2489" y="23490"/>
                  <a:pt x="1590" y="22041"/>
                  <a:pt x="954" y="20288"/>
                </a:cubicBezTo>
                <a:cubicBezTo>
                  <a:pt x="318" y="18536"/>
                  <a:pt x="0" y="16489"/>
                  <a:pt x="0" y="14147"/>
                </a:cubicBezTo>
                <a:cubicBezTo>
                  <a:pt x="0" y="9781"/>
                  <a:pt x="1197" y="6356"/>
                  <a:pt x="3590" y="3871"/>
                </a:cubicBezTo>
                <a:cubicBezTo>
                  <a:pt x="5984" y="1386"/>
                  <a:pt x="9145" y="143"/>
                  <a:pt x="13073" y="143"/>
                </a:cubicBezTo>
                <a:cubicBezTo>
                  <a:pt x="14600" y="143"/>
                  <a:pt x="16099" y="358"/>
                  <a:pt x="17570" y="787"/>
                </a:cubicBezTo>
                <a:cubicBezTo>
                  <a:pt x="19041" y="1217"/>
                  <a:pt x="20389" y="1741"/>
                  <a:pt x="21614" y="2362"/>
                </a:cubicBezTo>
                <a:lnTo>
                  <a:pt x="21614" y="7348"/>
                </a:lnTo>
                <a:lnTo>
                  <a:pt x="21375" y="7348"/>
                </a:lnTo>
                <a:cubicBezTo>
                  <a:pt x="20007" y="6290"/>
                  <a:pt x="18596" y="5476"/>
                  <a:pt x="17141" y="4908"/>
                </a:cubicBezTo>
                <a:cubicBezTo>
                  <a:pt x="15685" y="4340"/>
                  <a:pt x="14266" y="4056"/>
                  <a:pt x="12882" y="4056"/>
                </a:cubicBezTo>
                <a:cubicBezTo>
                  <a:pt x="10338" y="4056"/>
                  <a:pt x="8330" y="4910"/>
                  <a:pt x="6859" y="6620"/>
                </a:cubicBezTo>
                <a:cubicBezTo>
                  <a:pt x="5387" y="8330"/>
                  <a:pt x="4652" y="10839"/>
                  <a:pt x="4652" y="14147"/>
                </a:cubicBezTo>
                <a:cubicBezTo>
                  <a:pt x="4652" y="17359"/>
                  <a:pt x="5372" y="19828"/>
                  <a:pt x="6811" y="21554"/>
                </a:cubicBezTo>
                <a:cubicBezTo>
                  <a:pt x="8250" y="23280"/>
                  <a:pt x="10274" y="24142"/>
                  <a:pt x="12882" y="24142"/>
                </a:cubicBezTo>
                <a:cubicBezTo>
                  <a:pt x="13789" y="24142"/>
                  <a:pt x="14711" y="24024"/>
                  <a:pt x="15650" y="23787"/>
                </a:cubicBezTo>
                <a:cubicBezTo>
                  <a:pt x="16588" y="23550"/>
                  <a:pt x="17431" y="23242"/>
                  <a:pt x="18178" y="22863"/>
                </a:cubicBezTo>
                <a:cubicBezTo>
                  <a:pt x="18830" y="22532"/>
                  <a:pt x="19443" y="22180"/>
                  <a:pt x="20015" y="21810"/>
                </a:cubicBezTo>
                <a:cubicBezTo>
                  <a:pt x="20588" y="21438"/>
                  <a:pt x="21041" y="21119"/>
                  <a:pt x="21375" y="20850"/>
                </a:cubicBezTo>
                <a:lnTo>
                  <a:pt x="21614" y="20850"/>
                </a:lnTo>
                <a:lnTo>
                  <a:pt x="21614" y="25788"/>
                </a:lnTo>
                <a:close/>
                <a:moveTo>
                  <a:pt x="50073" y="14111"/>
                </a:moveTo>
                <a:cubicBezTo>
                  <a:pt x="50073" y="18464"/>
                  <a:pt x="48960" y="21900"/>
                  <a:pt x="46733" y="24419"/>
                </a:cubicBezTo>
                <a:cubicBezTo>
                  <a:pt x="44507" y="26938"/>
                  <a:pt x="41525" y="28198"/>
                  <a:pt x="37787" y="28198"/>
                </a:cubicBezTo>
                <a:cubicBezTo>
                  <a:pt x="34018" y="28198"/>
                  <a:pt x="31024" y="26938"/>
                  <a:pt x="28806" y="24419"/>
                </a:cubicBezTo>
                <a:cubicBezTo>
                  <a:pt x="26587" y="21900"/>
                  <a:pt x="25478" y="18464"/>
                  <a:pt x="25478" y="14111"/>
                </a:cubicBezTo>
                <a:cubicBezTo>
                  <a:pt x="25478" y="9758"/>
                  <a:pt x="26587" y="6318"/>
                  <a:pt x="28806" y="3791"/>
                </a:cubicBezTo>
                <a:cubicBezTo>
                  <a:pt x="31024" y="1264"/>
                  <a:pt x="34018" y="0"/>
                  <a:pt x="37787" y="0"/>
                </a:cubicBezTo>
                <a:cubicBezTo>
                  <a:pt x="41525" y="0"/>
                  <a:pt x="44507" y="1264"/>
                  <a:pt x="46733" y="3791"/>
                </a:cubicBezTo>
                <a:cubicBezTo>
                  <a:pt x="48960" y="6318"/>
                  <a:pt x="50073" y="9758"/>
                  <a:pt x="50073" y="14111"/>
                </a:cubicBezTo>
                <a:moveTo>
                  <a:pt x="45445" y="14111"/>
                </a:moveTo>
                <a:cubicBezTo>
                  <a:pt x="45445" y="10664"/>
                  <a:pt x="44769" y="8102"/>
                  <a:pt x="43417" y="6426"/>
                </a:cubicBezTo>
                <a:cubicBezTo>
                  <a:pt x="42066" y="4750"/>
                  <a:pt x="40189" y="3912"/>
                  <a:pt x="37787" y="3912"/>
                </a:cubicBezTo>
                <a:cubicBezTo>
                  <a:pt x="35354" y="3912"/>
                  <a:pt x="33465" y="4750"/>
                  <a:pt x="32122" y="6426"/>
                </a:cubicBezTo>
                <a:cubicBezTo>
                  <a:pt x="30778" y="8102"/>
                  <a:pt x="30106" y="10664"/>
                  <a:pt x="30106" y="14111"/>
                </a:cubicBezTo>
                <a:cubicBezTo>
                  <a:pt x="30106" y="17447"/>
                  <a:pt x="30782" y="19976"/>
                  <a:pt x="32133" y="21700"/>
                </a:cubicBezTo>
                <a:cubicBezTo>
                  <a:pt x="33485" y="23424"/>
                  <a:pt x="35370" y="24285"/>
                  <a:pt x="37787" y="24285"/>
                </a:cubicBezTo>
                <a:cubicBezTo>
                  <a:pt x="40173" y="24285"/>
                  <a:pt x="42046" y="23432"/>
                  <a:pt x="43405" y="21724"/>
                </a:cubicBezTo>
                <a:cubicBezTo>
                  <a:pt x="44765" y="20016"/>
                  <a:pt x="45445" y="17479"/>
                  <a:pt x="45445" y="14111"/>
                </a:cubicBezTo>
                <a:close/>
                <a:moveTo>
                  <a:pt x="95905" y="27434"/>
                </a:moveTo>
                <a:lnTo>
                  <a:pt x="91420" y="27434"/>
                </a:lnTo>
                <a:lnTo>
                  <a:pt x="91420" y="12246"/>
                </a:lnTo>
                <a:cubicBezTo>
                  <a:pt x="91420" y="11100"/>
                  <a:pt x="91368" y="9994"/>
                  <a:pt x="91265" y="8927"/>
                </a:cubicBezTo>
                <a:cubicBezTo>
                  <a:pt x="91162" y="7860"/>
                  <a:pt x="90943" y="7008"/>
                  <a:pt x="90609" y="6372"/>
                </a:cubicBezTo>
                <a:cubicBezTo>
                  <a:pt x="90243" y="5687"/>
                  <a:pt x="89718" y="5170"/>
                  <a:pt x="89034" y="4820"/>
                </a:cubicBezTo>
                <a:cubicBezTo>
                  <a:pt x="88351" y="4469"/>
                  <a:pt x="87365" y="4294"/>
                  <a:pt x="86076" y="4294"/>
                </a:cubicBezTo>
                <a:cubicBezTo>
                  <a:pt x="84820" y="4294"/>
                  <a:pt x="83563" y="4609"/>
                  <a:pt x="82307" y="5238"/>
                </a:cubicBezTo>
                <a:cubicBezTo>
                  <a:pt x="81051" y="5867"/>
                  <a:pt x="79794" y="6667"/>
                  <a:pt x="78538" y="7638"/>
                </a:cubicBezTo>
                <a:cubicBezTo>
                  <a:pt x="78586" y="8003"/>
                  <a:pt x="78625" y="8429"/>
                  <a:pt x="78657" y="8915"/>
                </a:cubicBezTo>
                <a:cubicBezTo>
                  <a:pt x="78689" y="9400"/>
                  <a:pt x="78705" y="9882"/>
                  <a:pt x="78705" y="10359"/>
                </a:cubicBezTo>
                <a:lnTo>
                  <a:pt x="78705" y="27434"/>
                </a:lnTo>
                <a:lnTo>
                  <a:pt x="74220" y="27434"/>
                </a:lnTo>
                <a:lnTo>
                  <a:pt x="74220" y="12246"/>
                </a:lnTo>
                <a:cubicBezTo>
                  <a:pt x="74220" y="11068"/>
                  <a:pt x="74168" y="9950"/>
                  <a:pt x="74065" y="8892"/>
                </a:cubicBezTo>
                <a:cubicBezTo>
                  <a:pt x="73961" y="7832"/>
                  <a:pt x="73743" y="6985"/>
                  <a:pt x="73409" y="6348"/>
                </a:cubicBezTo>
                <a:cubicBezTo>
                  <a:pt x="73043" y="5663"/>
                  <a:pt x="72518" y="5150"/>
                  <a:pt x="71834" y="4808"/>
                </a:cubicBezTo>
                <a:cubicBezTo>
                  <a:pt x="71150" y="4465"/>
                  <a:pt x="70164" y="4294"/>
                  <a:pt x="68876" y="4294"/>
                </a:cubicBezTo>
                <a:cubicBezTo>
                  <a:pt x="67652" y="4294"/>
                  <a:pt x="66423" y="4597"/>
                  <a:pt x="65190" y="5202"/>
                </a:cubicBezTo>
                <a:cubicBezTo>
                  <a:pt x="63958" y="5807"/>
                  <a:pt x="62729" y="6579"/>
                  <a:pt x="61505" y="7518"/>
                </a:cubicBezTo>
                <a:lnTo>
                  <a:pt x="61505" y="27434"/>
                </a:lnTo>
                <a:lnTo>
                  <a:pt x="57020" y="27434"/>
                </a:lnTo>
                <a:lnTo>
                  <a:pt x="57020" y="763"/>
                </a:lnTo>
                <a:lnTo>
                  <a:pt x="61505" y="763"/>
                </a:lnTo>
                <a:lnTo>
                  <a:pt x="61505" y="3725"/>
                </a:lnTo>
                <a:cubicBezTo>
                  <a:pt x="62904" y="2555"/>
                  <a:pt x="64300" y="1642"/>
                  <a:pt x="65691" y="986"/>
                </a:cubicBezTo>
                <a:cubicBezTo>
                  <a:pt x="67083" y="329"/>
                  <a:pt x="68566" y="0"/>
                  <a:pt x="70140" y="0"/>
                </a:cubicBezTo>
                <a:cubicBezTo>
                  <a:pt x="71954" y="0"/>
                  <a:pt x="73492" y="384"/>
                  <a:pt x="74757" y="1153"/>
                </a:cubicBezTo>
                <a:cubicBezTo>
                  <a:pt x="76021" y="1920"/>
                  <a:pt x="76963" y="2984"/>
                  <a:pt x="77584" y="4345"/>
                </a:cubicBezTo>
                <a:cubicBezTo>
                  <a:pt x="79397" y="2809"/>
                  <a:pt x="81051" y="1700"/>
                  <a:pt x="82546" y="1021"/>
                </a:cubicBezTo>
                <a:cubicBezTo>
                  <a:pt x="84041" y="340"/>
                  <a:pt x="85639" y="0"/>
                  <a:pt x="87341" y="0"/>
                </a:cubicBezTo>
                <a:cubicBezTo>
                  <a:pt x="90267" y="0"/>
                  <a:pt x="92426" y="888"/>
                  <a:pt x="93818" y="2664"/>
                </a:cubicBezTo>
                <a:cubicBezTo>
                  <a:pt x="95209" y="4441"/>
                  <a:pt x="95905" y="6922"/>
                  <a:pt x="95905" y="10109"/>
                </a:cubicBezTo>
                <a:lnTo>
                  <a:pt x="95905" y="27434"/>
                </a:lnTo>
                <a:close/>
                <a:moveTo>
                  <a:pt x="128008" y="13765"/>
                </a:moveTo>
                <a:cubicBezTo>
                  <a:pt x="128008" y="15931"/>
                  <a:pt x="127698" y="17911"/>
                  <a:pt x="127078" y="19703"/>
                </a:cubicBezTo>
                <a:cubicBezTo>
                  <a:pt x="126457" y="21495"/>
                  <a:pt x="125583" y="23013"/>
                  <a:pt x="124454" y="24256"/>
                </a:cubicBezTo>
                <a:cubicBezTo>
                  <a:pt x="123404" y="25435"/>
                  <a:pt x="122167" y="26347"/>
                  <a:pt x="120744" y="26992"/>
                </a:cubicBezTo>
                <a:cubicBezTo>
                  <a:pt x="119321" y="27637"/>
                  <a:pt x="117814" y="27959"/>
                  <a:pt x="116223" y="27959"/>
                </a:cubicBezTo>
                <a:cubicBezTo>
                  <a:pt x="114840" y="27959"/>
                  <a:pt x="113587" y="27808"/>
                  <a:pt x="112466" y="27505"/>
                </a:cubicBezTo>
                <a:cubicBezTo>
                  <a:pt x="111345" y="27203"/>
                  <a:pt x="110204" y="26733"/>
                  <a:pt x="109043" y="26096"/>
                </a:cubicBezTo>
                <a:lnTo>
                  <a:pt x="109043" y="37263"/>
                </a:lnTo>
                <a:lnTo>
                  <a:pt x="104558" y="37263"/>
                </a:lnTo>
                <a:lnTo>
                  <a:pt x="104558" y="763"/>
                </a:lnTo>
                <a:lnTo>
                  <a:pt x="109043" y="763"/>
                </a:lnTo>
                <a:lnTo>
                  <a:pt x="109043" y="3537"/>
                </a:lnTo>
                <a:cubicBezTo>
                  <a:pt x="110235" y="2533"/>
                  <a:pt x="111575" y="1693"/>
                  <a:pt x="113062" y="1016"/>
                </a:cubicBezTo>
                <a:cubicBezTo>
                  <a:pt x="114549" y="339"/>
                  <a:pt x="116136" y="0"/>
                  <a:pt x="117822" y="0"/>
                </a:cubicBezTo>
                <a:cubicBezTo>
                  <a:pt x="121034" y="0"/>
                  <a:pt x="123535" y="1215"/>
                  <a:pt x="125324" y="3645"/>
                </a:cubicBezTo>
                <a:cubicBezTo>
                  <a:pt x="127114" y="6074"/>
                  <a:pt x="128008" y="9447"/>
                  <a:pt x="128008" y="13765"/>
                </a:cubicBezTo>
                <a:moveTo>
                  <a:pt x="123380" y="13884"/>
                </a:moveTo>
                <a:cubicBezTo>
                  <a:pt x="123380" y="10672"/>
                  <a:pt x="122831" y="8270"/>
                  <a:pt x="121734" y="6680"/>
                </a:cubicBezTo>
                <a:cubicBezTo>
                  <a:pt x="120637" y="5089"/>
                  <a:pt x="118951" y="4294"/>
                  <a:pt x="116676" y="4294"/>
                </a:cubicBezTo>
                <a:cubicBezTo>
                  <a:pt x="115388" y="4294"/>
                  <a:pt x="114092" y="4572"/>
                  <a:pt x="112788" y="5129"/>
                </a:cubicBezTo>
                <a:cubicBezTo>
                  <a:pt x="111484" y="5686"/>
                  <a:pt x="110235" y="6417"/>
                  <a:pt x="109043" y="7324"/>
                </a:cubicBezTo>
                <a:lnTo>
                  <a:pt x="109043" y="22425"/>
                </a:lnTo>
                <a:cubicBezTo>
                  <a:pt x="110315" y="22997"/>
                  <a:pt x="111408" y="23387"/>
                  <a:pt x="112323" y="23594"/>
                </a:cubicBezTo>
                <a:cubicBezTo>
                  <a:pt x="113237" y="23800"/>
                  <a:pt x="114275" y="23904"/>
                  <a:pt x="115436" y="23904"/>
                </a:cubicBezTo>
                <a:cubicBezTo>
                  <a:pt x="117933" y="23904"/>
                  <a:pt x="119881" y="23061"/>
                  <a:pt x="121281" y="21375"/>
                </a:cubicBezTo>
                <a:cubicBezTo>
                  <a:pt x="122680" y="19689"/>
                  <a:pt x="123380" y="17192"/>
                  <a:pt x="123380" y="1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lete">
            <a:extLst xmlns:a="http://schemas.openxmlformats.org/drawingml/2006/main">
              <a:ext uri="{FF2B5EF4-FFF2-40B4-BE49-F238E27FC236}">
                <a16:creationId xmlns:a16="http://schemas.microsoft.com/office/drawing/2014/main" id="{6091F50E-2236-490C-B276-D13095B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440" y="1713666"/>
            <a:ext cx="84012" cy="37740"/>
          </a:xfrm>
          <a:custGeom xmlns:a="http://schemas.openxmlformats.org/drawingml/2006/main">
            <a:pathLst>
              <a:path w="84012" h="37740">
                <a:moveTo>
                  <a:pt x="4485" y="37120"/>
                </a:move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37120"/>
                </a:lnTo>
                <a:close/>
                <a:moveTo>
                  <a:pt x="35644" y="24238"/>
                </a:moveTo>
                <a:lnTo>
                  <a:pt x="16011" y="24238"/>
                </a:lnTo>
                <a:cubicBezTo>
                  <a:pt x="16011" y="25880"/>
                  <a:pt x="16257" y="27311"/>
                  <a:pt x="16750" y="28530"/>
                </a:cubicBezTo>
                <a:cubicBezTo>
                  <a:pt x="17243" y="29750"/>
                  <a:pt x="17919" y="30750"/>
                  <a:pt x="18778" y="31532"/>
                </a:cubicBezTo>
                <a:cubicBezTo>
                  <a:pt x="19605" y="32297"/>
                  <a:pt x="20587" y="32871"/>
                  <a:pt x="21724" y="33254"/>
                </a:cubicBezTo>
                <a:cubicBezTo>
                  <a:pt x="22861" y="33637"/>
                  <a:pt x="24114" y="33828"/>
                  <a:pt x="25482" y="33828"/>
                </a:cubicBezTo>
                <a:cubicBezTo>
                  <a:pt x="27295" y="33828"/>
                  <a:pt x="29120" y="33463"/>
                  <a:pt x="30957" y="32734"/>
                </a:cubicBezTo>
                <a:cubicBezTo>
                  <a:pt x="32793" y="32005"/>
                  <a:pt x="34102" y="31288"/>
                  <a:pt x="34881" y="30583"/>
                </a:cubicBezTo>
                <a:lnTo>
                  <a:pt x="35119" y="30583"/>
                </a:lnTo>
                <a:lnTo>
                  <a:pt x="35119" y="35490"/>
                </a:lnTo>
                <a:cubicBezTo>
                  <a:pt x="33609" y="36129"/>
                  <a:pt x="32066" y="36663"/>
                  <a:pt x="30491" y="37094"/>
                </a:cubicBezTo>
                <a:cubicBezTo>
                  <a:pt x="28917" y="37525"/>
                  <a:pt x="27263" y="37740"/>
                  <a:pt x="25529" y="37740"/>
                </a:cubicBezTo>
                <a:cubicBezTo>
                  <a:pt x="21108" y="37740"/>
                  <a:pt x="17657" y="36542"/>
                  <a:pt x="15176" y="34144"/>
                </a:cubicBezTo>
                <a:cubicBezTo>
                  <a:pt x="12695" y="31746"/>
                  <a:pt x="11454" y="28341"/>
                  <a:pt x="11454" y="23928"/>
                </a:cubicBezTo>
                <a:cubicBezTo>
                  <a:pt x="11454" y="19563"/>
                  <a:pt x="12643" y="16098"/>
                  <a:pt x="15021" y="13533"/>
                </a:cubicBezTo>
                <a:cubicBezTo>
                  <a:pt x="17398" y="10968"/>
                  <a:pt x="20527" y="9686"/>
                  <a:pt x="24408" y="9686"/>
                </a:cubicBezTo>
                <a:cubicBezTo>
                  <a:pt x="28002" y="9686"/>
                  <a:pt x="30774" y="10737"/>
                  <a:pt x="32722" y="12840"/>
                </a:cubicBezTo>
                <a:cubicBezTo>
                  <a:pt x="34670" y="14943"/>
                  <a:pt x="35644" y="17930"/>
                  <a:pt x="35644" y="21801"/>
                </a:cubicBezTo>
                <a:lnTo>
                  <a:pt x="35644" y="24238"/>
                </a:lnTo>
                <a:moveTo>
                  <a:pt x="31279" y="20802"/>
                </a:moveTo>
                <a:cubicBezTo>
                  <a:pt x="31263" y="18449"/>
                  <a:pt x="30670" y="16628"/>
                  <a:pt x="29501" y="15339"/>
                </a:cubicBezTo>
                <a:cubicBezTo>
                  <a:pt x="28332" y="14051"/>
                  <a:pt x="26555" y="13407"/>
                  <a:pt x="24169" y="13407"/>
                </a:cubicBezTo>
                <a:cubicBezTo>
                  <a:pt x="21768" y="13407"/>
                  <a:pt x="19855" y="14115"/>
                  <a:pt x="18432" y="15530"/>
                </a:cubicBezTo>
                <a:cubicBezTo>
                  <a:pt x="17009" y="16946"/>
                  <a:pt x="16202" y="18703"/>
                  <a:pt x="16011" y="20802"/>
                </a:cubicBezTo>
                <a:lnTo>
                  <a:pt x="31279" y="20802"/>
                </a:lnTo>
                <a:close/>
                <a:moveTo>
                  <a:pt x="56294" y="36885"/>
                </a:moveTo>
                <a:cubicBezTo>
                  <a:pt x="55451" y="37107"/>
                  <a:pt x="54533" y="37289"/>
                  <a:pt x="53539" y="37431"/>
                </a:cubicBezTo>
                <a:cubicBezTo>
                  <a:pt x="52545" y="37574"/>
                  <a:pt x="51658" y="37645"/>
                  <a:pt x="50879" y="37645"/>
                </a:cubicBezTo>
                <a:cubicBezTo>
                  <a:pt x="48159" y="37645"/>
                  <a:pt x="46092" y="36913"/>
                  <a:pt x="44676" y="35448"/>
                </a:cubicBezTo>
                <a:cubicBezTo>
                  <a:pt x="43261" y="33983"/>
                  <a:pt x="42553" y="31635"/>
                  <a:pt x="42553" y="28403"/>
                </a:cubicBezTo>
                <a:lnTo>
                  <a:pt x="42553" y="14218"/>
                </a:lnTo>
                <a:lnTo>
                  <a:pt x="39524" y="14218"/>
                </a:lnTo>
                <a:lnTo>
                  <a:pt x="39524" y="10449"/>
                </a:lnTo>
                <a:lnTo>
                  <a:pt x="42553" y="10449"/>
                </a:lnTo>
                <a:lnTo>
                  <a:pt x="42553" y="2767"/>
                </a:lnTo>
                <a:lnTo>
                  <a:pt x="47038" y="2767"/>
                </a:lnTo>
                <a:lnTo>
                  <a:pt x="47038" y="10449"/>
                </a:lnTo>
                <a:lnTo>
                  <a:pt x="56294" y="10449"/>
                </a:lnTo>
                <a:lnTo>
                  <a:pt x="56294" y="14218"/>
                </a:lnTo>
                <a:lnTo>
                  <a:pt x="47038" y="14218"/>
                </a:lnTo>
                <a:lnTo>
                  <a:pt x="47038" y="26391"/>
                </a:lnTo>
                <a:cubicBezTo>
                  <a:pt x="47038" y="27794"/>
                  <a:pt x="47070" y="28890"/>
                  <a:pt x="47134" y="29679"/>
                </a:cubicBezTo>
                <a:cubicBezTo>
                  <a:pt x="47197" y="30468"/>
                  <a:pt x="47420" y="31206"/>
                  <a:pt x="47802" y="31891"/>
                </a:cubicBezTo>
                <a:cubicBezTo>
                  <a:pt x="48152" y="32529"/>
                  <a:pt x="48633" y="32995"/>
                  <a:pt x="49245" y="33290"/>
                </a:cubicBezTo>
                <a:cubicBezTo>
                  <a:pt x="49857" y="33585"/>
                  <a:pt x="50792" y="33732"/>
                  <a:pt x="52048" y="33732"/>
                </a:cubicBezTo>
                <a:cubicBezTo>
                  <a:pt x="52780" y="33732"/>
                  <a:pt x="53543" y="33625"/>
                  <a:pt x="54338" y="33410"/>
                </a:cubicBezTo>
                <a:cubicBezTo>
                  <a:pt x="55133" y="33196"/>
                  <a:pt x="55706" y="33017"/>
                  <a:pt x="56056" y="32874"/>
                </a:cubicBezTo>
                <a:lnTo>
                  <a:pt x="56294" y="32874"/>
                </a:lnTo>
                <a:lnTo>
                  <a:pt x="56294" y="36885"/>
                </a:lnTo>
                <a:close/>
                <a:moveTo>
                  <a:pt x="84012" y="24238"/>
                </a:moveTo>
                <a:lnTo>
                  <a:pt x="64379" y="24238"/>
                </a:lnTo>
                <a:cubicBezTo>
                  <a:pt x="64379" y="25880"/>
                  <a:pt x="64625" y="27311"/>
                  <a:pt x="65118" y="28530"/>
                </a:cubicBezTo>
                <a:cubicBezTo>
                  <a:pt x="65611" y="29750"/>
                  <a:pt x="66287" y="30750"/>
                  <a:pt x="67146" y="31532"/>
                </a:cubicBezTo>
                <a:cubicBezTo>
                  <a:pt x="67973" y="32297"/>
                  <a:pt x="68955" y="32871"/>
                  <a:pt x="70092" y="33254"/>
                </a:cubicBezTo>
                <a:cubicBezTo>
                  <a:pt x="71229" y="33637"/>
                  <a:pt x="72482" y="33828"/>
                  <a:pt x="73850" y="33828"/>
                </a:cubicBezTo>
                <a:cubicBezTo>
                  <a:pt x="75663" y="33828"/>
                  <a:pt x="77488" y="33463"/>
                  <a:pt x="79325" y="32734"/>
                </a:cubicBezTo>
                <a:cubicBezTo>
                  <a:pt x="81161" y="32005"/>
                  <a:pt x="82470" y="31288"/>
                  <a:pt x="83249" y="30583"/>
                </a:cubicBezTo>
                <a:lnTo>
                  <a:pt x="83487" y="30583"/>
                </a:lnTo>
                <a:lnTo>
                  <a:pt x="83487" y="35490"/>
                </a:lnTo>
                <a:cubicBezTo>
                  <a:pt x="81977" y="36129"/>
                  <a:pt x="80434" y="36663"/>
                  <a:pt x="78859" y="37094"/>
                </a:cubicBezTo>
                <a:cubicBezTo>
                  <a:pt x="77285" y="37525"/>
                  <a:pt x="75631" y="37740"/>
                  <a:pt x="73897" y="37740"/>
                </a:cubicBezTo>
                <a:cubicBezTo>
                  <a:pt x="69476" y="37740"/>
                  <a:pt x="66025" y="36542"/>
                  <a:pt x="63544" y="34144"/>
                </a:cubicBezTo>
                <a:cubicBezTo>
                  <a:pt x="61063" y="31746"/>
                  <a:pt x="59822" y="28341"/>
                  <a:pt x="59822" y="23928"/>
                </a:cubicBezTo>
                <a:cubicBezTo>
                  <a:pt x="59822" y="19563"/>
                  <a:pt x="61011" y="16098"/>
                  <a:pt x="63389" y="13533"/>
                </a:cubicBezTo>
                <a:cubicBezTo>
                  <a:pt x="65766" y="10968"/>
                  <a:pt x="68895" y="9686"/>
                  <a:pt x="72776" y="9686"/>
                </a:cubicBezTo>
                <a:cubicBezTo>
                  <a:pt x="76370" y="9686"/>
                  <a:pt x="79142" y="10737"/>
                  <a:pt x="81090" y="12840"/>
                </a:cubicBezTo>
                <a:cubicBezTo>
                  <a:pt x="83038" y="14943"/>
                  <a:pt x="84012" y="17930"/>
                  <a:pt x="84012" y="21801"/>
                </a:cubicBezTo>
                <a:lnTo>
                  <a:pt x="84012" y="24238"/>
                </a:lnTo>
                <a:moveTo>
                  <a:pt x="79647" y="20802"/>
                </a:moveTo>
                <a:cubicBezTo>
                  <a:pt x="79631" y="18449"/>
                  <a:pt x="79038" y="16628"/>
                  <a:pt x="77869" y="15339"/>
                </a:cubicBezTo>
                <a:cubicBezTo>
                  <a:pt x="76700" y="14051"/>
                  <a:pt x="74923" y="13407"/>
                  <a:pt x="72538" y="13407"/>
                </a:cubicBezTo>
                <a:cubicBezTo>
                  <a:pt x="70136" y="13407"/>
                  <a:pt x="68224" y="14115"/>
                  <a:pt x="66800" y="15530"/>
                </a:cubicBezTo>
                <a:cubicBezTo>
                  <a:pt x="65377" y="16946"/>
                  <a:pt x="64570" y="18703"/>
                  <a:pt x="64379" y="20802"/>
                </a:cubicBezTo>
                <a:lnTo>
                  <a:pt x="79647" y="20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CBF4C-F7C1-4F36-A372-2A999EA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45" y="1773261"/>
            <a:ext cx="121166" cy="227023"/>
          </a:xfrm>
          <a:custGeom xmlns:a="http://schemas.openxmlformats.org/drawingml/2006/main">
            <a:pathLst>
              <a:path w="121166" h="227023" fill="none">
                <a:moveTo>
                  <a:pt x="0" y="0"/>
                </a:moveTo>
                <a:lnTo>
                  <a:pt x="121166" y="22702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5501C-866F-4CC5-A2BB-ECA9B67F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945" y="1996538"/>
            <a:ext cx="18729" cy="25406"/>
          </a:xfrm>
          <a:custGeom xmlns:a="http://schemas.openxmlformats.org/drawingml/2006/main">
            <a:pathLst>
              <a:path w="18729" h="25406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6CAB7-1241-41FA-9C57-10685A3A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945" y="1996538"/>
            <a:ext cx="18729" cy="25406"/>
          </a:xfrm>
          <a:custGeom xmlns:a="http://schemas.openxmlformats.org/drawingml/2006/main">
            <a:pathLst>
              <a:path w="18729" h="25406" fill="none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C4988-57DD-4B20-A409-C7AC00DB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251" y="1860226"/>
            <a:ext cx="10" cy="117420"/>
          </a:xfrm>
          <a:custGeom xmlns:a="http://schemas.openxmlformats.org/drawingml/2006/main">
            <a:pathLst>
              <a:path w="1" h="117420" fill="none">
                <a:moveTo>
                  <a:pt x="0" y="1174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F500F-0F38-46C3-81FE-0AAEE986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108" y="1835798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2F0DF-F055-4212-8D3E-11DFD0A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108" y="1835798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73963-C582-4E32-9946-9DA9CB23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0" y="1977690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3" y="127167"/>
                  <a:pt x="237899" y="134927"/>
                  <a:pt x="236370" y="142612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2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7" y="238662"/>
                  <a:pt x="103736" y="237898"/>
                  <a:pt x="96051" y="236369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1" y="198171"/>
                  <a:pt x="24464" y="192143"/>
                  <a:pt x="20110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1" y="150296"/>
                  <a:pt x="2293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0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9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66ADF-2AF5-48C6-BFE1-A483328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0" y="1977690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3" y="127167"/>
                  <a:pt x="237899" y="134927"/>
                  <a:pt x="236370" y="142612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2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7" y="238662"/>
                  <a:pt x="103736" y="237898"/>
                  <a:pt x="96051" y="236369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1" y="198171"/>
                  <a:pt x="24464" y="192143"/>
                  <a:pt x="20110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1" y="150296"/>
                  <a:pt x="2293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0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9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79" name="Text fetch">
            <a:extLst xmlns:a="http://schemas.openxmlformats.org/drawingml/2006/main">
              <a:ext uri="{FF2B5EF4-FFF2-40B4-BE49-F238E27FC236}">
                <a16:creationId xmlns:a16="http://schemas.microsoft.com/office/drawing/2014/main" id="{75CEAC84-2DA3-4B0E-A191-A8A24F6E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618" y="2071714"/>
            <a:ext cx="116094" cy="37979"/>
          </a:xfrm>
          <a:custGeom xmlns:a="http://schemas.openxmlformats.org/drawingml/2006/main">
            <a:pathLst>
              <a:path w="116094" h="37979">
                <a:moveTo>
                  <a:pt x="17129" y="4580"/>
                </a:moveTo>
                <a:lnTo>
                  <a:pt x="16890" y="4580"/>
                </a:lnTo>
                <a:cubicBezTo>
                  <a:pt x="16397" y="4437"/>
                  <a:pt x="15753" y="4290"/>
                  <a:pt x="14958" y="4139"/>
                </a:cubicBezTo>
                <a:cubicBezTo>
                  <a:pt x="14163" y="3988"/>
                  <a:pt x="13463" y="3912"/>
                  <a:pt x="12858" y="3912"/>
                </a:cubicBezTo>
                <a:cubicBezTo>
                  <a:pt x="10934" y="3912"/>
                  <a:pt x="9538" y="4336"/>
                  <a:pt x="8672" y="5184"/>
                </a:cubicBezTo>
                <a:cubicBezTo>
                  <a:pt x="7805" y="6032"/>
                  <a:pt x="7372" y="7565"/>
                  <a:pt x="7372" y="9784"/>
                </a:cubicBezTo>
                <a:lnTo>
                  <a:pt x="7372" y="10688"/>
                </a:lnTo>
                <a:lnTo>
                  <a:pt x="15459" y="10688"/>
                </a:lnTo>
                <a:lnTo>
                  <a:pt x="15459" y="14457"/>
                </a:lnTo>
                <a:lnTo>
                  <a:pt x="7515" y="14457"/>
                </a:lnTo>
                <a:lnTo>
                  <a:pt x="7515" y="37359"/>
                </a:lnTo>
                <a:lnTo>
                  <a:pt x="3030" y="37359"/>
                </a:lnTo>
                <a:lnTo>
                  <a:pt x="3030" y="14457"/>
                </a:lnTo>
                <a:lnTo>
                  <a:pt x="0" y="14457"/>
                </a:lnTo>
                <a:lnTo>
                  <a:pt x="0" y="10688"/>
                </a:lnTo>
                <a:lnTo>
                  <a:pt x="3030" y="10688"/>
                </a:lnTo>
                <a:lnTo>
                  <a:pt x="3030" y="9807"/>
                </a:lnTo>
                <a:cubicBezTo>
                  <a:pt x="3030" y="6649"/>
                  <a:pt x="3817" y="4225"/>
                  <a:pt x="5391" y="2535"/>
                </a:cubicBezTo>
                <a:cubicBezTo>
                  <a:pt x="6966" y="845"/>
                  <a:pt x="9240" y="0"/>
                  <a:pt x="12214" y="0"/>
                </a:cubicBezTo>
                <a:cubicBezTo>
                  <a:pt x="13216" y="0"/>
                  <a:pt x="14119" y="48"/>
                  <a:pt x="14922" y="143"/>
                </a:cubicBezTo>
                <a:cubicBezTo>
                  <a:pt x="15725" y="239"/>
                  <a:pt x="16461" y="350"/>
                  <a:pt x="17129" y="477"/>
                </a:cubicBezTo>
                <a:lnTo>
                  <a:pt x="17129" y="4580"/>
                </a:lnTo>
                <a:close/>
                <a:moveTo>
                  <a:pt x="42294" y="24476"/>
                </a:moveTo>
                <a:lnTo>
                  <a:pt x="22660" y="24476"/>
                </a:lnTo>
                <a:cubicBezTo>
                  <a:pt x="22660" y="26118"/>
                  <a:pt x="22907" y="27549"/>
                  <a:pt x="23400" y="28769"/>
                </a:cubicBezTo>
                <a:cubicBezTo>
                  <a:pt x="23893" y="29989"/>
                  <a:pt x="24569" y="30989"/>
                  <a:pt x="25428" y="31770"/>
                </a:cubicBezTo>
                <a:cubicBezTo>
                  <a:pt x="26255" y="32536"/>
                  <a:pt x="27237" y="33110"/>
                  <a:pt x="28374" y="33492"/>
                </a:cubicBezTo>
                <a:cubicBezTo>
                  <a:pt x="29511" y="33875"/>
                  <a:pt x="30763" y="34066"/>
                  <a:pt x="32131" y="34066"/>
                </a:cubicBezTo>
                <a:cubicBezTo>
                  <a:pt x="33944" y="34066"/>
                  <a:pt x="35769" y="33702"/>
                  <a:pt x="37606" y="32973"/>
                </a:cubicBezTo>
                <a:cubicBezTo>
                  <a:pt x="39443" y="32244"/>
                  <a:pt x="40751" y="31527"/>
                  <a:pt x="41530" y="30822"/>
                </a:cubicBezTo>
                <a:lnTo>
                  <a:pt x="41769" y="30822"/>
                </a:lnTo>
                <a:lnTo>
                  <a:pt x="41769" y="35729"/>
                </a:lnTo>
                <a:cubicBezTo>
                  <a:pt x="40258" y="36367"/>
                  <a:pt x="38715" y="36902"/>
                  <a:pt x="37141" y="37332"/>
                </a:cubicBezTo>
                <a:cubicBezTo>
                  <a:pt x="35566" y="37763"/>
                  <a:pt x="33912" y="37979"/>
                  <a:pt x="32179" y="37979"/>
                </a:cubicBezTo>
                <a:cubicBezTo>
                  <a:pt x="27758" y="37979"/>
                  <a:pt x="24306" y="36780"/>
                  <a:pt x="21825" y="34383"/>
                </a:cubicBezTo>
                <a:cubicBezTo>
                  <a:pt x="19344" y="31985"/>
                  <a:pt x="18104" y="28580"/>
                  <a:pt x="18104" y="24166"/>
                </a:cubicBezTo>
                <a:cubicBezTo>
                  <a:pt x="18104" y="19802"/>
                  <a:pt x="19293" y="16337"/>
                  <a:pt x="21670" y="13772"/>
                </a:cubicBezTo>
                <a:cubicBezTo>
                  <a:pt x="24048" y="11207"/>
                  <a:pt x="27177" y="9924"/>
                  <a:pt x="31058" y="9924"/>
                </a:cubicBezTo>
                <a:cubicBezTo>
                  <a:pt x="34652" y="9924"/>
                  <a:pt x="37423" y="10976"/>
                  <a:pt x="39371" y="13078"/>
                </a:cubicBezTo>
                <a:cubicBezTo>
                  <a:pt x="41320" y="15181"/>
                  <a:pt x="42294" y="18168"/>
                  <a:pt x="42294" y="22039"/>
                </a:cubicBezTo>
                <a:lnTo>
                  <a:pt x="42294" y="24476"/>
                </a:lnTo>
                <a:moveTo>
                  <a:pt x="37928" y="21041"/>
                </a:moveTo>
                <a:cubicBezTo>
                  <a:pt x="37912" y="18687"/>
                  <a:pt x="37320" y="16866"/>
                  <a:pt x="36151" y="15578"/>
                </a:cubicBezTo>
                <a:cubicBezTo>
                  <a:pt x="34982" y="14290"/>
                  <a:pt x="33205" y="13646"/>
                  <a:pt x="30819" y="13646"/>
                </a:cubicBezTo>
                <a:cubicBezTo>
                  <a:pt x="28418" y="13646"/>
                  <a:pt x="26505" y="14353"/>
                  <a:pt x="25082" y="15769"/>
                </a:cubicBezTo>
                <a:cubicBezTo>
                  <a:pt x="23658" y="17184"/>
                  <a:pt x="22851" y="18942"/>
                  <a:pt x="22660" y="21041"/>
                </a:cubicBezTo>
                <a:lnTo>
                  <a:pt x="37928" y="21041"/>
                </a:lnTo>
                <a:close/>
                <a:moveTo>
                  <a:pt x="62944" y="37124"/>
                </a:moveTo>
                <a:cubicBezTo>
                  <a:pt x="62101" y="37345"/>
                  <a:pt x="61183" y="37527"/>
                  <a:pt x="60189" y="37669"/>
                </a:cubicBezTo>
                <a:cubicBezTo>
                  <a:pt x="59195" y="37812"/>
                  <a:pt x="58308" y="37883"/>
                  <a:pt x="57529" y="37883"/>
                </a:cubicBezTo>
                <a:cubicBezTo>
                  <a:pt x="54809" y="37883"/>
                  <a:pt x="52742" y="37151"/>
                  <a:pt x="51326" y="35686"/>
                </a:cubicBezTo>
                <a:cubicBezTo>
                  <a:pt x="49911" y="34222"/>
                  <a:pt x="49203" y="31873"/>
                  <a:pt x="49203" y="28641"/>
                </a:cubicBezTo>
                <a:lnTo>
                  <a:pt x="49203" y="14457"/>
                </a:lnTo>
                <a:lnTo>
                  <a:pt x="46174" y="14457"/>
                </a:lnTo>
                <a:lnTo>
                  <a:pt x="46174" y="10688"/>
                </a:lnTo>
                <a:lnTo>
                  <a:pt x="49203" y="10688"/>
                </a:lnTo>
                <a:lnTo>
                  <a:pt x="49203" y="3006"/>
                </a:lnTo>
                <a:lnTo>
                  <a:pt x="53688" y="3006"/>
                </a:lnTo>
                <a:lnTo>
                  <a:pt x="53688" y="10688"/>
                </a:lnTo>
                <a:lnTo>
                  <a:pt x="62944" y="10688"/>
                </a:lnTo>
                <a:lnTo>
                  <a:pt x="62944" y="14457"/>
                </a:lnTo>
                <a:lnTo>
                  <a:pt x="53688" y="14457"/>
                </a:lnTo>
                <a:lnTo>
                  <a:pt x="53688" y="26629"/>
                </a:lnTo>
                <a:cubicBezTo>
                  <a:pt x="53688" y="28032"/>
                  <a:pt x="53720" y="29128"/>
                  <a:pt x="53784" y="29918"/>
                </a:cubicBezTo>
                <a:cubicBezTo>
                  <a:pt x="53847" y="30707"/>
                  <a:pt x="54070" y="31444"/>
                  <a:pt x="54452" y="32130"/>
                </a:cubicBezTo>
                <a:cubicBezTo>
                  <a:pt x="54801" y="32767"/>
                  <a:pt x="55283" y="33234"/>
                  <a:pt x="55895" y="33529"/>
                </a:cubicBezTo>
                <a:cubicBezTo>
                  <a:pt x="56507" y="33824"/>
                  <a:pt x="57442" y="33971"/>
                  <a:pt x="58698" y="33971"/>
                </a:cubicBezTo>
                <a:cubicBezTo>
                  <a:pt x="59430" y="33971"/>
                  <a:pt x="60193" y="33864"/>
                  <a:pt x="60988" y="33649"/>
                </a:cubicBezTo>
                <a:cubicBezTo>
                  <a:pt x="61783" y="33434"/>
                  <a:pt x="62356" y="33255"/>
                  <a:pt x="62706" y="33112"/>
                </a:cubicBezTo>
                <a:lnTo>
                  <a:pt x="62944" y="33112"/>
                </a:lnTo>
                <a:lnTo>
                  <a:pt x="62944" y="37124"/>
                </a:lnTo>
                <a:close/>
                <a:moveTo>
                  <a:pt x="88062" y="35713"/>
                </a:moveTo>
                <a:cubicBezTo>
                  <a:pt x="86567" y="36428"/>
                  <a:pt x="85148" y="36985"/>
                  <a:pt x="83804" y="37382"/>
                </a:cubicBezTo>
                <a:cubicBezTo>
                  <a:pt x="82460" y="37780"/>
                  <a:pt x="81033" y="37979"/>
                  <a:pt x="79522" y="37979"/>
                </a:cubicBezTo>
                <a:cubicBezTo>
                  <a:pt x="77597" y="37979"/>
                  <a:pt x="75832" y="37696"/>
                  <a:pt x="74226" y="37130"/>
                </a:cubicBezTo>
                <a:cubicBezTo>
                  <a:pt x="72619" y="36565"/>
                  <a:pt x="71244" y="35709"/>
                  <a:pt x="70099" y="34561"/>
                </a:cubicBezTo>
                <a:cubicBezTo>
                  <a:pt x="68938" y="33414"/>
                  <a:pt x="68039" y="31965"/>
                  <a:pt x="67403" y="30212"/>
                </a:cubicBezTo>
                <a:cubicBezTo>
                  <a:pt x="66767" y="28460"/>
                  <a:pt x="66449" y="26413"/>
                  <a:pt x="66449" y="24071"/>
                </a:cubicBezTo>
                <a:cubicBezTo>
                  <a:pt x="66449" y="19706"/>
                  <a:pt x="67645" y="16281"/>
                  <a:pt x="70039" y="13796"/>
                </a:cubicBezTo>
                <a:cubicBezTo>
                  <a:pt x="72432" y="11310"/>
                  <a:pt x="75593" y="10067"/>
                  <a:pt x="79522" y="10067"/>
                </a:cubicBezTo>
                <a:cubicBezTo>
                  <a:pt x="81048" y="10067"/>
                  <a:pt x="82547" y="10282"/>
                  <a:pt x="84019" y="10711"/>
                </a:cubicBezTo>
                <a:cubicBezTo>
                  <a:pt x="85490" y="11141"/>
                  <a:pt x="86838" y="11666"/>
                  <a:pt x="88062" y="12286"/>
                </a:cubicBezTo>
                <a:lnTo>
                  <a:pt x="88062" y="17272"/>
                </a:lnTo>
                <a:lnTo>
                  <a:pt x="87824" y="17272"/>
                </a:lnTo>
                <a:cubicBezTo>
                  <a:pt x="86456" y="16214"/>
                  <a:pt x="85044" y="15401"/>
                  <a:pt x="83589" y="14833"/>
                </a:cubicBezTo>
                <a:cubicBezTo>
                  <a:pt x="82134" y="14264"/>
                  <a:pt x="80715" y="13980"/>
                  <a:pt x="79331" y="13980"/>
                </a:cubicBezTo>
                <a:cubicBezTo>
                  <a:pt x="76786" y="13980"/>
                  <a:pt x="74778" y="14834"/>
                  <a:pt x="73307" y="16544"/>
                </a:cubicBezTo>
                <a:cubicBezTo>
                  <a:pt x="71836" y="18254"/>
                  <a:pt x="71101" y="20763"/>
                  <a:pt x="71101" y="24071"/>
                </a:cubicBezTo>
                <a:cubicBezTo>
                  <a:pt x="71101" y="27283"/>
                  <a:pt x="71820" y="29752"/>
                  <a:pt x="73259" y="31478"/>
                </a:cubicBezTo>
                <a:cubicBezTo>
                  <a:pt x="74699" y="33204"/>
                  <a:pt x="76723" y="34066"/>
                  <a:pt x="79331" y="34066"/>
                </a:cubicBezTo>
                <a:cubicBezTo>
                  <a:pt x="80237" y="34066"/>
                  <a:pt x="81160" y="33948"/>
                  <a:pt x="82098" y="33712"/>
                </a:cubicBezTo>
                <a:cubicBezTo>
                  <a:pt x="83036" y="33475"/>
                  <a:pt x="83879" y="33166"/>
                  <a:pt x="84627" y="32787"/>
                </a:cubicBezTo>
                <a:cubicBezTo>
                  <a:pt x="85279" y="32456"/>
                  <a:pt x="85891" y="32105"/>
                  <a:pt x="86464" y="31734"/>
                </a:cubicBezTo>
                <a:cubicBezTo>
                  <a:pt x="87036" y="31363"/>
                  <a:pt x="87490" y="31043"/>
                  <a:pt x="87824" y="30774"/>
                </a:cubicBezTo>
                <a:lnTo>
                  <a:pt x="88062" y="30774"/>
                </a:lnTo>
                <a:lnTo>
                  <a:pt x="88062" y="35713"/>
                </a:lnTo>
                <a:close/>
                <a:moveTo>
                  <a:pt x="116094" y="37359"/>
                </a:moveTo>
                <a:lnTo>
                  <a:pt x="111609" y="37359"/>
                </a:lnTo>
                <a:lnTo>
                  <a:pt x="111609" y="22170"/>
                </a:lnTo>
                <a:cubicBezTo>
                  <a:pt x="111609" y="20944"/>
                  <a:pt x="111537" y="19794"/>
                  <a:pt x="111394" y="18720"/>
                </a:cubicBezTo>
                <a:cubicBezTo>
                  <a:pt x="111251" y="17645"/>
                  <a:pt x="110988" y="16805"/>
                  <a:pt x="110607" y="16201"/>
                </a:cubicBezTo>
                <a:cubicBezTo>
                  <a:pt x="110209" y="15532"/>
                  <a:pt x="109636" y="15034"/>
                  <a:pt x="108889" y="14708"/>
                </a:cubicBezTo>
                <a:cubicBezTo>
                  <a:pt x="108142" y="14381"/>
                  <a:pt x="107171" y="14218"/>
                  <a:pt x="105979" y="14218"/>
                </a:cubicBezTo>
                <a:cubicBezTo>
                  <a:pt x="104754" y="14218"/>
                  <a:pt x="103474" y="14521"/>
                  <a:pt x="102138" y="15126"/>
                </a:cubicBezTo>
                <a:cubicBezTo>
                  <a:pt x="100802" y="15731"/>
                  <a:pt x="99522" y="16503"/>
                  <a:pt x="98297" y="17442"/>
                </a:cubicBezTo>
                <a:lnTo>
                  <a:pt x="98297" y="37359"/>
                </a:lnTo>
                <a:lnTo>
                  <a:pt x="93812" y="37359"/>
                </a:lnTo>
                <a:lnTo>
                  <a:pt x="93812" y="239"/>
                </a:lnTo>
                <a:lnTo>
                  <a:pt x="98297" y="239"/>
                </a:lnTo>
                <a:lnTo>
                  <a:pt x="98297" y="13629"/>
                </a:lnTo>
                <a:cubicBezTo>
                  <a:pt x="99696" y="12466"/>
                  <a:pt x="101144" y="11558"/>
                  <a:pt x="102639" y="10904"/>
                </a:cubicBezTo>
                <a:cubicBezTo>
                  <a:pt x="104134" y="10251"/>
                  <a:pt x="105668" y="9924"/>
                  <a:pt x="107243" y="9924"/>
                </a:cubicBezTo>
                <a:cubicBezTo>
                  <a:pt x="110122" y="9924"/>
                  <a:pt x="112316" y="10792"/>
                  <a:pt x="113827" y="12529"/>
                </a:cubicBezTo>
                <a:cubicBezTo>
                  <a:pt x="115338" y="14265"/>
                  <a:pt x="116094" y="16767"/>
                  <a:pt x="116094" y="20033"/>
                </a:cubicBezTo>
                <a:lnTo>
                  <a:pt x="116094" y="373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55395-3569-473D-B767-B3FDB8F0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919" y="1977690"/>
            <a:ext cx="238664" cy="238663"/>
          </a:xfrm>
          <a:custGeom xmlns:a="http://schemas.openxmlformats.org/drawingml/2006/main">
            <a:pathLst>
              <a:path w="238664" h="238663">
                <a:moveTo>
                  <a:pt x="238664" y="119331"/>
                </a:moveTo>
                <a:cubicBezTo>
                  <a:pt x="238663" y="127167"/>
                  <a:pt x="237899" y="134927"/>
                  <a:pt x="236370" y="142612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0" y="172236"/>
                  <a:pt x="222905" y="179113"/>
                  <a:pt x="218552" y="185628"/>
                </a:cubicBezTo>
                <a:cubicBezTo>
                  <a:pt x="214199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9" y="232577"/>
                  <a:pt x="150297" y="234841"/>
                  <a:pt x="142612" y="236369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7" y="238662"/>
                  <a:pt x="103736" y="237898"/>
                  <a:pt x="96051" y="236369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8" y="214198"/>
                  <a:pt x="40491" y="209252"/>
                  <a:pt x="34951" y="203711"/>
                </a:cubicBezTo>
                <a:cubicBezTo>
                  <a:pt x="29410" y="198171"/>
                  <a:pt x="24463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3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1" y="29411"/>
                  <a:pt x="46518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3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7" y="3821"/>
                  <a:pt x="157759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1" y="34951"/>
                </a:cubicBezTo>
                <a:cubicBezTo>
                  <a:pt x="209252" y="40492"/>
                  <a:pt x="214199" y="46519"/>
                  <a:pt x="218552" y="53034"/>
                </a:cubicBezTo>
                <a:cubicBezTo>
                  <a:pt x="222905" y="59549"/>
                  <a:pt x="226581" y="66426"/>
                  <a:pt x="229579" y="73665"/>
                </a:cubicBezTo>
                <a:cubicBezTo>
                  <a:pt x="232578" y="80904"/>
                  <a:pt x="234842" y="88366"/>
                  <a:pt x="236370" y="96051"/>
                </a:cubicBezTo>
                <a:cubicBezTo>
                  <a:pt x="237899" y="103736"/>
                  <a:pt x="238663" y="111496"/>
                  <a:pt x="238664" y="119331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4E36D-08AF-48AD-AA3F-F551278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992" y="1973618"/>
            <a:ext cx="246662" cy="246470"/>
          </a:xfrm>
          <a:custGeom xmlns:a="http://schemas.openxmlformats.org/drawingml/2006/main">
            <a:pathLst>
              <a:path w="246662" h="246470">
                <a:moveTo>
                  <a:pt x="236383" y="172711"/>
                </a:moveTo>
                <a:cubicBezTo>
                  <a:pt x="233002" y="180469"/>
                  <a:pt x="228865" y="187802"/>
                  <a:pt x="223974" y="194710"/>
                </a:cubicBezTo>
                <a:lnTo>
                  <a:pt x="217328" y="190004"/>
                </a:lnTo>
                <a:cubicBezTo>
                  <a:pt x="221896" y="183552"/>
                  <a:pt x="225760" y="176703"/>
                  <a:pt x="228918" y="169457"/>
                </a:cubicBezTo>
                <a:lnTo>
                  <a:pt x="236383" y="172711"/>
                </a:lnTo>
                <a:close/>
                <a:moveTo>
                  <a:pt x="207020" y="214025"/>
                </a:moveTo>
                <a:cubicBezTo>
                  <a:pt x="200720" y="219847"/>
                  <a:pt x="193888" y="224957"/>
                  <a:pt x="186522" y="229356"/>
                </a:cubicBezTo>
                <a:lnTo>
                  <a:pt x="182348" y="222364"/>
                </a:lnTo>
                <a:cubicBezTo>
                  <a:pt x="189227" y="218256"/>
                  <a:pt x="195609" y="213482"/>
                  <a:pt x="201493" y="208045"/>
                </a:cubicBezTo>
                <a:lnTo>
                  <a:pt x="207020" y="214025"/>
                </a:lnTo>
                <a:close/>
                <a:moveTo>
                  <a:pt x="163515" y="240055"/>
                </a:moveTo>
                <a:cubicBezTo>
                  <a:pt x="155363" y="242868"/>
                  <a:pt x="147007" y="244805"/>
                  <a:pt x="138448" y="245867"/>
                </a:cubicBezTo>
                <a:lnTo>
                  <a:pt x="137445" y="237787"/>
                </a:lnTo>
                <a:cubicBezTo>
                  <a:pt x="145440" y="236795"/>
                  <a:pt x="153245" y="234985"/>
                  <a:pt x="160859" y="232357"/>
                </a:cubicBezTo>
                <a:lnTo>
                  <a:pt x="163515" y="240055"/>
                </a:lnTo>
                <a:close/>
                <a:moveTo>
                  <a:pt x="114166" y="246470"/>
                </a:moveTo>
                <a:cubicBezTo>
                  <a:pt x="105698" y="245845"/>
                  <a:pt x="97382" y="244361"/>
                  <a:pt x="89218" y="242018"/>
                </a:cubicBezTo>
                <a:lnTo>
                  <a:pt x="91465" y="234191"/>
                </a:lnTo>
                <a:cubicBezTo>
                  <a:pt x="99091" y="236379"/>
                  <a:pt x="106857" y="237765"/>
                  <a:pt x="114767" y="238350"/>
                </a:cubicBezTo>
                <a:lnTo>
                  <a:pt x="114166" y="246470"/>
                </a:lnTo>
                <a:close/>
                <a:moveTo>
                  <a:pt x="65455" y="232430"/>
                </a:moveTo>
                <a:cubicBezTo>
                  <a:pt x="57909" y="228430"/>
                  <a:pt x="50855" y="223697"/>
                  <a:pt x="44291" y="218231"/>
                </a:cubicBezTo>
                <a:lnTo>
                  <a:pt x="49502" y="211974"/>
                </a:lnTo>
                <a:cubicBezTo>
                  <a:pt x="55633" y="217079"/>
                  <a:pt x="62222" y="221500"/>
                  <a:pt x="69269" y="225236"/>
                </a:cubicBezTo>
                <a:lnTo>
                  <a:pt x="65455" y="232430"/>
                </a:lnTo>
                <a:close/>
                <a:moveTo>
                  <a:pt x="26345" y="199796"/>
                </a:moveTo>
                <a:cubicBezTo>
                  <a:pt x="21072" y="193108"/>
                  <a:pt x="16541" y="185950"/>
                  <a:pt x="12750" y="178323"/>
                </a:cubicBezTo>
                <a:lnTo>
                  <a:pt x="20043" y="174698"/>
                </a:lnTo>
                <a:cubicBezTo>
                  <a:pt x="23583" y="181823"/>
                  <a:pt x="27816" y="188508"/>
                  <a:pt x="32740" y="194756"/>
                </a:cubicBezTo>
                <a:lnTo>
                  <a:pt x="26345" y="199796"/>
                </a:lnTo>
                <a:close/>
                <a:moveTo>
                  <a:pt x="3761" y="154202"/>
                </a:moveTo>
                <a:cubicBezTo>
                  <a:pt x="1659" y="146047"/>
                  <a:pt x="406" y="137765"/>
                  <a:pt x="0" y="129357"/>
                </a:cubicBezTo>
                <a:lnTo>
                  <a:pt x="8133" y="128964"/>
                </a:lnTo>
                <a:cubicBezTo>
                  <a:pt x="8512" y="136816"/>
                  <a:pt x="9683" y="144551"/>
                  <a:pt x="11646" y="152170"/>
                </a:cubicBezTo>
                <a:lnTo>
                  <a:pt x="3761" y="154202"/>
                </a:lnTo>
                <a:close/>
                <a:moveTo>
                  <a:pt x="1233" y="105014"/>
                </a:moveTo>
                <a:cubicBezTo>
                  <a:pt x="2529" y="96416"/>
                  <a:pt x="4708" y="88053"/>
                  <a:pt x="7769" y="79924"/>
                </a:cubicBezTo>
                <a:lnTo>
                  <a:pt x="15390" y="82793"/>
                </a:lnTo>
                <a:cubicBezTo>
                  <a:pt x="12531" y="90385"/>
                  <a:pt x="10496" y="98197"/>
                  <a:pt x="9286" y="106227"/>
                </a:cubicBezTo>
                <a:lnTo>
                  <a:pt x="1233" y="105014"/>
                </a:lnTo>
                <a:close/>
                <a:moveTo>
                  <a:pt x="19023" y="57349"/>
                </a:moveTo>
                <a:cubicBezTo>
                  <a:pt x="23619" y="50093"/>
                  <a:pt x="28919" y="43387"/>
                  <a:pt x="34924" y="37233"/>
                </a:cubicBezTo>
                <a:lnTo>
                  <a:pt x="40753" y="42919"/>
                </a:lnTo>
                <a:cubicBezTo>
                  <a:pt x="35145" y="48667"/>
                  <a:pt x="30194" y="54930"/>
                  <a:pt x="25902" y="61707"/>
                </a:cubicBezTo>
                <a:lnTo>
                  <a:pt x="19023" y="57349"/>
                </a:lnTo>
                <a:close/>
                <a:moveTo>
                  <a:pt x="54666" y="20820"/>
                </a:moveTo>
                <a:cubicBezTo>
                  <a:pt x="61674" y="16133"/>
                  <a:pt x="69085" y="12207"/>
                  <a:pt x="76898" y="9039"/>
                </a:cubicBezTo>
                <a:lnTo>
                  <a:pt x="79958" y="16586"/>
                </a:lnTo>
                <a:cubicBezTo>
                  <a:pt x="72662" y="19544"/>
                  <a:pt x="65740" y="23211"/>
                  <a:pt x="59192" y="27589"/>
                </a:cubicBezTo>
                <a:lnTo>
                  <a:pt x="54666" y="20820"/>
                </a:lnTo>
                <a:close/>
                <a:moveTo>
                  <a:pt x="101906" y="1861"/>
                </a:moveTo>
                <a:cubicBezTo>
                  <a:pt x="108969" y="621"/>
                  <a:pt x="116087" y="0"/>
                  <a:pt x="123259" y="0"/>
                </a:cubicBezTo>
                <a:cubicBezTo>
                  <a:pt x="124288" y="0"/>
                  <a:pt x="125316" y="13"/>
                  <a:pt x="126343" y="38"/>
                </a:cubicBezTo>
                <a:lnTo>
                  <a:pt x="126140" y="8179"/>
                </a:lnTo>
                <a:cubicBezTo>
                  <a:pt x="125179" y="8155"/>
                  <a:pt x="124218" y="8143"/>
                  <a:pt x="123259" y="8143"/>
                </a:cubicBezTo>
                <a:cubicBezTo>
                  <a:pt x="116560" y="8143"/>
                  <a:pt x="109912" y="8722"/>
                  <a:pt x="103315" y="9882"/>
                </a:cubicBezTo>
                <a:lnTo>
                  <a:pt x="101906" y="1861"/>
                </a:lnTo>
                <a:close/>
                <a:moveTo>
                  <a:pt x="151072" y="3175"/>
                </a:moveTo>
                <a:cubicBezTo>
                  <a:pt x="159509" y="5127"/>
                  <a:pt x="167651" y="7936"/>
                  <a:pt x="175497" y="11602"/>
                </a:cubicBezTo>
                <a:lnTo>
                  <a:pt x="172050" y="18979"/>
                </a:lnTo>
                <a:cubicBezTo>
                  <a:pt x="164722" y="15555"/>
                  <a:pt x="157118" y="12932"/>
                  <a:pt x="149237" y="11109"/>
                </a:cubicBezTo>
                <a:lnTo>
                  <a:pt x="151072" y="3175"/>
                </a:lnTo>
                <a:close/>
                <a:moveTo>
                  <a:pt x="197235" y="24631"/>
                </a:moveTo>
                <a:cubicBezTo>
                  <a:pt x="204133" y="29797"/>
                  <a:pt x="210421" y="35623"/>
                  <a:pt x="216101" y="42110"/>
                </a:cubicBezTo>
                <a:lnTo>
                  <a:pt x="209975" y="47474"/>
                </a:lnTo>
                <a:cubicBezTo>
                  <a:pt x="204670" y="41416"/>
                  <a:pt x="198796" y="35974"/>
                  <a:pt x="192353" y="31149"/>
                </a:cubicBezTo>
                <a:lnTo>
                  <a:pt x="197235" y="24631"/>
                </a:lnTo>
                <a:close/>
                <a:moveTo>
                  <a:pt x="230849" y="62965"/>
                </a:moveTo>
                <a:cubicBezTo>
                  <a:pt x="235037" y="70421"/>
                  <a:pt x="238413" y="78225"/>
                  <a:pt x="240976" y="86378"/>
                </a:cubicBezTo>
                <a:lnTo>
                  <a:pt x="233208" y="88820"/>
                </a:lnTo>
                <a:cubicBezTo>
                  <a:pt x="230814" y="81206"/>
                  <a:pt x="227661" y="73917"/>
                  <a:pt x="223749" y="66954"/>
                </a:cubicBezTo>
                <a:lnTo>
                  <a:pt x="230849" y="62965"/>
                </a:lnTo>
                <a:close/>
                <a:moveTo>
                  <a:pt x="246076" y="111396"/>
                </a:moveTo>
                <a:cubicBezTo>
                  <a:pt x="246466" y="115389"/>
                  <a:pt x="246662" y="119391"/>
                  <a:pt x="246662" y="123403"/>
                </a:cubicBezTo>
                <a:cubicBezTo>
                  <a:pt x="246661" y="131680"/>
                  <a:pt x="245837" y="139873"/>
                  <a:pt x="244189" y="147982"/>
                </a:cubicBezTo>
                <a:lnTo>
                  <a:pt x="236209" y="146360"/>
                </a:lnTo>
                <a:cubicBezTo>
                  <a:pt x="237749" y="138786"/>
                  <a:pt x="238519" y="131134"/>
                  <a:pt x="238519" y="123403"/>
                </a:cubicBezTo>
                <a:cubicBezTo>
                  <a:pt x="238519" y="119655"/>
                  <a:pt x="238336" y="115916"/>
                  <a:pt x="237972" y="112188"/>
                </a:cubicBezTo>
                <a:lnTo>
                  <a:pt x="246076" y="111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Text mem_">
            <a:extLst xmlns:a="http://schemas.openxmlformats.org/drawingml/2006/main">
              <a:ext uri="{FF2B5EF4-FFF2-40B4-BE49-F238E27FC236}">
                <a16:creationId xmlns:a16="http://schemas.microsoft.com/office/drawing/2014/main" id="{9ACCCE77-4C42-495C-8418-EE002BD7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583" y="2049066"/>
            <a:ext cx="150938" cy="34591"/>
          </a:xfrm>
          <a:custGeom xmlns:a="http://schemas.openxmlformats.org/drawingml/2006/main">
            <a:pathLst>
              <a:path w="150938" h="34591">
                <a:moveTo>
                  <a:pt x="38885" y="27434"/>
                </a:moveTo>
                <a:lnTo>
                  <a:pt x="34400" y="27434"/>
                </a:lnTo>
                <a:lnTo>
                  <a:pt x="34400" y="12246"/>
                </a:lnTo>
                <a:cubicBezTo>
                  <a:pt x="34400" y="11100"/>
                  <a:pt x="34349" y="9994"/>
                  <a:pt x="34245" y="8927"/>
                </a:cubicBezTo>
                <a:cubicBezTo>
                  <a:pt x="34142" y="7860"/>
                  <a:pt x="33923" y="7008"/>
                  <a:pt x="33589" y="6372"/>
                </a:cubicBezTo>
                <a:cubicBezTo>
                  <a:pt x="33224" y="5687"/>
                  <a:pt x="32699" y="5170"/>
                  <a:pt x="32015" y="4820"/>
                </a:cubicBezTo>
                <a:cubicBezTo>
                  <a:pt x="31331" y="4469"/>
                  <a:pt x="30345" y="4294"/>
                  <a:pt x="29057" y="4294"/>
                </a:cubicBezTo>
                <a:cubicBezTo>
                  <a:pt x="27800" y="4294"/>
                  <a:pt x="26544" y="4609"/>
                  <a:pt x="25287" y="5238"/>
                </a:cubicBezTo>
                <a:cubicBezTo>
                  <a:pt x="24031" y="5867"/>
                  <a:pt x="22775" y="6667"/>
                  <a:pt x="21518" y="7638"/>
                </a:cubicBezTo>
                <a:cubicBezTo>
                  <a:pt x="21566" y="8003"/>
                  <a:pt x="21606" y="8429"/>
                  <a:pt x="21637" y="8915"/>
                </a:cubicBezTo>
                <a:cubicBezTo>
                  <a:pt x="21669" y="9400"/>
                  <a:pt x="21685" y="9882"/>
                  <a:pt x="21685" y="10359"/>
                </a:cubicBezTo>
                <a:lnTo>
                  <a:pt x="21685" y="27434"/>
                </a:lnTo>
                <a:lnTo>
                  <a:pt x="17200" y="27434"/>
                </a:lnTo>
                <a:lnTo>
                  <a:pt x="17200" y="12246"/>
                </a:lnTo>
                <a:cubicBezTo>
                  <a:pt x="17200" y="11068"/>
                  <a:pt x="17149" y="9950"/>
                  <a:pt x="17045" y="8892"/>
                </a:cubicBezTo>
                <a:cubicBezTo>
                  <a:pt x="16942" y="7832"/>
                  <a:pt x="16723" y="6985"/>
                  <a:pt x="16389" y="6348"/>
                </a:cubicBezTo>
                <a:cubicBezTo>
                  <a:pt x="16023" y="5663"/>
                  <a:pt x="15498" y="5150"/>
                  <a:pt x="14815" y="4808"/>
                </a:cubicBezTo>
                <a:cubicBezTo>
                  <a:pt x="14131" y="4465"/>
                  <a:pt x="13145" y="4294"/>
                  <a:pt x="11856" y="4294"/>
                </a:cubicBezTo>
                <a:cubicBezTo>
                  <a:pt x="10632" y="4294"/>
                  <a:pt x="9403" y="4597"/>
                  <a:pt x="8171" y="5202"/>
                </a:cubicBezTo>
                <a:cubicBezTo>
                  <a:pt x="6938" y="5807"/>
                  <a:pt x="5710" y="6579"/>
                  <a:pt x="4485" y="7518"/>
                </a:cubicBezTo>
                <a:lnTo>
                  <a:pt x="4485" y="27434"/>
                </a:lnTo>
                <a:lnTo>
                  <a:pt x="0" y="27434"/>
                </a:lnTo>
                <a:lnTo>
                  <a:pt x="0" y="763"/>
                </a:lnTo>
                <a:lnTo>
                  <a:pt x="4485" y="763"/>
                </a:lnTo>
                <a:lnTo>
                  <a:pt x="4485" y="3725"/>
                </a:lnTo>
                <a:cubicBezTo>
                  <a:pt x="5884" y="2555"/>
                  <a:pt x="7280" y="1642"/>
                  <a:pt x="8672" y="986"/>
                </a:cubicBezTo>
                <a:cubicBezTo>
                  <a:pt x="10063" y="329"/>
                  <a:pt x="11546" y="0"/>
                  <a:pt x="13121" y="0"/>
                </a:cubicBezTo>
                <a:cubicBezTo>
                  <a:pt x="14934" y="0"/>
                  <a:pt x="16473" y="384"/>
                  <a:pt x="17737" y="1153"/>
                </a:cubicBezTo>
                <a:cubicBezTo>
                  <a:pt x="19001" y="1920"/>
                  <a:pt x="19944" y="2984"/>
                  <a:pt x="20564" y="4345"/>
                </a:cubicBezTo>
                <a:cubicBezTo>
                  <a:pt x="22377" y="2809"/>
                  <a:pt x="24031" y="1700"/>
                  <a:pt x="25526" y="1021"/>
                </a:cubicBezTo>
                <a:cubicBezTo>
                  <a:pt x="27021" y="340"/>
                  <a:pt x="28619" y="0"/>
                  <a:pt x="30321" y="0"/>
                </a:cubicBezTo>
                <a:cubicBezTo>
                  <a:pt x="33247" y="0"/>
                  <a:pt x="35406" y="888"/>
                  <a:pt x="36798" y="2664"/>
                </a:cubicBezTo>
                <a:cubicBezTo>
                  <a:pt x="38190" y="4441"/>
                  <a:pt x="38885" y="6922"/>
                  <a:pt x="38885" y="10109"/>
                </a:cubicBezTo>
                <a:lnTo>
                  <a:pt x="38885" y="27434"/>
                </a:lnTo>
                <a:close/>
                <a:moveTo>
                  <a:pt x="69844" y="14552"/>
                </a:moveTo>
                <a:lnTo>
                  <a:pt x="50210" y="14552"/>
                </a:lnTo>
                <a:cubicBezTo>
                  <a:pt x="50210" y="16194"/>
                  <a:pt x="50457" y="17625"/>
                  <a:pt x="50950" y="18845"/>
                </a:cubicBezTo>
                <a:cubicBezTo>
                  <a:pt x="51443" y="20064"/>
                  <a:pt x="52119" y="21065"/>
                  <a:pt x="52977" y="21846"/>
                </a:cubicBezTo>
                <a:cubicBezTo>
                  <a:pt x="53804" y="22612"/>
                  <a:pt x="54786" y="23186"/>
                  <a:pt x="55924" y="23568"/>
                </a:cubicBezTo>
                <a:cubicBezTo>
                  <a:pt x="57061" y="23951"/>
                  <a:pt x="58313" y="24142"/>
                  <a:pt x="59681" y="24142"/>
                </a:cubicBezTo>
                <a:cubicBezTo>
                  <a:pt x="61494" y="24142"/>
                  <a:pt x="63319" y="23778"/>
                  <a:pt x="65156" y="23049"/>
                </a:cubicBezTo>
                <a:cubicBezTo>
                  <a:pt x="66993" y="22320"/>
                  <a:pt x="68301" y="21603"/>
                  <a:pt x="69080" y="20898"/>
                </a:cubicBezTo>
                <a:lnTo>
                  <a:pt x="69319" y="20898"/>
                </a:lnTo>
                <a:lnTo>
                  <a:pt x="69319" y="25805"/>
                </a:lnTo>
                <a:cubicBezTo>
                  <a:pt x="67808" y="26443"/>
                  <a:pt x="66265" y="26977"/>
                  <a:pt x="64691" y="27408"/>
                </a:cubicBezTo>
                <a:cubicBezTo>
                  <a:pt x="63116" y="27839"/>
                  <a:pt x="61462" y="28055"/>
                  <a:pt x="59729" y="28055"/>
                </a:cubicBezTo>
                <a:cubicBezTo>
                  <a:pt x="55307" y="28055"/>
                  <a:pt x="51856" y="26856"/>
                  <a:pt x="49375" y="24458"/>
                </a:cubicBezTo>
                <a:cubicBezTo>
                  <a:pt x="46894" y="22061"/>
                  <a:pt x="45654" y="18655"/>
                  <a:pt x="45654" y="14242"/>
                </a:cubicBezTo>
                <a:cubicBezTo>
                  <a:pt x="45654" y="9877"/>
                  <a:pt x="46842" y="6413"/>
                  <a:pt x="49220" y="3848"/>
                </a:cubicBezTo>
                <a:cubicBezTo>
                  <a:pt x="51598" y="1283"/>
                  <a:pt x="54727" y="0"/>
                  <a:pt x="58607" y="0"/>
                </a:cubicBezTo>
                <a:cubicBezTo>
                  <a:pt x="62202" y="0"/>
                  <a:pt x="64973" y="1051"/>
                  <a:pt x="66921" y="3154"/>
                </a:cubicBezTo>
                <a:cubicBezTo>
                  <a:pt x="68870" y="5257"/>
                  <a:pt x="69844" y="8244"/>
                  <a:pt x="69844" y="12115"/>
                </a:cubicBezTo>
                <a:lnTo>
                  <a:pt x="69844" y="14552"/>
                </a:lnTo>
                <a:moveTo>
                  <a:pt x="65478" y="11117"/>
                </a:moveTo>
                <a:cubicBezTo>
                  <a:pt x="65462" y="8763"/>
                  <a:pt x="64870" y="6942"/>
                  <a:pt x="63701" y="5654"/>
                </a:cubicBezTo>
                <a:cubicBezTo>
                  <a:pt x="62532" y="4366"/>
                  <a:pt x="60754" y="3722"/>
                  <a:pt x="58369" y="3722"/>
                </a:cubicBezTo>
                <a:cubicBezTo>
                  <a:pt x="55967" y="3722"/>
                  <a:pt x="54055" y="4429"/>
                  <a:pt x="52631" y="5845"/>
                </a:cubicBezTo>
                <a:cubicBezTo>
                  <a:pt x="51208" y="7260"/>
                  <a:pt x="50401" y="9018"/>
                  <a:pt x="50210" y="11117"/>
                </a:cubicBezTo>
                <a:lnTo>
                  <a:pt x="65478" y="11117"/>
                </a:lnTo>
                <a:close/>
                <a:moveTo>
                  <a:pt x="115543" y="27434"/>
                </a:moveTo>
                <a:lnTo>
                  <a:pt x="111058" y="27434"/>
                </a:lnTo>
                <a:lnTo>
                  <a:pt x="111058" y="12246"/>
                </a:lnTo>
                <a:cubicBezTo>
                  <a:pt x="111058" y="11100"/>
                  <a:pt x="111006" y="9994"/>
                  <a:pt x="110903" y="8927"/>
                </a:cubicBezTo>
                <a:cubicBezTo>
                  <a:pt x="110799" y="7860"/>
                  <a:pt x="110581" y="7008"/>
                  <a:pt x="110247" y="6372"/>
                </a:cubicBezTo>
                <a:cubicBezTo>
                  <a:pt x="109881" y="5687"/>
                  <a:pt x="109356" y="5170"/>
                  <a:pt x="108672" y="4820"/>
                </a:cubicBezTo>
                <a:cubicBezTo>
                  <a:pt x="107988" y="4469"/>
                  <a:pt x="107002" y="4294"/>
                  <a:pt x="105714" y="4294"/>
                </a:cubicBezTo>
                <a:cubicBezTo>
                  <a:pt x="104458" y="4294"/>
                  <a:pt x="103201" y="4609"/>
                  <a:pt x="101945" y="5238"/>
                </a:cubicBezTo>
                <a:cubicBezTo>
                  <a:pt x="100688" y="5867"/>
                  <a:pt x="99432" y="6667"/>
                  <a:pt x="98175" y="7638"/>
                </a:cubicBezTo>
                <a:cubicBezTo>
                  <a:pt x="98223" y="8003"/>
                  <a:pt x="98263" y="8429"/>
                  <a:pt x="98295" y="8915"/>
                </a:cubicBezTo>
                <a:cubicBezTo>
                  <a:pt x="98327" y="9400"/>
                  <a:pt x="98342" y="9882"/>
                  <a:pt x="98342" y="10359"/>
                </a:cubicBezTo>
                <a:lnTo>
                  <a:pt x="98342" y="27434"/>
                </a:lnTo>
                <a:lnTo>
                  <a:pt x="93858" y="27434"/>
                </a:lnTo>
                <a:lnTo>
                  <a:pt x="93858" y="12246"/>
                </a:lnTo>
                <a:cubicBezTo>
                  <a:pt x="93858" y="11068"/>
                  <a:pt x="93806" y="9950"/>
                  <a:pt x="93702" y="8892"/>
                </a:cubicBezTo>
                <a:cubicBezTo>
                  <a:pt x="93599" y="7832"/>
                  <a:pt x="93380" y="6985"/>
                  <a:pt x="93046" y="6348"/>
                </a:cubicBezTo>
                <a:cubicBezTo>
                  <a:pt x="92681" y="5663"/>
                  <a:pt x="92156" y="5150"/>
                  <a:pt x="91472" y="4808"/>
                </a:cubicBezTo>
                <a:cubicBezTo>
                  <a:pt x="90788" y="4465"/>
                  <a:pt x="89802" y="4294"/>
                  <a:pt x="88514" y="4294"/>
                </a:cubicBezTo>
                <a:cubicBezTo>
                  <a:pt x="87289" y="4294"/>
                  <a:pt x="86061" y="4597"/>
                  <a:pt x="84828" y="5202"/>
                </a:cubicBezTo>
                <a:cubicBezTo>
                  <a:pt x="83595" y="5807"/>
                  <a:pt x="82367" y="6579"/>
                  <a:pt x="81142" y="7518"/>
                </a:cubicBezTo>
                <a:lnTo>
                  <a:pt x="81142" y="27434"/>
                </a:lnTo>
                <a:lnTo>
                  <a:pt x="76657" y="27434"/>
                </a:lnTo>
                <a:lnTo>
                  <a:pt x="76657" y="763"/>
                </a:lnTo>
                <a:lnTo>
                  <a:pt x="81142" y="763"/>
                </a:lnTo>
                <a:lnTo>
                  <a:pt x="81142" y="3725"/>
                </a:lnTo>
                <a:cubicBezTo>
                  <a:pt x="82542" y="2555"/>
                  <a:pt x="83937" y="1642"/>
                  <a:pt x="85329" y="986"/>
                </a:cubicBezTo>
                <a:cubicBezTo>
                  <a:pt x="86721" y="329"/>
                  <a:pt x="88204" y="0"/>
                  <a:pt x="89778" y="0"/>
                </a:cubicBezTo>
                <a:cubicBezTo>
                  <a:pt x="91591" y="0"/>
                  <a:pt x="93130" y="384"/>
                  <a:pt x="94394" y="1153"/>
                </a:cubicBezTo>
                <a:cubicBezTo>
                  <a:pt x="95659" y="1920"/>
                  <a:pt x="96601" y="2984"/>
                  <a:pt x="97221" y="4345"/>
                </a:cubicBezTo>
                <a:cubicBezTo>
                  <a:pt x="99034" y="2809"/>
                  <a:pt x="100688" y="1700"/>
                  <a:pt x="102183" y="1021"/>
                </a:cubicBezTo>
                <a:cubicBezTo>
                  <a:pt x="103678" y="340"/>
                  <a:pt x="105277" y="0"/>
                  <a:pt x="106978" y="0"/>
                </a:cubicBezTo>
                <a:cubicBezTo>
                  <a:pt x="109905" y="0"/>
                  <a:pt x="112064" y="888"/>
                  <a:pt x="113455" y="2664"/>
                </a:cubicBezTo>
                <a:cubicBezTo>
                  <a:pt x="114847" y="4441"/>
                  <a:pt x="115543" y="6922"/>
                  <a:pt x="115543" y="10109"/>
                </a:cubicBezTo>
                <a:lnTo>
                  <a:pt x="115543" y="27434"/>
                </a:lnTo>
                <a:close/>
                <a:moveTo>
                  <a:pt x="150938" y="34591"/>
                </a:moveTo>
                <a:lnTo>
                  <a:pt x="119687" y="34591"/>
                </a:lnTo>
                <a:lnTo>
                  <a:pt x="119687" y="31729"/>
                </a:lnTo>
                <a:lnTo>
                  <a:pt x="150938" y="31729"/>
                </a:lnTo>
                <a:lnTo>
                  <a:pt x="150938" y="3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Text call">
            <a:extLst xmlns:a="http://schemas.openxmlformats.org/drawingml/2006/main">
              <a:ext uri="{FF2B5EF4-FFF2-40B4-BE49-F238E27FC236}">
                <a16:creationId xmlns:a16="http://schemas.microsoft.com/office/drawing/2014/main" id="{FE6436AD-2CBB-45EB-B6C0-E512A2F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318" y="2104524"/>
            <a:ext cx="74646" cy="37883"/>
          </a:xfrm>
          <a:custGeom xmlns:a="http://schemas.openxmlformats.org/drawingml/2006/main">
            <a:pathLst>
              <a:path w="74646" h="37883">
                <a:moveTo>
                  <a:pt x="21614" y="35474"/>
                </a:moveTo>
                <a:cubicBezTo>
                  <a:pt x="20119" y="36190"/>
                  <a:pt x="18699" y="36746"/>
                  <a:pt x="17355" y="37144"/>
                </a:cubicBezTo>
                <a:cubicBezTo>
                  <a:pt x="16011" y="37541"/>
                  <a:pt x="14584" y="37740"/>
                  <a:pt x="13073" y="37740"/>
                </a:cubicBezTo>
                <a:cubicBezTo>
                  <a:pt x="11149" y="37740"/>
                  <a:pt x="9383" y="37457"/>
                  <a:pt x="7777" y="36892"/>
                </a:cubicBezTo>
                <a:cubicBezTo>
                  <a:pt x="6171" y="36326"/>
                  <a:pt x="4795" y="35470"/>
                  <a:pt x="3650" y="34323"/>
                </a:cubicBezTo>
                <a:cubicBezTo>
                  <a:pt x="2489" y="33176"/>
                  <a:pt x="1590" y="31726"/>
                  <a:pt x="954" y="29974"/>
                </a:cubicBezTo>
                <a:cubicBezTo>
                  <a:pt x="318" y="28221"/>
                  <a:pt x="0" y="26174"/>
                  <a:pt x="0" y="23832"/>
                </a:cubicBezTo>
                <a:cubicBezTo>
                  <a:pt x="0" y="19467"/>
                  <a:pt x="1197" y="16042"/>
                  <a:pt x="3590" y="13557"/>
                </a:cubicBezTo>
                <a:cubicBezTo>
                  <a:pt x="5984" y="11071"/>
                  <a:pt x="9145" y="9829"/>
                  <a:pt x="13073" y="9829"/>
                </a:cubicBezTo>
                <a:cubicBezTo>
                  <a:pt x="14600" y="9829"/>
                  <a:pt x="16099" y="10043"/>
                  <a:pt x="17570" y="10473"/>
                </a:cubicBezTo>
                <a:cubicBezTo>
                  <a:pt x="19041" y="10902"/>
                  <a:pt x="20389" y="11427"/>
                  <a:pt x="21614" y="12047"/>
                </a:cubicBezTo>
                <a:lnTo>
                  <a:pt x="21614" y="17033"/>
                </a:lnTo>
                <a:lnTo>
                  <a:pt x="21375" y="17033"/>
                </a:lnTo>
                <a:cubicBezTo>
                  <a:pt x="20007" y="15975"/>
                  <a:pt x="18596" y="15162"/>
                  <a:pt x="17141" y="14594"/>
                </a:cubicBezTo>
                <a:cubicBezTo>
                  <a:pt x="15685" y="14025"/>
                  <a:pt x="14266" y="13741"/>
                  <a:pt x="12882" y="13741"/>
                </a:cubicBezTo>
                <a:cubicBezTo>
                  <a:pt x="10338" y="13741"/>
                  <a:pt x="8330" y="14596"/>
                  <a:pt x="6859" y="16306"/>
                </a:cubicBezTo>
                <a:cubicBezTo>
                  <a:pt x="5387" y="18015"/>
                  <a:pt x="4652" y="20524"/>
                  <a:pt x="4652" y="23832"/>
                </a:cubicBezTo>
                <a:cubicBezTo>
                  <a:pt x="4652" y="27045"/>
                  <a:pt x="5372" y="29514"/>
                  <a:pt x="6811" y="31240"/>
                </a:cubicBezTo>
                <a:cubicBezTo>
                  <a:pt x="8250" y="32965"/>
                  <a:pt x="10274" y="33828"/>
                  <a:pt x="12882" y="33828"/>
                </a:cubicBezTo>
                <a:cubicBezTo>
                  <a:pt x="13789" y="33828"/>
                  <a:pt x="14711" y="33710"/>
                  <a:pt x="15650" y="33473"/>
                </a:cubicBezTo>
                <a:cubicBezTo>
                  <a:pt x="16588" y="33236"/>
                  <a:pt x="17431" y="32928"/>
                  <a:pt x="18178" y="32549"/>
                </a:cubicBezTo>
                <a:cubicBezTo>
                  <a:pt x="18830" y="32217"/>
                  <a:pt x="19443" y="31866"/>
                  <a:pt x="20015" y="31495"/>
                </a:cubicBezTo>
                <a:cubicBezTo>
                  <a:pt x="20588" y="31124"/>
                  <a:pt x="21041" y="30804"/>
                  <a:pt x="21375" y="30536"/>
                </a:cubicBezTo>
                <a:lnTo>
                  <a:pt x="21614" y="30536"/>
                </a:lnTo>
                <a:lnTo>
                  <a:pt x="21614" y="35474"/>
                </a:lnTo>
                <a:close/>
                <a:moveTo>
                  <a:pt x="48070" y="37120"/>
                </a:moveTo>
                <a:lnTo>
                  <a:pt x="43609" y="37120"/>
                </a:lnTo>
                <a:lnTo>
                  <a:pt x="43609" y="34301"/>
                </a:lnTo>
                <a:cubicBezTo>
                  <a:pt x="43212" y="34571"/>
                  <a:pt x="42675" y="34950"/>
                  <a:pt x="41999" y="35435"/>
                </a:cubicBezTo>
                <a:cubicBezTo>
                  <a:pt x="41323" y="35921"/>
                  <a:pt x="40667" y="36307"/>
                  <a:pt x="40031" y="36594"/>
                </a:cubicBezTo>
                <a:cubicBezTo>
                  <a:pt x="39283" y="36960"/>
                  <a:pt x="38425" y="37266"/>
                  <a:pt x="37454" y="37513"/>
                </a:cubicBezTo>
                <a:cubicBezTo>
                  <a:pt x="36484" y="37760"/>
                  <a:pt x="35347" y="37883"/>
                  <a:pt x="34043" y="37883"/>
                </a:cubicBezTo>
                <a:cubicBezTo>
                  <a:pt x="31642" y="37883"/>
                  <a:pt x="29606" y="37087"/>
                  <a:pt x="27936" y="35495"/>
                </a:cubicBezTo>
                <a:cubicBezTo>
                  <a:pt x="26266" y="33902"/>
                  <a:pt x="25431" y="31872"/>
                  <a:pt x="25431" y="29403"/>
                </a:cubicBezTo>
                <a:cubicBezTo>
                  <a:pt x="25431" y="27381"/>
                  <a:pt x="25864" y="25745"/>
                  <a:pt x="26731" y="24495"/>
                </a:cubicBezTo>
                <a:cubicBezTo>
                  <a:pt x="27598" y="23244"/>
                  <a:pt x="28835" y="22261"/>
                  <a:pt x="30441" y="21545"/>
                </a:cubicBezTo>
                <a:cubicBezTo>
                  <a:pt x="32063" y="20828"/>
                  <a:pt x="34011" y="20343"/>
                  <a:pt x="36286" y="20088"/>
                </a:cubicBezTo>
                <a:cubicBezTo>
                  <a:pt x="38560" y="19833"/>
                  <a:pt x="41001" y="19641"/>
                  <a:pt x="43609" y="19514"/>
                </a:cubicBezTo>
                <a:lnTo>
                  <a:pt x="43609" y="18816"/>
                </a:lnTo>
                <a:cubicBezTo>
                  <a:pt x="43609" y="17790"/>
                  <a:pt x="43430" y="16940"/>
                  <a:pt x="43073" y="16267"/>
                </a:cubicBezTo>
                <a:cubicBezTo>
                  <a:pt x="42715" y="15593"/>
                  <a:pt x="42202" y="15064"/>
                  <a:pt x="41534" y="14679"/>
                </a:cubicBezTo>
                <a:cubicBezTo>
                  <a:pt x="40898" y="14310"/>
                  <a:pt x="40134" y="14062"/>
                  <a:pt x="39244" y="13933"/>
                </a:cubicBezTo>
                <a:cubicBezTo>
                  <a:pt x="38353" y="13805"/>
                  <a:pt x="37423" y="13741"/>
                  <a:pt x="36453" y="13741"/>
                </a:cubicBezTo>
                <a:cubicBezTo>
                  <a:pt x="35276" y="13741"/>
                  <a:pt x="33964" y="13900"/>
                  <a:pt x="32516" y="14219"/>
                </a:cubicBezTo>
                <a:cubicBezTo>
                  <a:pt x="31069" y="14537"/>
                  <a:pt x="29574" y="14998"/>
                  <a:pt x="28031" y="15602"/>
                </a:cubicBezTo>
                <a:lnTo>
                  <a:pt x="27793" y="15602"/>
                </a:lnTo>
                <a:lnTo>
                  <a:pt x="27793" y="11045"/>
                </a:lnTo>
                <a:cubicBezTo>
                  <a:pt x="28668" y="10807"/>
                  <a:pt x="29932" y="10544"/>
                  <a:pt x="31586" y="10258"/>
                </a:cubicBezTo>
                <a:cubicBezTo>
                  <a:pt x="33240" y="9972"/>
                  <a:pt x="34870" y="9829"/>
                  <a:pt x="36476" y="9829"/>
                </a:cubicBezTo>
                <a:cubicBezTo>
                  <a:pt x="38353" y="9829"/>
                  <a:pt x="39987" y="9984"/>
                  <a:pt x="41379" y="10294"/>
                </a:cubicBezTo>
                <a:cubicBezTo>
                  <a:pt x="42770" y="10604"/>
                  <a:pt x="43975" y="11133"/>
                  <a:pt x="44993" y="11880"/>
                </a:cubicBezTo>
                <a:cubicBezTo>
                  <a:pt x="45995" y="12612"/>
                  <a:pt x="46758" y="13558"/>
                  <a:pt x="47283" y="14719"/>
                </a:cubicBezTo>
                <a:cubicBezTo>
                  <a:pt x="47808" y="15880"/>
                  <a:pt x="48070" y="17319"/>
                  <a:pt x="48070" y="19037"/>
                </a:cubicBezTo>
                <a:lnTo>
                  <a:pt x="48070" y="37120"/>
                </a:lnTo>
                <a:moveTo>
                  <a:pt x="43609" y="30593"/>
                </a:moveTo>
                <a:lnTo>
                  <a:pt x="43609" y="23140"/>
                </a:lnTo>
                <a:cubicBezTo>
                  <a:pt x="42242" y="23220"/>
                  <a:pt x="40631" y="23340"/>
                  <a:pt x="38779" y="23500"/>
                </a:cubicBezTo>
                <a:cubicBezTo>
                  <a:pt x="36926" y="23660"/>
                  <a:pt x="35459" y="23891"/>
                  <a:pt x="34377" y="24195"/>
                </a:cubicBezTo>
                <a:cubicBezTo>
                  <a:pt x="33089" y="24562"/>
                  <a:pt x="32047" y="25134"/>
                  <a:pt x="31252" y="25908"/>
                </a:cubicBezTo>
                <a:cubicBezTo>
                  <a:pt x="30457" y="26683"/>
                  <a:pt x="30059" y="27750"/>
                  <a:pt x="30059" y="29107"/>
                </a:cubicBezTo>
                <a:cubicBezTo>
                  <a:pt x="30059" y="30641"/>
                  <a:pt x="30520" y="31795"/>
                  <a:pt x="31443" y="32570"/>
                </a:cubicBezTo>
                <a:cubicBezTo>
                  <a:pt x="32365" y="33345"/>
                  <a:pt x="33773" y="33732"/>
                  <a:pt x="35665" y="33732"/>
                </a:cubicBezTo>
                <a:cubicBezTo>
                  <a:pt x="37240" y="33732"/>
                  <a:pt x="38679" y="33425"/>
                  <a:pt x="39983" y="32810"/>
                </a:cubicBezTo>
                <a:cubicBezTo>
                  <a:pt x="41287" y="32195"/>
                  <a:pt x="42496" y="31456"/>
                  <a:pt x="43609" y="30593"/>
                </a:cubicBezTo>
                <a:close/>
                <a:moveTo>
                  <a:pt x="61259" y="37120"/>
                </a:moveTo>
                <a:lnTo>
                  <a:pt x="56774" y="37120"/>
                </a:lnTo>
                <a:lnTo>
                  <a:pt x="56774" y="0"/>
                </a:lnTo>
                <a:lnTo>
                  <a:pt x="61259" y="0"/>
                </a:lnTo>
                <a:lnTo>
                  <a:pt x="61259" y="37120"/>
                </a:lnTo>
                <a:close/>
                <a:moveTo>
                  <a:pt x="74646" y="37120"/>
                </a:moveTo>
                <a:lnTo>
                  <a:pt x="70161" y="37120"/>
                </a:lnTo>
                <a:lnTo>
                  <a:pt x="70161" y="0"/>
                </a:lnTo>
                <a:lnTo>
                  <a:pt x="74646" y="0"/>
                </a:lnTo>
                <a:lnTo>
                  <a:pt x="74646" y="37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B6C90-5ABF-4C54-A4B9-E38078F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493" y="2097021"/>
            <a:ext cx="49834" cy="10"/>
          </a:xfrm>
          <a:custGeom xmlns:a="http://schemas.openxmlformats.org/drawingml/2006/main">
            <a:pathLst>
              <a:path w="49834" h="1" fill="none">
                <a:moveTo>
                  <a:pt x="0" y="0"/>
                </a:moveTo>
                <a:lnTo>
                  <a:pt x="49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F7394-22B4-4298-8313-6926FA7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328" y="2088878"/>
            <a:ext cx="24429" cy="16286"/>
          </a:xfrm>
          <a:custGeom xmlns:a="http://schemas.openxmlformats.org/drawingml/2006/main">
            <a:pathLst>
              <a:path w="24429" h="16286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4DE45-326F-400C-9079-5D7C4D28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328" y="2088878"/>
            <a:ext cx="24429" cy="16286"/>
          </a:xfrm>
          <a:custGeom xmlns:a="http://schemas.openxmlformats.org/drawingml/2006/main">
            <a:pathLst>
              <a:path w="24429" h="16286" fill="none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105AF-E4B2-432A-A60F-B442443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578" y="1472181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7"/>
                  <a:pt x="237898" y="134927"/>
                  <a:pt x="236369" y="142611"/>
                </a:cubicBezTo>
                <a:cubicBezTo>
                  <a:pt x="234841" y="150296"/>
                  <a:pt x="232578" y="157758"/>
                  <a:pt x="229579" y="164997"/>
                </a:cubicBezTo>
                <a:cubicBezTo>
                  <a:pt x="226581" y="172236"/>
                  <a:pt x="222905" y="179113"/>
                  <a:pt x="218552" y="185628"/>
                </a:cubicBezTo>
                <a:cubicBezTo>
                  <a:pt x="214199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1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AF85E-3B39-482B-8B51-F3C6DA9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578" y="1472181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7"/>
                  <a:pt x="237898" y="134927"/>
                  <a:pt x="236369" y="142611"/>
                </a:cubicBezTo>
                <a:cubicBezTo>
                  <a:pt x="234841" y="150296"/>
                  <a:pt x="232578" y="157758"/>
                  <a:pt x="229579" y="164997"/>
                </a:cubicBezTo>
                <a:cubicBezTo>
                  <a:pt x="226581" y="172236"/>
                  <a:pt x="222905" y="179113"/>
                  <a:pt x="218552" y="185628"/>
                </a:cubicBezTo>
                <a:cubicBezTo>
                  <a:pt x="214199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1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89" name="Text hit">
            <a:extLst xmlns:a="http://schemas.openxmlformats.org/drawingml/2006/main">
              <a:ext uri="{FF2B5EF4-FFF2-40B4-BE49-F238E27FC236}">
                <a16:creationId xmlns:a16="http://schemas.microsoft.com/office/drawing/2014/main" id="{50A6BEC7-1911-43B2-AB55-6198481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958" y="1567094"/>
            <a:ext cx="58149" cy="37645"/>
          </a:xfrm>
          <a:custGeom xmlns:a="http://schemas.openxmlformats.org/drawingml/2006/main">
            <a:pathLst>
              <a:path w="58149" h="37645">
                <a:moveTo>
                  <a:pt x="22282" y="37120"/>
                </a:moveTo>
                <a:lnTo>
                  <a:pt x="17797" y="37120"/>
                </a:lnTo>
                <a:lnTo>
                  <a:pt x="17797" y="21932"/>
                </a:lnTo>
                <a:cubicBezTo>
                  <a:pt x="17797" y="20706"/>
                  <a:pt x="17725" y="19556"/>
                  <a:pt x="17582" y="18481"/>
                </a:cubicBezTo>
                <a:cubicBezTo>
                  <a:pt x="17439" y="17406"/>
                  <a:pt x="17176" y="16567"/>
                  <a:pt x="16795" y="15962"/>
                </a:cubicBezTo>
                <a:cubicBezTo>
                  <a:pt x="16397" y="15293"/>
                  <a:pt x="15825" y="14795"/>
                  <a:pt x="15077" y="14469"/>
                </a:cubicBezTo>
                <a:cubicBezTo>
                  <a:pt x="14330" y="14143"/>
                  <a:pt x="13359" y="13980"/>
                  <a:pt x="12167" y="13980"/>
                </a:cubicBezTo>
                <a:cubicBezTo>
                  <a:pt x="10942" y="13980"/>
                  <a:pt x="9662" y="14282"/>
                  <a:pt x="8326" y="14888"/>
                </a:cubicBezTo>
                <a:cubicBezTo>
                  <a:pt x="6990" y="15493"/>
                  <a:pt x="5710" y="16264"/>
                  <a:pt x="4485" y="17203"/>
                </a:cubicBezTo>
                <a:lnTo>
                  <a:pt x="4485" y="37120"/>
                </a:ln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13390"/>
                </a:lnTo>
                <a:cubicBezTo>
                  <a:pt x="5884" y="12227"/>
                  <a:pt x="7332" y="11319"/>
                  <a:pt x="8827" y="10666"/>
                </a:cubicBezTo>
                <a:cubicBezTo>
                  <a:pt x="10322" y="10012"/>
                  <a:pt x="11856" y="9686"/>
                  <a:pt x="13431" y="9686"/>
                </a:cubicBezTo>
                <a:cubicBezTo>
                  <a:pt x="16310" y="9686"/>
                  <a:pt x="18504" y="10554"/>
                  <a:pt x="20015" y="12290"/>
                </a:cubicBezTo>
                <a:cubicBezTo>
                  <a:pt x="21526" y="14027"/>
                  <a:pt x="22282" y="16528"/>
                  <a:pt x="22282" y="19795"/>
                </a:cubicBezTo>
                <a:lnTo>
                  <a:pt x="22282" y="37120"/>
                </a:lnTo>
                <a:close/>
                <a:moveTo>
                  <a:pt x="35745" y="6012"/>
                </a:moveTo>
                <a:lnTo>
                  <a:pt x="30688" y="6012"/>
                </a:lnTo>
                <a:lnTo>
                  <a:pt x="30688" y="1336"/>
                </a:lnTo>
                <a:lnTo>
                  <a:pt x="35745" y="1336"/>
                </a:lnTo>
                <a:lnTo>
                  <a:pt x="35745" y="6012"/>
                </a:lnTo>
                <a:moveTo>
                  <a:pt x="35459" y="37120"/>
                </a:moveTo>
                <a:lnTo>
                  <a:pt x="30974" y="37120"/>
                </a:lnTo>
                <a:lnTo>
                  <a:pt x="30974" y="10449"/>
                </a:lnTo>
                <a:lnTo>
                  <a:pt x="35459" y="10449"/>
                </a:lnTo>
                <a:lnTo>
                  <a:pt x="35459" y="37120"/>
                </a:lnTo>
                <a:close/>
                <a:moveTo>
                  <a:pt x="58149" y="36885"/>
                </a:moveTo>
                <a:cubicBezTo>
                  <a:pt x="57306" y="37107"/>
                  <a:pt x="56388" y="37289"/>
                  <a:pt x="55394" y="37431"/>
                </a:cubicBezTo>
                <a:cubicBezTo>
                  <a:pt x="54400" y="37574"/>
                  <a:pt x="53513" y="37645"/>
                  <a:pt x="52734" y="37645"/>
                </a:cubicBezTo>
                <a:cubicBezTo>
                  <a:pt x="50014" y="37645"/>
                  <a:pt x="47947" y="36913"/>
                  <a:pt x="46531" y="35448"/>
                </a:cubicBezTo>
                <a:cubicBezTo>
                  <a:pt x="45116" y="33983"/>
                  <a:pt x="44408" y="31635"/>
                  <a:pt x="44408" y="28403"/>
                </a:cubicBezTo>
                <a:lnTo>
                  <a:pt x="44408" y="14218"/>
                </a:lnTo>
                <a:lnTo>
                  <a:pt x="41378" y="14218"/>
                </a:lnTo>
                <a:lnTo>
                  <a:pt x="41378" y="10449"/>
                </a:lnTo>
                <a:lnTo>
                  <a:pt x="44408" y="10449"/>
                </a:lnTo>
                <a:lnTo>
                  <a:pt x="44408" y="2767"/>
                </a:lnTo>
                <a:lnTo>
                  <a:pt x="48893" y="2767"/>
                </a:lnTo>
                <a:lnTo>
                  <a:pt x="48893" y="10449"/>
                </a:lnTo>
                <a:lnTo>
                  <a:pt x="58149" y="10449"/>
                </a:lnTo>
                <a:lnTo>
                  <a:pt x="58149" y="14218"/>
                </a:lnTo>
                <a:lnTo>
                  <a:pt x="48893" y="14218"/>
                </a:lnTo>
                <a:lnTo>
                  <a:pt x="48893" y="26391"/>
                </a:lnTo>
                <a:cubicBezTo>
                  <a:pt x="48893" y="27794"/>
                  <a:pt x="48925" y="28890"/>
                  <a:pt x="48988" y="29679"/>
                </a:cubicBezTo>
                <a:cubicBezTo>
                  <a:pt x="49052" y="30468"/>
                  <a:pt x="49275" y="31206"/>
                  <a:pt x="49656" y="31891"/>
                </a:cubicBezTo>
                <a:cubicBezTo>
                  <a:pt x="50006" y="32529"/>
                  <a:pt x="50487" y="32995"/>
                  <a:pt x="51100" y="33290"/>
                </a:cubicBezTo>
                <a:cubicBezTo>
                  <a:pt x="51712" y="33585"/>
                  <a:pt x="52646" y="33732"/>
                  <a:pt x="53903" y="33732"/>
                </a:cubicBezTo>
                <a:cubicBezTo>
                  <a:pt x="54634" y="33732"/>
                  <a:pt x="55398" y="33625"/>
                  <a:pt x="56193" y="33410"/>
                </a:cubicBezTo>
                <a:cubicBezTo>
                  <a:pt x="56988" y="33196"/>
                  <a:pt x="57561" y="33017"/>
                  <a:pt x="57911" y="32874"/>
                </a:cubicBezTo>
                <a:lnTo>
                  <a:pt x="58149" y="32874"/>
                </a:lnTo>
                <a:lnTo>
                  <a:pt x="58149" y="36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4534B-B524-414E-9ACE-772FDAAC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445" y="1710886"/>
            <a:ext cx="1466" cy="233212"/>
          </a:xfrm>
          <a:custGeom xmlns:a="http://schemas.openxmlformats.org/drawingml/2006/main">
            <a:pathLst>
              <a:path w="1466" h="233212" fill="none">
                <a:moveTo>
                  <a:pt x="1466" y="0"/>
                </a:moveTo>
                <a:lnTo>
                  <a:pt x="0" y="233212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2466E-E28F-432B-995A-D5FF8BA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302" y="1944098"/>
            <a:ext cx="16286" cy="24429"/>
          </a:xfrm>
          <a:custGeom xmlns:a="http://schemas.openxmlformats.org/drawingml/2006/main">
            <a:pathLst>
              <a:path w="16286" h="24429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CFABA-009B-4FE8-A787-0C27E85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302" y="1944098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3D515-370E-4A1A-807B-FAA15E67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254" y="1154077"/>
            <a:ext cx="321807" cy="201617"/>
          </a:xfrm>
          <a:custGeom xmlns:a="http://schemas.openxmlformats.org/drawingml/2006/main">
            <a:pathLst>
              <a:path w="321807" h="201617">
                <a:moveTo>
                  <a:pt x="0" y="0"/>
                </a:moveTo>
                <a:lnTo>
                  <a:pt x="321807" y="0"/>
                </a:lnTo>
                <a:lnTo>
                  <a:pt x="321807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70072-537B-450C-B579-EE10955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254" y="1154077"/>
            <a:ext cx="321807" cy="201617"/>
          </a:xfrm>
          <a:custGeom xmlns:a="http://schemas.openxmlformats.org/drawingml/2006/main">
            <a:pathLst>
              <a:path w="321807" h="201617" fill="none">
                <a:moveTo>
                  <a:pt x="0" y="0"/>
                </a:moveTo>
                <a:lnTo>
                  <a:pt x="321807" y="0"/>
                </a:lnTo>
                <a:lnTo>
                  <a:pt x="321807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95" name="Text addr">
            <a:extLst xmlns:a="http://schemas.openxmlformats.org/drawingml/2006/main">
              <a:ext uri="{FF2B5EF4-FFF2-40B4-BE49-F238E27FC236}">
                <a16:creationId xmlns:a16="http://schemas.microsoft.com/office/drawing/2014/main" id="{7B0B09AE-856D-40D0-B3F9-1D1493C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293" y="1227241"/>
            <a:ext cx="96666" cy="35546"/>
          </a:xfrm>
          <a:custGeom xmlns:a="http://schemas.openxmlformats.org/drawingml/2006/main">
            <a:pathLst>
              <a:path w="96666" h="35546">
                <a:moveTo>
                  <a:pt x="17987" y="31845"/>
                </a:moveTo>
                <a:cubicBezTo>
                  <a:pt x="16397" y="33198"/>
                  <a:pt x="14866" y="34153"/>
                  <a:pt x="13395" y="34710"/>
                </a:cubicBezTo>
                <a:cubicBezTo>
                  <a:pt x="11924" y="35267"/>
                  <a:pt x="10346" y="35546"/>
                  <a:pt x="8660" y="35546"/>
                </a:cubicBezTo>
                <a:cubicBezTo>
                  <a:pt x="5877" y="35546"/>
                  <a:pt x="3737" y="34865"/>
                  <a:pt x="2242" y="33504"/>
                </a:cubicBezTo>
                <a:cubicBezTo>
                  <a:pt x="747" y="32144"/>
                  <a:pt x="0" y="30405"/>
                  <a:pt x="0" y="28288"/>
                </a:cubicBezTo>
                <a:cubicBezTo>
                  <a:pt x="0" y="27047"/>
                  <a:pt x="282" y="25913"/>
                  <a:pt x="847" y="24887"/>
                </a:cubicBezTo>
                <a:cubicBezTo>
                  <a:pt x="1411" y="23860"/>
                  <a:pt x="2151" y="23037"/>
                  <a:pt x="3066" y="22416"/>
                </a:cubicBezTo>
                <a:cubicBezTo>
                  <a:pt x="3980" y="21795"/>
                  <a:pt x="5010" y="21326"/>
                  <a:pt x="6155" y="21007"/>
                </a:cubicBezTo>
                <a:cubicBezTo>
                  <a:pt x="6998" y="20784"/>
                  <a:pt x="8270" y="20569"/>
                  <a:pt x="9972" y="20363"/>
                </a:cubicBezTo>
                <a:cubicBezTo>
                  <a:pt x="13439" y="19952"/>
                  <a:pt x="15992" y="19463"/>
                  <a:pt x="17630" y="18894"/>
                </a:cubicBezTo>
                <a:cubicBezTo>
                  <a:pt x="17646" y="18308"/>
                  <a:pt x="17653" y="17936"/>
                  <a:pt x="17653" y="17777"/>
                </a:cubicBezTo>
                <a:cubicBezTo>
                  <a:pt x="17653" y="16034"/>
                  <a:pt x="17248" y="14806"/>
                  <a:pt x="16437" y="14094"/>
                </a:cubicBezTo>
                <a:cubicBezTo>
                  <a:pt x="15339" y="13127"/>
                  <a:pt x="13709" y="12644"/>
                  <a:pt x="11546" y="12644"/>
                </a:cubicBezTo>
                <a:cubicBezTo>
                  <a:pt x="9527" y="12644"/>
                  <a:pt x="8036" y="12998"/>
                  <a:pt x="7073" y="13705"/>
                </a:cubicBezTo>
                <a:cubicBezTo>
                  <a:pt x="6111" y="14413"/>
                  <a:pt x="5399" y="15665"/>
                  <a:pt x="4938" y="17463"/>
                </a:cubicBezTo>
                <a:lnTo>
                  <a:pt x="740" y="16890"/>
                </a:lnTo>
                <a:cubicBezTo>
                  <a:pt x="1121" y="15087"/>
                  <a:pt x="1749" y="13632"/>
                  <a:pt x="2624" y="12523"/>
                </a:cubicBezTo>
                <a:cubicBezTo>
                  <a:pt x="3499" y="11414"/>
                  <a:pt x="4763" y="10561"/>
                  <a:pt x="6417" y="9963"/>
                </a:cubicBezTo>
                <a:cubicBezTo>
                  <a:pt x="8071" y="9364"/>
                  <a:pt x="9988" y="9065"/>
                  <a:pt x="12167" y="9065"/>
                </a:cubicBezTo>
                <a:cubicBezTo>
                  <a:pt x="14330" y="9065"/>
                  <a:pt x="16087" y="9320"/>
                  <a:pt x="17439" y="9829"/>
                </a:cubicBezTo>
                <a:cubicBezTo>
                  <a:pt x="18791" y="10338"/>
                  <a:pt x="19785" y="10978"/>
                  <a:pt x="20421" y="11749"/>
                </a:cubicBezTo>
                <a:cubicBezTo>
                  <a:pt x="21057" y="12520"/>
                  <a:pt x="21502" y="13495"/>
                  <a:pt x="21757" y="14671"/>
                </a:cubicBezTo>
                <a:cubicBezTo>
                  <a:pt x="21900" y="15403"/>
                  <a:pt x="21971" y="16723"/>
                  <a:pt x="21971" y="18632"/>
                </a:cubicBezTo>
                <a:lnTo>
                  <a:pt x="21971" y="24357"/>
                </a:lnTo>
                <a:cubicBezTo>
                  <a:pt x="21971" y="28349"/>
                  <a:pt x="22063" y="30874"/>
                  <a:pt x="22246" y="31931"/>
                </a:cubicBezTo>
                <a:cubicBezTo>
                  <a:pt x="22429" y="32989"/>
                  <a:pt x="22790" y="34003"/>
                  <a:pt x="23331" y="34973"/>
                </a:cubicBezTo>
                <a:lnTo>
                  <a:pt x="18846" y="34973"/>
                </a:lnTo>
                <a:cubicBezTo>
                  <a:pt x="18401" y="34081"/>
                  <a:pt x="18115" y="33039"/>
                  <a:pt x="17987" y="31845"/>
                </a:cubicBezTo>
                <a:moveTo>
                  <a:pt x="17630" y="22234"/>
                </a:moveTo>
                <a:cubicBezTo>
                  <a:pt x="16071" y="22875"/>
                  <a:pt x="13733" y="23421"/>
                  <a:pt x="10616" y="23869"/>
                </a:cubicBezTo>
                <a:cubicBezTo>
                  <a:pt x="8851" y="24125"/>
                  <a:pt x="7602" y="24412"/>
                  <a:pt x="6871" y="24732"/>
                </a:cubicBezTo>
                <a:cubicBezTo>
                  <a:pt x="6139" y="25051"/>
                  <a:pt x="5574" y="25518"/>
                  <a:pt x="5177" y="26134"/>
                </a:cubicBezTo>
                <a:cubicBezTo>
                  <a:pt x="4779" y="26748"/>
                  <a:pt x="4580" y="27431"/>
                  <a:pt x="4580" y="28181"/>
                </a:cubicBezTo>
                <a:cubicBezTo>
                  <a:pt x="4580" y="29331"/>
                  <a:pt x="5014" y="30289"/>
                  <a:pt x="5881" y="31056"/>
                </a:cubicBezTo>
                <a:cubicBezTo>
                  <a:pt x="6747" y="31822"/>
                  <a:pt x="8016" y="32206"/>
                  <a:pt x="9686" y="32206"/>
                </a:cubicBezTo>
                <a:cubicBezTo>
                  <a:pt x="11340" y="32206"/>
                  <a:pt x="12811" y="31842"/>
                  <a:pt x="14099" y="31115"/>
                </a:cubicBezTo>
                <a:cubicBezTo>
                  <a:pt x="15387" y="30388"/>
                  <a:pt x="16333" y="29393"/>
                  <a:pt x="16938" y="28131"/>
                </a:cubicBezTo>
                <a:cubicBezTo>
                  <a:pt x="17399" y="27156"/>
                  <a:pt x="17630" y="25717"/>
                  <a:pt x="17630" y="23816"/>
                </a:cubicBezTo>
                <a:lnTo>
                  <a:pt x="17630" y="22234"/>
                </a:lnTo>
                <a:close/>
                <a:moveTo>
                  <a:pt x="45057" y="34973"/>
                </a:moveTo>
                <a:lnTo>
                  <a:pt x="45057" y="31776"/>
                </a:lnTo>
                <a:cubicBezTo>
                  <a:pt x="43451" y="34289"/>
                  <a:pt x="41089" y="35546"/>
                  <a:pt x="37972" y="35546"/>
                </a:cubicBezTo>
                <a:cubicBezTo>
                  <a:pt x="35952" y="35546"/>
                  <a:pt x="34095" y="34989"/>
                  <a:pt x="32402" y="33876"/>
                </a:cubicBezTo>
                <a:cubicBezTo>
                  <a:pt x="30708" y="32762"/>
                  <a:pt x="29396" y="31208"/>
                  <a:pt x="28465" y="29212"/>
                </a:cubicBezTo>
                <a:cubicBezTo>
                  <a:pt x="27535" y="27216"/>
                  <a:pt x="27070" y="24922"/>
                  <a:pt x="27070" y="22329"/>
                </a:cubicBezTo>
                <a:cubicBezTo>
                  <a:pt x="27070" y="19801"/>
                  <a:pt x="27491" y="17506"/>
                  <a:pt x="28334" y="15447"/>
                </a:cubicBezTo>
                <a:cubicBezTo>
                  <a:pt x="29177" y="13387"/>
                  <a:pt x="30441" y="11809"/>
                  <a:pt x="32127" y="10711"/>
                </a:cubicBezTo>
                <a:cubicBezTo>
                  <a:pt x="33813" y="9614"/>
                  <a:pt x="35698" y="9065"/>
                  <a:pt x="37781" y="9065"/>
                </a:cubicBezTo>
                <a:cubicBezTo>
                  <a:pt x="39308" y="9065"/>
                  <a:pt x="40668" y="9387"/>
                  <a:pt x="41860" y="10031"/>
                </a:cubicBezTo>
                <a:cubicBezTo>
                  <a:pt x="43053" y="10676"/>
                  <a:pt x="44023" y="11515"/>
                  <a:pt x="44771" y="12548"/>
                </a:cubicBezTo>
                <a:lnTo>
                  <a:pt x="44771" y="0"/>
                </a:lnTo>
                <a:lnTo>
                  <a:pt x="49041" y="0"/>
                </a:lnTo>
                <a:lnTo>
                  <a:pt x="49041" y="34973"/>
                </a:lnTo>
                <a:lnTo>
                  <a:pt x="45057" y="34973"/>
                </a:lnTo>
                <a:moveTo>
                  <a:pt x="31483" y="22317"/>
                </a:moveTo>
                <a:cubicBezTo>
                  <a:pt x="31483" y="25550"/>
                  <a:pt x="32167" y="27966"/>
                  <a:pt x="33535" y="29567"/>
                </a:cubicBezTo>
                <a:cubicBezTo>
                  <a:pt x="34902" y="31167"/>
                  <a:pt x="36517" y="31967"/>
                  <a:pt x="38377" y="31967"/>
                </a:cubicBezTo>
                <a:cubicBezTo>
                  <a:pt x="40254" y="31967"/>
                  <a:pt x="41849" y="31203"/>
                  <a:pt x="43161" y="29674"/>
                </a:cubicBezTo>
                <a:cubicBezTo>
                  <a:pt x="44473" y="28145"/>
                  <a:pt x="45129" y="25811"/>
                  <a:pt x="45129" y="22674"/>
                </a:cubicBezTo>
                <a:cubicBezTo>
                  <a:pt x="45129" y="19220"/>
                  <a:pt x="44461" y="16684"/>
                  <a:pt x="43125" y="15068"/>
                </a:cubicBezTo>
                <a:cubicBezTo>
                  <a:pt x="41789" y="13452"/>
                  <a:pt x="40143" y="12644"/>
                  <a:pt x="38187" y="12644"/>
                </a:cubicBezTo>
                <a:cubicBezTo>
                  <a:pt x="36278" y="12644"/>
                  <a:pt x="34684" y="13420"/>
                  <a:pt x="33403" y="14973"/>
                </a:cubicBezTo>
                <a:cubicBezTo>
                  <a:pt x="32123" y="16526"/>
                  <a:pt x="31483" y="18974"/>
                  <a:pt x="31483" y="22317"/>
                </a:cubicBezTo>
                <a:close/>
                <a:moveTo>
                  <a:pt x="72221" y="34973"/>
                </a:moveTo>
                <a:lnTo>
                  <a:pt x="72221" y="31776"/>
                </a:lnTo>
                <a:cubicBezTo>
                  <a:pt x="70615" y="34289"/>
                  <a:pt x="68253" y="35546"/>
                  <a:pt x="65136" y="35546"/>
                </a:cubicBezTo>
                <a:cubicBezTo>
                  <a:pt x="63116" y="35546"/>
                  <a:pt x="61259" y="34989"/>
                  <a:pt x="59565" y="33876"/>
                </a:cubicBezTo>
                <a:cubicBezTo>
                  <a:pt x="57871" y="32762"/>
                  <a:pt x="56559" y="31208"/>
                  <a:pt x="55629" y="29212"/>
                </a:cubicBezTo>
                <a:cubicBezTo>
                  <a:pt x="54699" y="27216"/>
                  <a:pt x="54233" y="24922"/>
                  <a:pt x="54233" y="22329"/>
                </a:cubicBezTo>
                <a:cubicBezTo>
                  <a:pt x="54233" y="19801"/>
                  <a:pt x="54655" y="17506"/>
                  <a:pt x="55498" y="15447"/>
                </a:cubicBezTo>
                <a:cubicBezTo>
                  <a:pt x="56341" y="13387"/>
                  <a:pt x="57605" y="11809"/>
                  <a:pt x="59291" y="10711"/>
                </a:cubicBezTo>
                <a:cubicBezTo>
                  <a:pt x="60977" y="9614"/>
                  <a:pt x="62861" y="9065"/>
                  <a:pt x="64945" y="9065"/>
                </a:cubicBezTo>
                <a:cubicBezTo>
                  <a:pt x="66472" y="9065"/>
                  <a:pt x="67831" y="9387"/>
                  <a:pt x="69024" y="10031"/>
                </a:cubicBezTo>
                <a:cubicBezTo>
                  <a:pt x="70217" y="10676"/>
                  <a:pt x="71187" y="11515"/>
                  <a:pt x="71935" y="12548"/>
                </a:cubicBezTo>
                <a:lnTo>
                  <a:pt x="71935" y="0"/>
                </a:lnTo>
                <a:lnTo>
                  <a:pt x="76205" y="0"/>
                </a:lnTo>
                <a:lnTo>
                  <a:pt x="76205" y="34973"/>
                </a:lnTo>
                <a:lnTo>
                  <a:pt x="72221" y="34973"/>
                </a:lnTo>
                <a:moveTo>
                  <a:pt x="58647" y="22317"/>
                </a:moveTo>
                <a:cubicBezTo>
                  <a:pt x="58647" y="25550"/>
                  <a:pt x="59331" y="27966"/>
                  <a:pt x="60698" y="29567"/>
                </a:cubicBezTo>
                <a:cubicBezTo>
                  <a:pt x="62066" y="31167"/>
                  <a:pt x="63680" y="31967"/>
                  <a:pt x="65541" y="31967"/>
                </a:cubicBezTo>
                <a:cubicBezTo>
                  <a:pt x="67418" y="31967"/>
                  <a:pt x="69012" y="31203"/>
                  <a:pt x="70324" y="29674"/>
                </a:cubicBezTo>
                <a:cubicBezTo>
                  <a:pt x="71636" y="28145"/>
                  <a:pt x="72292" y="25811"/>
                  <a:pt x="72292" y="22674"/>
                </a:cubicBezTo>
                <a:cubicBezTo>
                  <a:pt x="72292" y="19220"/>
                  <a:pt x="71624" y="16684"/>
                  <a:pt x="70288" y="15068"/>
                </a:cubicBezTo>
                <a:cubicBezTo>
                  <a:pt x="68953" y="13452"/>
                  <a:pt x="67306" y="12644"/>
                  <a:pt x="65350" y="12644"/>
                </a:cubicBezTo>
                <a:cubicBezTo>
                  <a:pt x="63442" y="12644"/>
                  <a:pt x="61847" y="13420"/>
                  <a:pt x="60567" y="14973"/>
                </a:cubicBezTo>
                <a:cubicBezTo>
                  <a:pt x="59287" y="16526"/>
                  <a:pt x="58647" y="18974"/>
                  <a:pt x="58647" y="22317"/>
                </a:cubicBezTo>
                <a:close/>
                <a:moveTo>
                  <a:pt x="82901" y="34973"/>
                </a:moveTo>
                <a:lnTo>
                  <a:pt x="82901" y="9638"/>
                </a:lnTo>
                <a:lnTo>
                  <a:pt x="86766" y="9638"/>
                </a:lnTo>
                <a:lnTo>
                  <a:pt x="86766" y="13455"/>
                </a:lnTo>
                <a:cubicBezTo>
                  <a:pt x="87752" y="11668"/>
                  <a:pt x="88663" y="10489"/>
                  <a:pt x="89498" y="9920"/>
                </a:cubicBezTo>
                <a:cubicBezTo>
                  <a:pt x="90333" y="9350"/>
                  <a:pt x="91251" y="9065"/>
                  <a:pt x="92253" y="9065"/>
                </a:cubicBezTo>
                <a:cubicBezTo>
                  <a:pt x="93700" y="9065"/>
                  <a:pt x="95171" y="9525"/>
                  <a:pt x="96666" y="10443"/>
                </a:cubicBezTo>
                <a:lnTo>
                  <a:pt x="95187" y="14409"/>
                </a:lnTo>
                <a:cubicBezTo>
                  <a:pt x="94138" y="13789"/>
                  <a:pt x="93088" y="13479"/>
                  <a:pt x="92038" y="13479"/>
                </a:cubicBezTo>
                <a:cubicBezTo>
                  <a:pt x="91100" y="13479"/>
                  <a:pt x="90257" y="13761"/>
                  <a:pt x="89510" y="14327"/>
                </a:cubicBezTo>
                <a:cubicBezTo>
                  <a:pt x="88762" y="14892"/>
                  <a:pt x="88229" y="15676"/>
                  <a:pt x="87911" y="16679"/>
                </a:cubicBezTo>
                <a:cubicBezTo>
                  <a:pt x="87434" y="18207"/>
                  <a:pt x="87195" y="19879"/>
                  <a:pt x="87195" y="21694"/>
                </a:cubicBezTo>
                <a:lnTo>
                  <a:pt x="87195" y="34973"/>
                </a:lnTo>
                <a:lnTo>
                  <a:pt x="82901" y="34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C1AE5-E616-4010-849B-652E70B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13" y="1977690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3" y="127167"/>
                  <a:pt x="237898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0" y="209252"/>
                  <a:pt x="192143" y="214198"/>
                  <a:pt x="185628" y="218551"/>
                </a:cubicBezTo>
                <a:cubicBezTo>
                  <a:pt x="179112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1" y="209252"/>
                  <a:pt x="34951" y="203711"/>
                </a:cubicBezTo>
                <a:cubicBezTo>
                  <a:pt x="29410" y="198171"/>
                  <a:pt x="24464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2" y="15758"/>
                  <a:pt x="185628" y="20111"/>
                </a:cubicBezTo>
                <a:cubicBezTo>
                  <a:pt x="192143" y="24464"/>
                  <a:pt x="198170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2A385-5715-4E30-89A0-13D1B88B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13" y="1977690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3" y="127167"/>
                  <a:pt x="237898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0" y="209252"/>
                  <a:pt x="192143" y="214198"/>
                  <a:pt x="185628" y="218551"/>
                </a:cubicBezTo>
                <a:cubicBezTo>
                  <a:pt x="179112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69"/>
                </a:cubicBezTo>
                <a:cubicBezTo>
                  <a:pt x="134927" y="237898"/>
                  <a:pt x="127167" y="238662"/>
                  <a:pt x="119332" y="238663"/>
                </a:cubicBezTo>
                <a:cubicBezTo>
                  <a:pt x="111496" y="238662"/>
                  <a:pt x="103736" y="237898"/>
                  <a:pt x="96051" y="236369"/>
                </a:cubicBezTo>
                <a:cubicBezTo>
                  <a:pt x="88366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1" y="209252"/>
                  <a:pt x="34951" y="203711"/>
                </a:cubicBezTo>
                <a:cubicBezTo>
                  <a:pt x="29410" y="198171"/>
                  <a:pt x="24464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2" y="15758"/>
                  <a:pt x="185628" y="20111"/>
                </a:cubicBezTo>
                <a:cubicBezTo>
                  <a:pt x="192143" y="24464"/>
                  <a:pt x="198170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69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29FD1-EF89-49C7-A2F4-3831FE8E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217" y="1997869"/>
            <a:ext cx="202863" cy="202863"/>
          </a:xfrm>
          <a:custGeom xmlns:a="http://schemas.openxmlformats.org/drawingml/2006/main">
            <a:pathLst>
              <a:path w="202863" h="202863">
                <a:moveTo>
                  <a:pt x="202863" y="101432"/>
                </a:moveTo>
                <a:cubicBezTo>
                  <a:pt x="202863" y="108092"/>
                  <a:pt x="202213" y="114688"/>
                  <a:pt x="200913" y="121220"/>
                </a:cubicBezTo>
                <a:cubicBezTo>
                  <a:pt x="199614" y="127752"/>
                  <a:pt x="197690" y="134094"/>
                  <a:pt x="195141" y="140248"/>
                </a:cubicBezTo>
                <a:cubicBezTo>
                  <a:pt x="192593" y="146401"/>
                  <a:pt x="189469" y="152246"/>
                  <a:pt x="185769" y="157784"/>
                </a:cubicBezTo>
                <a:cubicBezTo>
                  <a:pt x="182068" y="163322"/>
                  <a:pt x="177864" y="168445"/>
                  <a:pt x="173155" y="173154"/>
                </a:cubicBezTo>
                <a:cubicBezTo>
                  <a:pt x="168445" y="177864"/>
                  <a:pt x="163321" y="182068"/>
                  <a:pt x="157784" y="185769"/>
                </a:cubicBezTo>
                <a:cubicBezTo>
                  <a:pt x="152246" y="189469"/>
                  <a:pt x="146401" y="192593"/>
                  <a:pt x="140248" y="195142"/>
                </a:cubicBezTo>
                <a:cubicBezTo>
                  <a:pt x="134094" y="197691"/>
                  <a:pt x="127752" y="199614"/>
                  <a:pt x="121220" y="200914"/>
                </a:cubicBezTo>
                <a:cubicBezTo>
                  <a:pt x="114688" y="202213"/>
                  <a:pt x="108092" y="202863"/>
                  <a:pt x="101432" y="202863"/>
                </a:cubicBezTo>
                <a:cubicBezTo>
                  <a:pt x="94772" y="202863"/>
                  <a:pt x="88175" y="202213"/>
                  <a:pt x="81643" y="200914"/>
                </a:cubicBezTo>
                <a:cubicBezTo>
                  <a:pt x="75111" y="199614"/>
                  <a:pt x="68768" y="197691"/>
                  <a:pt x="62615" y="195142"/>
                </a:cubicBezTo>
                <a:cubicBezTo>
                  <a:pt x="56462" y="192593"/>
                  <a:pt x="50617" y="189469"/>
                  <a:pt x="45079" y="185769"/>
                </a:cubicBezTo>
                <a:cubicBezTo>
                  <a:pt x="39541" y="182068"/>
                  <a:pt x="34417" y="177864"/>
                  <a:pt x="29709" y="173154"/>
                </a:cubicBezTo>
                <a:cubicBezTo>
                  <a:pt x="24999" y="168445"/>
                  <a:pt x="20794" y="163322"/>
                  <a:pt x="17094" y="157784"/>
                </a:cubicBezTo>
                <a:cubicBezTo>
                  <a:pt x="13393" y="152246"/>
                  <a:pt x="10268" y="146401"/>
                  <a:pt x="7720" y="140248"/>
                </a:cubicBezTo>
                <a:cubicBezTo>
                  <a:pt x="5172" y="134094"/>
                  <a:pt x="3248" y="127752"/>
                  <a:pt x="1949" y="121220"/>
                </a:cubicBezTo>
                <a:cubicBezTo>
                  <a:pt x="649" y="114688"/>
                  <a:pt x="0" y="108092"/>
                  <a:pt x="0" y="101432"/>
                </a:cubicBezTo>
                <a:cubicBezTo>
                  <a:pt x="0" y="94771"/>
                  <a:pt x="649" y="88175"/>
                  <a:pt x="1949" y="81643"/>
                </a:cubicBezTo>
                <a:cubicBezTo>
                  <a:pt x="3248" y="75111"/>
                  <a:pt x="5172" y="68768"/>
                  <a:pt x="7721" y="62615"/>
                </a:cubicBezTo>
                <a:cubicBezTo>
                  <a:pt x="10269" y="56462"/>
                  <a:pt x="13394" y="50617"/>
                  <a:pt x="17094" y="45079"/>
                </a:cubicBezTo>
                <a:cubicBezTo>
                  <a:pt x="20794" y="39541"/>
                  <a:pt x="24999" y="34418"/>
                  <a:pt x="29709" y="29709"/>
                </a:cubicBezTo>
                <a:cubicBezTo>
                  <a:pt x="34417" y="24999"/>
                  <a:pt x="39541" y="20794"/>
                  <a:pt x="45079" y="17094"/>
                </a:cubicBezTo>
                <a:cubicBezTo>
                  <a:pt x="50617" y="13394"/>
                  <a:pt x="56462" y="10270"/>
                  <a:pt x="62615" y="7721"/>
                </a:cubicBezTo>
                <a:cubicBezTo>
                  <a:pt x="68768" y="5172"/>
                  <a:pt x="75111" y="3248"/>
                  <a:pt x="81643" y="1949"/>
                </a:cubicBezTo>
                <a:cubicBezTo>
                  <a:pt x="88175" y="650"/>
                  <a:pt x="94772" y="0"/>
                  <a:pt x="101432" y="0"/>
                </a:cubicBezTo>
                <a:cubicBezTo>
                  <a:pt x="108092" y="0"/>
                  <a:pt x="114688" y="650"/>
                  <a:pt x="121220" y="1949"/>
                </a:cubicBezTo>
                <a:cubicBezTo>
                  <a:pt x="127752" y="3248"/>
                  <a:pt x="134094" y="5172"/>
                  <a:pt x="140247" y="7721"/>
                </a:cubicBezTo>
                <a:cubicBezTo>
                  <a:pt x="146401" y="10270"/>
                  <a:pt x="152246" y="13394"/>
                  <a:pt x="157783" y="17094"/>
                </a:cubicBezTo>
                <a:cubicBezTo>
                  <a:pt x="163321" y="20794"/>
                  <a:pt x="168444" y="24999"/>
                  <a:pt x="173154" y="29709"/>
                </a:cubicBezTo>
                <a:cubicBezTo>
                  <a:pt x="177863" y="34418"/>
                  <a:pt x="182067" y="39541"/>
                  <a:pt x="185767" y="45079"/>
                </a:cubicBezTo>
                <a:cubicBezTo>
                  <a:pt x="189467" y="50617"/>
                  <a:pt x="192592" y="56462"/>
                  <a:pt x="195141" y="62615"/>
                </a:cubicBezTo>
                <a:cubicBezTo>
                  <a:pt x="197690" y="68768"/>
                  <a:pt x="199614" y="75111"/>
                  <a:pt x="200914" y="81643"/>
                </a:cubicBezTo>
                <a:cubicBezTo>
                  <a:pt x="202213" y="88175"/>
                  <a:pt x="202863" y="94771"/>
                  <a:pt x="202863" y="101432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F4913-08C9-4F2B-9C5D-8E05BE8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217" y="1997869"/>
            <a:ext cx="202863" cy="202863"/>
          </a:xfrm>
          <a:custGeom xmlns:a="http://schemas.openxmlformats.org/drawingml/2006/main">
            <a:pathLst>
              <a:path w="202863" h="202863" fill="none">
                <a:moveTo>
                  <a:pt x="202863" y="101432"/>
                </a:moveTo>
                <a:cubicBezTo>
                  <a:pt x="202863" y="108092"/>
                  <a:pt x="202213" y="114688"/>
                  <a:pt x="200913" y="121220"/>
                </a:cubicBezTo>
                <a:cubicBezTo>
                  <a:pt x="199614" y="127752"/>
                  <a:pt x="197690" y="134094"/>
                  <a:pt x="195141" y="140248"/>
                </a:cubicBezTo>
                <a:cubicBezTo>
                  <a:pt x="192593" y="146401"/>
                  <a:pt x="189469" y="152246"/>
                  <a:pt x="185769" y="157784"/>
                </a:cubicBezTo>
                <a:cubicBezTo>
                  <a:pt x="182068" y="163322"/>
                  <a:pt x="177864" y="168445"/>
                  <a:pt x="173155" y="173154"/>
                </a:cubicBezTo>
                <a:cubicBezTo>
                  <a:pt x="168445" y="177864"/>
                  <a:pt x="163321" y="182068"/>
                  <a:pt x="157784" y="185769"/>
                </a:cubicBezTo>
                <a:cubicBezTo>
                  <a:pt x="152246" y="189469"/>
                  <a:pt x="146401" y="192593"/>
                  <a:pt x="140248" y="195142"/>
                </a:cubicBezTo>
                <a:cubicBezTo>
                  <a:pt x="134094" y="197691"/>
                  <a:pt x="127752" y="199614"/>
                  <a:pt x="121220" y="200914"/>
                </a:cubicBezTo>
                <a:cubicBezTo>
                  <a:pt x="114688" y="202213"/>
                  <a:pt x="108092" y="202863"/>
                  <a:pt x="101432" y="202863"/>
                </a:cubicBezTo>
                <a:cubicBezTo>
                  <a:pt x="94772" y="202863"/>
                  <a:pt x="88175" y="202213"/>
                  <a:pt x="81643" y="200914"/>
                </a:cubicBezTo>
                <a:cubicBezTo>
                  <a:pt x="75111" y="199614"/>
                  <a:pt x="68768" y="197691"/>
                  <a:pt x="62615" y="195142"/>
                </a:cubicBezTo>
                <a:cubicBezTo>
                  <a:pt x="56462" y="192593"/>
                  <a:pt x="50617" y="189469"/>
                  <a:pt x="45079" y="185769"/>
                </a:cubicBezTo>
                <a:cubicBezTo>
                  <a:pt x="39541" y="182068"/>
                  <a:pt x="34417" y="177864"/>
                  <a:pt x="29709" y="173154"/>
                </a:cubicBezTo>
                <a:cubicBezTo>
                  <a:pt x="24999" y="168445"/>
                  <a:pt x="20794" y="163322"/>
                  <a:pt x="17094" y="157784"/>
                </a:cubicBezTo>
                <a:cubicBezTo>
                  <a:pt x="13393" y="152246"/>
                  <a:pt x="10268" y="146401"/>
                  <a:pt x="7720" y="140248"/>
                </a:cubicBezTo>
                <a:cubicBezTo>
                  <a:pt x="5172" y="134094"/>
                  <a:pt x="3248" y="127752"/>
                  <a:pt x="1949" y="121220"/>
                </a:cubicBezTo>
                <a:cubicBezTo>
                  <a:pt x="649" y="114688"/>
                  <a:pt x="0" y="108092"/>
                  <a:pt x="0" y="101432"/>
                </a:cubicBezTo>
                <a:cubicBezTo>
                  <a:pt x="0" y="94771"/>
                  <a:pt x="649" y="88175"/>
                  <a:pt x="1949" y="81643"/>
                </a:cubicBezTo>
                <a:cubicBezTo>
                  <a:pt x="3248" y="75111"/>
                  <a:pt x="5172" y="68768"/>
                  <a:pt x="7721" y="62615"/>
                </a:cubicBezTo>
                <a:cubicBezTo>
                  <a:pt x="10269" y="56462"/>
                  <a:pt x="13394" y="50617"/>
                  <a:pt x="17094" y="45079"/>
                </a:cubicBezTo>
                <a:cubicBezTo>
                  <a:pt x="20794" y="39541"/>
                  <a:pt x="24999" y="34418"/>
                  <a:pt x="29709" y="29709"/>
                </a:cubicBezTo>
                <a:cubicBezTo>
                  <a:pt x="34417" y="24999"/>
                  <a:pt x="39541" y="20794"/>
                  <a:pt x="45079" y="17094"/>
                </a:cubicBezTo>
                <a:cubicBezTo>
                  <a:pt x="50617" y="13394"/>
                  <a:pt x="56462" y="10270"/>
                  <a:pt x="62615" y="7721"/>
                </a:cubicBezTo>
                <a:cubicBezTo>
                  <a:pt x="68768" y="5172"/>
                  <a:pt x="75111" y="3248"/>
                  <a:pt x="81643" y="1949"/>
                </a:cubicBezTo>
                <a:cubicBezTo>
                  <a:pt x="88175" y="650"/>
                  <a:pt x="94772" y="0"/>
                  <a:pt x="101432" y="0"/>
                </a:cubicBezTo>
                <a:cubicBezTo>
                  <a:pt x="108092" y="0"/>
                  <a:pt x="114688" y="650"/>
                  <a:pt x="121220" y="1949"/>
                </a:cubicBezTo>
                <a:cubicBezTo>
                  <a:pt x="127752" y="3248"/>
                  <a:pt x="134094" y="5172"/>
                  <a:pt x="140247" y="7721"/>
                </a:cubicBezTo>
                <a:cubicBezTo>
                  <a:pt x="146401" y="10270"/>
                  <a:pt x="152246" y="13394"/>
                  <a:pt x="157783" y="17094"/>
                </a:cubicBezTo>
                <a:cubicBezTo>
                  <a:pt x="163321" y="20794"/>
                  <a:pt x="168444" y="24999"/>
                  <a:pt x="173154" y="29709"/>
                </a:cubicBezTo>
                <a:cubicBezTo>
                  <a:pt x="177863" y="34418"/>
                  <a:pt x="182067" y="39541"/>
                  <a:pt x="185767" y="45079"/>
                </a:cubicBezTo>
                <a:cubicBezTo>
                  <a:pt x="189467" y="50617"/>
                  <a:pt x="192592" y="56462"/>
                  <a:pt x="195141" y="62615"/>
                </a:cubicBezTo>
                <a:cubicBezTo>
                  <a:pt x="197690" y="68768"/>
                  <a:pt x="199614" y="75111"/>
                  <a:pt x="200914" y="81643"/>
                </a:cubicBezTo>
                <a:cubicBezTo>
                  <a:pt x="202213" y="88175"/>
                  <a:pt x="202863" y="94771"/>
                  <a:pt x="202863" y="1014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00" name="Text way">
            <a:extLst xmlns:a="http://schemas.openxmlformats.org/drawingml/2006/main">
              <a:ext uri="{FF2B5EF4-FFF2-40B4-BE49-F238E27FC236}">
                <a16:creationId xmlns:a16="http://schemas.microsoft.com/office/drawing/2014/main" id="{F7D2B446-294A-4014-BBA3-46E8161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119" y="2081781"/>
            <a:ext cx="93874" cy="37120"/>
          </a:xfrm>
          <a:custGeom xmlns:a="http://schemas.openxmlformats.org/drawingml/2006/main">
            <a:pathLst>
              <a:path w="93874" h="37120">
                <a:moveTo>
                  <a:pt x="35880" y="620"/>
                </a:moveTo>
                <a:lnTo>
                  <a:pt x="28937" y="27291"/>
                </a:lnTo>
                <a:lnTo>
                  <a:pt x="24786" y="27291"/>
                </a:lnTo>
                <a:lnTo>
                  <a:pt x="17940" y="6733"/>
                </a:lnTo>
                <a:lnTo>
                  <a:pt x="11141" y="27291"/>
                </a:lnTo>
                <a:lnTo>
                  <a:pt x="7014" y="27291"/>
                </a:lnTo>
                <a:lnTo>
                  <a:pt x="0" y="620"/>
                </a:lnTo>
                <a:lnTo>
                  <a:pt x="4676" y="620"/>
                </a:lnTo>
                <a:lnTo>
                  <a:pt x="9566" y="21274"/>
                </a:lnTo>
                <a:lnTo>
                  <a:pt x="16222" y="620"/>
                </a:lnTo>
                <a:lnTo>
                  <a:pt x="19920" y="620"/>
                </a:lnTo>
                <a:lnTo>
                  <a:pt x="26743" y="21274"/>
                </a:lnTo>
                <a:lnTo>
                  <a:pt x="31371" y="620"/>
                </a:lnTo>
                <a:lnTo>
                  <a:pt x="35880" y="620"/>
                </a:lnTo>
                <a:close/>
                <a:moveTo>
                  <a:pt x="62575" y="27291"/>
                </a:moveTo>
                <a:lnTo>
                  <a:pt x="58114" y="27291"/>
                </a:lnTo>
                <a:lnTo>
                  <a:pt x="58114" y="24472"/>
                </a:lnTo>
                <a:cubicBezTo>
                  <a:pt x="57716" y="24743"/>
                  <a:pt x="57179" y="25121"/>
                  <a:pt x="56504" y="25606"/>
                </a:cubicBezTo>
                <a:cubicBezTo>
                  <a:pt x="55828" y="26092"/>
                  <a:pt x="55172" y="26478"/>
                  <a:pt x="54535" y="26765"/>
                </a:cubicBezTo>
                <a:cubicBezTo>
                  <a:pt x="53788" y="27131"/>
                  <a:pt x="52929" y="27438"/>
                  <a:pt x="51959" y="27684"/>
                </a:cubicBezTo>
                <a:cubicBezTo>
                  <a:pt x="50989" y="27931"/>
                  <a:pt x="49852" y="28055"/>
                  <a:pt x="48548" y="28055"/>
                </a:cubicBezTo>
                <a:cubicBezTo>
                  <a:pt x="46146" y="28055"/>
                  <a:pt x="44110" y="27259"/>
                  <a:pt x="42440" y="25666"/>
                </a:cubicBezTo>
                <a:cubicBezTo>
                  <a:pt x="40770" y="24074"/>
                  <a:pt x="39935" y="22043"/>
                  <a:pt x="39935" y="19575"/>
                </a:cubicBezTo>
                <a:cubicBezTo>
                  <a:pt x="39935" y="17552"/>
                  <a:pt x="40369" y="15916"/>
                  <a:pt x="41236" y="14666"/>
                </a:cubicBezTo>
                <a:cubicBezTo>
                  <a:pt x="42102" y="13416"/>
                  <a:pt x="43339" y="12432"/>
                  <a:pt x="44945" y="11716"/>
                </a:cubicBezTo>
                <a:cubicBezTo>
                  <a:pt x="46567" y="11000"/>
                  <a:pt x="48516" y="10514"/>
                  <a:pt x="50790" y="10259"/>
                </a:cubicBezTo>
                <a:cubicBezTo>
                  <a:pt x="53064" y="10004"/>
                  <a:pt x="55506" y="9813"/>
                  <a:pt x="58114" y="9686"/>
                </a:cubicBezTo>
                <a:lnTo>
                  <a:pt x="58114" y="8988"/>
                </a:lnTo>
                <a:cubicBezTo>
                  <a:pt x="58114" y="7961"/>
                  <a:pt x="57935" y="7112"/>
                  <a:pt x="57577" y="6438"/>
                </a:cubicBezTo>
                <a:cubicBezTo>
                  <a:pt x="57219" y="5765"/>
                  <a:pt x="56706" y="5235"/>
                  <a:pt x="56038" y="4850"/>
                </a:cubicBezTo>
                <a:cubicBezTo>
                  <a:pt x="55402" y="4481"/>
                  <a:pt x="54639" y="4233"/>
                  <a:pt x="53748" y="4105"/>
                </a:cubicBezTo>
                <a:cubicBezTo>
                  <a:pt x="52858" y="3977"/>
                  <a:pt x="51927" y="3912"/>
                  <a:pt x="50957" y="3912"/>
                </a:cubicBezTo>
                <a:cubicBezTo>
                  <a:pt x="49780" y="3912"/>
                  <a:pt x="48468" y="4072"/>
                  <a:pt x="47021" y="4390"/>
                </a:cubicBezTo>
                <a:cubicBezTo>
                  <a:pt x="45573" y="4708"/>
                  <a:pt x="44078" y="5169"/>
                  <a:pt x="42536" y="5773"/>
                </a:cubicBezTo>
                <a:lnTo>
                  <a:pt x="42297" y="5773"/>
                </a:lnTo>
                <a:lnTo>
                  <a:pt x="42297" y="1217"/>
                </a:lnTo>
                <a:cubicBezTo>
                  <a:pt x="43172" y="978"/>
                  <a:pt x="44436" y="716"/>
                  <a:pt x="46090" y="429"/>
                </a:cubicBezTo>
                <a:cubicBezTo>
                  <a:pt x="47744" y="143"/>
                  <a:pt x="49375" y="0"/>
                  <a:pt x="50981" y="0"/>
                </a:cubicBezTo>
                <a:cubicBezTo>
                  <a:pt x="52858" y="0"/>
                  <a:pt x="54492" y="155"/>
                  <a:pt x="55883" y="465"/>
                </a:cubicBezTo>
                <a:cubicBezTo>
                  <a:pt x="57275" y="775"/>
                  <a:pt x="58480" y="1304"/>
                  <a:pt x="59497" y="2052"/>
                </a:cubicBezTo>
                <a:cubicBezTo>
                  <a:pt x="60499" y="2783"/>
                  <a:pt x="61263" y="3729"/>
                  <a:pt x="61788" y="4890"/>
                </a:cubicBezTo>
                <a:cubicBezTo>
                  <a:pt x="62312" y="6051"/>
                  <a:pt x="62575" y="7491"/>
                  <a:pt x="62575" y="9208"/>
                </a:cubicBezTo>
                <a:lnTo>
                  <a:pt x="62575" y="27291"/>
                </a:lnTo>
                <a:moveTo>
                  <a:pt x="58114" y="20764"/>
                </a:moveTo>
                <a:lnTo>
                  <a:pt x="58114" y="13312"/>
                </a:lnTo>
                <a:cubicBezTo>
                  <a:pt x="56746" y="13392"/>
                  <a:pt x="55136" y="13512"/>
                  <a:pt x="53283" y="13672"/>
                </a:cubicBezTo>
                <a:cubicBezTo>
                  <a:pt x="51430" y="13831"/>
                  <a:pt x="49963" y="14063"/>
                  <a:pt x="48882" y="14366"/>
                </a:cubicBezTo>
                <a:cubicBezTo>
                  <a:pt x="47593" y="14734"/>
                  <a:pt x="46552" y="15305"/>
                  <a:pt x="45756" y="16080"/>
                </a:cubicBezTo>
                <a:cubicBezTo>
                  <a:pt x="44961" y="16855"/>
                  <a:pt x="44564" y="17921"/>
                  <a:pt x="44564" y="19279"/>
                </a:cubicBezTo>
                <a:cubicBezTo>
                  <a:pt x="44564" y="20812"/>
                  <a:pt x="45025" y="21967"/>
                  <a:pt x="45947" y="22742"/>
                </a:cubicBezTo>
                <a:cubicBezTo>
                  <a:pt x="46870" y="23516"/>
                  <a:pt x="48277" y="23904"/>
                  <a:pt x="50170" y="23904"/>
                </a:cubicBezTo>
                <a:cubicBezTo>
                  <a:pt x="51744" y="23904"/>
                  <a:pt x="53184" y="23596"/>
                  <a:pt x="54488" y="22982"/>
                </a:cubicBezTo>
                <a:cubicBezTo>
                  <a:pt x="55792" y="22366"/>
                  <a:pt x="57001" y="21627"/>
                  <a:pt x="58114" y="20764"/>
                </a:cubicBezTo>
                <a:close/>
                <a:moveTo>
                  <a:pt x="93874" y="620"/>
                </a:moveTo>
                <a:lnTo>
                  <a:pt x="78319" y="37120"/>
                </a:lnTo>
                <a:lnTo>
                  <a:pt x="73524" y="37120"/>
                </a:lnTo>
                <a:lnTo>
                  <a:pt x="78486" y="25996"/>
                </a:lnTo>
                <a:lnTo>
                  <a:pt x="67870" y="620"/>
                </a:lnTo>
                <a:lnTo>
                  <a:pt x="72737" y="620"/>
                </a:lnTo>
                <a:lnTo>
                  <a:pt x="80920" y="20373"/>
                </a:lnTo>
                <a:lnTo>
                  <a:pt x="89174" y="620"/>
                </a:lnTo>
                <a:lnTo>
                  <a:pt x="93874" y="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A847E-6B6B-4207-B4DA-A0FBCF4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728" y="1981953"/>
            <a:ext cx="105858" cy="156581"/>
          </a:xfrm>
          <a:custGeom xmlns:a="http://schemas.openxmlformats.org/drawingml/2006/main">
            <a:pathLst>
              <a:path w="105858" h="156581" fill="none">
                <a:moveTo>
                  <a:pt x="0" y="11512"/>
                </a:moveTo>
                <a:cubicBezTo>
                  <a:pt x="28594" y="0"/>
                  <a:pt x="61376" y="7843"/>
                  <a:pt x="81799" y="31066"/>
                </a:cubicBezTo>
                <a:cubicBezTo>
                  <a:pt x="102223" y="54289"/>
                  <a:pt x="105858" y="87750"/>
                  <a:pt x="91016" y="114848"/>
                </a:cubicBezTo>
                <a:cubicBezTo>
                  <a:pt x="76019" y="141894"/>
                  <a:pt x="45643" y="156581"/>
                  <a:pt x="15204" y="1514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862C5-0F38-4FCD-92CA-E4C477C3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067" y="1975285"/>
            <a:ext cx="48881" cy="29588"/>
          </a:xfrm>
          <a:custGeom xmlns:a="http://schemas.openxmlformats.org/drawingml/2006/main">
            <a:pathLst>
              <a:path w="48881" h="29588">
                <a:moveTo>
                  <a:pt x="48881" y="29588"/>
                </a:moveTo>
                <a:lnTo>
                  <a:pt x="0" y="27509"/>
                </a:lnTo>
                <a:lnTo>
                  <a:pt x="40397" y="0"/>
                </a:lnTo>
                <a:lnTo>
                  <a:pt x="48881" y="29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F6214-E390-4423-8DE6-A8C152B8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008" y="1978617"/>
            <a:ext cx="111076" cy="154853"/>
          </a:xfrm>
          <a:custGeom xmlns:a="http://schemas.openxmlformats.org/drawingml/2006/main">
            <a:pathLst>
              <a:path w="111076" h="154853" fill="none">
                <a:moveTo>
                  <a:pt x="0" y="13321"/>
                </a:moveTo>
                <a:cubicBezTo>
                  <a:pt x="27680" y="0"/>
                  <a:pt x="61128" y="5422"/>
                  <a:pt x="83121" y="27164"/>
                </a:cubicBezTo>
                <a:cubicBezTo>
                  <a:pt x="104958" y="48863"/>
                  <a:pt x="111076" y="82031"/>
                  <a:pt x="98003" y="110057"/>
                </a:cubicBezTo>
                <a:cubicBezTo>
                  <a:pt x="84929" y="138082"/>
                  <a:pt x="55651" y="154853"/>
                  <a:pt x="24885" y="1520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6D9D3-AB84-47C9-A8B5-347A651E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152" y="1970411"/>
            <a:ext cx="50242" cy="31165"/>
          </a:xfrm>
          <a:custGeom xmlns:a="http://schemas.openxmlformats.org/drawingml/2006/main">
            <a:pathLst>
              <a:path w="50242" h="31165">
                <a:moveTo>
                  <a:pt x="50242" y="29689"/>
                </a:moveTo>
                <a:lnTo>
                  <a:pt x="0" y="31165"/>
                </a:lnTo>
                <a:lnTo>
                  <a:pt x="39437" y="0"/>
                </a:lnTo>
                <a:lnTo>
                  <a:pt x="50242" y="29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F35C0-C816-4BC4-A084-ACCD2730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78" y="1974710"/>
            <a:ext cx="127731" cy="150164"/>
          </a:xfrm>
          <a:custGeom xmlns:a="http://schemas.openxmlformats.org/drawingml/2006/main">
            <a:pathLst>
              <a:path w="127731" h="150164" fill="none">
                <a:moveTo>
                  <a:pt x="57650" y="150164"/>
                </a:moveTo>
                <a:cubicBezTo>
                  <a:pt x="27790" y="142443"/>
                  <a:pt x="5746" y="116923"/>
                  <a:pt x="2873" y="86131"/>
                </a:cubicBezTo>
                <a:cubicBezTo>
                  <a:pt x="0" y="55339"/>
                  <a:pt x="16727" y="26131"/>
                  <a:pt x="44756" y="13066"/>
                </a:cubicBezTo>
                <a:cubicBezTo>
                  <a:pt x="72785" y="0"/>
                  <a:pt x="105900" y="5839"/>
                  <a:pt x="127731" y="279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7D8E6-C608-447E-889B-F69D01EF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767" y="2110468"/>
            <a:ext cx="50242" cy="31165"/>
          </a:xfrm>
          <a:custGeom xmlns:a="http://schemas.openxmlformats.org/drawingml/2006/main">
            <a:pathLst>
              <a:path w="50242" h="31165">
                <a:moveTo>
                  <a:pt x="10806" y="0"/>
                </a:moveTo>
                <a:lnTo>
                  <a:pt x="50242" y="31165"/>
                </a:lnTo>
                <a:lnTo>
                  <a:pt x="0" y="29689"/>
                </a:lnTo>
                <a:lnTo>
                  <a:pt x="108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71F58-377A-4C95-97E7-A141F83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180" y="1430786"/>
            <a:ext cx="140806" cy="141227"/>
          </a:xfrm>
          <a:custGeom xmlns:a="http://schemas.openxmlformats.org/drawingml/2006/main">
            <a:pathLst>
              <a:path w="140806" h="141227" fill="none">
                <a:moveTo>
                  <a:pt x="41685" y="141227"/>
                </a:moveTo>
                <a:cubicBezTo>
                  <a:pt x="14688" y="126097"/>
                  <a:pt x="0" y="95741"/>
                  <a:pt x="5195" y="65255"/>
                </a:cubicBezTo>
                <a:cubicBezTo>
                  <a:pt x="10390" y="34768"/>
                  <a:pt x="34106" y="10885"/>
                  <a:pt x="64561" y="5519"/>
                </a:cubicBezTo>
                <a:cubicBezTo>
                  <a:pt x="94962" y="0"/>
                  <a:pt x="125493" y="14364"/>
                  <a:pt x="140806" y="4119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8D974-458B-45C5-9C5B-F881098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907" y="1558652"/>
            <a:ext cx="48149" cy="40310"/>
          </a:xfrm>
          <a:custGeom xmlns:a="http://schemas.openxmlformats.org/drawingml/2006/main">
            <a:pathLst>
              <a:path w="48149" h="40310">
                <a:moveTo>
                  <a:pt x="18122" y="0"/>
                </a:moveTo>
                <a:lnTo>
                  <a:pt x="48149" y="40310"/>
                </a:lnTo>
                <a:lnTo>
                  <a:pt x="0" y="25881"/>
                </a:lnTo>
                <a:lnTo>
                  <a:pt x="181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80D17-A33C-4CE3-8467-E1E836DC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50" y="1225083"/>
            <a:ext cx="1137559" cy="1113781"/>
          </a:xfrm>
          <a:custGeom xmlns:a="http://schemas.openxmlformats.org/drawingml/2006/main">
            <a:pathLst>
              <a:path w="1137559" h="1113781">
                <a:moveTo>
                  <a:pt x="0" y="0"/>
                </a:moveTo>
                <a:lnTo>
                  <a:pt x="1137559" y="0"/>
                </a:lnTo>
                <a:lnTo>
                  <a:pt x="1137559" y="1113781"/>
                </a:lnTo>
                <a:lnTo>
                  <a:pt x="0" y="1113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573E5-3128-4403-8487-C32AB02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850" y="1225083"/>
            <a:ext cx="1137559" cy="1113781"/>
          </a:xfrm>
          <a:custGeom xmlns:a="http://schemas.openxmlformats.org/drawingml/2006/main">
            <a:pathLst>
              <a:path w="1137559" h="1113781" fill="none">
                <a:moveTo>
                  <a:pt x="0" y="0"/>
                </a:moveTo>
                <a:lnTo>
                  <a:pt x="1137559" y="0"/>
                </a:lnTo>
                <a:lnTo>
                  <a:pt x="1137559" y="1113781"/>
                </a:lnTo>
                <a:lnTo>
                  <a:pt x="0" y="11137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19739-0F2B-4BD9-94AD-458C1F3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796" y="1536672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3" y="127167"/>
                  <a:pt x="237898" y="134927"/>
                  <a:pt x="236370" y="142612"/>
                </a:cubicBezTo>
                <a:cubicBezTo>
                  <a:pt x="234841" y="150297"/>
                  <a:pt x="232577" y="157759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8" y="218552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3"/>
                  <a:pt x="119332" y="238663"/>
                </a:cubicBezTo>
                <a:cubicBezTo>
                  <a:pt x="111497" y="238663"/>
                  <a:pt x="103736" y="237898"/>
                  <a:pt x="96051" y="236370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5" y="226580"/>
                  <a:pt x="59548" y="222905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8" y="179113"/>
                  <a:pt x="12081" y="172236"/>
                  <a:pt x="9083" y="164997"/>
                </a:cubicBezTo>
                <a:cubicBezTo>
                  <a:pt x="6084" y="157759"/>
                  <a:pt x="3822" y="150297"/>
                  <a:pt x="2293" y="142612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2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FDE44-3022-42B0-8276-99E189E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796" y="1536672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3" y="127167"/>
                  <a:pt x="237898" y="134927"/>
                  <a:pt x="236370" y="142612"/>
                </a:cubicBezTo>
                <a:cubicBezTo>
                  <a:pt x="234841" y="150297"/>
                  <a:pt x="232577" y="157759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8" y="218552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3"/>
                  <a:pt x="119332" y="238663"/>
                </a:cubicBezTo>
                <a:cubicBezTo>
                  <a:pt x="111497" y="238663"/>
                  <a:pt x="103736" y="237898"/>
                  <a:pt x="96051" y="236370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5" y="226580"/>
                  <a:pt x="59548" y="222905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8" y="179113"/>
                  <a:pt x="12081" y="172236"/>
                  <a:pt x="9083" y="164997"/>
                </a:cubicBezTo>
                <a:cubicBezTo>
                  <a:pt x="6084" y="157759"/>
                  <a:pt x="3822" y="150297"/>
                  <a:pt x="2293" y="142612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49" y="15758"/>
                  <a:pt x="66426" y="12082"/>
                  <a:pt x="73665" y="9084"/>
                </a:cubicBezTo>
                <a:cubicBezTo>
                  <a:pt x="80904" y="6085"/>
                  <a:pt x="88366" y="3822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13" name="Text tag_">
            <a:extLst xmlns:a="http://schemas.openxmlformats.org/drawingml/2006/main">
              <a:ext uri="{FF2B5EF4-FFF2-40B4-BE49-F238E27FC236}">
                <a16:creationId xmlns:a16="http://schemas.microsoft.com/office/drawing/2014/main" id="{C3CBFC77-5D3F-4CAF-A8A7-F124A3F0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757" y="1602433"/>
            <a:ext cx="108728" cy="44468"/>
          </a:xfrm>
          <a:custGeom xmlns:a="http://schemas.openxmlformats.org/drawingml/2006/main">
            <a:pathLst>
              <a:path w="108728" h="44468">
                <a:moveTo>
                  <a:pt x="16771" y="34118"/>
                </a:moveTo>
                <a:cubicBezTo>
                  <a:pt x="15928" y="34340"/>
                  <a:pt x="15009" y="34521"/>
                  <a:pt x="14015" y="34664"/>
                </a:cubicBezTo>
                <a:cubicBezTo>
                  <a:pt x="13021" y="34806"/>
                  <a:pt x="12135" y="34878"/>
                  <a:pt x="11355" y="34878"/>
                </a:cubicBezTo>
                <a:cubicBezTo>
                  <a:pt x="8636" y="34878"/>
                  <a:pt x="6568" y="34145"/>
                  <a:pt x="5153" y="32681"/>
                </a:cubicBezTo>
                <a:cubicBezTo>
                  <a:pt x="3737" y="31216"/>
                  <a:pt x="3030" y="28868"/>
                  <a:pt x="3030" y="25636"/>
                </a:cubicBezTo>
                <a:lnTo>
                  <a:pt x="3030" y="11451"/>
                </a:lnTo>
                <a:lnTo>
                  <a:pt x="0" y="11451"/>
                </a:lnTo>
                <a:lnTo>
                  <a:pt x="0" y="7682"/>
                </a:lnTo>
                <a:lnTo>
                  <a:pt x="3030" y="7682"/>
                </a:lnTo>
                <a:lnTo>
                  <a:pt x="3030" y="0"/>
                </a:lnTo>
                <a:lnTo>
                  <a:pt x="7515" y="0"/>
                </a:lnTo>
                <a:lnTo>
                  <a:pt x="7515" y="7682"/>
                </a:lnTo>
                <a:lnTo>
                  <a:pt x="16771" y="7682"/>
                </a:lnTo>
                <a:lnTo>
                  <a:pt x="16771" y="11451"/>
                </a:lnTo>
                <a:lnTo>
                  <a:pt x="7515" y="11451"/>
                </a:lnTo>
                <a:lnTo>
                  <a:pt x="7515" y="23623"/>
                </a:lnTo>
                <a:cubicBezTo>
                  <a:pt x="7515" y="25026"/>
                  <a:pt x="7546" y="26123"/>
                  <a:pt x="7610" y="26912"/>
                </a:cubicBezTo>
                <a:cubicBezTo>
                  <a:pt x="7674" y="27701"/>
                  <a:pt x="7896" y="28438"/>
                  <a:pt x="8278" y="29124"/>
                </a:cubicBezTo>
                <a:cubicBezTo>
                  <a:pt x="8628" y="29761"/>
                  <a:pt x="9109" y="30228"/>
                  <a:pt x="9721" y="30523"/>
                </a:cubicBezTo>
                <a:cubicBezTo>
                  <a:pt x="10334" y="30818"/>
                  <a:pt x="11268" y="30965"/>
                  <a:pt x="12524" y="30965"/>
                </a:cubicBezTo>
                <a:cubicBezTo>
                  <a:pt x="13256" y="30965"/>
                  <a:pt x="14019" y="30858"/>
                  <a:pt x="14815" y="30643"/>
                </a:cubicBezTo>
                <a:cubicBezTo>
                  <a:pt x="15610" y="30428"/>
                  <a:pt x="16182" y="30249"/>
                  <a:pt x="16532" y="30106"/>
                </a:cubicBezTo>
                <a:lnTo>
                  <a:pt x="16771" y="30106"/>
                </a:lnTo>
                <a:lnTo>
                  <a:pt x="16771" y="34118"/>
                </a:lnTo>
                <a:close/>
                <a:moveTo>
                  <a:pt x="42891" y="34353"/>
                </a:moveTo>
                <a:lnTo>
                  <a:pt x="38430" y="34353"/>
                </a:lnTo>
                <a:lnTo>
                  <a:pt x="38430" y="31533"/>
                </a:lnTo>
                <a:cubicBezTo>
                  <a:pt x="38032" y="31804"/>
                  <a:pt x="37495" y="32182"/>
                  <a:pt x="36820" y="32668"/>
                </a:cubicBezTo>
                <a:cubicBezTo>
                  <a:pt x="36144" y="33153"/>
                  <a:pt x="35488" y="33540"/>
                  <a:pt x="34851" y="33826"/>
                </a:cubicBezTo>
                <a:cubicBezTo>
                  <a:pt x="34104" y="34193"/>
                  <a:pt x="33245" y="34499"/>
                  <a:pt x="32275" y="34746"/>
                </a:cubicBezTo>
                <a:cubicBezTo>
                  <a:pt x="31305" y="34993"/>
                  <a:pt x="30168" y="35116"/>
                  <a:pt x="28864" y="35116"/>
                </a:cubicBezTo>
                <a:cubicBezTo>
                  <a:pt x="26462" y="35116"/>
                  <a:pt x="24426" y="34320"/>
                  <a:pt x="22756" y="32728"/>
                </a:cubicBezTo>
                <a:cubicBezTo>
                  <a:pt x="21086" y="31135"/>
                  <a:pt x="20252" y="29105"/>
                  <a:pt x="20252" y="26636"/>
                </a:cubicBezTo>
                <a:cubicBezTo>
                  <a:pt x="20252" y="24614"/>
                  <a:pt x="20685" y="22978"/>
                  <a:pt x="21552" y="21728"/>
                </a:cubicBezTo>
                <a:cubicBezTo>
                  <a:pt x="22418" y="20477"/>
                  <a:pt x="23655" y="19494"/>
                  <a:pt x="25261" y="18778"/>
                </a:cubicBezTo>
                <a:cubicBezTo>
                  <a:pt x="26883" y="18061"/>
                  <a:pt x="28832" y="17575"/>
                  <a:pt x="31106" y="17320"/>
                </a:cubicBezTo>
                <a:cubicBezTo>
                  <a:pt x="33380" y="17065"/>
                  <a:pt x="35822" y="16874"/>
                  <a:pt x="38430" y="16747"/>
                </a:cubicBezTo>
                <a:lnTo>
                  <a:pt x="38430" y="16049"/>
                </a:lnTo>
                <a:cubicBezTo>
                  <a:pt x="38430" y="15023"/>
                  <a:pt x="38251" y="14173"/>
                  <a:pt x="37893" y="13500"/>
                </a:cubicBezTo>
                <a:cubicBezTo>
                  <a:pt x="37535" y="12826"/>
                  <a:pt x="37022" y="12297"/>
                  <a:pt x="36354" y="11912"/>
                </a:cubicBezTo>
                <a:cubicBezTo>
                  <a:pt x="35718" y="11543"/>
                  <a:pt x="34955" y="11294"/>
                  <a:pt x="34064" y="11166"/>
                </a:cubicBezTo>
                <a:cubicBezTo>
                  <a:pt x="33174" y="11038"/>
                  <a:pt x="32243" y="10974"/>
                  <a:pt x="31273" y="10974"/>
                </a:cubicBezTo>
                <a:cubicBezTo>
                  <a:pt x="30096" y="10974"/>
                  <a:pt x="28784" y="11133"/>
                  <a:pt x="27337" y="11452"/>
                </a:cubicBezTo>
                <a:cubicBezTo>
                  <a:pt x="25889" y="11770"/>
                  <a:pt x="24395" y="12231"/>
                  <a:pt x="22852" y="12835"/>
                </a:cubicBezTo>
                <a:lnTo>
                  <a:pt x="22613" y="12835"/>
                </a:lnTo>
                <a:lnTo>
                  <a:pt x="22613" y="8278"/>
                </a:lnTo>
                <a:cubicBezTo>
                  <a:pt x="23488" y="8039"/>
                  <a:pt x="24752" y="7777"/>
                  <a:pt x="26406" y="7491"/>
                </a:cubicBezTo>
                <a:cubicBezTo>
                  <a:pt x="28060" y="7205"/>
                  <a:pt x="29691" y="7061"/>
                  <a:pt x="31297" y="7061"/>
                </a:cubicBezTo>
                <a:cubicBezTo>
                  <a:pt x="33174" y="7061"/>
                  <a:pt x="34808" y="7216"/>
                  <a:pt x="36199" y="7527"/>
                </a:cubicBezTo>
                <a:cubicBezTo>
                  <a:pt x="37591" y="7837"/>
                  <a:pt x="38796" y="8366"/>
                  <a:pt x="39813" y="9113"/>
                </a:cubicBezTo>
                <a:cubicBezTo>
                  <a:pt x="40815" y="9845"/>
                  <a:pt x="41579" y="10791"/>
                  <a:pt x="42104" y="11952"/>
                </a:cubicBezTo>
                <a:cubicBezTo>
                  <a:pt x="42628" y="13113"/>
                  <a:pt x="42891" y="14552"/>
                  <a:pt x="42891" y="16270"/>
                </a:cubicBezTo>
                <a:lnTo>
                  <a:pt x="42891" y="34353"/>
                </a:lnTo>
                <a:moveTo>
                  <a:pt x="38430" y="27826"/>
                </a:moveTo>
                <a:lnTo>
                  <a:pt x="38430" y="20373"/>
                </a:lnTo>
                <a:cubicBezTo>
                  <a:pt x="37062" y="20453"/>
                  <a:pt x="35452" y="20573"/>
                  <a:pt x="33599" y="20733"/>
                </a:cubicBezTo>
                <a:cubicBezTo>
                  <a:pt x="31746" y="20893"/>
                  <a:pt x="30279" y="21124"/>
                  <a:pt x="29198" y="21427"/>
                </a:cubicBezTo>
                <a:cubicBezTo>
                  <a:pt x="27909" y="21795"/>
                  <a:pt x="26868" y="22366"/>
                  <a:pt x="26072" y="23141"/>
                </a:cubicBezTo>
                <a:cubicBezTo>
                  <a:pt x="25277" y="23916"/>
                  <a:pt x="24880" y="24982"/>
                  <a:pt x="24880" y="26340"/>
                </a:cubicBezTo>
                <a:cubicBezTo>
                  <a:pt x="24880" y="27874"/>
                  <a:pt x="25341" y="29028"/>
                  <a:pt x="26263" y="29803"/>
                </a:cubicBezTo>
                <a:cubicBezTo>
                  <a:pt x="27186" y="30578"/>
                  <a:pt x="28593" y="30965"/>
                  <a:pt x="30486" y="30965"/>
                </a:cubicBezTo>
                <a:cubicBezTo>
                  <a:pt x="32060" y="30965"/>
                  <a:pt x="33500" y="30658"/>
                  <a:pt x="34804" y="30043"/>
                </a:cubicBezTo>
                <a:cubicBezTo>
                  <a:pt x="36108" y="29428"/>
                  <a:pt x="37317" y="28689"/>
                  <a:pt x="38430" y="27826"/>
                </a:cubicBezTo>
                <a:close/>
                <a:moveTo>
                  <a:pt x="73161" y="31330"/>
                </a:moveTo>
                <a:cubicBezTo>
                  <a:pt x="73161" y="35852"/>
                  <a:pt x="72135" y="39173"/>
                  <a:pt x="70084" y="41290"/>
                </a:cubicBezTo>
                <a:cubicBezTo>
                  <a:pt x="68032" y="43409"/>
                  <a:pt x="64875" y="44468"/>
                  <a:pt x="60613" y="44468"/>
                </a:cubicBezTo>
                <a:cubicBezTo>
                  <a:pt x="59197" y="44468"/>
                  <a:pt x="57818" y="44368"/>
                  <a:pt x="56474" y="44169"/>
                </a:cubicBezTo>
                <a:cubicBezTo>
                  <a:pt x="55130" y="43971"/>
                  <a:pt x="53806" y="43688"/>
                  <a:pt x="52502" y="43323"/>
                </a:cubicBezTo>
                <a:lnTo>
                  <a:pt x="52502" y="38742"/>
                </a:lnTo>
                <a:lnTo>
                  <a:pt x="52740" y="38742"/>
                </a:lnTo>
                <a:cubicBezTo>
                  <a:pt x="53472" y="39025"/>
                  <a:pt x="54633" y="39373"/>
                  <a:pt x="56223" y="39789"/>
                </a:cubicBezTo>
                <a:cubicBezTo>
                  <a:pt x="57814" y="40204"/>
                  <a:pt x="59404" y="40412"/>
                  <a:pt x="60995" y="40412"/>
                </a:cubicBezTo>
                <a:cubicBezTo>
                  <a:pt x="62521" y="40412"/>
                  <a:pt x="63786" y="40230"/>
                  <a:pt x="64788" y="39864"/>
                </a:cubicBezTo>
                <a:cubicBezTo>
                  <a:pt x="65790" y="39499"/>
                  <a:pt x="66569" y="38991"/>
                  <a:pt x="67126" y="38340"/>
                </a:cubicBezTo>
                <a:cubicBezTo>
                  <a:pt x="67682" y="37721"/>
                  <a:pt x="68080" y="36975"/>
                  <a:pt x="68318" y="36101"/>
                </a:cubicBezTo>
                <a:cubicBezTo>
                  <a:pt x="68557" y="35228"/>
                  <a:pt x="68676" y="34251"/>
                  <a:pt x="68676" y="33172"/>
                </a:cubicBezTo>
                <a:lnTo>
                  <a:pt x="68676" y="30742"/>
                </a:lnTo>
                <a:cubicBezTo>
                  <a:pt x="67324" y="31827"/>
                  <a:pt x="66032" y="32636"/>
                  <a:pt x="64800" y="33170"/>
                </a:cubicBezTo>
                <a:cubicBezTo>
                  <a:pt x="63567" y="33704"/>
                  <a:pt x="61996" y="33971"/>
                  <a:pt x="60088" y="33971"/>
                </a:cubicBezTo>
                <a:cubicBezTo>
                  <a:pt x="56907" y="33971"/>
                  <a:pt x="54382" y="32819"/>
                  <a:pt x="52514" y="30515"/>
                </a:cubicBezTo>
                <a:cubicBezTo>
                  <a:pt x="50645" y="28210"/>
                  <a:pt x="49711" y="24961"/>
                  <a:pt x="49711" y="20767"/>
                </a:cubicBezTo>
                <a:cubicBezTo>
                  <a:pt x="49711" y="18471"/>
                  <a:pt x="50033" y="16490"/>
                  <a:pt x="50677" y="14824"/>
                </a:cubicBezTo>
                <a:cubicBezTo>
                  <a:pt x="51321" y="13157"/>
                  <a:pt x="52200" y="11718"/>
                  <a:pt x="53313" y="10506"/>
                </a:cubicBezTo>
                <a:cubicBezTo>
                  <a:pt x="54347" y="9374"/>
                  <a:pt x="55603" y="8493"/>
                  <a:pt x="57082" y="7864"/>
                </a:cubicBezTo>
                <a:cubicBezTo>
                  <a:pt x="58561" y="7233"/>
                  <a:pt x="60032" y="6918"/>
                  <a:pt x="61495" y="6918"/>
                </a:cubicBezTo>
                <a:cubicBezTo>
                  <a:pt x="63038" y="6918"/>
                  <a:pt x="64330" y="7074"/>
                  <a:pt x="65372" y="7385"/>
                </a:cubicBezTo>
                <a:cubicBezTo>
                  <a:pt x="66414" y="7696"/>
                  <a:pt x="67515" y="8170"/>
                  <a:pt x="68676" y="8808"/>
                </a:cubicBezTo>
                <a:lnTo>
                  <a:pt x="68962" y="7682"/>
                </a:lnTo>
                <a:lnTo>
                  <a:pt x="73161" y="7682"/>
                </a:lnTo>
                <a:lnTo>
                  <a:pt x="73161" y="31330"/>
                </a:lnTo>
                <a:moveTo>
                  <a:pt x="68676" y="27046"/>
                </a:moveTo>
                <a:lnTo>
                  <a:pt x="68676" y="12480"/>
                </a:lnTo>
                <a:cubicBezTo>
                  <a:pt x="67483" y="11938"/>
                  <a:pt x="66374" y="11552"/>
                  <a:pt x="65348" y="11320"/>
                </a:cubicBezTo>
                <a:cubicBezTo>
                  <a:pt x="64322" y="11089"/>
                  <a:pt x="63301" y="10974"/>
                  <a:pt x="62283" y="10974"/>
                </a:cubicBezTo>
                <a:cubicBezTo>
                  <a:pt x="59818" y="10974"/>
                  <a:pt x="57877" y="11803"/>
                  <a:pt x="56462" y="13462"/>
                </a:cubicBezTo>
                <a:cubicBezTo>
                  <a:pt x="55046" y="15120"/>
                  <a:pt x="54339" y="17527"/>
                  <a:pt x="54339" y="20684"/>
                </a:cubicBezTo>
                <a:cubicBezTo>
                  <a:pt x="54339" y="23681"/>
                  <a:pt x="54864" y="25953"/>
                  <a:pt x="55913" y="27500"/>
                </a:cubicBezTo>
                <a:cubicBezTo>
                  <a:pt x="56963" y="29047"/>
                  <a:pt x="58704" y="29820"/>
                  <a:pt x="61138" y="29820"/>
                </a:cubicBezTo>
                <a:cubicBezTo>
                  <a:pt x="62442" y="29820"/>
                  <a:pt x="63750" y="29569"/>
                  <a:pt x="65062" y="29067"/>
                </a:cubicBezTo>
                <a:cubicBezTo>
                  <a:pt x="66374" y="28565"/>
                  <a:pt x="67579" y="27891"/>
                  <a:pt x="68676" y="27046"/>
                </a:cubicBezTo>
                <a:close/>
                <a:moveTo>
                  <a:pt x="108728" y="41510"/>
                </a:moveTo>
                <a:lnTo>
                  <a:pt x="77477" y="41510"/>
                </a:lnTo>
                <a:lnTo>
                  <a:pt x="77477" y="38647"/>
                </a:lnTo>
                <a:lnTo>
                  <a:pt x="108728" y="38647"/>
                </a:lnTo>
                <a:lnTo>
                  <a:pt x="108728" y="41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Text addr">
            <a:extLst xmlns:a="http://schemas.openxmlformats.org/drawingml/2006/main">
              <a:ext uri="{FF2B5EF4-FFF2-40B4-BE49-F238E27FC236}">
                <a16:creationId xmlns:a16="http://schemas.microsoft.com/office/drawing/2014/main" id="{6E02957E-1EE4-4F33-BC5B-3FDB832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250" y="1664809"/>
            <a:ext cx="108798" cy="37883"/>
          </a:xfrm>
          <a:custGeom xmlns:a="http://schemas.openxmlformats.org/drawingml/2006/main">
            <a:pathLst>
              <a:path w="108798" h="37883">
                <a:moveTo>
                  <a:pt x="22639" y="37120"/>
                </a:moveTo>
                <a:lnTo>
                  <a:pt x="18178" y="37120"/>
                </a:lnTo>
                <a:lnTo>
                  <a:pt x="18178" y="34301"/>
                </a:lnTo>
                <a:cubicBezTo>
                  <a:pt x="17781" y="34571"/>
                  <a:pt x="17244" y="34950"/>
                  <a:pt x="16568" y="35435"/>
                </a:cubicBezTo>
                <a:cubicBezTo>
                  <a:pt x="15892" y="35921"/>
                  <a:pt x="15236" y="36307"/>
                  <a:pt x="14600" y="36594"/>
                </a:cubicBezTo>
                <a:cubicBezTo>
                  <a:pt x="13852" y="36960"/>
                  <a:pt x="12994" y="37266"/>
                  <a:pt x="12023" y="37513"/>
                </a:cubicBezTo>
                <a:cubicBezTo>
                  <a:pt x="11053" y="37760"/>
                  <a:pt x="9916" y="37883"/>
                  <a:pt x="8612" y="37883"/>
                </a:cubicBezTo>
                <a:cubicBezTo>
                  <a:pt x="6211" y="37883"/>
                  <a:pt x="4175" y="37087"/>
                  <a:pt x="2505" y="35495"/>
                </a:cubicBezTo>
                <a:cubicBezTo>
                  <a:pt x="835" y="33902"/>
                  <a:pt x="0" y="31872"/>
                  <a:pt x="0" y="29403"/>
                </a:cubicBezTo>
                <a:cubicBezTo>
                  <a:pt x="0" y="27381"/>
                  <a:pt x="433" y="25745"/>
                  <a:pt x="1300" y="24495"/>
                </a:cubicBezTo>
                <a:cubicBezTo>
                  <a:pt x="2167" y="23244"/>
                  <a:pt x="3403" y="22261"/>
                  <a:pt x="5010" y="21545"/>
                </a:cubicBezTo>
                <a:cubicBezTo>
                  <a:pt x="6632" y="20828"/>
                  <a:pt x="8580" y="20343"/>
                  <a:pt x="10855" y="20088"/>
                </a:cubicBezTo>
                <a:cubicBezTo>
                  <a:pt x="13129" y="19833"/>
                  <a:pt x="15570" y="19641"/>
                  <a:pt x="18178" y="19514"/>
                </a:cubicBezTo>
                <a:lnTo>
                  <a:pt x="18178" y="18816"/>
                </a:lnTo>
                <a:cubicBezTo>
                  <a:pt x="18178" y="17790"/>
                  <a:pt x="17999" y="16940"/>
                  <a:pt x="17642" y="16267"/>
                </a:cubicBezTo>
                <a:cubicBezTo>
                  <a:pt x="17284" y="15593"/>
                  <a:pt x="16771" y="15064"/>
                  <a:pt x="16103" y="14679"/>
                </a:cubicBezTo>
                <a:cubicBezTo>
                  <a:pt x="15467" y="14310"/>
                  <a:pt x="14703" y="14062"/>
                  <a:pt x="13813" y="13933"/>
                </a:cubicBezTo>
                <a:cubicBezTo>
                  <a:pt x="12922" y="13805"/>
                  <a:pt x="11992" y="13741"/>
                  <a:pt x="11021" y="13741"/>
                </a:cubicBezTo>
                <a:cubicBezTo>
                  <a:pt x="9845" y="13741"/>
                  <a:pt x="8533" y="13900"/>
                  <a:pt x="7085" y="14219"/>
                </a:cubicBezTo>
                <a:cubicBezTo>
                  <a:pt x="5638" y="14537"/>
                  <a:pt x="4143" y="14998"/>
                  <a:pt x="2600" y="15602"/>
                </a:cubicBezTo>
                <a:lnTo>
                  <a:pt x="2362" y="15602"/>
                </a:lnTo>
                <a:lnTo>
                  <a:pt x="2362" y="11045"/>
                </a:lnTo>
                <a:cubicBezTo>
                  <a:pt x="3236" y="10807"/>
                  <a:pt x="4501" y="10544"/>
                  <a:pt x="6155" y="10258"/>
                </a:cubicBezTo>
                <a:cubicBezTo>
                  <a:pt x="7809" y="9972"/>
                  <a:pt x="9439" y="9829"/>
                  <a:pt x="11045" y="9829"/>
                </a:cubicBezTo>
                <a:cubicBezTo>
                  <a:pt x="12922" y="9829"/>
                  <a:pt x="14556" y="9984"/>
                  <a:pt x="15948" y="10294"/>
                </a:cubicBezTo>
                <a:cubicBezTo>
                  <a:pt x="17339" y="10604"/>
                  <a:pt x="18544" y="11133"/>
                  <a:pt x="19562" y="11880"/>
                </a:cubicBezTo>
                <a:cubicBezTo>
                  <a:pt x="20564" y="12612"/>
                  <a:pt x="21327" y="13558"/>
                  <a:pt x="21852" y="14719"/>
                </a:cubicBezTo>
                <a:cubicBezTo>
                  <a:pt x="22377" y="15880"/>
                  <a:pt x="22639" y="17319"/>
                  <a:pt x="22639" y="19037"/>
                </a:cubicBezTo>
                <a:lnTo>
                  <a:pt x="22639" y="37120"/>
                </a:lnTo>
                <a:moveTo>
                  <a:pt x="18178" y="30593"/>
                </a:moveTo>
                <a:lnTo>
                  <a:pt x="18178" y="23140"/>
                </a:lnTo>
                <a:cubicBezTo>
                  <a:pt x="16811" y="23220"/>
                  <a:pt x="15200" y="23340"/>
                  <a:pt x="13347" y="23500"/>
                </a:cubicBezTo>
                <a:cubicBezTo>
                  <a:pt x="11495" y="23660"/>
                  <a:pt x="10027" y="23891"/>
                  <a:pt x="8946" y="24195"/>
                </a:cubicBezTo>
                <a:cubicBezTo>
                  <a:pt x="7658" y="24562"/>
                  <a:pt x="6616" y="25134"/>
                  <a:pt x="5821" y="25908"/>
                </a:cubicBezTo>
                <a:cubicBezTo>
                  <a:pt x="5026" y="26683"/>
                  <a:pt x="4628" y="27750"/>
                  <a:pt x="4628" y="29107"/>
                </a:cubicBezTo>
                <a:cubicBezTo>
                  <a:pt x="4628" y="30641"/>
                  <a:pt x="5089" y="31795"/>
                  <a:pt x="6012" y="32570"/>
                </a:cubicBezTo>
                <a:cubicBezTo>
                  <a:pt x="6934" y="33345"/>
                  <a:pt x="8342" y="33732"/>
                  <a:pt x="10234" y="33732"/>
                </a:cubicBezTo>
                <a:cubicBezTo>
                  <a:pt x="11809" y="33732"/>
                  <a:pt x="13248" y="33425"/>
                  <a:pt x="14552" y="32810"/>
                </a:cubicBezTo>
                <a:cubicBezTo>
                  <a:pt x="15856" y="32195"/>
                  <a:pt x="17065" y="31456"/>
                  <a:pt x="18178" y="30593"/>
                </a:cubicBezTo>
                <a:close/>
                <a:moveTo>
                  <a:pt x="52909" y="37120"/>
                </a:moveTo>
                <a:lnTo>
                  <a:pt x="48424" y="37120"/>
                </a:lnTo>
                <a:lnTo>
                  <a:pt x="48424" y="34344"/>
                </a:lnTo>
                <a:cubicBezTo>
                  <a:pt x="47136" y="35460"/>
                  <a:pt x="45792" y="36329"/>
                  <a:pt x="44393" y="36951"/>
                </a:cubicBezTo>
                <a:cubicBezTo>
                  <a:pt x="42993" y="37573"/>
                  <a:pt x="41474" y="37883"/>
                  <a:pt x="39836" y="37883"/>
                </a:cubicBezTo>
                <a:cubicBezTo>
                  <a:pt x="36655" y="37883"/>
                  <a:pt x="34131" y="36656"/>
                  <a:pt x="32262" y="34201"/>
                </a:cubicBezTo>
                <a:cubicBezTo>
                  <a:pt x="30393" y="31745"/>
                  <a:pt x="29459" y="28341"/>
                  <a:pt x="29459" y="23988"/>
                </a:cubicBezTo>
                <a:cubicBezTo>
                  <a:pt x="29459" y="21724"/>
                  <a:pt x="29781" y="19707"/>
                  <a:pt x="30425" y="17937"/>
                </a:cubicBezTo>
                <a:cubicBezTo>
                  <a:pt x="31069" y="16167"/>
                  <a:pt x="31940" y="14660"/>
                  <a:pt x="33037" y="13417"/>
                </a:cubicBezTo>
                <a:cubicBezTo>
                  <a:pt x="34119" y="12205"/>
                  <a:pt x="35379" y="11280"/>
                  <a:pt x="36818" y="10643"/>
                </a:cubicBezTo>
                <a:cubicBezTo>
                  <a:pt x="38258" y="10005"/>
                  <a:pt x="39749" y="9686"/>
                  <a:pt x="41291" y="9686"/>
                </a:cubicBezTo>
                <a:cubicBezTo>
                  <a:pt x="42691" y="9686"/>
                  <a:pt x="43931" y="9833"/>
                  <a:pt x="45013" y="10128"/>
                </a:cubicBezTo>
                <a:cubicBezTo>
                  <a:pt x="46094" y="10423"/>
                  <a:pt x="47232" y="10881"/>
                  <a:pt x="48424" y="11503"/>
                </a:cubicBezTo>
                <a:lnTo>
                  <a:pt x="48424" y="0"/>
                </a:lnTo>
                <a:lnTo>
                  <a:pt x="52909" y="0"/>
                </a:lnTo>
                <a:lnTo>
                  <a:pt x="52909" y="37120"/>
                </a:lnTo>
                <a:moveTo>
                  <a:pt x="48424" y="30560"/>
                </a:moveTo>
                <a:lnTo>
                  <a:pt x="48424" y="15268"/>
                </a:lnTo>
                <a:cubicBezTo>
                  <a:pt x="47216" y="14727"/>
                  <a:pt x="46134" y="14353"/>
                  <a:pt x="45180" y="14147"/>
                </a:cubicBezTo>
                <a:cubicBezTo>
                  <a:pt x="44226" y="13940"/>
                  <a:pt x="43184" y="13837"/>
                  <a:pt x="42055" y="13837"/>
                </a:cubicBezTo>
                <a:cubicBezTo>
                  <a:pt x="39542" y="13837"/>
                  <a:pt x="37586" y="14711"/>
                  <a:pt x="36186" y="16461"/>
                </a:cubicBezTo>
                <a:cubicBezTo>
                  <a:pt x="34787" y="18210"/>
                  <a:pt x="34087" y="20691"/>
                  <a:pt x="34087" y="23904"/>
                </a:cubicBezTo>
                <a:cubicBezTo>
                  <a:pt x="34087" y="27069"/>
                  <a:pt x="34628" y="29474"/>
                  <a:pt x="35709" y="31120"/>
                </a:cubicBezTo>
                <a:cubicBezTo>
                  <a:pt x="36791" y="32766"/>
                  <a:pt x="38524" y="33589"/>
                  <a:pt x="40910" y="33589"/>
                </a:cubicBezTo>
                <a:cubicBezTo>
                  <a:pt x="42182" y="33589"/>
                  <a:pt x="43470" y="33307"/>
                  <a:pt x="44774" y="32742"/>
                </a:cubicBezTo>
                <a:cubicBezTo>
                  <a:pt x="46079" y="32178"/>
                  <a:pt x="47295" y="31450"/>
                  <a:pt x="48424" y="30560"/>
                </a:cubicBezTo>
                <a:close/>
                <a:moveTo>
                  <a:pt x="83347" y="37120"/>
                </a:moveTo>
                <a:lnTo>
                  <a:pt x="78862" y="37120"/>
                </a:lnTo>
                <a:lnTo>
                  <a:pt x="78862" y="34344"/>
                </a:lnTo>
                <a:cubicBezTo>
                  <a:pt x="77574" y="35460"/>
                  <a:pt x="76230" y="36329"/>
                  <a:pt x="74830" y="36951"/>
                </a:cubicBezTo>
                <a:cubicBezTo>
                  <a:pt x="73431" y="37573"/>
                  <a:pt x="71912" y="37883"/>
                  <a:pt x="70274" y="37883"/>
                </a:cubicBezTo>
                <a:cubicBezTo>
                  <a:pt x="67093" y="37883"/>
                  <a:pt x="64568" y="36656"/>
                  <a:pt x="62699" y="34201"/>
                </a:cubicBezTo>
                <a:cubicBezTo>
                  <a:pt x="60831" y="31745"/>
                  <a:pt x="59896" y="28341"/>
                  <a:pt x="59896" y="23988"/>
                </a:cubicBezTo>
                <a:cubicBezTo>
                  <a:pt x="59896" y="21724"/>
                  <a:pt x="60218" y="19707"/>
                  <a:pt x="60862" y="17937"/>
                </a:cubicBezTo>
                <a:cubicBezTo>
                  <a:pt x="61507" y="16167"/>
                  <a:pt x="62377" y="14660"/>
                  <a:pt x="63475" y="13417"/>
                </a:cubicBezTo>
                <a:cubicBezTo>
                  <a:pt x="64556" y="12205"/>
                  <a:pt x="65817" y="11280"/>
                  <a:pt x="67256" y="10643"/>
                </a:cubicBezTo>
                <a:cubicBezTo>
                  <a:pt x="68695" y="10005"/>
                  <a:pt x="70186" y="9686"/>
                  <a:pt x="71729" y="9686"/>
                </a:cubicBezTo>
                <a:cubicBezTo>
                  <a:pt x="73128" y="9686"/>
                  <a:pt x="74369" y="9833"/>
                  <a:pt x="75450" y="10128"/>
                </a:cubicBezTo>
                <a:cubicBezTo>
                  <a:pt x="76532" y="10423"/>
                  <a:pt x="77669" y="10881"/>
                  <a:pt x="78862" y="11503"/>
                </a:cubicBezTo>
                <a:lnTo>
                  <a:pt x="78862" y="0"/>
                </a:lnTo>
                <a:lnTo>
                  <a:pt x="83347" y="0"/>
                </a:lnTo>
                <a:lnTo>
                  <a:pt x="83347" y="37120"/>
                </a:lnTo>
                <a:moveTo>
                  <a:pt x="78862" y="30560"/>
                </a:moveTo>
                <a:lnTo>
                  <a:pt x="78862" y="15268"/>
                </a:lnTo>
                <a:cubicBezTo>
                  <a:pt x="77653" y="14727"/>
                  <a:pt x="76572" y="14353"/>
                  <a:pt x="75617" y="14147"/>
                </a:cubicBezTo>
                <a:cubicBezTo>
                  <a:pt x="74663" y="13940"/>
                  <a:pt x="73622" y="13837"/>
                  <a:pt x="72492" y="13837"/>
                </a:cubicBezTo>
                <a:cubicBezTo>
                  <a:pt x="69979" y="13837"/>
                  <a:pt x="68023" y="14711"/>
                  <a:pt x="66624" y="16461"/>
                </a:cubicBezTo>
                <a:cubicBezTo>
                  <a:pt x="65224" y="18210"/>
                  <a:pt x="64524" y="20691"/>
                  <a:pt x="64524" y="23904"/>
                </a:cubicBezTo>
                <a:cubicBezTo>
                  <a:pt x="64524" y="27069"/>
                  <a:pt x="65065" y="29474"/>
                  <a:pt x="66147" y="31120"/>
                </a:cubicBezTo>
                <a:cubicBezTo>
                  <a:pt x="67228" y="32766"/>
                  <a:pt x="68962" y="33589"/>
                  <a:pt x="71347" y="33589"/>
                </a:cubicBezTo>
                <a:cubicBezTo>
                  <a:pt x="72620" y="33589"/>
                  <a:pt x="73908" y="33307"/>
                  <a:pt x="75212" y="32742"/>
                </a:cubicBezTo>
                <a:cubicBezTo>
                  <a:pt x="76516" y="32178"/>
                  <a:pt x="77733" y="31450"/>
                  <a:pt x="78862" y="30560"/>
                </a:cubicBezTo>
                <a:close/>
                <a:moveTo>
                  <a:pt x="108798" y="15316"/>
                </a:moveTo>
                <a:lnTo>
                  <a:pt x="108560" y="15316"/>
                </a:lnTo>
                <a:cubicBezTo>
                  <a:pt x="107892" y="15165"/>
                  <a:pt x="107244" y="15056"/>
                  <a:pt x="106615" y="14988"/>
                </a:cubicBezTo>
                <a:cubicBezTo>
                  <a:pt x="105987" y="14920"/>
                  <a:pt x="105244" y="14886"/>
                  <a:pt x="104385" y="14886"/>
                </a:cubicBezTo>
                <a:cubicBezTo>
                  <a:pt x="103001" y="14886"/>
                  <a:pt x="101665" y="15193"/>
                  <a:pt x="100377" y="15806"/>
                </a:cubicBezTo>
                <a:cubicBezTo>
                  <a:pt x="99089" y="16419"/>
                  <a:pt x="97848" y="17211"/>
                  <a:pt x="96655" y="18182"/>
                </a:cubicBezTo>
                <a:lnTo>
                  <a:pt x="96655" y="37120"/>
                </a:lnTo>
                <a:lnTo>
                  <a:pt x="92170" y="37120"/>
                </a:lnTo>
                <a:lnTo>
                  <a:pt x="92170" y="10449"/>
                </a:lnTo>
                <a:lnTo>
                  <a:pt x="96655" y="10449"/>
                </a:lnTo>
                <a:lnTo>
                  <a:pt x="96655" y="14389"/>
                </a:lnTo>
                <a:cubicBezTo>
                  <a:pt x="98437" y="12956"/>
                  <a:pt x="100007" y="11941"/>
                  <a:pt x="101367" y="11344"/>
                </a:cubicBezTo>
                <a:cubicBezTo>
                  <a:pt x="102727" y="10747"/>
                  <a:pt x="104114" y="10449"/>
                  <a:pt x="105530" y="10449"/>
                </a:cubicBezTo>
                <a:cubicBezTo>
                  <a:pt x="106309" y="10449"/>
                  <a:pt x="106874" y="10469"/>
                  <a:pt x="107224" y="10509"/>
                </a:cubicBezTo>
                <a:cubicBezTo>
                  <a:pt x="107574" y="10548"/>
                  <a:pt x="108098" y="10623"/>
                  <a:pt x="108798" y="10734"/>
                </a:cubicBezTo>
                <a:lnTo>
                  <a:pt x="108798" y="15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1E235-3EA1-4CE7-B4FD-CCA3213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940" y="1429686"/>
            <a:ext cx="11780" cy="73557"/>
          </a:xfrm>
          <a:custGeom xmlns:a="http://schemas.openxmlformats.org/drawingml/2006/main">
            <a:pathLst>
              <a:path w="11780" h="73557" fill="none">
                <a:moveTo>
                  <a:pt x="0" y="20792"/>
                </a:moveTo>
                <a:lnTo>
                  <a:pt x="6189" y="8251"/>
                </a:lnTo>
                <a:cubicBezTo>
                  <a:pt x="10423" y="0"/>
                  <a:pt x="11780" y="8794"/>
                  <a:pt x="10260" y="34634"/>
                </a:cubicBezTo>
                <a:lnTo>
                  <a:pt x="7980" y="73557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D5833-D40D-4565-B523-C3E4809E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940" y="1502755"/>
            <a:ext cx="16123" cy="24754"/>
          </a:xfrm>
          <a:custGeom xmlns:a="http://schemas.openxmlformats.org/drawingml/2006/main">
            <a:pathLst>
              <a:path w="16123" h="24754">
                <a:moveTo>
                  <a:pt x="6677" y="24754"/>
                </a:moveTo>
                <a:lnTo>
                  <a:pt x="0" y="0"/>
                </a:lnTo>
                <a:lnTo>
                  <a:pt x="16123" y="814"/>
                </a:lnTo>
                <a:lnTo>
                  <a:pt x="6677" y="247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72123-97CC-4605-95A0-0914080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940" y="1502755"/>
            <a:ext cx="16123" cy="24754"/>
          </a:xfrm>
          <a:custGeom xmlns:a="http://schemas.openxmlformats.org/drawingml/2006/main">
            <a:pathLst>
              <a:path w="16123" h="24754" fill="none">
                <a:moveTo>
                  <a:pt x="6677" y="24754"/>
                </a:moveTo>
                <a:lnTo>
                  <a:pt x="0" y="0"/>
                </a:lnTo>
                <a:lnTo>
                  <a:pt x="16123" y="814"/>
                </a:lnTo>
                <a:lnTo>
                  <a:pt x="6677" y="247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7F268-D090-4ECA-9634-0D8473B4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128" y="1775378"/>
            <a:ext cx="10" cy="263503"/>
          </a:xfrm>
          <a:custGeom xmlns:a="http://schemas.openxmlformats.org/drawingml/2006/main">
            <a:pathLst>
              <a:path w="1" h="263503" fill="none">
                <a:moveTo>
                  <a:pt x="0" y="0"/>
                </a:moveTo>
                <a:lnTo>
                  <a:pt x="0" y="26350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88497-2C83-44D8-B7EA-20DF619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986" y="2038881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3515F-6D65-46C0-BFFB-EA0AD3CA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986" y="2038881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F9DC9-16E7-440D-95F3-E9BCFD22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79" y="1656003"/>
            <a:ext cx="392975" cy="7491"/>
          </a:xfrm>
          <a:custGeom xmlns:a="http://schemas.openxmlformats.org/drawingml/2006/main">
            <a:pathLst>
              <a:path w="392975" h="7491" fill="none">
                <a:moveTo>
                  <a:pt x="392975" y="0"/>
                </a:moveTo>
                <a:lnTo>
                  <a:pt x="0" y="7491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5BA22-47A2-4875-B39D-E873C2E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351" y="1655352"/>
            <a:ext cx="24591" cy="16286"/>
          </a:xfrm>
          <a:custGeom xmlns:a="http://schemas.openxmlformats.org/drawingml/2006/main">
            <a:pathLst>
              <a:path w="24591" h="16286">
                <a:moveTo>
                  <a:pt x="0" y="8469"/>
                </a:moveTo>
                <a:lnTo>
                  <a:pt x="24266" y="0"/>
                </a:lnTo>
                <a:lnTo>
                  <a:pt x="24591" y="16286"/>
                </a:lnTo>
                <a:lnTo>
                  <a:pt x="0" y="8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E8C0F-5732-424B-8222-901E7CC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351" y="1655352"/>
            <a:ext cx="24591" cy="16286"/>
          </a:xfrm>
          <a:custGeom xmlns:a="http://schemas.openxmlformats.org/drawingml/2006/main">
            <a:pathLst>
              <a:path w="24591" h="16286" fill="none">
                <a:moveTo>
                  <a:pt x="0" y="8469"/>
                </a:moveTo>
                <a:lnTo>
                  <a:pt x="24266" y="0"/>
                </a:lnTo>
                <a:lnTo>
                  <a:pt x="24591" y="16286"/>
                </a:lnTo>
                <a:lnTo>
                  <a:pt x="0" y="84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4EA45-FB6C-46C4-870E-82B6962F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02" y="1682918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1" y="198171"/>
                  <a:pt x="203711" y="203711"/>
                </a:cubicBezTo>
                <a:cubicBezTo>
                  <a:pt x="198171" y="209251"/>
                  <a:pt x="192142" y="214198"/>
                  <a:pt x="185627" y="218551"/>
                </a:cubicBezTo>
                <a:cubicBezTo>
                  <a:pt x="179112" y="222904"/>
                  <a:pt x="172235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5" y="237898"/>
                  <a:pt x="96050" y="236370"/>
                </a:cubicBezTo>
                <a:cubicBezTo>
                  <a:pt x="88365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2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3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8" y="15758"/>
                  <a:pt x="66425" y="12082"/>
                  <a:pt x="73665" y="9083"/>
                </a:cubicBezTo>
                <a:cubicBezTo>
                  <a:pt x="80904" y="6085"/>
                  <a:pt x="88365" y="3822"/>
                  <a:pt x="96050" y="2293"/>
                </a:cubicBezTo>
                <a:cubicBezTo>
                  <a:pt x="103735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5" y="12082"/>
                  <a:pt x="179112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01C34-F080-4B4E-84D6-D5072EF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02" y="1682918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1" y="198171"/>
                  <a:pt x="203711" y="203711"/>
                </a:cubicBezTo>
                <a:cubicBezTo>
                  <a:pt x="198171" y="209251"/>
                  <a:pt x="192142" y="214198"/>
                  <a:pt x="185627" y="218551"/>
                </a:cubicBezTo>
                <a:cubicBezTo>
                  <a:pt x="179112" y="222904"/>
                  <a:pt x="172235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5" y="237898"/>
                  <a:pt x="96050" y="236370"/>
                </a:cubicBezTo>
                <a:cubicBezTo>
                  <a:pt x="88365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2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3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8" y="15758"/>
                  <a:pt x="66425" y="12082"/>
                  <a:pt x="73665" y="9083"/>
                </a:cubicBezTo>
                <a:cubicBezTo>
                  <a:pt x="80904" y="6085"/>
                  <a:pt x="88365" y="3822"/>
                  <a:pt x="96050" y="2293"/>
                </a:cubicBezTo>
                <a:cubicBezTo>
                  <a:pt x="103735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5" y="12082"/>
                  <a:pt x="179112" y="15758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26" name="Text comp">
            <a:extLst xmlns:a="http://schemas.openxmlformats.org/drawingml/2006/main">
              <a:ext uri="{FF2B5EF4-FFF2-40B4-BE49-F238E27FC236}">
                <a16:creationId xmlns:a16="http://schemas.microsoft.com/office/drawing/2014/main" id="{46B2A8FA-FD74-41F6-98C3-359575A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331" y="1755923"/>
            <a:ext cx="128008" cy="37263"/>
          </a:xfrm>
          <a:custGeom xmlns:a="http://schemas.openxmlformats.org/drawingml/2006/main">
            <a:pathLst>
              <a:path w="128008" h="37263">
                <a:moveTo>
                  <a:pt x="21614" y="25788"/>
                </a:moveTo>
                <a:cubicBezTo>
                  <a:pt x="20119" y="26504"/>
                  <a:pt x="18699" y="27061"/>
                  <a:pt x="17355" y="27458"/>
                </a:cubicBezTo>
                <a:cubicBezTo>
                  <a:pt x="16011" y="27856"/>
                  <a:pt x="14584" y="28055"/>
                  <a:pt x="13073" y="28055"/>
                </a:cubicBezTo>
                <a:cubicBezTo>
                  <a:pt x="11149" y="28055"/>
                  <a:pt x="9383" y="27772"/>
                  <a:pt x="7777" y="27206"/>
                </a:cubicBezTo>
                <a:cubicBezTo>
                  <a:pt x="6171" y="26641"/>
                  <a:pt x="4795" y="25784"/>
                  <a:pt x="3650" y="24637"/>
                </a:cubicBezTo>
                <a:cubicBezTo>
                  <a:pt x="2489" y="23490"/>
                  <a:pt x="1590" y="22041"/>
                  <a:pt x="954" y="20288"/>
                </a:cubicBezTo>
                <a:cubicBezTo>
                  <a:pt x="318" y="18536"/>
                  <a:pt x="0" y="16489"/>
                  <a:pt x="0" y="14147"/>
                </a:cubicBezTo>
                <a:cubicBezTo>
                  <a:pt x="0" y="9781"/>
                  <a:pt x="1197" y="6356"/>
                  <a:pt x="3590" y="3871"/>
                </a:cubicBezTo>
                <a:cubicBezTo>
                  <a:pt x="5984" y="1386"/>
                  <a:pt x="9145" y="143"/>
                  <a:pt x="13073" y="143"/>
                </a:cubicBezTo>
                <a:cubicBezTo>
                  <a:pt x="14600" y="143"/>
                  <a:pt x="16099" y="358"/>
                  <a:pt x="17570" y="787"/>
                </a:cubicBezTo>
                <a:cubicBezTo>
                  <a:pt x="19041" y="1217"/>
                  <a:pt x="20389" y="1741"/>
                  <a:pt x="21614" y="2362"/>
                </a:cubicBezTo>
                <a:lnTo>
                  <a:pt x="21614" y="7348"/>
                </a:lnTo>
                <a:lnTo>
                  <a:pt x="21375" y="7348"/>
                </a:lnTo>
                <a:cubicBezTo>
                  <a:pt x="20007" y="6290"/>
                  <a:pt x="18596" y="5476"/>
                  <a:pt x="17141" y="4908"/>
                </a:cubicBezTo>
                <a:cubicBezTo>
                  <a:pt x="15685" y="4340"/>
                  <a:pt x="14266" y="4056"/>
                  <a:pt x="12882" y="4056"/>
                </a:cubicBezTo>
                <a:cubicBezTo>
                  <a:pt x="10338" y="4056"/>
                  <a:pt x="8330" y="4910"/>
                  <a:pt x="6859" y="6620"/>
                </a:cubicBezTo>
                <a:cubicBezTo>
                  <a:pt x="5387" y="8330"/>
                  <a:pt x="4652" y="10839"/>
                  <a:pt x="4652" y="14147"/>
                </a:cubicBezTo>
                <a:cubicBezTo>
                  <a:pt x="4652" y="17359"/>
                  <a:pt x="5372" y="19828"/>
                  <a:pt x="6811" y="21554"/>
                </a:cubicBezTo>
                <a:cubicBezTo>
                  <a:pt x="8250" y="23280"/>
                  <a:pt x="10274" y="24142"/>
                  <a:pt x="12882" y="24142"/>
                </a:cubicBezTo>
                <a:cubicBezTo>
                  <a:pt x="13789" y="24142"/>
                  <a:pt x="14711" y="24024"/>
                  <a:pt x="15650" y="23787"/>
                </a:cubicBezTo>
                <a:cubicBezTo>
                  <a:pt x="16588" y="23550"/>
                  <a:pt x="17431" y="23242"/>
                  <a:pt x="18178" y="22863"/>
                </a:cubicBezTo>
                <a:cubicBezTo>
                  <a:pt x="18830" y="22532"/>
                  <a:pt x="19443" y="22180"/>
                  <a:pt x="20015" y="21810"/>
                </a:cubicBezTo>
                <a:cubicBezTo>
                  <a:pt x="20588" y="21438"/>
                  <a:pt x="21041" y="21119"/>
                  <a:pt x="21375" y="20850"/>
                </a:cubicBezTo>
                <a:lnTo>
                  <a:pt x="21614" y="20850"/>
                </a:lnTo>
                <a:lnTo>
                  <a:pt x="21614" y="25788"/>
                </a:lnTo>
                <a:close/>
                <a:moveTo>
                  <a:pt x="50074" y="14111"/>
                </a:moveTo>
                <a:cubicBezTo>
                  <a:pt x="50074" y="18464"/>
                  <a:pt x="48960" y="21900"/>
                  <a:pt x="46734" y="24419"/>
                </a:cubicBezTo>
                <a:cubicBezTo>
                  <a:pt x="44507" y="26938"/>
                  <a:pt x="41525" y="28198"/>
                  <a:pt x="37788" y="28198"/>
                </a:cubicBezTo>
                <a:cubicBezTo>
                  <a:pt x="34019" y="28198"/>
                  <a:pt x="31025" y="26938"/>
                  <a:pt x="28806" y="24419"/>
                </a:cubicBezTo>
                <a:cubicBezTo>
                  <a:pt x="26587" y="21900"/>
                  <a:pt x="25478" y="18464"/>
                  <a:pt x="25478" y="14111"/>
                </a:cubicBezTo>
                <a:cubicBezTo>
                  <a:pt x="25478" y="9758"/>
                  <a:pt x="26587" y="6318"/>
                  <a:pt x="28806" y="3791"/>
                </a:cubicBezTo>
                <a:cubicBezTo>
                  <a:pt x="31025" y="1264"/>
                  <a:pt x="34019" y="0"/>
                  <a:pt x="37788" y="0"/>
                </a:cubicBezTo>
                <a:cubicBezTo>
                  <a:pt x="41525" y="0"/>
                  <a:pt x="44507" y="1264"/>
                  <a:pt x="46734" y="3791"/>
                </a:cubicBezTo>
                <a:cubicBezTo>
                  <a:pt x="48960" y="6318"/>
                  <a:pt x="50074" y="9758"/>
                  <a:pt x="50074" y="14111"/>
                </a:cubicBezTo>
                <a:moveTo>
                  <a:pt x="45446" y="14111"/>
                </a:moveTo>
                <a:cubicBezTo>
                  <a:pt x="45446" y="10664"/>
                  <a:pt x="44770" y="8102"/>
                  <a:pt x="43418" y="6426"/>
                </a:cubicBezTo>
                <a:cubicBezTo>
                  <a:pt x="42066" y="4750"/>
                  <a:pt x="40189" y="3912"/>
                  <a:pt x="37788" y="3912"/>
                </a:cubicBezTo>
                <a:cubicBezTo>
                  <a:pt x="35355" y="3912"/>
                  <a:pt x="33466" y="4750"/>
                  <a:pt x="32122" y="6426"/>
                </a:cubicBezTo>
                <a:cubicBezTo>
                  <a:pt x="30778" y="8102"/>
                  <a:pt x="30106" y="10664"/>
                  <a:pt x="30106" y="14111"/>
                </a:cubicBezTo>
                <a:cubicBezTo>
                  <a:pt x="30106" y="17447"/>
                  <a:pt x="30782" y="19976"/>
                  <a:pt x="32134" y="21700"/>
                </a:cubicBezTo>
                <a:cubicBezTo>
                  <a:pt x="33486" y="23424"/>
                  <a:pt x="35370" y="24285"/>
                  <a:pt x="37788" y="24285"/>
                </a:cubicBezTo>
                <a:cubicBezTo>
                  <a:pt x="40174" y="24285"/>
                  <a:pt x="42046" y="23432"/>
                  <a:pt x="43406" y="21724"/>
                </a:cubicBezTo>
                <a:cubicBezTo>
                  <a:pt x="44766" y="20016"/>
                  <a:pt x="45446" y="17479"/>
                  <a:pt x="45446" y="14111"/>
                </a:cubicBezTo>
                <a:close/>
                <a:moveTo>
                  <a:pt x="95905" y="27434"/>
                </a:moveTo>
                <a:lnTo>
                  <a:pt x="91420" y="27434"/>
                </a:lnTo>
                <a:lnTo>
                  <a:pt x="91420" y="12246"/>
                </a:lnTo>
                <a:cubicBezTo>
                  <a:pt x="91420" y="11100"/>
                  <a:pt x="91368" y="9994"/>
                  <a:pt x="91265" y="8927"/>
                </a:cubicBezTo>
                <a:cubicBezTo>
                  <a:pt x="91161" y="7860"/>
                  <a:pt x="90943" y="7008"/>
                  <a:pt x="90609" y="6372"/>
                </a:cubicBezTo>
                <a:cubicBezTo>
                  <a:pt x="90243" y="5687"/>
                  <a:pt x="89718" y="5170"/>
                  <a:pt x="89034" y="4820"/>
                </a:cubicBezTo>
                <a:cubicBezTo>
                  <a:pt x="88350" y="4469"/>
                  <a:pt x="87364" y="4294"/>
                  <a:pt x="86076" y="4294"/>
                </a:cubicBezTo>
                <a:cubicBezTo>
                  <a:pt x="84820" y="4294"/>
                  <a:pt x="83563" y="4609"/>
                  <a:pt x="82307" y="5238"/>
                </a:cubicBezTo>
                <a:cubicBezTo>
                  <a:pt x="81050" y="5867"/>
                  <a:pt x="79794" y="6667"/>
                  <a:pt x="78538" y="7638"/>
                </a:cubicBezTo>
                <a:cubicBezTo>
                  <a:pt x="78585" y="8003"/>
                  <a:pt x="78625" y="8429"/>
                  <a:pt x="78657" y="8915"/>
                </a:cubicBezTo>
                <a:cubicBezTo>
                  <a:pt x="78689" y="9400"/>
                  <a:pt x="78705" y="9882"/>
                  <a:pt x="78705" y="10359"/>
                </a:cubicBezTo>
                <a:lnTo>
                  <a:pt x="78705" y="27434"/>
                </a:lnTo>
                <a:lnTo>
                  <a:pt x="74220" y="27434"/>
                </a:lnTo>
                <a:lnTo>
                  <a:pt x="74220" y="12246"/>
                </a:lnTo>
                <a:cubicBezTo>
                  <a:pt x="74220" y="11068"/>
                  <a:pt x="74168" y="9950"/>
                  <a:pt x="74065" y="8892"/>
                </a:cubicBezTo>
                <a:cubicBezTo>
                  <a:pt x="73961" y="7832"/>
                  <a:pt x="73742" y="6985"/>
                  <a:pt x="73408" y="6348"/>
                </a:cubicBezTo>
                <a:cubicBezTo>
                  <a:pt x="73043" y="5663"/>
                  <a:pt x="72518" y="5150"/>
                  <a:pt x="71834" y="4808"/>
                </a:cubicBezTo>
                <a:cubicBezTo>
                  <a:pt x="71150" y="4465"/>
                  <a:pt x="70164" y="4294"/>
                  <a:pt x="68876" y="4294"/>
                </a:cubicBezTo>
                <a:cubicBezTo>
                  <a:pt x="67651" y="4294"/>
                  <a:pt x="66423" y="4597"/>
                  <a:pt x="65190" y="5202"/>
                </a:cubicBezTo>
                <a:cubicBezTo>
                  <a:pt x="63958" y="5807"/>
                  <a:pt x="62729" y="6579"/>
                  <a:pt x="61504" y="7518"/>
                </a:cubicBezTo>
                <a:lnTo>
                  <a:pt x="61504" y="27434"/>
                </a:lnTo>
                <a:lnTo>
                  <a:pt x="57019" y="27434"/>
                </a:lnTo>
                <a:lnTo>
                  <a:pt x="57019" y="763"/>
                </a:lnTo>
                <a:lnTo>
                  <a:pt x="61504" y="763"/>
                </a:lnTo>
                <a:lnTo>
                  <a:pt x="61504" y="3725"/>
                </a:lnTo>
                <a:cubicBezTo>
                  <a:pt x="62904" y="2555"/>
                  <a:pt x="64299" y="1642"/>
                  <a:pt x="65691" y="986"/>
                </a:cubicBezTo>
                <a:cubicBezTo>
                  <a:pt x="67083" y="329"/>
                  <a:pt x="68566" y="0"/>
                  <a:pt x="70140" y="0"/>
                </a:cubicBezTo>
                <a:cubicBezTo>
                  <a:pt x="71953" y="0"/>
                  <a:pt x="73492" y="384"/>
                  <a:pt x="74756" y="1153"/>
                </a:cubicBezTo>
                <a:cubicBezTo>
                  <a:pt x="76021" y="1920"/>
                  <a:pt x="76963" y="2984"/>
                  <a:pt x="77583" y="4345"/>
                </a:cubicBezTo>
                <a:cubicBezTo>
                  <a:pt x="79396" y="2809"/>
                  <a:pt x="81050" y="1700"/>
                  <a:pt x="82545" y="1021"/>
                </a:cubicBezTo>
                <a:cubicBezTo>
                  <a:pt x="84040" y="340"/>
                  <a:pt x="85639" y="0"/>
                  <a:pt x="87340" y="0"/>
                </a:cubicBezTo>
                <a:cubicBezTo>
                  <a:pt x="90267" y="0"/>
                  <a:pt x="92426" y="888"/>
                  <a:pt x="93817" y="2664"/>
                </a:cubicBezTo>
                <a:cubicBezTo>
                  <a:pt x="95209" y="4441"/>
                  <a:pt x="95905" y="6922"/>
                  <a:pt x="95905" y="10109"/>
                </a:cubicBezTo>
                <a:lnTo>
                  <a:pt x="95905" y="27434"/>
                </a:lnTo>
                <a:close/>
                <a:moveTo>
                  <a:pt x="128008" y="13765"/>
                </a:moveTo>
                <a:cubicBezTo>
                  <a:pt x="128008" y="15931"/>
                  <a:pt x="127698" y="17911"/>
                  <a:pt x="127078" y="19703"/>
                </a:cubicBezTo>
                <a:cubicBezTo>
                  <a:pt x="126457" y="21495"/>
                  <a:pt x="125583" y="23013"/>
                  <a:pt x="124454" y="24256"/>
                </a:cubicBezTo>
                <a:cubicBezTo>
                  <a:pt x="123404" y="25435"/>
                  <a:pt x="122167" y="26347"/>
                  <a:pt x="120744" y="26992"/>
                </a:cubicBezTo>
                <a:cubicBezTo>
                  <a:pt x="119321" y="27637"/>
                  <a:pt x="117814" y="27959"/>
                  <a:pt x="116223" y="27959"/>
                </a:cubicBezTo>
                <a:cubicBezTo>
                  <a:pt x="114840" y="27959"/>
                  <a:pt x="113587" y="27808"/>
                  <a:pt x="112466" y="27505"/>
                </a:cubicBezTo>
                <a:cubicBezTo>
                  <a:pt x="111345" y="27203"/>
                  <a:pt x="110204" y="26733"/>
                  <a:pt x="109043" y="26096"/>
                </a:cubicBezTo>
                <a:lnTo>
                  <a:pt x="109043" y="37263"/>
                </a:lnTo>
                <a:lnTo>
                  <a:pt x="104558" y="37263"/>
                </a:lnTo>
                <a:lnTo>
                  <a:pt x="104558" y="763"/>
                </a:lnTo>
                <a:lnTo>
                  <a:pt x="109043" y="763"/>
                </a:lnTo>
                <a:lnTo>
                  <a:pt x="109043" y="3537"/>
                </a:lnTo>
                <a:cubicBezTo>
                  <a:pt x="110235" y="2533"/>
                  <a:pt x="111575" y="1693"/>
                  <a:pt x="113062" y="1016"/>
                </a:cubicBezTo>
                <a:cubicBezTo>
                  <a:pt x="114549" y="339"/>
                  <a:pt x="116136" y="0"/>
                  <a:pt x="117822" y="0"/>
                </a:cubicBezTo>
                <a:cubicBezTo>
                  <a:pt x="121034" y="0"/>
                  <a:pt x="123535" y="1215"/>
                  <a:pt x="125324" y="3645"/>
                </a:cubicBezTo>
                <a:cubicBezTo>
                  <a:pt x="127114" y="6074"/>
                  <a:pt x="128008" y="9447"/>
                  <a:pt x="128008" y="13765"/>
                </a:cubicBezTo>
                <a:moveTo>
                  <a:pt x="123380" y="13884"/>
                </a:moveTo>
                <a:cubicBezTo>
                  <a:pt x="123380" y="10672"/>
                  <a:pt x="122831" y="8270"/>
                  <a:pt x="121734" y="6680"/>
                </a:cubicBezTo>
                <a:cubicBezTo>
                  <a:pt x="120637" y="5089"/>
                  <a:pt x="118951" y="4294"/>
                  <a:pt x="116676" y="4294"/>
                </a:cubicBezTo>
                <a:cubicBezTo>
                  <a:pt x="115388" y="4294"/>
                  <a:pt x="114092" y="4572"/>
                  <a:pt x="112788" y="5129"/>
                </a:cubicBezTo>
                <a:cubicBezTo>
                  <a:pt x="111484" y="5686"/>
                  <a:pt x="110235" y="6417"/>
                  <a:pt x="109043" y="7324"/>
                </a:cubicBezTo>
                <a:lnTo>
                  <a:pt x="109043" y="22425"/>
                </a:lnTo>
                <a:cubicBezTo>
                  <a:pt x="110315" y="22997"/>
                  <a:pt x="111408" y="23387"/>
                  <a:pt x="112323" y="23594"/>
                </a:cubicBezTo>
                <a:cubicBezTo>
                  <a:pt x="113237" y="23800"/>
                  <a:pt x="114275" y="23904"/>
                  <a:pt x="115436" y="23904"/>
                </a:cubicBezTo>
                <a:cubicBezTo>
                  <a:pt x="117933" y="23904"/>
                  <a:pt x="119881" y="23061"/>
                  <a:pt x="121281" y="21375"/>
                </a:cubicBezTo>
                <a:cubicBezTo>
                  <a:pt x="122680" y="19689"/>
                  <a:pt x="123380" y="17192"/>
                  <a:pt x="123380" y="1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Text lete">
            <a:extLst xmlns:a="http://schemas.openxmlformats.org/drawingml/2006/main">
              <a:ext uri="{FF2B5EF4-FFF2-40B4-BE49-F238E27FC236}">
                <a16:creationId xmlns:a16="http://schemas.microsoft.com/office/drawing/2014/main" id="{2912A676-BF74-4030-90A1-235E564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154" y="1811381"/>
            <a:ext cx="84013" cy="37740"/>
          </a:xfrm>
          <a:custGeom xmlns:a="http://schemas.openxmlformats.org/drawingml/2006/main">
            <a:pathLst>
              <a:path w="84013" h="37740">
                <a:moveTo>
                  <a:pt x="4485" y="37120"/>
                </a:move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37120"/>
                </a:lnTo>
                <a:close/>
                <a:moveTo>
                  <a:pt x="35644" y="24238"/>
                </a:moveTo>
                <a:lnTo>
                  <a:pt x="16010" y="24238"/>
                </a:lnTo>
                <a:cubicBezTo>
                  <a:pt x="16010" y="25880"/>
                  <a:pt x="16257" y="27311"/>
                  <a:pt x="16750" y="28530"/>
                </a:cubicBezTo>
                <a:cubicBezTo>
                  <a:pt x="17243" y="29750"/>
                  <a:pt x="17919" y="30750"/>
                  <a:pt x="18778" y="31532"/>
                </a:cubicBezTo>
                <a:cubicBezTo>
                  <a:pt x="19605" y="32297"/>
                  <a:pt x="20587" y="32871"/>
                  <a:pt x="21724" y="33254"/>
                </a:cubicBezTo>
                <a:cubicBezTo>
                  <a:pt x="22861" y="33637"/>
                  <a:pt x="24114" y="33828"/>
                  <a:pt x="25481" y="33828"/>
                </a:cubicBezTo>
                <a:cubicBezTo>
                  <a:pt x="27294" y="33828"/>
                  <a:pt x="29119" y="33463"/>
                  <a:pt x="30956" y="32734"/>
                </a:cubicBezTo>
                <a:cubicBezTo>
                  <a:pt x="32793" y="32005"/>
                  <a:pt x="34101" y="31288"/>
                  <a:pt x="34881" y="30583"/>
                </a:cubicBezTo>
                <a:lnTo>
                  <a:pt x="35119" y="30583"/>
                </a:lnTo>
                <a:lnTo>
                  <a:pt x="35119" y="35490"/>
                </a:lnTo>
                <a:cubicBezTo>
                  <a:pt x="33608" y="36129"/>
                  <a:pt x="32066" y="36663"/>
                  <a:pt x="30491" y="37094"/>
                </a:cubicBezTo>
                <a:cubicBezTo>
                  <a:pt x="28917" y="37525"/>
                  <a:pt x="27263" y="37740"/>
                  <a:pt x="25529" y="37740"/>
                </a:cubicBezTo>
                <a:cubicBezTo>
                  <a:pt x="21108" y="37740"/>
                  <a:pt x="17656" y="36542"/>
                  <a:pt x="15175" y="34144"/>
                </a:cubicBezTo>
                <a:cubicBezTo>
                  <a:pt x="12694" y="31746"/>
                  <a:pt x="11454" y="28341"/>
                  <a:pt x="11454" y="23928"/>
                </a:cubicBezTo>
                <a:cubicBezTo>
                  <a:pt x="11454" y="19563"/>
                  <a:pt x="12643" y="16098"/>
                  <a:pt x="15020" y="13533"/>
                </a:cubicBezTo>
                <a:cubicBezTo>
                  <a:pt x="17398" y="10968"/>
                  <a:pt x="20527" y="9686"/>
                  <a:pt x="24408" y="9686"/>
                </a:cubicBezTo>
                <a:cubicBezTo>
                  <a:pt x="28002" y="9686"/>
                  <a:pt x="30773" y="10737"/>
                  <a:pt x="32722" y="12840"/>
                </a:cubicBezTo>
                <a:cubicBezTo>
                  <a:pt x="34670" y="14943"/>
                  <a:pt x="35644" y="17930"/>
                  <a:pt x="35644" y="21801"/>
                </a:cubicBezTo>
                <a:lnTo>
                  <a:pt x="35644" y="24238"/>
                </a:lnTo>
                <a:moveTo>
                  <a:pt x="31278" y="20802"/>
                </a:moveTo>
                <a:cubicBezTo>
                  <a:pt x="31262" y="18449"/>
                  <a:pt x="30670" y="16628"/>
                  <a:pt x="29501" y="15339"/>
                </a:cubicBezTo>
                <a:cubicBezTo>
                  <a:pt x="28332" y="14051"/>
                  <a:pt x="26555" y="13407"/>
                  <a:pt x="24169" y="13407"/>
                </a:cubicBezTo>
                <a:cubicBezTo>
                  <a:pt x="21768" y="13407"/>
                  <a:pt x="19855" y="14115"/>
                  <a:pt x="18432" y="15530"/>
                </a:cubicBezTo>
                <a:cubicBezTo>
                  <a:pt x="17008" y="16946"/>
                  <a:pt x="16201" y="18703"/>
                  <a:pt x="16010" y="20802"/>
                </a:cubicBezTo>
                <a:lnTo>
                  <a:pt x="31278" y="20802"/>
                </a:lnTo>
                <a:close/>
                <a:moveTo>
                  <a:pt x="56294" y="36885"/>
                </a:moveTo>
                <a:cubicBezTo>
                  <a:pt x="55451" y="37107"/>
                  <a:pt x="54532" y="37289"/>
                  <a:pt x="53538" y="37431"/>
                </a:cubicBezTo>
                <a:cubicBezTo>
                  <a:pt x="52544" y="37574"/>
                  <a:pt x="51658" y="37645"/>
                  <a:pt x="50879" y="37645"/>
                </a:cubicBezTo>
                <a:cubicBezTo>
                  <a:pt x="48159" y="37645"/>
                  <a:pt x="46091" y="36913"/>
                  <a:pt x="44676" y="35448"/>
                </a:cubicBezTo>
                <a:cubicBezTo>
                  <a:pt x="43260" y="33983"/>
                  <a:pt x="42553" y="31635"/>
                  <a:pt x="42553" y="28403"/>
                </a:cubicBezTo>
                <a:lnTo>
                  <a:pt x="42553" y="14218"/>
                </a:lnTo>
                <a:lnTo>
                  <a:pt x="39523" y="14218"/>
                </a:lnTo>
                <a:lnTo>
                  <a:pt x="39523" y="10449"/>
                </a:lnTo>
                <a:lnTo>
                  <a:pt x="42553" y="10449"/>
                </a:lnTo>
                <a:lnTo>
                  <a:pt x="42553" y="2767"/>
                </a:lnTo>
                <a:lnTo>
                  <a:pt x="47038" y="2767"/>
                </a:lnTo>
                <a:lnTo>
                  <a:pt x="47038" y="10449"/>
                </a:lnTo>
                <a:lnTo>
                  <a:pt x="56294" y="10449"/>
                </a:lnTo>
                <a:lnTo>
                  <a:pt x="56294" y="14218"/>
                </a:lnTo>
                <a:lnTo>
                  <a:pt x="47038" y="14218"/>
                </a:lnTo>
                <a:lnTo>
                  <a:pt x="47038" y="26391"/>
                </a:lnTo>
                <a:cubicBezTo>
                  <a:pt x="47038" y="27794"/>
                  <a:pt x="47069" y="28890"/>
                  <a:pt x="47133" y="29679"/>
                </a:cubicBezTo>
                <a:cubicBezTo>
                  <a:pt x="47197" y="30468"/>
                  <a:pt x="47419" y="31206"/>
                  <a:pt x="47801" y="31891"/>
                </a:cubicBezTo>
                <a:cubicBezTo>
                  <a:pt x="48151" y="32529"/>
                  <a:pt x="48632" y="32995"/>
                  <a:pt x="49244" y="33290"/>
                </a:cubicBezTo>
                <a:cubicBezTo>
                  <a:pt x="49857" y="33585"/>
                  <a:pt x="50791" y="33732"/>
                  <a:pt x="52047" y="33732"/>
                </a:cubicBezTo>
                <a:cubicBezTo>
                  <a:pt x="52779" y="33732"/>
                  <a:pt x="53542" y="33625"/>
                  <a:pt x="54338" y="33410"/>
                </a:cubicBezTo>
                <a:cubicBezTo>
                  <a:pt x="55133" y="33196"/>
                  <a:pt x="55705" y="33017"/>
                  <a:pt x="56055" y="32874"/>
                </a:cubicBezTo>
                <a:lnTo>
                  <a:pt x="56294" y="32874"/>
                </a:lnTo>
                <a:lnTo>
                  <a:pt x="56294" y="36885"/>
                </a:lnTo>
                <a:close/>
                <a:moveTo>
                  <a:pt x="84013" y="24238"/>
                </a:moveTo>
                <a:lnTo>
                  <a:pt x="64379" y="24238"/>
                </a:lnTo>
                <a:cubicBezTo>
                  <a:pt x="64379" y="25880"/>
                  <a:pt x="64626" y="27311"/>
                  <a:pt x="65119" y="28530"/>
                </a:cubicBezTo>
                <a:cubicBezTo>
                  <a:pt x="65612" y="29750"/>
                  <a:pt x="66288" y="30750"/>
                  <a:pt x="67147" y="31532"/>
                </a:cubicBezTo>
                <a:cubicBezTo>
                  <a:pt x="67974" y="32297"/>
                  <a:pt x="68956" y="32871"/>
                  <a:pt x="70093" y="33254"/>
                </a:cubicBezTo>
                <a:cubicBezTo>
                  <a:pt x="71230" y="33637"/>
                  <a:pt x="72482" y="33828"/>
                  <a:pt x="73850" y="33828"/>
                </a:cubicBezTo>
                <a:cubicBezTo>
                  <a:pt x="75663" y="33828"/>
                  <a:pt x="77488" y="33463"/>
                  <a:pt x="79325" y="32734"/>
                </a:cubicBezTo>
                <a:cubicBezTo>
                  <a:pt x="81162" y="32005"/>
                  <a:pt x="82470" y="31288"/>
                  <a:pt x="83249" y="30583"/>
                </a:cubicBezTo>
                <a:lnTo>
                  <a:pt x="83488" y="30583"/>
                </a:lnTo>
                <a:lnTo>
                  <a:pt x="83488" y="35490"/>
                </a:lnTo>
                <a:cubicBezTo>
                  <a:pt x="81977" y="36129"/>
                  <a:pt x="80434" y="36663"/>
                  <a:pt x="78860" y="37094"/>
                </a:cubicBezTo>
                <a:cubicBezTo>
                  <a:pt x="77285" y="37525"/>
                  <a:pt x="75631" y="37740"/>
                  <a:pt x="73898" y="37740"/>
                </a:cubicBezTo>
                <a:cubicBezTo>
                  <a:pt x="69477" y="37740"/>
                  <a:pt x="66025" y="36542"/>
                  <a:pt x="63544" y="34144"/>
                </a:cubicBezTo>
                <a:cubicBezTo>
                  <a:pt x="61063" y="31746"/>
                  <a:pt x="59823" y="28341"/>
                  <a:pt x="59823" y="23928"/>
                </a:cubicBezTo>
                <a:cubicBezTo>
                  <a:pt x="59823" y="19563"/>
                  <a:pt x="61012" y="16098"/>
                  <a:pt x="63389" y="13533"/>
                </a:cubicBezTo>
                <a:cubicBezTo>
                  <a:pt x="65767" y="10968"/>
                  <a:pt x="68896" y="9686"/>
                  <a:pt x="72777" y="9686"/>
                </a:cubicBezTo>
                <a:cubicBezTo>
                  <a:pt x="76371" y="9686"/>
                  <a:pt x="79142" y="10737"/>
                  <a:pt x="81090" y="12840"/>
                </a:cubicBezTo>
                <a:cubicBezTo>
                  <a:pt x="83039" y="14943"/>
                  <a:pt x="84013" y="17930"/>
                  <a:pt x="84013" y="21801"/>
                </a:cubicBezTo>
                <a:lnTo>
                  <a:pt x="84013" y="24238"/>
                </a:lnTo>
                <a:moveTo>
                  <a:pt x="79647" y="20802"/>
                </a:moveTo>
                <a:cubicBezTo>
                  <a:pt x="79631" y="18449"/>
                  <a:pt x="79039" y="16628"/>
                  <a:pt x="77870" y="15339"/>
                </a:cubicBezTo>
                <a:cubicBezTo>
                  <a:pt x="76701" y="14051"/>
                  <a:pt x="74924" y="13407"/>
                  <a:pt x="72538" y="13407"/>
                </a:cubicBezTo>
                <a:cubicBezTo>
                  <a:pt x="70137" y="13407"/>
                  <a:pt x="68224" y="14115"/>
                  <a:pt x="66801" y="15530"/>
                </a:cubicBezTo>
                <a:cubicBezTo>
                  <a:pt x="65377" y="16946"/>
                  <a:pt x="64570" y="18703"/>
                  <a:pt x="64379" y="20802"/>
                </a:cubicBezTo>
                <a:lnTo>
                  <a:pt x="79647" y="20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2B957-0A4D-41DA-9044-3FC5767D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728" y="1868044"/>
            <a:ext cx="121166" cy="227023"/>
          </a:xfrm>
          <a:custGeom xmlns:a="http://schemas.openxmlformats.org/drawingml/2006/main">
            <a:pathLst>
              <a:path w="121166" h="227023" fill="none">
                <a:moveTo>
                  <a:pt x="0" y="0"/>
                </a:moveTo>
                <a:lnTo>
                  <a:pt x="121166" y="22702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AE599-BAFD-4102-AF49-27269B9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728" y="2091321"/>
            <a:ext cx="18729" cy="25406"/>
          </a:xfrm>
          <a:custGeom xmlns:a="http://schemas.openxmlformats.org/drawingml/2006/main">
            <a:pathLst>
              <a:path w="18729" h="25406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49580-3D92-4837-89EF-EDF258B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728" y="2091321"/>
            <a:ext cx="18729" cy="25406"/>
          </a:xfrm>
          <a:custGeom xmlns:a="http://schemas.openxmlformats.org/drawingml/2006/main">
            <a:pathLst>
              <a:path w="18729" h="25406" fill="none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66082-7F92-4560-8265-02504C98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034" y="1955009"/>
            <a:ext cx="10" cy="117420"/>
          </a:xfrm>
          <a:custGeom xmlns:a="http://schemas.openxmlformats.org/drawingml/2006/main">
            <a:pathLst>
              <a:path w="1" h="117420" fill="none">
                <a:moveTo>
                  <a:pt x="0" y="1174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61DD1-F9AB-4164-80DE-4E6B1AB4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891" y="1930581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CE9FA-A3DC-47CD-AE2F-729BE61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891" y="1930581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81626-0709-44ED-BC24-ECC4D87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733" y="2072473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9" y="218552"/>
                </a:cubicBezTo>
                <a:cubicBezTo>
                  <a:pt x="179114" y="222905"/>
                  <a:pt x="172237" y="226580"/>
                  <a:pt x="164998" y="229579"/>
                </a:cubicBezTo>
                <a:cubicBezTo>
                  <a:pt x="157759" y="232577"/>
                  <a:pt x="150297" y="234841"/>
                  <a:pt x="142612" y="236370"/>
                </a:cubicBezTo>
                <a:cubicBezTo>
                  <a:pt x="134927" y="237898"/>
                  <a:pt x="127168" y="238662"/>
                  <a:pt x="119332" y="238662"/>
                </a:cubicBezTo>
                <a:cubicBezTo>
                  <a:pt x="111497" y="238662"/>
                  <a:pt x="103737" y="237898"/>
                  <a:pt x="96052" y="236370"/>
                </a:cubicBezTo>
                <a:cubicBezTo>
                  <a:pt x="88366" y="234841"/>
                  <a:pt x="80905" y="232577"/>
                  <a:pt x="73666" y="229579"/>
                </a:cubicBezTo>
                <a:cubicBezTo>
                  <a:pt x="66427" y="226580"/>
                  <a:pt x="59550" y="222904"/>
                  <a:pt x="53035" y="218551"/>
                </a:cubicBezTo>
                <a:cubicBezTo>
                  <a:pt x="46520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4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0"/>
                  <a:pt x="46520" y="24464"/>
                  <a:pt x="53034" y="20111"/>
                </a:cubicBezTo>
                <a:cubicBezTo>
                  <a:pt x="59550" y="15757"/>
                  <a:pt x="66426" y="12082"/>
                  <a:pt x="73665" y="9083"/>
                </a:cubicBezTo>
                <a:cubicBezTo>
                  <a:pt x="80904" y="6085"/>
                  <a:pt x="88366" y="3821"/>
                  <a:pt x="96052" y="2293"/>
                </a:cubicBezTo>
                <a:cubicBezTo>
                  <a:pt x="103737" y="764"/>
                  <a:pt x="111497" y="0"/>
                  <a:pt x="119332" y="0"/>
                </a:cubicBezTo>
                <a:cubicBezTo>
                  <a:pt x="127168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7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C9C05-5C7D-4F3F-80BB-75B7D1C6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733" y="2072473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9" y="218552"/>
                </a:cubicBezTo>
                <a:cubicBezTo>
                  <a:pt x="179114" y="222905"/>
                  <a:pt x="172237" y="226580"/>
                  <a:pt x="164998" y="229579"/>
                </a:cubicBezTo>
                <a:cubicBezTo>
                  <a:pt x="157759" y="232577"/>
                  <a:pt x="150297" y="234841"/>
                  <a:pt x="142612" y="236370"/>
                </a:cubicBezTo>
                <a:cubicBezTo>
                  <a:pt x="134927" y="237898"/>
                  <a:pt x="127168" y="238662"/>
                  <a:pt x="119332" y="238662"/>
                </a:cubicBezTo>
                <a:cubicBezTo>
                  <a:pt x="111497" y="238662"/>
                  <a:pt x="103737" y="237898"/>
                  <a:pt x="96052" y="236370"/>
                </a:cubicBezTo>
                <a:cubicBezTo>
                  <a:pt x="88366" y="234841"/>
                  <a:pt x="80905" y="232577"/>
                  <a:pt x="73666" y="229579"/>
                </a:cubicBezTo>
                <a:cubicBezTo>
                  <a:pt x="66427" y="226580"/>
                  <a:pt x="59550" y="222904"/>
                  <a:pt x="53035" y="218551"/>
                </a:cubicBezTo>
                <a:cubicBezTo>
                  <a:pt x="46520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4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0"/>
                  <a:pt x="46520" y="24464"/>
                  <a:pt x="53034" y="20111"/>
                </a:cubicBezTo>
                <a:cubicBezTo>
                  <a:pt x="59550" y="15757"/>
                  <a:pt x="66426" y="12082"/>
                  <a:pt x="73665" y="9083"/>
                </a:cubicBezTo>
                <a:cubicBezTo>
                  <a:pt x="80904" y="6085"/>
                  <a:pt x="88366" y="3821"/>
                  <a:pt x="96052" y="2293"/>
                </a:cubicBezTo>
                <a:cubicBezTo>
                  <a:pt x="103737" y="764"/>
                  <a:pt x="111497" y="0"/>
                  <a:pt x="119332" y="0"/>
                </a:cubicBezTo>
                <a:cubicBezTo>
                  <a:pt x="127168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7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36" name="Text fetch">
            <a:extLst xmlns:a="http://schemas.openxmlformats.org/drawingml/2006/main">
              <a:ext uri="{FF2B5EF4-FFF2-40B4-BE49-F238E27FC236}">
                <a16:creationId xmlns:a16="http://schemas.microsoft.com/office/drawing/2014/main" id="{5BDEF59C-9CFE-4ADE-9854-4AC7A86C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333" y="2169428"/>
            <a:ext cx="116093" cy="37979"/>
          </a:xfrm>
          <a:custGeom xmlns:a="http://schemas.openxmlformats.org/drawingml/2006/main">
            <a:pathLst>
              <a:path w="116093" h="37979">
                <a:moveTo>
                  <a:pt x="17129" y="4580"/>
                </a:moveTo>
                <a:lnTo>
                  <a:pt x="16890" y="4580"/>
                </a:lnTo>
                <a:cubicBezTo>
                  <a:pt x="16397" y="4437"/>
                  <a:pt x="15753" y="4290"/>
                  <a:pt x="14958" y="4139"/>
                </a:cubicBezTo>
                <a:cubicBezTo>
                  <a:pt x="14163" y="3988"/>
                  <a:pt x="13463" y="3912"/>
                  <a:pt x="12858" y="3912"/>
                </a:cubicBezTo>
                <a:cubicBezTo>
                  <a:pt x="10934" y="3912"/>
                  <a:pt x="9538" y="4336"/>
                  <a:pt x="8672" y="5184"/>
                </a:cubicBezTo>
                <a:cubicBezTo>
                  <a:pt x="7805" y="6032"/>
                  <a:pt x="7372" y="7565"/>
                  <a:pt x="7372" y="9784"/>
                </a:cubicBezTo>
                <a:lnTo>
                  <a:pt x="7372" y="10688"/>
                </a:lnTo>
                <a:lnTo>
                  <a:pt x="15459" y="10688"/>
                </a:lnTo>
                <a:lnTo>
                  <a:pt x="15459" y="14457"/>
                </a:lnTo>
                <a:lnTo>
                  <a:pt x="7515" y="14457"/>
                </a:lnTo>
                <a:lnTo>
                  <a:pt x="7515" y="37359"/>
                </a:lnTo>
                <a:lnTo>
                  <a:pt x="3030" y="37359"/>
                </a:lnTo>
                <a:lnTo>
                  <a:pt x="3030" y="14457"/>
                </a:lnTo>
                <a:lnTo>
                  <a:pt x="0" y="14457"/>
                </a:lnTo>
                <a:lnTo>
                  <a:pt x="0" y="10688"/>
                </a:lnTo>
                <a:lnTo>
                  <a:pt x="3030" y="10688"/>
                </a:lnTo>
                <a:lnTo>
                  <a:pt x="3030" y="9807"/>
                </a:lnTo>
                <a:cubicBezTo>
                  <a:pt x="3030" y="6649"/>
                  <a:pt x="3817" y="4225"/>
                  <a:pt x="5391" y="2535"/>
                </a:cubicBezTo>
                <a:cubicBezTo>
                  <a:pt x="6966" y="845"/>
                  <a:pt x="9240" y="0"/>
                  <a:pt x="12214" y="0"/>
                </a:cubicBezTo>
                <a:cubicBezTo>
                  <a:pt x="13216" y="0"/>
                  <a:pt x="14119" y="48"/>
                  <a:pt x="14922" y="143"/>
                </a:cubicBezTo>
                <a:cubicBezTo>
                  <a:pt x="15725" y="239"/>
                  <a:pt x="16461" y="350"/>
                  <a:pt x="17129" y="477"/>
                </a:cubicBezTo>
                <a:lnTo>
                  <a:pt x="17129" y="4580"/>
                </a:lnTo>
                <a:close/>
                <a:moveTo>
                  <a:pt x="42294" y="24476"/>
                </a:moveTo>
                <a:lnTo>
                  <a:pt x="22661" y="24476"/>
                </a:lnTo>
                <a:cubicBezTo>
                  <a:pt x="22661" y="26118"/>
                  <a:pt x="22907" y="27549"/>
                  <a:pt x="23400" y="28769"/>
                </a:cubicBezTo>
                <a:cubicBezTo>
                  <a:pt x="23893" y="29989"/>
                  <a:pt x="24569" y="30989"/>
                  <a:pt x="25428" y="31770"/>
                </a:cubicBezTo>
                <a:cubicBezTo>
                  <a:pt x="26255" y="32536"/>
                  <a:pt x="27237" y="33110"/>
                  <a:pt x="28374" y="33492"/>
                </a:cubicBezTo>
                <a:cubicBezTo>
                  <a:pt x="29511" y="33875"/>
                  <a:pt x="30764" y="34066"/>
                  <a:pt x="32131" y="34066"/>
                </a:cubicBezTo>
                <a:cubicBezTo>
                  <a:pt x="33945" y="34066"/>
                  <a:pt x="35770" y="33702"/>
                  <a:pt x="37606" y="32973"/>
                </a:cubicBezTo>
                <a:cubicBezTo>
                  <a:pt x="39443" y="32244"/>
                  <a:pt x="40751" y="31527"/>
                  <a:pt x="41531" y="30822"/>
                </a:cubicBezTo>
                <a:lnTo>
                  <a:pt x="41769" y="30822"/>
                </a:lnTo>
                <a:lnTo>
                  <a:pt x="41769" y="35729"/>
                </a:lnTo>
                <a:cubicBezTo>
                  <a:pt x="40258" y="36367"/>
                  <a:pt x="38716" y="36902"/>
                  <a:pt x="37141" y="37332"/>
                </a:cubicBezTo>
                <a:cubicBezTo>
                  <a:pt x="35567" y="37763"/>
                  <a:pt x="33913" y="37979"/>
                  <a:pt x="32179" y="37979"/>
                </a:cubicBezTo>
                <a:cubicBezTo>
                  <a:pt x="27758" y="37979"/>
                  <a:pt x="24307" y="36780"/>
                  <a:pt x="21826" y="34383"/>
                </a:cubicBezTo>
                <a:cubicBezTo>
                  <a:pt x="19345" y="31985"/>
                  <a:pt x="18104" y="28580"/>
                  <a:pt x="18104" y="24166"/>
                </a:cubicBezTo>
                <a:cubicBezTo>
                  <a:pt x="18104" y="19802"/>
                  <a:pt x="19293" y="16337"/>
                  <a:pt x="21671" y="13772"/>
                </a:cubicBezTo>
                <a:cubicBezTo>
                  <a:pt x="24048" y="11207"/>
                  <a:pt x="27177" y="9924"/>
                  <a:pt x="31058" y="9924"/>
                </a:cubicBezTo>
                <a:cubicBezTo>
                  <a:pt x="34652" y="9924"/>
                  <a:pt x="37424" y="10976"/>
                  <a:pt x="39372" y="13078"/>
                </a:cubicBezTo>
                <a:cubicBezTo>
                  <a:pt x="41320" y="15181"/>
                  <a:pt x="42294" y="18168"/>
                  <a:pt x="42294" y="22039"/>
                </a:cubicBezTo>
                <a:lnTo>
                  <a:pt x="42294" y="24476"/>
                </a:lnTo>
                <a:moveTo>
                  <a:pt x="37928" y="21041"/>
                </a:moveTo>
                <a:cubicBezTo>
                  <a:pt x="37913" y="18687"/>
                  <a:pt x="37320" y="16866"/>
                  <a:pt x="36151" y="15578"/>
                </a:cubicBezTo>
                <a:cubicBezTo>
                  <a:pt x="34982" y="14290"/>
                  <a:pt x="33205" y="13646"/>
                  <a:pt x="30819" y="13646"/>
                </a:cubicBezTo>
                <a:cubicBezTo>
                  <a:pt x="28418" y="13646"/>
                  <a:pt x="26505" y="14353"/>
                  <a:pt x="25082" y="15769"/>
                </a:cubicBezTo>
                <a:cubicBezTo>
                  <a:pt x="23659" y="17184"/>
                  <a:pt x="22851" y="18942"/>
                  <a:pt x="22661" y="21041"/>
                </a:cubicBezTo>
                <a:lnTo>
                  <a:pt x="37928" y="21041"/>
                </a:lnTo>
                <a:close/>
                <a:moveTo>
                  <a:pt x="62944" y="37124"/>
                </a:moveTo>
                <a:cubicBezTo>
                  <a:pt x="62101" y="37345"/>
                  <a:pt x="61182" y="37527"/>
                  <a:pt x="60188" y="37669"/>
                </a:cubicBezTo>
                <a:cubicBezTo>
                  <a:pt x="59194" y="37812"/>
                  <a:pt x="58308" y="37883"/>
                  <a:pt x="57528" y="37883"/>
                </a:cubicBezTo>
                <a:cubicBezTo>
                  <a:pt x="54809" y="37883"/>
                  <a:pt x="52741" y="37151"/>
                  <a:pt x="51326" y="35686"/>
                </a:cubicBezTo>
                <a:cubicBezTo>
                  <a:pt x="49910" y="34222"/>
                  <a:pt x="49203" y="31873"/>
                  <a:pt x="49203" y="28641"/>
                </a:cubicBezTo>
                <a:lnTo>
                  <a:pt x="49203" y="14457"/>
                </a:lnTo>
                <a:lnTo>
                  <a:pt x="46173" y="14457"/>
                </a:lnTo>
                <a:lnTo>
                  <a:pt x="46173" y="10688"/>
                </a:lnTo>
                <a:lnTo>
                  <a:pt x="49203" y="10688"/>
                </a:lnTo>
                <a:lnTo>
                  <a:pt x="49203" y="3006"/>
                </a:lnTo>
                <a:lnTo>
                  <a:pt x="53688" y="3006"/>
                </a:lnTo>
                <a:lnTo>
                  <a:pt x="53688" y="10688"/>
                </a:lnTo>
                <a:lnTo>
                  <a:pt x="62944" y="10688"/>
                </a:lnTo>
                <a:lnTo>
                  <a:pt x="62944" y="14457"/>
                </a:lnTo>
                <a:lnTo>
                  <a:pt x="53688" y="14457"/>
                </a:lnTo>
                <a:lnTo>
                  <a:pt x="53688" y="26629"/>
                </a:lnTo>
                <a:cubicBezTo>
                  <a:pt x="53688" y="28032"/>
                  <a:pt x="53719" y="29128"/>
                  <a:pt x="53783" y="29918"/>
                </a:cubicBezTo>
                <a:cubicBezTo>
                  <a:pt x="53847" y="30707"/>
                  <a:pt x="54069" y="31444"/>
                  <a:pt x="54451" y="32130"/>
                </a:cubicBezTo>
                <a:cubicBezTo>
                  <a:pt x="54801" y="32767"/>
                  <a:pt x="55282" y="33234"/>
                  <a:pt x="55894" y="33529"/>
                </a:cubicBezTo>
                <a:cubicBezTo>
                  <a:pt x="56507" y="33824"/>
                  <a:pt x="57441" y="33971"/>
                  <a:pt x="58697" y="33971"/>
                </a:cubicBezTo>
                <a:cubicBezTo>
                  <a:pt x="59429" y="33971"/>
                  <a:pt x="60192" y="33864"/>
                  <a:pt x="60988" y="33649"/>
                </a:cubicBezTo>
                <a:cubicBezTo>
                  <a:pt x="61783" y="33434"/>
                  <a:pt x="62355" y="33255"/>
                  <a:pt x="62705" y="33112"/>
                </a:cubicBezTo>
                <a:lnTo>
                  <a:pt x="62944" y="33112"/>
                </a:lnTo>
                <a:lnTo>
                  <a:pt x="62944" y="37124"/>
                </a:lnTo>
                <a:close/>
                <a:moveTo>
                  <a:pt x="88062" y="35713"/>
                </a:moveTo>
                <a:cubicBezTo>
                  <a:pt x="86567" y="36428"/>
                  <a:pt x="85148" y="36985"/>
                  <a:pt x="83804" y="37382"/>
                </a:cubicBezTo>
                <a:cubicBezTo>
                  <a:pt x="82460" y="37780"/>
                  <a:pt x="81033" y="37979"/>
                  <a:pt x="79522" y="37979"/>
                </a:cubicBezTo>
                <a:cubicBezTo>
                  <a:pt x="77598" y="37979"/>
                  <a:pt x="75832" y="37696"/>
                  <a:pt x="74226" y="37130"/>
                </a:cubicBezTo>
                <a:cubicBezTo>
                  <a:pt x="72620" y="36565"/>
                  <a:pt x="71244" y="35709"/>
                  <a:pt x="70099" y="34561"/>
                </a:cubicBezTo>
                <a:cubicBezTo>
                  <a:pt x="68938" y="33414"/>
                  <a:pt x="68039" y="31965"/>
                  <a:pt x="67403" y="30212"/>
                </a:cubicBezTo>
                <a:cubicBezTo>
                  <a:pt x="66767" y="28460"/>
                  <a:pt x="66449" y="26413"/>
                  <a:pt x="66449" y="24071"/>
                </a:cubicBezTo>
                <a:cubicBezTo>
                  <a:pt x="66449" y="19706"/>
                  <a:pt x="67646" y="16281"/>
                  <a:pt x="70039" y="13796"/>
                </a:cubicBezTo>
                <a:cubicBezTo>
                  <a:pt x="72433" y="11310"/>
                  <a:pt x="75594" y="10067"/>
                  <a:pt x="79522" y="10067"/>
                </a:cubicBezTo>
                <a:cubicBezTo>
                  <a:pt x="81049" y="10067"/>
                  <a:pt x="82548" y="10282"/>
                  <a:pt x="84019" y="10711"/>
                </a:cubicBezTo>
                <a:cubicBezTo>
                  <a:pt x="85490" y="11141"/>
                  <a:pt x="86838" y="11666"/>
                  <a:pt x="88062" y="12286"/>
                </a:cubicBezTo>
                <a:lnTo>
                  <a:pt x="88062" y="17272"/>
                </a:lnTo>
                <a:lnTo>
                  <a:pt x="87824" y="17272"/>
                </a:lnTo>
                <a:cubicBezTo>
                  <a:pt x="86456" y="16214"/>
                  <a:pt x="85045" y="15401"/>
                  <a:pt x="83589" y="14833"/>
                </a:cubicBezTo>
                <a:cubicBezTo>
                  <a:pt x="82134" y="14264"/>
                  <a:pt x="80715" y="13980"/>
                  <a:pt x="79331" y="13980"/>
                </a:cubicBezTo>
                <a:cubicBezTo>
                  <a:pt x="76786" y="13980"/>
                  <a:pt x="74779" y="14834"/>
                  <a:pt x="73307" y="16544"/>
                </a:cubicBezTo>
                <a:cubicBezTo>
                  <a:pt x="71836" y="18254"/>
                  <a:pt x="71101" y="20763"/>
                  <a:pt x="71101" y="24071"/>
                </a:cubicBezTo>
                <a:cubicBezTo>
                  <a:pt x="71101" y="27283"/>
                  <a:pt x="71820" y="29752"/>
                  <a:pt x="73260" y="31478"/>
                </a:cubicBezTo>
                <a:cubicBezTo>
                  <a:pt x="74699" y="33204"/>
                  <a:pt x="76723" y="34066"/>
                  <a:pt x="79331" y="34066"/>
                </a:cubicBezTo>
                <a:cubicBezTo>
                  <a:pt x="80238" y="34066"/>
                  <a:pt x="81160" y="33948"/>
                  <a:pt x="82098" y="33712"/>
                </a:cubicBezTo>
                <a:cubicBezTo>
                  <a:pt x="83037" y="33475"/>
                  <a:pt x="83880" y="33166"/>
                  <a:pt x="84627" y="32787"/>
                </a:cubicBezTo>
                <a:cubicBezTo>
                  <a:pt x="85279" y="32456"/>
                  <a:pt x="85892" y="32105"/>
                  <a:pt x="86464" y="31734"/>
                </a:cubicBezTo>
                <a:cubicBezTo>
                  <a:pt x="87037" y="31363"/>
                  <a:pt x="87490" y="31043"/>
                  <a:pt x="87824" y="30774"/>
                </a:cubicBezTo>
                <a:lnTo>
                  <a:pt x="88062" y="30774"/>
                </a:lnTo>
                <a:lnTo>
                  <a:pt x="88062" y="35713"/>
                </a:lnTo>
                <a:close/>
                <a:moveTo>
                  <a:pt x="116093" y="37359"/>
                </a:moveTo>
                <a:lnTo>
                  <a:pt x="111608" y="37359"/>
                </a:lnTo>
                <a:lnTo>
                  <a:pt x="111608" y="22170"/>
                </a:lnTo>
                <a:cubicBezTo>
                  <a:pt x="111608" y="20944"/>
                  <a:pt x="111536" y="19794"/>
                  <a:pt x="111393" y="18720"/>
                </a:cubicBezTo>
                <a:cubicBezTo>
                  <a:pt x="111250" y="17645"/>
                  <a:pt x="110988" y="16805"/>
                  <a:pt x="110606" y="16201"/>
                </a:cubicBezTo>
                <a:cubicBezTo>
                  <a:pt x="110208" y="15532"/>
                  <a:pt x="109636" y="15034"/>
                  <a:pt x="108888" y="14708"/>
                </a:cubicBezTo>
                <a:cubicBezTo>
                  <a:pt x="108141" y="14381"/>
                  <a:pt x="107171" y="14218"/>
                  <a:pt x="105978" y="14218"/>
                </a:cubicBezTo>
                <a:cubicBezTo>
                  <a:pt x="104753" y="14218"/>
                  <a:pt x="103473" y="14521"/>
                  <a:pt x="102137" y="15126"/>
                </a:cubicBezTo>
                <a:cubicBezTo>
                  <a:pt x="100801" y="15731"/>
                  <a:pt x="99521" y="16503"/>
                  <a:pt x="98296" y="17442"/>
                </a:cubicBezTo>
                <a:lnTo>
                  <a:pt x="98296" y="37359"/>
                </a:lnTo>
                <a:lnTo>
                  <a:pt x="93811" y="37359"/>
                </a:lnTo>
                <a:lnTo>
                  <a:pt x="93811" y="239"/>
                </a:lnTo>
                <a:lnTo>
                  <a:pt x="98296" y="239"/>
                </a:lnTo>
                <a:lnTo>
                  <a:pt x="98296" y="13629"/>
                </a:lnTo>
                <a:cubicBezTo>
                  <a:pt x="99696" y="12466"/>
                  <a:pt x="101143" y="11558"/>
                  <a:pt x="102638" y="10904"/>
                </a:cubicBezTo>
                <a:cubicBezTo>
                  <a:pt x="104133" y="10251"/>
                  <a:pt x="105668" y="9924"/>
                  <a:pt x="107242" y="9924"/>
                </a:cubicBezTo>
                <a:cubicBezTo>
                  <a:pt x="110121" y="9924"/>
                  <a:pt x="112316" y="10792"/>
                  <a:pt x="113827" y="12529"/>
                </a:cubicBezTo>
                <a:cubicBezTo>
                  <a:pt x="115338" y="14265"/>
                  <a:pt x="116093" y="16767"/>
                  <a:pt x="116093" y="20033"/>
                </a:cubicBezTo>
                <a:lnTo>
                  <a:pt x="116093" y="373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729A6-6B61-41D3-9DA7-9C078217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02" y="2072473"/>
            <a:ext cx="238664" cy="238662"/>
          </a:xfrm>
          <a:custGeom xmlns:a="http://schemas.openxmlformats.org/drawingml/2006/main">
            <a:pathLst>
              <a:path w="238664" h="238662">
                <a:moveTo>
                  <a:pt x="238664" y="119331"/>
                </a:moveTo>
                <a:cubicBezTo>
                  <a:pt x="238663" y="127167"/>
                  <a:pt x="237899" y="134927"/>
                  <a:pt x="236370" y="142611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0" y="172236"/>
                  <a:pt x="222904" y="179113"/>
                  <a:pt x="218552" y="185628"/>
                </a:cubicBezTo>
                <a:cubicBezTo>
                  <a:pt x="214199" y="192143"/>
                  <a:pt x="209252" y="198171"/>
                  <a:pt x="203712" y="203711"/>
                </a:cubicBezTo>
                <a:cubicBezTo>
                  <a:pt x="198171" y="209251"/>
                  <a:pt x="192143" y="214198"/>
                  <a:pt x="185629" y="218552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7" y="234841"/>
                  <a:pt x="142612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7" y="238662"/>
                  <a:pt x="103736" y="237898"/>
                  <a:pt x="96051" y="236370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3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1" y="34951"/>
                </a:cubicBezTo>
                <a:cubicBezTo>
                  <a:pt x="40491" y="29410"/>
                  <a:pt x="46519" y="24464"/>
                  <a:pt x="53034" y="20111"/>
                </a:cubicBezTo>
                <a:cubicBezTo>
                  <a:pt x="59549" y="15757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7" y="3821"/>
                  <a:pt x="157759" y="6085"/>
                  <a:pt x="164997" y="9083"/>
                </a:cubicBezTo>
                <a:cubicBezTo>
                  <a:pt x="172236" y="12082"/>
                  <a:pt x="179113" y="15757"/>
                  <a:pt x="185629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9" y="46519"/>
                  <a:pt x="218552" y="53034"/>
                </a:cubicBezTo>
                <a:cubicBezTo>
                  <a:pt x="222905" y="59549"/>
                  <a:pt x="226581" y="66426"/>
                  <a:pt x="229580" y="73665"/>
                </a:cubicBezTo>
                <a:cubicBezTo>
                  <a:pt x="232578" y="80904"/>
                  <a:pt x="234841" y="88366"/>
                  <a:pt x="236371" y="96051"/>
                </a:cubicBezTo>
                <a:cubicBezTo>
                  <a:pt x="237899" y="103736"/>
                  <a:pt x="238663" y="111496"/>
                  <a:pt x="238664" y="119331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AE39A-5E02-4C3E-9B59-2A9408A2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774" y="2068401"/>
            <a:ext cx="246662" cy="246470"/>
          </a:xfrm>
          <a:custGeom xmlns:a="http://schemas.openxmlformats.org/drawingml/2006/main">
            <a:pathLst>
              <a:path w="246662" h="246470">
                <a:moveTo>
                  <a:pt x="236383" y="172711"/>
                </a:moveTo>
                <a:cubicBezTo>
                  <a:pt x="233002" y="180468"/>
                  <a:pt x="228865" y="187801"/>
                  <a:pt x="223974" y="194709"/>
                </a:cubicBezTo>
                <a:lnTo>
                  <a:pt x="217328" y="190004"/>
                </a:lnTo>
                <a:cubicBezTo>
                  <a:pt x="221896" y="183552"/>
                  <a:pt x="225759" y="176703"/>
                  <a:pt x="228918" y="169457"/>
                </a:cubicBezTo>
                <a:lnTo>
                  <a:pt x="236383" y="172711"/>
                </a:lnTo>
                <a:close/>
                <a:moveTo>
                  <a:pt x="207021" y="214025"/>
                </a:moveTo>
                <a:cubicBezTo>
                  <a:pt x="200720" y="219847"/>
                  <a:pt x="193888" y="224957"/>
                  <a:pt x="186523" y="229355"/>
                </a:cubicBezTo>
                <a:lnTo>
                  <a:pt x="182348" y="222364"/>
                </a:lnTo>
                <a:cubicBezTo>
                  <a:pt x="189229" y="218255"/>
                  <a:pt x="195611" y="213482"/>
                  <a:pt x="201494" y="208045"/>
                </a:cubicBezTo>
                <a:lnTo>
                  <a:pt x="207021" y="214025"/>
                </a:lnTo>
                <a:close/>
                <a:moveTo>
                  <a:pt x="163516" y="240054"/>
                </a:moveTo>
                <a:cubicBezTo>
                  <a:pt x="155361" y="242868"/>
                  <a:pt x="147005" y="244806"/>
                  <a:pt x="138448" y="245867"/>
                </a:cubicBezTo>
                <a:lnTo>
                  <a:pt x="137446" y="237786"/>
                </a:lnTo>
                <a:cubicBezTo>
                  <a:pt x="145437" y="236795"/>
                  <a:pt x="153242" y="234986"/>
                  <a:pt x="160859" y="232357"/>
                </a:cubicBezTo>
                <a:lnTo>
                  <a:pt x="163516" y="240054"/>
                </a:lnTo>
                <a:close/>
                <a:moveTo>
                  <a:pt x="114167" y="246470"/>
                </a:moveTo>
                <a:cubicBezTo>
                  <a:pt x="105701" y="245845"/>
                  <a:pt x="97385" y="244361"/>
                  <a:pt x="89220" y="242017"/>
                </a:cubicBezTo>
                <a:lnTo>
                  <a:pt x="91466" y="234191"/>
                </a:lnTo>
                <a:cubicBezTo>
                  <a:pt x="99091" y="236379"/>
                  <a:pt x="106857" y="237765"/>
                  <a:pt x="114766" y="238349"/>
                </a:cubicBezTo>
                <a:lnTo>
                  <a:pt x="114167" y="246470"/>
                </a:lnTo>
                <a:close/>
                <a:moveTo>
                  <a:pt x="65456" y="232430"/>
                </a:moveTo>
                <a:cubicBezTo>
                  <a:pt x="57910" y="228429"/>
                  <a:pt x="50855" y="223696"/>
                  <a:pt x="44291" y="218231"/>
                </a:cubicBezTo>
                <a:lnTo>
                  <a:pt x="49502" y="211973"/>
                </a:lnTo>
                <a:cubicBezTo>
                  <a:pt x="55633" y="217079"/>
                  <a:pt x="62223" y="221500"/>
                  <a:pt x="69270" y="225236"/>
                </a:cubicBezTo>
                <a:lnTo>
                  <a:pt x="65456" y="232430"/>
                </a:lnTo>
                <a:close/>
                <a:moveTo>
                  <a:pt x="26346" y="199797"/>
                </a:moveTo>
                <a:cubicBezTo>
                  <a:pt x="21072" y="193107"/>
                  <a:pt x="16540" y="185949"/>
                  <a:pt x="12751" y="178322"/>
                </a:cubicBezTo>
                <a:lnTo>
                  <a:pt x="20043" y="174698"/>
                </a:lnTo>
                <a:cubicBezTo>
                  <a:pt x="23583" y="181822"/>
                  <a:pt x="27816" y="188508"/>
                  <a:pt x="32741" y="194755"/>
                </a:cubicBezTo>
                <a:lnTo>
                  <a:pt x="26346" y="199797"/>
                </a:lnTo>
                <a:close/>
                <a:moveTo>
                  <a:pt x="3761" y="154202"/>
                </a:moveTo>
                <a:cubicBezTo>
                  <a:pt x="1661" y="146050"/>
                  <a:pt x="408" y="137768"/>
                  <a:pt x="0" y="129357"/>
                </a:cubicBezTo>
                <a:lnTo>
                  <a:pt x="8133" y="128964"/>
                </a:lnTo>
                <a:cubicBezTo>
                  <a:pt x="8512" y="136818"/>
                  <a:pt x="9684" y="144553"/>
                  <a:pt x="11647" y="152170"/>
                </a:cubicBezTo>
                <a:lnTo>
                  <a:pt x="3761" y="154202"/>
                </a:lnTo>
                <a:close/>
                <a:moveTo>
                  <a:pt x="1234" y="105014"/>
                </a:moveTo>
                <a:cubicBezTo>
                  <a:pt x="2530" y="96416"/>
                  <a:pt x="4709" y="88052"/>
                  <a:pt x="7770" y="79924"/>
                </a:cubicBezTo>
                <a:lnTo>
                  <a:pt x="15391" y="82793"/>
                </a:lnTo>
                <a:cubicBezTo>
                  <a:pt x="12531" y="90385"/>
                  <a:pt x="10497" y="98197"/>
                  <a:pt x="9287" y="106227"/>
                </a:cubicBezTo>
                <a:lnTo>
                  <a:pt x="1234" y="105014"/>
                </a:lnTo>
                <a:close/>
                <a:moveTo>
                  <a:pt x="19023" y="57348"/>
                </a:moveTo>
                <a:cubicBezTo>
                  <a:pt x="23625" y="50087"/>
                  <a:pt x="28925" y="43382"/>
                  <a:pt x="34925" y="37233"/>
                </a:cubicBezTo>
                <a:lnTo>
                  <a:pt x="40754" y="42919"/>
                </a:lnTo>
                <a:cubicBezTo>
                  <a:pt x="35150" y="48662"/>
                  <a:pt x="30199" y="54925"/>
                  <a:pt x="25901" y="61707"/>
                </a:cubicBezTo>
                <a:lnTo>
                  <a:pt x="19023" y="57348"/>
                </a:lnTo>
                <a:close/>
                <a:moveTo>
                  <a:pt x="54667" y="20820"/>
                </a:moveTo>
                <a:cubicBezTo>
                  <a:pt x="61675" y="16133"/>
                  <a:pt x="69086" y="12206"/>
                  <a:pt x="76901" y="9039"/>
                </a:cubicBezTo>
                <a:lnTo>
                  <a:pt x="79960" y="16585"/>
                </a:lnTo>
                <a:cubicBezTo>
                  <a:pt x="72663" y="19543"/>
                  <a:pt x="65740" y="23211"/>
                  <a:pt x="59193" y="27589"/>
                </a:cubicBezTo>
                <a:lnTo>
                  <a:pt x="54667" y="20820"/>
                </a:lnTo>
                <a:close/>
                <a:moveTo>
                  <a:pt x="101907" y="1861"/>
                </a:moveTo>
                <a:cubicBezTo>
                  <a:pt x="108970" y="621"/>
                  <a:pt x="116088" y="0"/>
                  <a:pt x="123259" y="0"/>
                </a:cubicBezTo>
                <a:cubicBezTo>
                  <a:pt x="124288" y="0"/>
                  <a:pt x="125316" y="13"/>
                  <a:pt x="126344" y="38"/>
                </a:cubicBezTo>
                <a:lnTo>
                  <a:pt x="126140" y="8179"/>
                </a:lnTo>
                <a:cubicBezTo>
                  <a:pt x="125179" y="8155"/>
                  <a:pt x="124219" y="8143"/>
                  <a:pt x="123259" y="8143"/>
                </a:cubicBezTo>
                <a:cubicBezTo>
                  <a:pt x="116561" y="8143"/>
                  <a:pt x="109913" y="8722"/>
                  <a:pt x="103316" y="9881"/>
                </a:cubicBezTo>
                <a:lnTo>
                  <a:pt x="101907" y="1861"/>
                </a:lnTo>
                <a:close/>
                <a:moveTo>
                  <a:pt x="151073" y="3175"/>
                </a:moveTo>
                <a:cubicBezTo>
                  <a:pt x="159510" y="5128"/>
                  <a:pt x="167652" y="7936"/>
                  <a:pt x="175497" y="11602"/>
                </a:cubicBezTo>
                <a:lnTo>
                  <a:pt x="172050" y="18979"/>
                </a:lnTo>
                <a:cubicBezTo>
                  <a:pt x="164721" y="15555"/>
                  <a:pt x="157117" y="12932"/>
                  <a:pt x="149238" y="11109"/>
                </a:cubicBezTo>
                <a:lnTo>
                  <a:pt x="151073" y="3175"/>
                </a:lnTo>
                <a:close/>
                <a:moveTo>
                  <a:pt x="197236" y="24631"/>
                </a:moveTo>
                <a:cubicBezTo>
                  <a:pt x="204133" y="29797"/>
                  <a:pt x="210422" y="35623"/>
                  <a:pt x="216102" y="42110"/>
                </a:cubicBezTo>
                <a:lnTo>
                  <a:pt x="209976" y="47474"/>
                </a:lnTo>
                <a:cubicBezTo>
                  <a:pt x="204671" y="41416"/>
                  <a:pt x="198797" y="35974"/>
                  <a:pt x="192354" y="31149"/>
                </a:cubicBezTo>
                <a:lnTo>
                  <a:pt x="197236" y="24631"/>
                </a:lnTo>
                <a:close/>
                <a:moveTo>
                  <a:pt x="230849" y="62966"/>
                </a:moveTo>
                <a:cubicBezTo>
                  <a:pt x="235036" y="70419"/>
                  <a:pt x="238412" y="78223"/>
                  <a:pt x="240977" y="86378"/>
                </a:cubicBezTo>
                <a:lnTo>
                  <a:pt x="233209" y="88821"/>
                </a:lnTo>
                <a:cubicBezTo>
                  <a:pt x="230812" y="81202"/>
                  <a:pt x="227659" y="73913"/>
                  <a:pt x="223750" y="66953"/>
                </a:cubicBezTo>
                <a:lnTo>
                  <a:pt x="230849" y="62966"/>
                </a:lnTo>
                <a:close/>
                <a:moveTo>
                  <a:pt x="246076" y="111396"/>
                </a:moveTo>
                <a:cubicBezTo>
                  <a:pt x="246467" y="115388"/>
                  <a:pt x="246662" y="119391"/>
                  <a:pt x="246662" y="123403"/>
                </a:cubicBezTo>
                <a:cubicBezTo>
                  <a:pt x="246662" y="131678"/>
                  <a:pt x="245838" y="139871"/>
                  <a:pt x="244189" y="147982"/>
                </a:cubicBezTo>
                <a:lnTo>
                  <a:pt x="236209" y="146359"/>
                </a:lnTo>
                <a:cubicBezTo>
                  <a:pt x="237749" y="138784"/>
                  <a:pt x="238519" y="131131"/>
                  <a:pt x="238519" y="123403"/>
                </a:cubicBezTo>
                <a:cubicBezTo>
                  <a:pt x="238519" y="119655"/>
                  <a:pt x="238337" y="115916"/>
                  <a:pt x="237973" y="112188"/>
                </a:cubicBezTo>
                <a:lnTo>
                  <a:pt x="246076" y="111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Text mem_">
            <a:extLst xmlns:a="http://schemas.openxmlformats.org/drawingml/2006/main">
              <a:ext uri="{FF2B5EF4-FFF2-40B4-BE49-F238E27FC236}">
                <a16:creationId xmlns:a16="http://schemas.microsoft.com/office/drawing/2014/main" id="{757AC89F-2544-4540-A4F0-F5D9298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298" y="2146781"/>
            <a:ext cx="150938" cy="34591"/>
          </a:xfrm>
          <a:custGeom xmlns:a="http://schemas.openxmlformats.org/drawingml/2006/main">
            <a:pathLst>
              <a:path w="150938" h="34591">
                <a:moveTo>
                  <a:pt x="38885" y="27434"/>
                </a:moveTo>
                <a:lnTo>
                  <a:pt x="34400" y="27434"/>
                </a:lnTo>
                <a:lnTo>
                  <a:pt x="34400" y="12246"/>
                </a:lnTo>
                <a:cubicBezTo>
                  <a:pt x="34400" y="11100"/>
                  <a:pt x="34349" y="9994"/>
                  <a:pt x="34245" y="8927"/>
                </a:cubicBezTo>
                <a:cubicBezTo>
                  <a:pt x="34142" y="7860"/>
                  <a:pt x="33923" y="7008"/>
                  <a:pt x="33589" y="6372"/>
                </a:cubicBezTo>
                <a:cubicBezTo>
                  <a:pt x="33224" y="5687"/>
                  <a:pt x="32699" y="5170"/>
                  <a:pt x="32015" y="4820"/>
                </a:cubicBezTo>
                <a:cubicBezTo>
                  <a:pt x="31331" y="4469"/>
                  <a:pt x="30345" y="4294"/>
                  <a:pt x="29057" y="4294"/>
                </a:cubicBezTo>
                <a:cubicBezTo>
                  <a:pt x="27800" y="4294"/>
                  <a:pt x="26544" y="4609"/>
                  <a:pt x="25287" y="5238"/>
                </a:cubicBezTo>
                <a:cubicBezTo>
                  <a:pt x="24031" y="5867"/>
                  <a:pt x="22775" y="6667"/>
                  <a:pt x="21518" y="7638"/>
                </a:cubicBezTo>
                <a:cubicBezTo>
                  <a:pt x="21566" y="8003"/>
                  <a:pt x="21606" y="8429"/>
                  <a:pt x="21637" y="8915"/>
                </a:cubicBezTo>
                <a:cubicBezTo>
                  <a:pt x="21669" y="9400"/>
                  <a:pt x="21685" y="9882"/>
                  <a:pt x="21685" y="10359"/>
                </a:cubicBezTo>
                <a:lnTo>
                  <a:pt x="21685" y="27434"/>
                </a:lnTo>
                <a:lnTo>
                  <a:pt x="17200" y="27434"/>
                </a:lnTo>
                <a:lnTo>
                  <a:pt x="17200" y="12246"/>
                </a:lnTo>
                <a:cubicBezTo>
                  <a:pt x="17200" y="11068"/>
                  <a:pt x="17149" y="9950"/>
                  <a:pt x="17045" y="8892"/>
                </a:cubicBezTo>
                <a:cubicBezTo>
                  <a:pt x="16942" y="7832"/>
                  <a:pt x="16723" y="6985"/>
                  <a:pt x="16389" y="6348"/>
                </a:cubicBezTo>
                <a:cubicBezTo>
                  <a:pt x="16023" y="5663"/>
                  <a:pt x="15498" y="5150"/>
                  <a:pt x="14815" y="4808"/>
                </a:cubicBezTo>
                <a:cubicBezTo>
                  <a:pt x="14131" y="4465"/>
                  <a:pt x="13145" y="4294"/>
                  <a:pt x="11856" y="4294"/>
                </a:cubicBezTo>
                <a:cubicBezTo>
                  <a:pt x="10632" y="4294"/>
                  <a:pt x="9403" y="4597"/>
                  <a:pt x="8171" y="5202"/>
                </a:cubicBezTo>
                <a:cubicBezTo>
                  <a:pt x="6938" y="5807"/>
                  <a:pt x="5710" y="6579"/>
                  <a:pt x="4485" y="7518"/>
                </a:cubicBezTo>
                <a:lnTo>
                  <a:pt x="4485" y="27434"/>
                </a:lnTo>
                <a:lnTo>
                  <a:pt x="0" y="27434"/>
                </a:lnTo>
                <a:lnTo>
                  <a:pt x="0" y="763"/>
                </a:lnTo>
                <a:lnTo>
                  <a:pt x="4485" y="763"/>
                </a:lnTo>
                <a:lnTo>
                  <a:pt x="4485" y="3725"/>
                </a:lnTo>
                <a:cubicBezTo>
                  <a:pt x="5884" y="2555"/>
                  <a:pt x="7280" y="1642"/>
                  <a:pt x="8672" y="986"/>
                </a:cubicBezTo>
                <a:cubicBezTo>
                  <a:pt x="10063" y="329"/>
                  <a:pt x="11546" y="0"/>
                  <a:pt x="13121" y="0"/>
                </a:cubicBezTo>
                <a:cubicBezTo>
                  <a:pt x="14934" y="0"/>
                  <a:pt x="16473" y="384"/>
                  <a:pt x="17737" y="1153"/>
                </a:cubicBezTo>
                <a:cubicBezTo>
                  <a:pt x="19001" y="1920"/>
                  <a:pt x="19944" y="2984"/>
                  <a:pt x="20564" y="4345"/>
                </a:cubicBezTo>
                <a:cubicBezTo>
                  <a:pt x="22377" y="2809"/>
                  <a:pt x="24031" y="1700"/>
                  <a:pt x="25526" y="1021"/>
                </a:cubicBezTo>
                <a:cubicBezTo>
                  <a:pt x="27021" y="340"/>
                  <a:pt x="28619" y="0"/>
                  <a:pt x="30321" y="0"/>
                </a:cubicBezTo>
                <a:cubicBezTo>
                  <a:pt x="33247" y="0"/>
                  <a:pt x="35406" y="888"/>
                  <a:pt x="36798" y="2664"/>
                </a:cubicBezTo>
                <a:cubicBezTo>
                  <a:pt x="38190" y="4441"/>
                  <a:pt x="38885" y="6922"/>
                  <a:pt x="38885" y="10109"/>
                </a:cubicBezTo>
                <a:lnTo>
                  <a:pt x="38885" y="27434"/>
                </a:lnTo>
                <a:close/>
                <a:moveTo>
                  <a:pt x="69843" y="14552"/>
                </a:moveTo>
                <a:lnTo>
                  <a:pt x="50210" y="14552"/>
                </a:lnTo>
                <a:cubicBezTo>
                  <a:pt x="50210" y="16194"/>
                  <a:pt x="50456" y="17625"/>
                  <a:pt x="50949" y="18845"/>
                </a:cubicBezTo>
                <a:cubicBezTo>
                  <a:pt x="51442" y="20064"/>
                  <a:pt x="52118" y="21065"/>
                  <a:pt x="52977" y="21846"/>
                </a:cubicBezTo>
                <a:cubicBezTo>
                  <a:pt x="53804" y="22612"/>
                  <a:pt x="54786" y="23186"/>
                  <a:pt x="55923" y="23568"/>
                </a:cubicBezTo>
                <a:cubicBezTo>
                  <a:pt x="57060" y="23951"/>
                  <a:pt x="58313" y="24142"/>
                  <a:pt x="59681" y="24142"/>
                </a:cubicBezTo>
                <a:cubicBezTo>
                  <a:pt x="61494" y="24142"/>
                  <a:pt x="63319" y="23778"/>
                  <a:pt x="65156" y="23049"/>
                </a:cubicBezTo>
                <a:cubicBezTo>
                  <a:pt x="66993" y="22320"/>
                  <a:pt x="68301" y="21603"/>
                  <a:pt x="69080" y="20898"/>
                </a:cubicBezTo>
                <a:lnTo>
                  <a:pt x="69319" y="20898"/>
                </a:lnTo>
                <a:lnTo>
                  <a:pt x="69319" y="25805"/>
                </a:lnTo>
                <a:cubicBezTo>
                  <a:pt x="67808" y="26443"/>
                  <a:pt x="66265" y="26977"/>
                  <a:pt x="64690" y="27408"/>
                </a:cubicBezTo>
                <a:cubicBezTo>
                  <a:pt x="63116" y="27839"/>
                  <a:pt x="61462" y="28055"/>
                  <a:pt x="59728" y="28055"/>
                </a:cubicBezTo>
                <a:cubicBezTo>
                  <a:pt x="55307" y="28055"/>
                  <a:pt x="51856" y="26856"/>
                  <a:pt x="49375" y="24458"/>
                </a:cubicBezTo>
                <a:cubicBezTo>
                  <a:pt x="46894" y="22061"/>
                  <a:pt x="45653" y="18655"/>
                  <a:pt x="45653" y="14242"/>
                </a:cubicBezTo>
                <a:cubicBezTo>
                  <a:pt x="45653" y="9877"/>
                  <a:pt x="46842" y="6413"/>
                  <a:pt x="49220" y="3848"/>
                </a:cubicBezTo>
                <a:cubicBezTo>
                  <a:pt x="51597" y="1283"/>
                  <a:pt x="54727" y="0"/>
                  <a:pt x="58607" y="0"/>
                </a:cubicBezTo>
                <a:cubicBezTo>
                  <a:pt x="62201" y="0"/>
                  <a:pt x="64973" y="1051"/>
                  <a:pt x="66921" y="3154"/>
                </a:cubicBezTo>
                <a:cubicBezTo>
                  <a:pt x="68869" y="5257"/>
                  <a:pt x="69843" y="8244"/>
                  <a:pt x="69843" y="12115"/>
                </a:cubicBezTo>
                <a:lnTo>
                  <a:pt x="69843" y="14552"/>
                </a:lnTo>
                <a:moveTo>
                  <a:pt x="65478" y="11117"/>
                </a:moveTo>
                <a:cubicBezTo>
                  <a:pt x="65462" y="8763"/>
                  <a:pt x="64869" y="6942"/>
                  <a:pt x="63700" y="5654"/>
                </a:cubicBezTo>
                <a:cubicBezTo>
                  <a:pt x="62531" y="4366"/>
                  <a:pt x="60754" y="3722"/>
                  <a:pt x="58369" y="3722"/>
                </a:cubicBezTo>
                <a:cubicBezTo>
                  <a:pt x="55967" y="3722"/>
                  <a:pt x="54055" y="4429"/>
                  <a:pt x="52631" y="5845"/>
                </a:cubicBezTo>
                <a:cubicBezTo>
                  <a:pt x="51208" y="7260"/>
                  <a:pt x="50401" y="9018"/>
                  <a:pt x="50210" y="11117"/>
                </a:cubicBezTo>
                <a:lnTo>
                  <a:pt x="65478" y="11117"/>
                </a:lnTo>
                <a:close/>
                <a:moveTo>
                  <a:pt x="115542" y="27434"/>
                </a:moveTo>
                <a:lnTo>
                  <a:pt x="111057" y="27434"/>
                </a:lnTo>
                <a:lnTo>
                  <a:pt x="111057" y="12246"/>
                </a:lnTo>
                <a:cubicBezTo>
                  <a:pt x="111057" y="11100"/>
                  <a:pt x="111005" y="9994"/>
                  <a:pt x="110902" y="8927"/>
                </a:cubicBezTo>
                <a:cubicBezTo>
                  <a:pt x="110799" y="7860"/>
                  <a:pt x="110580" y="7008"/>
                  <a:pt x="110246" y="6372"/>
                </a:cubicBezTo>
                <a:cubicBezTo>
                  <a:pt x="109880" y="5687"/>
                  <a:pt x="109355" y="5170"/>
                  <a:pt x="108672" y="4820"/>
                </a:cubicBezTo>
                <a:cubicBezTo>
                  <a:pt x="107988" y="4469"/>
                  <a:pt x="107002" y="4294"/>
                  <a:pt x="105713" y="4294"/>
                </a:cubicBezTo>
                <a:cubicBezTo>
                  <a:pt x="104457" y="4294"/>
                  <a:pt x="103201" y="4609"/>
                  <a:pt x="101944" y="5238"/>
                </a:cubicBezTo>
                <a:cubicBezTo>
                  <a:pt x="100688" y="5867"/>
                  <a:pt x="99431" y="6667"/>
                  <a:pt x="98175" y="7638"/>
                </a:cubicBezTo>
                <a:cubicBezTo>
                  <a:pt x="98223" y="8003"/>
                  <a:pt x="98262" y="8429"/>
                  <a:pt x="98294" y="8915"/>
                </a:cubicBezTo>
                <a:cubicBezTo>
                  <a:pt x="98326" y="9400"/>
                  <a:pt x="98342" y="9882"/>
                  <a:pt x="98342" y="10359"/>
                </a:cubicBezTo>
                <a:lnTo>
                  <a:pt x="98342" y="27434"/>
                </a:lnTo>
                <a:lnTo>
                  <a:pt x="93857" y="27434"/>
                </a:lnTo>
                <a:lnTo>
                  <a:pt x="93857" y="12246"/>
                </a:lnTo>
                <a:cubicBezTo>
                  <a:pt x="93857" y="11068"/>
                  <a:pt x="93805" y="9950"/>
                  <a:pt x="93702" y="8892"/>
                </a:cubicBezTo>
                <a:cubicBezTo>
                  <a:pt x="93599" y="7832"/>
                  <a:pt x="93380" y="6985"/>
                  <a:pt x="93046" y="6348"/>
                </a:cubicBezTo>
                <a:cubicBezTo>
                  <a:pt x="92680" y="5663"/>
                  <a:pt x="92155" y="5150"/>
                  <a:pt x="91471" y="4808"/>
                </a:cubicBezTo>
                <a:cubicBezTo>
                  <a:pt x="90787" y="4465"/>
                  <a:pt x="89801" y="4294"/>
                  <a:pt x="88513" y="4294"/>
                </a:cubicBezTo>
                <a:cubicBezTo>
                  <a:pt x="87289" y="4294"/>
                  <a:pt x="86060" y="4597"/>
                  <a:pt x="84827" y="5202"/>
                </a:cubicBezTo>
                <a:cubicBezTo>
                  <a:pt x="83595" y="5807"/>
                  <a:pt x="82366" y="6579"/>
                  <a:pt x="81142" y="7518"/>
                </a:cubicBezTo>
                <a:lnTo>
                  <a:pt x="81142" y="27434"/>
                </a:lnTo>
                <a:lnTo>
                  <a:pt x="76657" y="27434"/>
                </a:lnTo>
                <a:lnTo>
                  <a:pt x="76657" y="763"/>
                </a:lnTo>
                <a:lnTo>
                  <a:pt x="81142" y="763"/>
                </a:lnTo>
                <a:lnTo>
                  <a:pt x="81142" y="3725"/>
                </a:lnTo>
                <a:cubicBezTo>
                  <a:pt x="82541" y="2555"/>
                  <a:pt x="83937" y="1642"/>
                  <a:pt x="85328" y="986"/>
                </a:cubicBezTo>
                <a:cubicBezTo>
                  <a:pt x="86720" y="329"/>
                  <a:pt x="88203" y="0"/>
                  <a:pt x="89778" y="0"/>
                </a:cubicBezTo>
                <a:cubicBezTo>
                  <a:pt x="91591" y="0"/>
                  <a:pt x="93129" y="384"/>
                  <a:pt x="94394" y="1153"/>
                </a:cubicBezTo>
                <a:cubicBezTo>
                  <a:pt x="95658" y="1920"/>
                  <a:pt x="96600" y="2984"/>
                  <a:pt x="97221" y="4345"/>
                </a:cubicBezTo>
                <a:cubicBezTo>
                  <a:pt x="99034" y="2809"/>
                  <a:pt x="100688" y="1700"/>
                  <a:pt x="102183" y="1021"/>
                </a:cubicBezTo>
                <a:cubicBezTo>
                  <a:pt x="103678" y="340"/>
                  <a:pt x="105276" y="0"/>
                  <a:pt x="106978" y="0"/>
                </a:cubicBezTo>
                <a:cubicBezTo>
                  <a:pt x="109904" y="0"/>
                  <a:pt x="112063" y="888"/>
                  <a:pt x="113455" y="2664"/>
                </a:cubicBezTo>
                <a:cubicBezTo>
                  <a:pt x="114846" y="4441"/>
                  <a:pt x="115542" y="6922"/>
                  <a:pt x="115542" y="10109"/>
                </a:cubicBezTo>
                <a:lnTo>
                  <a:pt x="115542" y="27434"/>
                </a:lnTo>
                <a:close/>
                <a:moveTo>
                  <a:pt x="150938" y="34591"/>
                </a:moveTo>
                <a:lnTo>
                  <a:pt x="119686" y="34591"/>
                </a:lnTo>
                <a:lnTo>
                  <a:pt x="119686" y="31729"/>
                </a:lnTo>
                <a:lnTo>
                  <a:pt x="150938" y="31729"/>
                </a:lnTo>
                <a:lnTo>
                  <a:pt x="150938" y="3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Text call">
            <a:extLst xmlns:a="http://schemas.openxmlformats.org/drawingml/2006/main">
              <a:ext uri="{FF2B5EF4-FFF2-40B4-BE49-F238E27FC236}">
                <a16:creationId xmlns:a16="http://schemas.microsoft.com/office/drawing/2014/main" id="{A503C5F9-E32B-452E-BE61-A8CF244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032" y="2202238"/>
            <a:ext cx="74645" cy="37883"/>
          </a:xfrm>
          <a:custGeom xmlns:a="http://schemas.openxmlformats.org/drawingml/2006/main">
            <a:pathLst>
              <a:path w="74645" h="37883">
                <a:moveTo>
                  <a:pt x="21614" y="35474"/>
                </a:moveTo>
                <a:cubicBezTo>
                  <a:pt x="20119" y="36190"/>
                  <a:pt x="18699" y="36746"/>
                  <a:pt x="17355" y="37144"/>
                </a:cubicBezTo>
                <a:cubicBezTo>
                  <a:pt x="16011" y="37541"/>
                  <a:pt x="14584" y="37740"/>
                  <a:pt x="13073" y="37740"/>
                </a:cubicBezTo>
                <a:cubicBezTo>
                  <a:pt x="11149" y="37740"/>
                  <a:pt x="9383" y="37457"/>
                  <a:pt x="7777" y="36892"/>
                </a:cubicBezTo>
                <a:cubicBezTo>
                  <a:pt x="6171" y="36326"/>
                  <a:pt x="4795" y="35470"/>
                  <a:pt x="3650" y="34323"/>
                </a:cubicBezTo>
                <a:cubicBezTo>
                  <a:pt x="2489" y="33176"/>
                  <a:pt x="1590" y="31726"/>
                  <a:pt x="954" y="29974"/>
                </a:cubicBezTo>
                <a:cubicBezTo>
                  <a:pt x="318" y="28221"/>
                  <a:pt x="0" y="26174"/>
                  <a:pt x="0" y="23832"/>
                </a:cubicBezTo>
                <a:cubicBezTo>
                  <a:pt x="0" y="19467"/>
                  <a:pt x="1197" y="16042"/>
                  <a:pt x="3590" y="13557"/>
                </a:cubicBezTo>
                <a:cubicBezTo>
                  <a:pt x="5984" y="11071"/>
                  <a:pt x="9145" y="9829"/>
                  <a:pt x="13073" y="9829"/>
                </a:cubicBezTo>
                <a:cubicBezTo>
                  <a:pt x="14600" y="9829"/>
                  <a:pt x="16099" y="10043"/>
                  <a:pt x="17570" y="10473"/>
                </a:cubicBezTo>
                <a:cubicBezTo>
                  <a:pt x="19041" y="10902"/>
                  <a:pt x="20389" y="11427"/>
                  <a:pt x="21614" y="12047"/>
                </a:cubicBezTo>
                <a:lnTo>
                  <a:pt x="21614" y="17033"/>
                </a:lnTo>
                <a:lnTo>
                  <a:pt x="21375" y="17033"/>
                </a:lnTo>
                <a:cubicBezTo>
                  <a:pt x="20007" y="15975"/>
                  <a:pt x="18596" y="15162"/>
                  <a:pt x="17141" y="14594"/>
                </a:cubicBezTo>
                <a:cubicBezTo>
                  <a:pt x="15685" y="14025"/>
                  <a:pt x="14266" y="13741"/>
                  <a:pt x="12882" y="13741"/>
                </a:cubicBezTo>
                <a:cubicBezTo>
                  <a:pt x="10338" y="13741"/>
                  <a:pt x="8330" y="14596"/>
                  <a:pt x="6859" y="16306"/>
                </a:cubicBezTo>
                <a:cubicBezTo>
                  <a:pt x="5387" y="18015"/>
                  <a:pt x="4652" y="20524"/>
                  <a:pt x="4652" y="23832"/>
                </a:cubicBezTo>
                <a:cubicBezTo>
                  <a:pt x="4652" y="27045"/>
                  <a:pt x="5372" y="29514"/>
                  <a:pt x="6811" y="31240"/>
                </a:cubicBezTo>
                <a:cubicBezTo>
                  <a:pt x="8250" y="32965"/>
                  <a:pt x="10274" y="33828"/>
                  <a:pt x="12882" y="33828"/>
                </a:cubicBezTo>
                <a:cubicBezTo>
                  <a:pt x="13789" y="33828"/>
                  <a:pt x="14711" y="33710"/>
                  <a:pt x="15650" y="33473"/>
                </a:cubicBezTo>
                <a:cubicBezTo>
                  <a:pt x="16588" y="33236"/>
                  <a:pt x="17431" y="32928"/>
                  <a:pt x="18178" y="32549"/>
                </a:cubicBezTo>
                <a:cubicBezTo>
                  <a:pt x="18830" y="32217"/>
                  <a:pt x="19443" y="31866"/>
                  <a:pt x="20015" y="31495"/>
                </a:cubicBezTo>
                <a:cubicBezTo>
                  <a:pt x="20588" y="31124"/>
                  <a:pt x="21041" y="30804"/>
                  <a:pt x="21375" y="30536"/>
                </a:cubicBezTo>
                <a:lnTo>
                  <a:pt x="21614" y="30536"/>
                </a:lnTo>
                <a:lnTo>
                  <a:pt x="21614" y="35474"/>
                </a:lnTo>
                <a:close/>
                <a:moveTo>
                  <a:pt x="48069" y="37120"/>
                </a:moveTo>
                <a:lnTo>
                  <a:pt x="43608" y="37120"/>
                </a:lnTo>
                <a:lnTo>
                  <a:pt x="43608" y="34301"/>
                </a:lnTo>
                <a:cubicBezTo>
                  <a:pt x="43211" y="34571"/>
                  <a:pt x="42674" y="34950"/>
                  <a:pt x="41998" y="35435"/>
                </a:cubicBezTo>
                <a:cubicBezTo>
                  <a:pt x="41322" y="35921"/>
                  <a:pt x="40666" y="36307"/>
                  <a:pt x="40030" y="36594"/>
                </a:cubicBezTo>
                <a:cubicBezTo>
                  <a:pt x="39282" y="36960"/>
                  <a:pt x="38423" y="37266"/>
                  <a:pt x="37453" y="37513"/>
                </a:cubicBezTo>
                <a:cubicBezTo>
                  <a:pt x="36483" y="37760"/>
                  <a:pt x="35346" y="37883"/>
                  <a:pt x="34042" y="37883"/>
                </a:cubicBezTo>
                <a:cubicBezTo>
                  <a:pt x="31640" y="37883"/>
                  <a:pt x="29605" y="37087"/>
                  <a:pt x="27935" y="35495"/>
                </a:cubicBezTo>
                <a:cubicBezTo>
                  <a:pt x="26265" y="33902"/>
                  <a:pt x="25430" y="31872"/>
                  <a:pt x="25430" y="29403"/>
                </a:cubicBezTo>
                <a:cubicBezTo>
                  <a:pt x="25430" y="27381"/>
                  <a:pt x="25863" y="25745"/>
                  <a:pt x="26730" y="24495"/>
                </a:cubicBezTo>
                <a:cubicBezTo>
                  <a:pt x="27597" y="23244"/>
                  <a:pt x="28833" y="22261"/>
                  <a:pt x="30440" y="21545"/>
                </a:cubicBezTo>
                <a:cubicBezTo>
                  <a:pt x="32062" y="20828"/>
                  <a:pt x="34010" y="20343"/>
                  <a:pt x="36284" y="20088"/>
                </a:cubicBezTo>
                <a:cubicBezTo>
                  <a:pt x="38559" y="19833"/>
                  <a:pt x="41000" y="19641"/>
                  <a:pt x="43608" y="19514"/>
                </a:cubicBezTo>
                <a:lnTo>
                  <a:pt x="43608" y="18816"/>
                </a:lnTo>
                <a:cubicBezTo>
                  <a:pt x="43608" y="17790"/>
                  <a:pt x="43429" y="16940"/>
                  <a:pt x="43071" y="16267"/>
                </a:cubicBezTo>
                <a:cubicBezTo>
                  <a:pt x="42714" y="15593"/>
                  <a:pt x="42201" y="15064"/>
                  <a:pt x="41533" y="14679"/>
                </a:cubicBezTo>
                <a:cubicBezTo>
                  <a:pt x="40897" y="14310"/>
                  <a:pt x="40133" y="14062"/>
                  <a:pt x="39243" y="13933"/>
                </a:cubicBezTo>
                <a:cubicBezTo>
                  <a:pt x="38352" y="13805"/>
                  <a:pt x="37422" y="13741"/>
                  <a:pt x="36451" y="13741"/>
                </a:cubicBezTo>
                <a:cubicBezTo>
                  <a:pt x="35274" y="13741"/>
                  <a:pt x="33962" y="13900"/>
                  <a:pt x="32515" y="14219"/>
                </a:cubicBezTo>
                <a:cubicBezTo>
                  <a:pt x="31068" y="14537"/>
                  <a:pt x="29573" y="14998"/>
                  <a:pt x="28030" y="15602"/>
                </a:cubicBezTo>
                <a:lnTo>
                  <a:pt x="27792" y="15602"/>
                </a:lnTo>
                <a:lnTo>
                  <a:pt x="27792" y="11045"/>
                </a:lnTo>
                <a:cubicBezTo>
                  <a:pt x="28666" y="10807"/>
                  <a:pt x="29931" y="10544"/>
                  <a:pt x="31585" y="10258"/>
                </a:cubicBezTo>
                <a:cubicBezTo>
                  <a:pt x="33239" y="9972"/>
                  <a:pt x="34869" y="9829"/>
                  <a:pt x="36475" y="9829"/>
                </a:cubicBezTo>
                <a:cubicBezTo>
                  <a:pt x="38352" y="9829"/>
                  <a:pt x="39986" y="9984"/>
                  <a:pt x="41378" y="10294"/>
                </a:cubicBezTo>
                <a:cubicBezTo>
                  <a:pt x="42769" y="10604"/>
                  <a:pt x="43974" y="11133"/>
                  <a:pt x="44992" y="11880"/>
                </a:cubicBezTo>
                <a:cubicBezTo>
                  <a:pt x="45994" y="12612"/>
                  <a:pt x="46757" y="13558"/>
                  <a:pt x="47282" y="14719"/>
                </a:cubicBezTo>
                <a:cubicBezTo>
                  <a:pt x="47807" y="15880"/>
                  <a:pt x="48069" y="17319"/>
                  <a:pt x="48069" y="19037"/>
                </a:cubicBezTo>
                <a:lnTo>
                  <a:pt x="48069" y="37120"/>
                </a:lnTo>
                <a:moveTo>
                  <a:pt x="43608" y="30593"/>
                </a:moveTo>
                <a:lnTo>
                  <a:pt x="43608" y="23140"/>
                </a:lnTo>
                <a:cubicBezTo>
                  <a:pt x="42240" y="23220"/>
                  <a:pt x="40630" y="23340"/>
                  <a:pt x="38777" y="23500"/>
                </a:cubicBezTo>
                <a:cubicBezTo>
                  <a:pt x="36925" y="23660"/>
                  <a:pt x="35457" y="23891"/>
                  <a:pt x="34376" y="24195"/>
                </a:cubicBezTo>
                <a:cubicBezTo>
                  <a:pt x="33088" y="24562"/>
                  <a:pt x="32046" y="25134"/>
                  <a:pt x="31251" y="25908"/>
                </a:cubicBezTo>
                <a:cubicBezTo>
                  <a:pt x="30456" y="26683"/>
                  <a:pt x="30058" y="27750"/>
                  <a:pt x="30058" y="29107"/>
                </a:cubicBezTo>
                <a:cubicBezTo>
                  <a:pt x="30058" y="30641"/>
                  <a:pt x="30519" y="31795"/>
                  <a:pt x="31442" y="32570"/>
                </a:cubicBezTo>
                <a:cubicBezTo>
                  <a:pt x="32364" y="33345"/>
                  <a:pt x="33772" y="33732"/>
                  <a:pt x="35664" y="33732"/>
                </a:cubicBezTo>
                <a:cubicBezTo>
                  <a:pt x="37239" y="33732"/>
                  <a:pt x="38678" y="33425"/>
                  <a:pt x="39982" y="32810"/>
                </a:cubicBezTo>
                <a:cubicBezTo>
                  <a:pt x="41286" y="32195"/>
                  <a:pt x="42495" y="31456"/>
                  <a:pt x="43608" y="30593"/>
                </a:cubicBezTo>
                <a:close/>
                <a:moveTo>
                  <a:pt x="61259" y="37120"/>
                </a:moveTo>
                <a:lnTo>
                  <a:pt x="56774" y="37120"/>
                </a:lnTo>
                <a:lnTo>
                  <a:pt x="56774" y="0"/>
                </a:lnTo>
                <a:lnTo>
                  <a:pt x="61259" y="0"/>
                </a:lnTo>
                <a:lnTo>
                  <a:pt x="61259" y="37120"/>
                </a:lnTo>
                <a:close/>
                <a:moveTo>
                  <a:pt x="74645" y="37120"/>
                </a:moveTo>
                <a:lnTo>
                  <a:pt x="70160" y="37120"/>
                </a:lnTo>
                <a:lnTo>
                  <a:pt x="70160" y="0"/>
                </a:lnTo>
                <a:lnTo>
                  <a:pt x="74645" y="0"/>
                </a:lnTo>
                <a:lnTo>
                  <a:pt x="74645" y="37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B660F-FD17-4822-8A11-F275D459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276" y="2191804"/>
            <a:ext cx="49834" cy="10"/>
          </a:xfrm>
          <a:custGeom xmlns:a="http://schemas.openxmlformats.org/drawingml/2006/main">
            <a:pathLst>
              <a:path w="49834" h="1" fill="none">
                <a:moveTo>
                  <a:pt x="0" y="0"/>
                </a:moveTo>
                <a:lnTo>
                  <a:pt x="49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75C3A-532E-4484-896F-06F71B8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11" y="2183661"/>
            <a:ext cx="24429" cy="16286"/>
          </a:xfrm>
          <a:custGeom xmlns:a="http://schemas.openxmlformats.org/drawingml/2006/main">
            <a:pathLst>
              <a:path w="24429" h="16286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E6EAC-FFEE-4CAE-8131-58D4187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11" y="2183661"/>
            <a:ext cx="24429" cy="16286"/>
          </a:xfrm>
          <a:custGeom xmlns:a="http://schemas.openxmlformats.org/drawingml/2006/main">
            <a:pathLst>
              <a:path w="24429" h="16286" fill="none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9F38C-FD4E-4ABE-A5DD-7141AEA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362" y="1566964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2" y="127167"/>
                  <a:pt x="237898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7" y="218551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6" y="237898"/>
                  <a:pt x="127167" y="238662"/>
                  <a:pt x="119331" y="238663"/>
                </a:cubicBezTo>
                <a:cubicBezTo>
                  <a:pt x="111496" y="238662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5" y="229579"/>
                </a:cubicBezTo>
                <a:cubicBezTo>
                  <a:pt x="66426" y="226580"/>
                  <a:pt x="59548" y="222905"/>
                  <a:pt x="53034" y="218551"/>
                </a:cubicBezTo>
                <a:cubicBezTo>
                  <a:pt x="46519" y="214198"/>
                  <a:pt x="40492" y="209252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1" y="150296"/>
                  <a:pt x="2293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8" y="15758"/>
                  <a:pt x="66426" y="12082"/>
                  <a:pt x="73665" y="9083"/>
                </a:cubicBezTo>
                <a:cubicBezTo>
                  <a:pt x="80903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1" y="0"/>
                </a:cubicBezTo>
                <a:cubicBezTo>
                  <a:pt x="127167" y="0"/>
                  <a:pt x="134926" y="764"/>
                  <a:pt x="142612" y="2293"/>
                </a:cubicBezTo>
                <a:cubicBezTo>
                  <a:pt x="150297" y="3821"/>
                  <a:pt x="157759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DFDC1-C7B0-4FC8-A6E7-0D9F529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362" y="1566964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2" y="127167"/>
                  <a:pt x="237898" y="134927"/>
                  <a:pt x="236369" y="142612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2"/>
                  <a:pt x="192143" y="214198"/>
                  <a:pt x="185627" y="218551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6" y="237898"/>
                  <a:pt x="127167" y="238662"/>
                  <a:pt x="119331" y="238663"/>
                </a:cubicBezTo>
                <a:cubicBezTo>
                  <a:pt x="111496" y="238662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5" y="229579"/>
                </a:cubicBezTo>
                <a:cubicBezTo>
                  <a:pt x="66426" y="226580"/>
                  <a:pt x="59548" y="222905"/>
                  <a:pt x="53034" y="218551"/>
                </a:cubicBezTo>
                <a:cubicBezTo>
                  <a:pt x="46519" y="214198"/>
                  <a:pt x="40492" y="209252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8" y="179113"/>
                  <a:pt x="12082" y="172236"/>
                  <a:pt x="9083" y="164997"/>
                </a:cubicBezTo>
                <a:cubicBezTo>
                  <a:pt x="6085" y="157758"/>
                  <a:pt x="3821" y="150296"/>
                  <a:pt x="2293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1" y="34951"/>
                </a:cubicBezTo>
                <a:cubicBezTo>
                  <a:pt x="40491" y="29411"/>
                  <a:pt x="46519" y="24464"/>
                  <a:pt x="53034" y="20111"/>
                </a:cubicBezTo>
                <a:cubicBezTo>
                  <a:pt x="59548" y="15758"/>
                  <a:pt x="66426" y="12082"/>
                  <a:pt x="73665" y="9083"/>
                </a:cubicBezTo>
                <a:cubicBezTo>
                  <a:pt x="80903" y="6085"/>
                  <a:pt x="88366" y="3821"/>
                  <a:pt x="96051" y="2293"/>
                </a:cubicBezTo>
                <a:cubicBezTo>
                  <a:pt x="103736" y="764"/>
                  <a:pt x="111496" y="0"/>
                  <a:pt x="119331" y="0"/>
                </a:cubicBezTo>
                <a:cubicBezTo>
                  <a:pt x="127167" y="0"/>
                  <a:pt x="134926" y="764"/>
                  <a:pt x="142612" y="2293"/>
                </a:cubicBezTo>
                <a:cubicBezTo>
                  <a:pt x="150297" y="3821"/>
                  <a:pt x="157759" y="6085"/>
                  <a:pt x="164997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1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46" name="Text hit">
            <a:extLst xmlns:a="http://schemas.openxmlformats.org/drawingml/2006/main">
              <a:ext uri="{FF2B5EF4-FFF2-40B4-BE49-F238E27FC236}">
                <a16:creationId xmlns:a16="http://schemas.microsoft.com/office/drawing/2014/main" id="{02D0E3F7-78BA-4D1E-A710-DCA6C5A4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387" y="1664809"/>
            <a:ext cx="58149" cy="37645"/>
          </a:xfrm>
          <a:custGeom xmlns:a="http://schemas.openxmlformats.org/drawingml/2006/main">
            <a:pathLst>
              <a:path w="58149" h="37645">
                <a:moveTo>
                  <a:pt x="22282" y="37120"/>
                </a:moveTo>
                <a:lnTo>
                  <a:pt x="17797" y="37120"/>
                </a:lnTo>
                <a:lnTo>
                  <a:pt x="17797" y="21932"/>
                </a:lnTo>
                <a:cubicBezTo>
                  <a:pt x="17797" y="20706"/>
                  <a:pt x="17725" y="19556"/>
                  <a:pt x="17582" y="18481"/>
                </a:cubicBezTo>
                <a:cubicBezTo>
                  <a:pt x="17439" y="17406"/>
                  <a:pt x="17176" y="16567"/>
                  <a:pt x="16795" y="15962"/>
                </a:cubicBezTo>
                <a:cubicBezTo>
                  <a:pt x="16397" y="15293"/>
                  <a:pt x="15825" y="14795"/>
                  <a:pt x="15077" y="14469"/>
                </a:cubicBezTo>
                <a:cubicBezTo>
                  <a:pt x="14330" y="14143"/>
                  <a:pt x="13359" y="13980"/>
                  <a:pt x="12167" y="13980"/>
                </a:cubicBezTo>
                <a:cubicBezTo>
                  <a:pt x="10942" y="13980"/>
                  <a:pt x="9662" y="14282"/>
                  <a:pt x="8326" y="14888"/>
                </a:cubicBezTo>
                <a:cubicBezTo>
                  <a:pt x="6990" y="15493"/>
                  <a:pt x="5710" y="16264"/>
                  <a:pt x="4485" y="17203"/>
                </a:cubicBezTo>
                <a:lnTo>
                  <a:pt x="4485" y="37120"/>
                </a:ln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13390"/>
                </a:lnTo>
                <a:cubicBezTo>
                  <a:pt x="5884" y="12227"/>
                  <a:pt x="7332" y="11319"/>
                  <a:pt x="8827" y="10666"/>
                </a:cubicBezTo>
                <a:cubicBezTo>
                  <a:pt x="10322" y="10012"/>
                  <a:pt x="11856" y="9686"/>
                  <a:pt x="13431" y="9686"/>
                </a:cubicBezTo>
                <a:cubicBezTo>
                  <a:pt x="16310" y="9686"/>
                  <a:pt x="18504" y="10554"/>
                  <a:pt x="20015" y="12290"/>
                </a:cubicBezTo>
                <a:cubicBezTo>
                  <a:pt x="21526" y="14027"/>
                  <a:pt x="22282" y="16528"/>
                  <a:pt x="22282" y="19795"/>
                </a:cubicBezTo>
                <a:lnTo>
                  <a:pt x="22282" y="37120"/>
                </a:lnTo>
                <a:close/>
                <a:moveTo>
                  <a:pt x="35745" y="6012"/>
                </a:moveTo>
                <a:lnTo>
                  <a:pt x="30687" y="6012"/>
                </a:lnTo>
                <a:lnTo>
                  <a:pt x="30687" y="1336"/>
                </a:lnTo>
                <a:lnTo>
                  <a:pt x="35745" y="1336"/>
                </a:lnTo>
                <a:lnTo>
                  <a:pt x="35745" y="6012"/>
                </a:lnTo>
                <a:moveTo>
                  <a:pt x="35459" y="37120"/>
                </a:moveTo>
                <a:lnTo>
                  <a:pt x="30974" y="37120"/>
                </a:lnTo>
                <a:lnTo>
                  <a:pt x="30974" y="10449"/>
                </a:lnTo>
                <a:lnTo>
                  <a:pt x="35459" y="10449"/>
                </a:lnTo>
                <a:lnTo>
                  <a:pt x="35459" y="37120"/>
                </a:lnTo>
                <a:close/>
                <a:moveTo>
                  <a:pt x="58149" y="36885"/>
                </a:moveTo>
                <a:cubicBezTo>
                  <a:pt x="57306" y="37107"/>
                  <a:pt x="56388" y="37289"/>
                  <a:pt x="55394" y="37431"/>
                </a:cubicBezTo>
                <a:cubicBezTo>
                  <a:pt x="54400" y="37574"/>
                  <a:pt x="53513" y="37645"/>
                  <a:pt x="52734" y="37645"/>
                </a:cubicBezTo>
                <a:cubicBezTo>
                  <a:pt x="50014" y="37645"/>
                  <a:pt x="47947" y="36913"/>
                  <a:pt x="46531" y="35448"/>
                </a:cubicBezTo>
                <a:cubicBezTo>
                  <a:pt x="45116" y="33983"/>
                  <a:pt x="44408" y="31635"/>
                  <a:pt x="44408" y="28403"/>
                </a:cubicBezTo>
                <a:lnTo>
                  <a:pt x="44408" y="14218"/>
                </a:lnTo>
                <a:lnTo>
                  <a:pt x="41378" y="14218"/>
                </a:lnTo>
                <a:lnTo>
                  <a:pt x="41378" y="10449"/>
                </a:lnTo>
                <a:lnTo>
                  <a:pt x="44408" y="10449"/>
                </a:lnTo>
                <a:lnTo>
                  <a:pt x="44408" y="2767"/>
                </a:lnTo>
                <a:lnTo>
                  <a:pt x="48893" y="2767"/>
                </a:lnTo>
                <a:lnTo>
                  <a:pt x="48893" y="10449"/>
                </a:lnTo>
                <a:lnTo>
                  <a:pt x="58149" y="10449"/>
                </a:lnTo>
                <a:lnTo>
                  <a:pt x="58149" y="14218"/>
                </a:lnTo>
                <a:lnTo>
                  <a:pt x="48893" y="14218"/>
                </a:lnTo>
                <a:lnTo>
                  <a:pt x="48893" y="26391"/>
                </a:lnTo>
                <a:cubicBezTo>
                  <a:pt x="48893" y="27794"/>
                  <a:pt x="48925" y="28890"/>
                  <a:pt x="48988" y="29679"/>
                </a:cubicBezTo>
                <a:cubicBezTo>
                  <a:pt x="49052" y="30468"/>
                  <a:pt x="49275" y="31206"/>
                  <a:pt x="49656" y="31891"/>
                </a:cubicBezTo>
                <a:cubicBezTo>
                  <a:pt x="50006" y="32529"/>
                  <a:pt x="50487" y="32995"/>
                  <a:pt x="51100" y="33290"/>
                </a:cubicBezTo>
                <a:cubicBezTo>
                  <a:pt x="51712" y="33585"/>
                  <a:pt x="52646" y="33732"/>
                  <a:pt x="53903" y="33732"/>
                </a:cubicBezTo>
                <a:cubicBezTo>
                  <a:pt x="54634" y="33732"/>
                  <a:pt x="55398" y="33625"/>
                  <a:pt x="56193" y="33410"/>
                </a:cubicBezTo>
                <a:cubicBezTo>
                  <a:pt x="56988" y="33196"/>
                  <a:pt x="57561" y="33017"/>
                  <a:pt x="57911" y="32874"/>
                </a:cubicBezTo>
                <a:lnTo>
                  <a:pt x="58149" y="32874"/>
                </a:lnTo>
                <a:lnTo>
                  <a:pt x="58149" y="36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AC0DB-B85C-4D1C-91C2-60B762F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228" y="1805669"/>
            <a:ext cx="1466" cy="233212"/>
          </a:xfrm>
          <a:custGeom xmlns:a="http://schemas.openxmlformats.org/drawingml/2006/main">
            <a:pathLst>
              <a:path w="1466" h="233212" fill="none">
                <a:moveTo>
                  <a:pt x="1466" y="0"/>
                </a:moveTo>
                <a:lnTo>
                  <a:pt x="0" y="233212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6E744-8CA7-4C08-8675-724A0A5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085" y="2038881"/>
            <a:ext cx="16286" cy="24429"/>
          </a:xfrm>
          <a:custGeom xmlns:a="http://schemas.openxmlformats.org/drawingml/2006/main">
            <a:pathLst>
              <a:path w="16286" h="24429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92F57-F8A2-4A5B-AE94-9EB7D8C9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085" y="2038881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FB21D-48A9-4390-A917-A49B286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037" y="1248860"/>
            <a:ext cx="321806" cy="201617"/>
          </a:xfrm>
          <a:custGeom xmlns:a="http://schemas.openxmlformats.org/drawingml/2006/main">
            <a:pathLst>
              <a:path w="321806" h="201617">
                <a:moveTo>
                  <a:pt x="0" y="0"/>
                </a:moveTo>
                <a:lnTo>
                  <a:pt x="321806" y="0"/>
                </a:lnTo>
                <a:lnTo>
                  <a:pt x="321806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E476E-B875-4596-9C8C-3C23FDD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037" y="1248860"/>
            <a:ext cx="321806" cy="201617"/>
          </a:xfrm>
          <a:custGeom xmlns:a="http://schemas.openxmlformats.org/drawingml/2006/main">
            <a:pathLst>
              <a:path w="321806" h="201617" fill="none">
                <a:moveTo>
                  <a:pt x="0" y="0"/>
                </a:moveTo>
                <a:lnTo>
                  <a:pt x="321806" y="0"/>
                </a:lnTo>
                <a:lnTo>
                  <a:pt x="321806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52" name="Text addr">
            <a:extLst xmlns:a="http://schemas.openxmlformats.org/drawingml/2006/main">
              <a:ext uri="{FF2B5EF4-FFF2-40B4-BE49-F238E27FC236}">
                <a16:creationId xmlns:a16="http://schemas.microsoft.com/office/drawing/2014/main" id="{A678B20C-DDD3-4AB1-9952-7E34F5D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007" y="1324956"/>
            <a:ext cx="96667" cy="35546"/>
          </a:xfrm>
          <a:custGeom xmlns:a="http://schemas.openxmlformats.org/drawingml/2006/main">
            <a:pathLst>
              <a:path w="96667" h="35546">
                <a:moveTo>
                  <a:pt x="17987" y="31845"/>
                </a:moveTo>
                <a:cubicBezTo>
                  <a:pt x="16397" y="33198"/>
                  <a:pt x="14866" y="34153"/>
                  <a:pt x="13395" y="34710"/>
                </a:cubicBezTo>
                <a:cubicBezTo>
                  <a:pt x="11924" y="35267"/>
                  <a:pt x="10346" y="35546"/>
                  <a:pt x="8660" y="35546"/>
                </a:cubicBezTo>
                <a:cubicBezTo>
                  <a:pt x="5877" y="35546"/>
                  <a:pt x="3737" y="34865"/>
                  <a:pt x="2242" y="33504"/>
                </a:cubicBezTo>
                <a:cubicBezTo>
                  <a:pt x="747" y="32144"/>
                  <a:pt x="0" y="30405"/>
                  <a:pt x="0" y="28288"/>
                </a:cubicBezTo>
                <a:cubicBezTo>
                  <a:pt x="0" y="27047"/>
                  <a:pt x="282" y="25913"/>
                  <a:pt x="847" y="24887"/>
                </a:cubicBezTo>
                <a:cubicBezTo>
                  <a:pt x="1411" y="23860"/>
                  <a:pt x="2151" y="23037"/>
                  <a:pt x="3066" y="22416"/>
                </a:cubicBezTo>
                <a:cubicBezTo>
                  <a:pt x="3980" y="21795"/>
                  <a:pt x="5010" y="21326"/>
                  <a:pt x="6155" y="21007"/>
                </a:cubicBezTo>
                <a:cubicBezTo>
                  <a:pt x="6998" y="20784"/>
                  <a:pt x="8270" y="20569"/>
                  <a:pt x="9972" y="20363"/>
                </a:cubicBezTo>
                <a:cubicBezTo>
                  <a:pt x="13439" y="19952"/>
                  <a:pt x="15992" y="19463"/>
                  <a:pt x="17630" y="18894"/>
                </a:cubicBezTo>
                <a:cubicBezTo>
                  <a:pt x="17646" y="18308"/>
                  <a:pt x="17653" y="17936"/>
                  <a:pt x="17653" y="17777"/>
                </a:cubicBezTo>
                <a:cubicBezTo>
                  <a:pt x="17653" y="16034"/>
                  <a:pt x="17248" y="14806"/>
                  <a:pt x="16437" y="14094"/>
                </a:cubicBezTo>
                <a:cubicBezTo>
                  <a:pt x="15339" y="13127"/>
                  <a:pt x="13709" y="12644"/>
                  <a:pt x="11546" y="12644"/>
                </a:cubicBezTo>
                <a:cubicBezTo>
                  <a:pt x="9527" y="12644"/>
                  <a:pt x="8036" y="12998"/>
                  <a:pt x="7073" y="13705"/>
                </a:cubicBezTo>
                <a:cubicBezTo>
                  <a:pt x="6111" y="14413"/>
                  <a:pt x="5399" y="15665"/>
                  <a:pt x="4938" y="17463"/>
                </a:cubicBezTo>
                <a:lnTo>
                  <a:pt x="740" y="16890"/>
                </a:lnTo>
                <a:cubicBezTo>
                  <a:pt x="1121" y="15087"/>
                  <a:pt x="1749" y="13632"/>
                  <a:pt x="2624" y="12523"/>
                </a:cubicBezTo>
                <a:cubicBezTo>
                  <a:pt x="3499" y="11414"/>
                  <a:pt x="4763" y="10561"/>
                  <a:pt x="6417" y="9963"/>
                </a:cubicBezTo>
                <a:cubicBezTo>
                  <a:pt x="8071" y="9364"/>
                  <a:pt x="9988" y="9065"/>
                  <a:pt x="12167" y="9065"/>
                </a:cubicBezTo>
                <a:cubicBezTo>
                  <a:pt x="14330" y="9065"/>
                  <a:pt x="16087" y="9320"/>
                  <a:pt x="17439" y="9829"/>
                </a:cubicBezTo>
                <a:cubicBezTo>
                  <a:pt x="18791" y="10338"/>
                  <a:pt x="19785" y="10978"/>
                  <a:pt x="20421" y="11749"/>
                </a:cubicBezTo>
                <a:cubicBezTo>
                  <a:pt x="21057" y="12520"/>
                  <a:pt x="21502" y="13495"/>
                  <a:pt x="21757" y="14671"/>
                </a:cubicBezTo>
                <a:cubicBezTo>
                  <a:pt x="21900" y="15403"/>
                  <a:pt x="21971" y="16723"/>
                  <a:pt x="21971" y="18632"/>
                </a:cubicBezTo>
                <a:lnTo>
                  <a:pt x="21971" y="24357"/>
                </a:lnTo>
                <a:cubicBezTo>
                  <a:pt x="21971" y="28349"/>
                  <a:pt x="22063" y="30874"/>
                  <a:pt x="22246" y="31931"/>
                </a:cubicBezTo>
                <a:cubicBezTo>
                  <a:pt x="22429" y="32989"/>
                  <a:pt x="22790" y="34003"/>
                  <a:pt x="23331" y="34973"/>
                </a:cubicBezTo>
                <a:lnTo>
                  <a:pt x="18846" y="34973"/>
                </a:lnTo>
                <a:cubicBezTo>
                  <a:pt x="18401" y="34081"/>
                  <a:pt x="18115" y="33039"/>
                  <a:pt x="17987" y="31845"/>
                </a:cubicBezTo>
                <a:moveTo>
                  <a:pt x="17630" y="22234"/>
                </a:moveTo>
                <a:cubicBezTo>
                  <a:pt x="16071" y="22875"/>
                  <a:pt x="13733" y="23421"/>
                  <a:pt x="10616" y="23869"/>
                </a:cubicBezTo>
                <a:cubicBezTo>
                  <a:pt x="8851" y="24125"/>
                  <a:pt x="7602" y="24412"/>
                  <a:pt x="6871" y="24732"/>
                </a:cubicBezTo>
                <a:cubicBezTo>
                  <a:pt x="6139" y="25051"/>
                  <a:pt x="5574" y="25518"/>
                  <a:pt x="5177" y="26134"/>
                </a:cubicBezTo>
                <a:cubicBezTo>
                  <a:pt x="4779" y="26748"/>
                  <a:pt x="4580" y="27431"/>
                  <a:pt x="4580" y="28181"/>
                </a:cubicBezTo>
                <a:cubicBezTo>
                  <a:pt x="4580" y="29331"/>
                  <a:pt x="5014" y="30289"/>
                  <a:pt x="5881" y="31056"/>
                </a:cubicBezTo>
                <a:cubicBezTo>
                  <a:pt x="6747" y="31822"/>
                  <a:pt x="8016" y="32206"/>
                  <a:pt x="9686" y="32206"/>
                </a:cubicBezTo>
                <a:cubicBezTo>
                  <a:pt x="11340" y="32206"/>
                  <a:pt x="12811" y="31842"/>
                  <a:pt x="14099" y="31115"/>
                </a:cubicBezTo>
                <a:cubicBezTo>
                  <a:pt x="15387" y="30388"/>
                  <a:pt x="16333" y="29393"/>
                  <a:pt x="16938" y="28131"/>
                </a:cubicBezTo>
                <a:cubicBezTo>
                  <a:pt x="17399" y="27156"/>
                  <a:pt x="17630" y="25717"/>
                  <a:pt x="17630" y="23816"/>
                </a:cubicBezTo>
                <a:lnTo>
                  <a:pt x="17630" y="22234"/>
                </a:lnTo>
                <a:close/>
                <a:moveTo>
                  <a:pt x="45057" y="34973"/>
                </a:moveTo>
                <a:lnTo>
                  <a:pt x="45057" y="31776"/>
                </a:lnTo>
                <a:cubicBezTo>
                  <a:pt x="43450" y="34289"/>
                  <a:pt x="41089" y="35546"/>
                  <a:pt x="37971" y="35546"/>
                </a:cubicBezTo>
                <a:cubicBezTo>
                  <a:pt x="35952" y="35546"/>
                  <a:pt x="34095" y="34989"/>
                  <a:pt x="32401" y="33876"/>
                </a:cubicBezTo>
                <a:cubicBezTo>
                  <a:pt x="30707" y="32762"/>
                  <a:pt x="29395" y="31208"/>
                  <a:pt x="28465" y="29212"/>
                </a:cubicBezTo>
                <a:cubicBezTo>
                  <a:pt x="27534" y="27216"/>
                  <a:pt x="27069" y="24922"/>
                  <a:pt x="27069" y="22329"/>
                </a:cubicBezTo>
                <a:cubicBezTo>
                  <a:pt x="27069" y="19801"/>
                  <a:pt x="27491" y="17506"/>
                  <a:pt x="28333" y="15447"/>
                </a:cubicBezTo>
                <a:cubicBezTo>
                  <a:pt x="29176" y="13387"/>
                  <a:pt x="30441" y="11809"/>
                  <a:pt x="32127" y="10711"/>
                </a:cubicBezTo>
                <a:cubicBezTo>
                  <a:pt x="33812" y="9614"/>
                  <a:pt x="35697" y="9065"/>
                  <a:pt x="37780" y="9065"/>
                </a:cubicBezTo>
                <a:cubicBezTo>
                  <a:pt x="39307" y="9065"/>
                  <a:pt x="40667" y="9387"/>
                  <a:pt x="41860" y="10031"/>
                </a:cubicBezTo>
                <a:cubicBezTo>
                  <a:pt x="43053" y="10676"/>
                  <a:pt x="44023" y="11515"/>
                  <a:pt x="44770" y="12548"/>
                </a:cubicBezTo>
                <a:lnTo>
                  <a:pt x="44770" y="0"/>
                </a:lnTo>
                <a:lnTo>
                  <a:pt x="49041" y="0"/>
                </a:lnTo>
                <a:lnTo>
                  <a:pt x="49041" y="34973"/>
                </a:lnTo>
                <a:lnTo>
                  <a:pt x="45057" y="34973"/>
                </a:lnTo>
                <a:moveTo>
                  <a:pt x="31482" y="22317"/>
                </a:moveTo>
                <a:cubicBezTo>
                  <a:pt x="31482" y="25550"/>
                  <a:pt x="32166" y="27966"/>
                  <a:pt x="33534" y="29567"/>
                </a:cubicBezTo>
                <a:cubicBezTo>
                  <a:pt x="34902" y="31167"/>
                  <a:pt x="36516" y="31967"/>
                  <a:pt x="38377" y="31967"/>
                </a:cubicBezTo>
                <a:cubicBezTo>
                  <a:pt x="40254" y="31967"/>
                  <a:pt x="41848" y="31203"/>
                  <a:pt x="43160" y="29674"/>
                </a:cubicBezTo>
                <a:cubicBezTo>
                  <a:pt x="44472" y="28145"/>
                  <a:pt x="45128" y="25811"/>
                  <a:pt x="45128" y="22674"/>
                </a:cubicBezTo>
                <a:cubicBezTo>
                  <a:pt x="45128" y="19220"/>
                  <a:pt x="44460" y="16684"/>
                  <a:pt x="43124" y="15068"/>
                </a:cubicBezTo>
                <a:cubicBezTo>
                  <a:pt x="41788" y="13452"/>
                  <a:pt x="40142" y="12644"/>
                  <a:pt x="38186" y="12644"/>
                </a:cubicBezTo>
                <a:cubicBezTo>
                  <a:pt x="36278" y="12644"/>
                  <a:pt x="34683" y="13420"/>
                  <a:pt x="33403" y="14973"/>
                </a:cubicBezTo>
                <a:cubicBezTo>
                  <a:pt x="32123" y="16526"/>
                  <a:pt x="31482" y="18974"/>
                  <a:pt x="31482" y="22317"/>
                </a:cubicBezTo>
                <a:close/>
                <a:moveTo>
                  <a:pt x="72222" y="34973"/>
                </a:moveTo>
                <a:lnTo>
                  <a:pt x="72222" y="31776"/>
                </a:lnTo>
                <a:cubicBezTo>
                  <a:pt x="70615" y="34289"/>
                  <a:pt x="68254" y="35546"/>
                  <a:pt x="65136" y="35546"/>
                </a:cubicBezTo>
                <a:cubicBezTo>
                  <a:pt x="63117" y="35546"/>
                  <a:pt x="61260" y="34989"/>
                  <a:pt x="59566" y="33876"/>
                </a:cubicBezTo>
                <a:cubicBezTo>
                  <a:pt x="57872" y="32762"/>
                  <a:pt x="56560" y="31208"/>
                  <a:pt x="55630" y="29212"/>
                </a:cubicBezTo>
                <a:cubicBezTo>
                  <a:pt x="54699" y="27216"/>
                  <a:pt x="54234" y="24922"/>
                  <a:pt x="54234" y="22329"/>
                </a:cubicBezTo>
                <a:cubicBezTo>
                  <a:pt x="54234" y="19801"/>
                  <a:pt x="54656" y="17506"/>
                  <a:pt x="55499" y="15447"/>
                </a:cubicBezTo>
                <a:cubicBezTo>
                  <a:pt x="56342" y="13387"/>
                  <a:pt x="57606" y="11809"/>
                  <a:pt x="59292" y="10711"/>
                </a:cubicBezTo>
                <a:cubicBezTo>
                  <a:pt x="60978" y="9614"/>
                  <a:pt x="62862" y="9065"/>
                  <a:pt x="64946" y="9065"/>
                </a:cubicBezTo>
                <a:cubicBezTo>
                  <a:pt x="66472" y="9065"/>
                  <a:pt x="67832" y="9387"/>
                  <a:pt x="69025" y="10031"/>
                </a:cubicBezTo>
                <a:cubicBezTo>
                  <a:pt x="70218" y="10676"/>
                  <a:pt x="71188" y="11515"/>
                  <a:pt x="71935" y="12548"/>
                </a:cubicBezTo>
                <a:lnTo>
                  <a:pt x="71935" y="0"/>
                </a:lnTo>
                <a:lnTo>
                  <a:pt x="76206" y="0"/>
                </a:lnTo>
                <a:lnTo>
                  <a:pt x="76206" y="34973"/>
                </a:lnTo>
                <a:lnTo>
                  <a:pt x="72222" y="34973"/>
                </a:lnTo>
                <a:moveTo>
                  <a:pt x="58648" y="22317"/>
                </a:moveTo>
                <a:cubicBezTo>
                  <a:pt x="58648" y="25550"/>
                  <a:pt x="59331" y="27966"/>
                  <a:pt x="60699" y="29567"/>
                </a:cubicBezTo>
                <a:cubicBezTo>
                  <a:pt x="62067" y="31167"/>
                  <a:pt x="63681" y="31967"/>
                  <a:pt x="65542" y="31967"/>
                </a:cubicBezTo>
                <a:cubicBezTo>
                  <a:pt x="67419" y="31967"/>
                  <a:pt x="69013" y="31203"/>
                  <a:pt x="70325" y="29674"/>
                </a:cubicBezTo>
                <a:cubicBezTo>
                  <a:pt x="71637" y="28145"/>
                  <a:pt x="72293" y="25811"/>
                  <a:pt x="72293" y="22674"/>
                </a:cubicBezTo>
                <a:cubicBezTo>
                  <a:pt x="72293" y="19220"/>
                  <a:pt x="71625" y="16684"/>
                  <a:pt x="70289" y="15068"/>
                </a:cubicBezTo>
                <a:cubicBezTo>
                  <a:pt x="68953" y="13452"/>
                  <a:pt x="67307" y="12644"/>
                  <a:pt x="65351" y="12644"/>
                </a:cubicBezTo>
                <a:cubicBezTo>
                  <a:pt x="63443" y="12644"/>
                  <a:pt x="61848" y="13420"/>
                  <a:pt x="60568" y="14973"/>
                </a:cubicBezTo>
                <a:cubicBezTo>
                  <a:pt x="59288" y="16526"/>
                  <a:pt x="58648" y="18974"/>
                  <a:pt x="58648" y="22317"/>
                </a:cubicBezTo>
                <a:close/>
                <a:moveTo>
                  <a:pt x="82902" y="34973"/>
                </a:moveTo>
                <a:lnTo>
                  <a:pt x="82902" y="9638"/>
                </a:lnTo>
                <a:lnTo>
                  <a:pt x="86767" y="9638"/>
                </a:lnTo>
                <a:lnTo>
                  <a:pt x="86767" y="13455"/>
                </a:lnTo>
                <a:cubicBezTo>
                  <a:pt x="87753" y="11668"/>
                  <a:pt x="88663" y="10489"/>
                  <a:pt x="89498" y="9920"/>
                </a:cubicBezTo>
                <a:cubicBezTo>
                  <a:pt x="90333" y="9350"/>
                  <a:pt x="91252" y="9065"/>
                  <a:pt x="92254" y="9065"/>
                </a:cubicBezTo>
                <a:cubicBezTo>
                  <a:pt x="93701" y="9065"/>
                  <a:pt x="95172" y="9525"/>
                  <a:pt x="96667" y="10443"/>
                </a:cubicBezTo>
                <a:lnTo>
                  <a:pt x="95188" y="14409"/>
                </a:lnTo>
                <a:cubicBezTo>
                  <a:pt x="94138" y="13789"/>
                  <a:pt x="93089" y="13479"/>
                  <a:pt x="92039" y="13479"/>
                </a:cubicBezTo>
                <a:cubicBezTo>
                  <a:pt x="91101" y="13479"/>
                  <a:pt x="90258" y="13761"/>
                  <a:pt x="89510" y="14327"/>
                </a:cubicBezTo>
                <a:cubicBezTo>
                  <a:pt x="88763" y="14892"/>
                  <a:pt x="88230" y="15676"/>
                  <a:pt x="87912" y="16679"/>
                </a:cubicBezTo>
                <a:cubicBezTo>
                  <a:pt x="87435" y="18207"/>
                  <a:pt x="87196" y="19879"/>
                  <a:pt x="87196" y="21694"/>
                </a:cubicBezTo>
                <a:lnTo>
                  <a:pt x="87196" y="34973"/>
                </a:lnTo>
                <a:lnTo>
                  <a:pt x="82902" y="34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EE5BA-F5B2-4E00-936C-E82A3AD0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796" y="2072473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1"/>
                  <a:pt x="192143" y="214198"/>
                  <a:pt x="185628" y="218552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7" y="238662"/>
                  <a:pt x="103736" y="237898"/>
                  <a:pt x="96051" y="236370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5" y="226580"/>
                  <a:pt x="59548" y="222904"/>
                  <a:pt x="53034" y="218551"/>
                </a:cubicBezTo>
                <a:cubicBezTo>
                  <a:pt x="46520" y="214198"/>
                  <a:pt x="40492" y="209251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8" y="179113"/>
                  <a:pt x="12081" y="172236"/>
                  <a:pt x="9083" y="164997"/>
                </a:cubicBezTo>
                <a:cubicBezTo>
                  <a:pt x="6084" y="157758"/>
                  <a:pt x="3822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2" y="34951"/>
                </a:cubicBezTo>
                <a:cubicBezTo>
                  <a:pt x="40492" y="29410"/>
                  <a:pt x="46520" y="24464"/>
                  <a:pt x="53034" y="20111"/>
                </a:cubicBezTo>
                <a:cubicBezTo>
                  <a:pt x="59549" y="15757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7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B356F-8CDA-4C8A-86F5-32E093C2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796" y="2072473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1" y="172236"/>
                  <a:pt x="222904" y="179113"/>
                  <a:pt x="218551" y="185628"/>
                </a:cubicBezTo>
                <a:cubicBezTo>
                  <a:pt x="214198" y="192143"/>
                  <a:pt x="209252" y="198171"/>
                  <a:pt x="203711" y="203711"/>
                </a:cubicBezTo>
                <a:cubicBezTo>
                  <a:pt x="198171" y="209251"/>
                  <a:pt x="192143" y="214198"/>
                  <a:pt x="185628" y="218552"/>
                </a:cubicBezTo>
                <a:cubicBezTo>
                  <a:pt x="179113" y="222905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2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7" y="238662"/>
                  <a:pt x="103736" y="237898"/>
                  <a:pt x="96051" y="236370"/>
                </a:cubicBezTo>
                <a:cubicBezTo>
                  <a:pt x="88366" y="234841"/>
                  <a:pt x="80904" y="232577"/>
                  <a:pt x="73665" y="229579"/>
                </a:cubicBezTo>
                <a:cubicBezTo>
                  <a:pt x="66425" y="226580"/>
                  <a:pt x="59548" y="222904"/>
                  <a:pt x="53034" y="218551"/>
                </a:cubicBezTo>
                <a:cubicBezTo>
                  <a:pt x="46520" y="214198"/>
                  <a:pt x="40492" y="209251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8" y="179113"/>
                  <a:pt x="12081" y="172236"/>
                  <a:pt x="9083" y="164997"/>
                </a:cubicBezTo>
                <a:cubicBezTo>
                  <a:pt x="6084" y="157758"/>
                  <a:pt x="3822" y="150296"/>
                  <a:pt x="2293" y="142611"/>
                </a:cubicBezTo>
                <a:cubicBezTo>
                  <a:pt x="765" y="134927"/>
                  <a:pt x="0" y="127167"/>
                  <a:pt x="1" y="119331"/>
                </a:cubicBezTo>
                <a:cubicBezTo>
                  <a:pt x="0" y="111496"/>
                  <a:pt x="765" y="103736"/>
                  <a:pt x="2293" y="96051"/>
                </a:cubicBezTo>
                <a:cubicBezTo>
                  <a:pt x="3822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0" y="40492"/>
                  <a:pt x="34952" y="34951"/>
                </a:cubicBezTo>
                <a:cubicBezTo>
                  <a:pt x="40492" y="29410"/>
                  <a:pt x="46520" y="24464"/>
                  <a:pt x="53034" y="20111"/>
                </a:cubicBezTo>
                <a:cubicBezTo>
                  <a:pt x="59549" y="15757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6" y="12082"/>
                  <a:pt x="179113" y="15757"/>
                  <a:pt x="185628" y="20111"/>
                </a:cubicBezTo>
                <a:cubicBezTo>
                  <a:pt x="192143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4" y="59549"/>
                  <a:pt x="226581" y="66426"/>
                  <a:pt x="229579" y="73665"/>
                </a:cubicBezTo>
                <a:cubicBezTo>
                  <a:pt x="232577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A8AC9-4B85-41B8-AB57-35BEEFC2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999" y="2092652"/>
            <a:ext cx="202864" cy="202863"/>
          </a:xfrm>
          <a:custGeom xmlns:a="http://schemas.openxmlformats.org/drawingml/2006/main">
            <a:pathLst>
              <a:path w="202864" h="202863">
                <a:moveTo>
                  <a:pt x="202864" y="101432"/>
                </a:moveTo>
                <a:cubicBezTo>
                  <a:pt x="202863" y="108092"/>
                  <a:pt x="202213" y="114688"/>
                  <a:pt x="200914" y="121220"/>
                </a:cubicBezTo>
                <a:cubicBezTo>
                  <a:pt x="199614" y="127752"/>
                  <a:pt x="197691" y="134094"/>
                  <a:pt x="195141" y="140248"/>
                </a:cubicBezTo>
                <a:cubicBezTo>
                  <a:pt x="192593" y="146401"/>
                  <a:pt x="189469" y="152246"/>
                  <a:pt x="185768" y="157784"/>
                </a:cubicBezTo>
                <a:cubicBezTo>
                  <a:pt x="182068" y="163321"/>
                  <a:pt x="177864" y="168445"/>
                  <a:pt x="173155" y="173154"/>
                </a:cubicBezTo>
                <a:cubicBezTo>
                  <a:pt x="168445" y="177864"/>
                  <a:pt x="163321" y="182069"/>
                  <a:pt x="157783" y="185769"/>
                </a:cubicBezTo>
                <a:cubicBezTo>
                  <a:pt x="152246" y="189469"/>
                  <a:pt x="146401" y="192593"/>
                  <a:pt x="140247" y="195142"/>
                </a:cubicBezTo>
                <a:cubicBezTo>
                  <a:pt x="134094" y="197691"/>
                  <a:pt x="127752" y="199615"/>
                  <a:pt x="121220" y="200914"/>
                </a:cubicBezTo>
                <a:cubicBezTo>
                  <a:pt x="114688" y="202213"/>
                  <a:pt x="108092" y="202863"/>
                  <a:pt x="101432" y="202863"/>
                </a:cubicBezTo>
                <a:cubicBezTo>
                  <a:pt x="94772" y="202863"/>
                  <a:pt x="88176" y="202213"/>
                  <a:pt x="81643" y="200914"/>
                </a:cubicBezTo>
                <a:cubicBezTo>
                  <a:pt x="75111" y="199615"/>
                  <a:pt x="68768" y="197691"/>
                  <a:pt x="62615" y="195142"/>
                </a:cubicBezTo>
                <a:cubicBezTo>
                  <a:pt x="56462" y="192593"/>
                  <a:pt x="50616" y="189469"/>
                  <a:pt x="45079" y="185769"/>
                </a:cubicBezTo>
                <a:cubicBezTo>
                  <a:pt x="39541" y="182069"/>
                  <a:pt x="34418" y="177864"/>
                  <a:pt x="29708" y="173154"/>
                </a:cubicBezTo>
                <a:cubicBezTo>
                  <a:pt x="24999" y="168445"/>
                  <a:pt x="20794" y="163321"/>
                  <a:pt x="17094" y="157784"/>
                </a:cubicBezTo>
                <a:cubicBezTo>
                  <a:pt x="13394" y="152246"/>
                  <a:pt x="10269" y="146401"/>
                  <a:pt x="7721" y="140248"/>
                </a:cubicBezTo>
                <a:cubicBezTo>
                  <a:pt x="5172" y="134095"/>
                  <a:pt x="3248" y="127752"/>
                  <a:pt x="1949" y="121220"/>
                </a:cubicBezTo>
                <a:cubicBezTo>
                  <a:pt x="649" y="114688"/>
                  <a:pt x="0" y="108092"/>
                  <a:pt x="1" y="101432"/>
                </a:cubicBezTo>
                <a:cubicBezTo>
                  <a:pt x="0" y="94772"/>
                  <a:pt x="649" y="88175"/>
                  <a:pt x="1949" y="81643"/>
                </a:cubicBezTo>
                <a:cubicBezTo>
                  <a:pt x="3248" y="75111"/>
                  <a:pt x="5172" y="68768"/>
                  <a:pt x="7721" y="62615"/>
                </a:cubicBezTo>
                <a:cubicBezTo>
                  <a:pt x="10269" y="56462"/>
                  <a:pt x="13393" y="50617"/>
                  <a:pt x="17094" y="45079"/>
                </a:cubicBezTo>
                <a:cubicBezTo>
                  <a:pt x="20794" y="39541"/>
                  <a:pt x="24999" y="34418"/>
                  <a:pt x="29708" y="29709"/>
                </a:cubicBezTo>
                <a:cubicBezTo>
                  <a:pt x="34418" y="24999"/>
                  <a:pt x="39541" y="20794"/>
                  <a:pt x="45079" y="17094"/>
                </a:cubicBezTo>
                <a:cubicBezTo>
                  <a:pt x="50616" y="13394"/>
                  <a:pt x="56462" y="10270"/>
                  <a:pt x="62615" y="7721"/>
                </a:cubicBezTo>
                <a:cubicBezTo>
                  <a:pt x="68768" y="5172"/>
                  <a:pt x="75111" y="3248"/>
                  <a:pt x="81644" y="1949"/>
                </a:cubicBezTo>
                <a:cubicBezTo>
                  <a:pt x="88176" y="650"/>
                  <a:pt x="94772" y="0"/>
                  <a:pt x="101432" y="0"/>
                </a:cubicBezTo>
                <a:cubicBezTo>
                  <a:pt x="108092" y="0"/>
                  <a:pt x="114688" y="650"/>
                  <a:pt x="121220" y="1949"/>
                </a:cubicBezTo>
                <a:cubicBezTo>
                  <a:pt x="127751" y="3248"/>
                  <a:pt x="134093" y="5172"/>
                  <a:pt x="140247" y="7721"/>
                </a:cubicBezTo>
                <a:cubicBezTo>
                  <a:pt x="146400" y="10270"/>
                  <a:pt x="152245" y="13394"/>
                  <a:pt x="157783" y="17094"/>
                </a:cubicBezTo>
                <a:cubicBezTo>
                  <a:pt x="163321" y="20794"/>
                  <a:pt x="168445" y="24999"/>
                  <a:pt x="173155" y="29709"/>
                </a:cubicBezTo>
                <a:cubicBezTo>
                  <a:pt x="177864" y="34418"/>
                  <a:pt x="182068" y="39541"/>
                  <a:pt x="185768" y="45079"/>
                </a:cubicBezTo>
                <a:cubicBezTo>
                  <a:pt x="189469" y="50617"/>
                  <a:pt x="192593" y="56462"/>
                  <a:pt x="195142" y="62615"/>
                </a:cubicBezTo>
                <a:cubicBezTo>
                  <a:pt x="197691" y="68768"/>
                  <a:pt x="199614" y="75111"/>
                  <a:pt x="200914" y="81643"/>
                </a:cubicBezTo>
                <a:cubicBezTo>
                  <a:pt x="202213" y="88175"/>
                  <a:pt x="202863" y="94772"/>
                  <a:pt x="202864" y="101432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5C7B1-AEE4-4A20-B3A3-4ACCBFC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999" y="2092652"/>
            <a:ext cx="202864" cy="202863"/>
          </a:xfrm>
          <a:custGeom xmlns:a="http://schemas.openxmlformats.org/drawingml/2006/main">
            <a:pathLst>
              <a:path w="202864" h="202863" fill="none">
                <a:moveTo>
                  <a:pt x="202864" y="101432"/>
                </a:moveTo>
                <a:cubicBezTo>
                  <a:pt x="202863" y="108092"/>
                  <a:pt x="202213" y="114688"/>
                  <a:pt x="200914" y="121220"/>
                </a:cubicBezTo>
                <a:cubicBezTo>
                  <a:pt x="199614" y="127752"/>
                  <a:pt x="197691" y="134094"/>
                  <a:pt x="195141" y="140248"/>
                </a:cubicBezTo>
                <a:cubicBezTo>
                  <a:pt x="192593" y="146401"/>
                  <a:pt x="189469" y="152246"/>
                  <a:pt x="185768" y="157784"/>
                </a:cubicBezTo>
                <a:cubicBezTo>
                  <a:pt x="182068" y="163321"/>
                  <a:pt x="177864" y="168445"/>
                  <a:pt x="173155" y="173154"/>
                </a:cubicBezTo>
                <a:cubicBezTo>
                  <a:pt x="168445" y="177864"/>
                  <a:pt x="163321" y="182069"/>
                  <a:pt x="157783" y="185769"/>
                </a:cubicBezTo>
                <a:cubicBezTo>
                  <a:pt x="152246" y="189469"/>
                  <a:pt x="146401" y="192593"/>
                  <a:pt x="140247" y="195142"/>
                </a:cubicBezTo>
                <a:cubicBezTo>
                  <a:pt x="134094" y="197691"/>
                  <a:pt x="127752" y="199615"/>
                  <a:pt x="121220" y="200914"/>
                </a:cubicBezTo>
                <a:cubicBezTo>
                  <a:pt x="114688" y="202213"/>
                  <a:pt x="108092" y="202863"/>
                  <a:pt x="101432" y="202863"/>
                </a:cubicBezTo>
                <a:cubicBezTo>
                  <a:pt x="94772" y="202863"/>
                  <a:pt x="88176" y="202213"/>
                  <a:pt x="81643" y="200914"/>
                </a:cubicBezTo>
                <a:cubicBezTo>
                  <a:pt x="75111" y="199615"/>
                  <a:pt x="68768" y="197691"/>
                  <a:pt x="62615" y="195142"/>
                </a:cubicBezTo>
                <a:cubicBezTo>
                  <a:pt x="56462" y="192593"/>
                  <a:pt x="50616" y="189469"/>
                  <a:pt x="45079" y="185769"/>
                </a:cubicBezTo>
                <a:cubicBezTo>
                  <a:pt x="39541" y="182069"/>
                  <a:pt x="34418" y="177864"/>
                  <a:pt x="29708" y="173154"/>
                </a:cubicBezTo>
                <a:cubicBezTo>
                  <a:pt x="24999" y="168445"/>
                  <a:pt x="20794" y="163321"/>
                  <a:pt x="17094" y="157784"/>
                </a:cubicBezTo>
                <a:cubicBezTo>
                  <a:pt x="13394" y="152246"/>
                  <a:pt x="10269" y="146401"/>
                  <a:pt x="7721" y="140248"/>
                </a:cubicBezTo>
                <a:cubicBezTo>
                  <a:pt x="5172" y="134095"/>
                  <a:pt x="3248" y="127752"/>
                  <a:pt x="1949" y="121220"/>
                </a:cubicBezTo>
                <a:cubicBezTo>
                  <a:pt x="649" y="114688"/>
                  <a:pt x="0" y="108092"/>
                  <a:pt x="1" y="101432"/>
                </a:cubicBezTo>
                <a:cubicBezTo>
                  <a:pt x="0" y="94772"/>
                  <a:pt x="649" y="88175"/>
                  <a:pt x="1949" y="81643"/>
                </a:cubicBezTo>
                <a:cubicBezTo>
                  <a:pt x="3248" y="75111"/>
                  <a:pt x="5172" y="68768"/>
                  <a:pt x="7721" y="62615"/>
                </a:cubicBezTo>
                <a:cubicBezTo>
                  <a:pt x="10269" y="56462"/>
                  <a:pt x="13393" y="50617"/>
                  <a:pt x="17094" y="45079"/>
                </a:cubicBezTo>
                <a:cubicBezTo>
                  <a:pt x="20794" y="39541"/>
                  <a:pt x="24999" y="34418"/>
                  <a:pt x="29708" y="29709"/>
                </a:cubicBezTo>
                <a:cubicBezTo>
                  <a:pt x="34418" y="24999"/>
                  <a:pt x="39541" y="20794"/>
                  <a:pt x="45079" y="17094"/>
                </a:cubicBezTo>
                <a:cubicBezTo>
                  <a:pt x="50616" y="13394"/>
                  <a:pt x="56462" y="10270"/>
                  <a:pt x="62615" y="7721"/>
                </a:cubicBezTo>
                <a:cubicBezTo>
                  <a:pt x="68768" y="5172"/>
                  <a:pt x="75111" y="3248"/>
                  <a:pt x="81644" y="1949"/>
                </a:cubicBezTo>
                <a:cubicBezTo>
                  <a:pt x="88176" y="650"/>
                  <a:pt x="94772" y="0"/>
                  <a:pt x="101432" y="0"/>
                </a:cubicBezTo>
                <a:cubicBezTo>
                  <a:pt x="108092" y="0"/>
                  <a:pt x="114688" y="650"/>
                  <a:pt x="121220" y="1949"/>
                </a:cubicBezTo>
                <a:cubicBezTo>
                  <a:pt x="127751" y="3248"/>
                  <a:pt x="134093" y="5172"/>
                  <a:pt x="140247" y="7721"/>
                </a:cubicBezTo>
                <a:cubicBezTo>
                  <a:pt x="146400" y="10270"/>
                  <a:pt x="152245" y="13394"/>
                  <a:pt x="157783" y="17094"/>
                </a:cubicBezTo>
                <a:cubicBezTo>
                  <a:pt x="163321" y="20794"/>
                  <a:pt x="168445" y="24999"/>
                  <a:pt x="173155" y="29709"/>
                </a:cubicBezTo>
                <a:cubicBezTo>
                  <a:pt x="177864" y="34418"/>
                  <a:pt x="182068" y="39541"/>
                  <a:pt x="185768" y="45079"/>
                </a:cubicBezTo>
                <a:cubicBezTo>
                  <a:pt x="189469" y="50617"/>
                  <a:pt x="192593" y="56462"/>
                  <a:pt x="195142" y="62615"/>
                </a:cubicBezTo>
                <a:cubicBezTo>
                  <a:pt x="197691" y="68768"/>
                  <a:pt x="199614" y="75111"/>
                  <a:pt x="200914" y="81643"/>
                </a:cubicBezTo>
                <a:cubicBezTo>
                  <a:pt x="202213" y="88175"/>
                  <a:pt x="202863" y="94772"/>
                  <a:pt x="202864" y="1014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57" name="Text way">
            <a:extLst xmlns:a="http://schemas.openxmlformats.org/drawingml/2006/main">
              <a:ext uri="{FF2B5EF4-FFF2-40B4-BE49-F238E27FC236}">
                <a16:creationId xmlns:a16="http://schemas.microsoft.com/office/drawing/2014/main" id="{1E4982BB-9F9F-4DDA-9E07-F0C484E5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549" y="2179495"/>
            <a:ext cx="93873" cy="37120"/>
          </a:xfrm>
          <a:custGeom xmlns:a="http://schemas.openxmlformats.org/drawingml/2006/main">
            <a:pathLst>
              <a:path w="93873" h="37120">
                <a:moveTo>
                  <a:pt x="35880" y="620"/>
                </a:moveTo>
                <a:lnTo>
                  <a:pt x="28937" y="27291"/>
                </a:lnTo>
                <a:lnTo>
                  <a:pt x="24786" y="27291"/>
                </a:lnTo>
                <a:lnTo>
                  <a:pt x="17940" y="6733"/>
                </a:lnTo>
                <a:lnTo>
                  <a:pt x="11141" y="27291"/>
                </a:lnTo>
                <a:lnTo>
                  <a:pt x="7014" y="27291"/>
                </a:lnTo>
                <a:lnTo>
                  <a:pt x="0" y="620"/>
                </a:lnTo>
                <a:lnTo>
                  <a:pt x="4676" y="620"/>
                </a:lnTo>
                <a:lnTo>
                  <a:pt x="9566" y="21274"/>
                </a:lnTo>
                <a:lnTo>
                  <a:pt x="16222" y="620"/>
                </a:lnTo>
                <a:lnTo>
                  <a:pt x="19920" y="620"/>
                </a:lnTo>
                <a:lnTo>
                  <a:pt x="26743" y="21274"/>
                </a:lnTo>
                <a:lnTo>
                  <a:pt x="31371" y="620"/>
                </a:lnTo>
                <a:lnTo>
                  <a:pt x="35880" y="620"/>
                </a:lnTo>
                <a:close/>
                <a:moveTo>
                  <a:pt x="62574" y="27291"/>
                </a:moveTo>
                <a:lnTo>
                  <a:pt x="58113" y="27291"/>
                </a:lnTo>
                <a:lnTo>
                  <a:pt x="58113" y="24472"/>
                </a:lnTo>
                <a:cubicBezTo>
                  <a:pt x="57715" y="24743"/>
                  <a:pt x="57179" y="25121"/>
                  <a:pt x="56503" y="25606"/>
                </a:cubicBezTo>
                <a:cubicBezTo>
                  <a:pt x="55827" y="26092"/>
                  <a:pt x="55171" y="26478"/>
                  <a:pt x="54535" y="26765"/>
                </a:cubicBezTo>
                <a:cubicBezTo>
                  <a:pt x="53787" y="27131"/>
                  <a:pt x="52928" y="27438"/>
                  <a:pt x="51958" y="27684"/>
                </a:cubicBezTo>
                <a:cubicBezTo>
                  <a:pt x="50988" y="27931"/>
                  <a:pt x="49851" y="28055"/>
                  <a:pt x="48547" y="28055"/>
                </a:cubicBezTo>
                <a:cubicBezTo>
                  <a:pt x="46145" y="28055"/>
                  <a:pt x="44109" y="27259"/>
                  <a:pt x="42440" y="25666"/>
                </a:cubicBezTo>
                <a:cubicBezTo>
                  <a:pt x="40770" y="24074"/>
                  <a:pt x="39935" y="22043"/>
                  <a:pt x="39935" y="19575"/>
                </a:cubicBezTo>
                <a:cubicBezTo>
                  <a:pt x="39935" y="17552"/>
                  <a:pt x="40368" y="15916"/>
                  <a:pt x="41235" y="14666"/>
                </a:cubicBezTo>
                <a:cubicBezTo>
                  <a:pt x="42102" y="13416"/>
                  <a:pt x="43338" y="12432"/>
                  <a:pt x="44944" y="11716"/>
                </a:cubicBezTo>
                <a:cubicBezTo>
                  <a:pt x="46567" y="11000"/>
                  <a:pt x="48515" y="10514"/>
                  <a:pt x="50789" y="10259"/>
                </a:cubicBezTo>
                <a:cubicBezTo>
                  <a:pt x="53063" y="10004"/>
                  <a:pt x="55505" y="9813"/>
                  <a:pt x="58113" y="9686"/>
                </a:cubicBezTo>
                <a:lnTo>
                  <a:pt x="58113" y="8988"/>
                </a:lnTo>
                <a:cubicBezTo>
                  <a:pt x="58113" y="7961"/>
                  <a:pt x="57934" y="7112"/>
                  <a:pt x="57576" y="6438"/>
                </a:cubicBezTo>
                <a:cubicBezTo>
                  <a:pt x="57218" y="5765"/>
                  <a:pt x="56705" y="5235"/>
                  <a:pt x="56037" y="4850"/>
                </a:cubicBezTo>
                <a:cubicBezTo>
                  <a:pt x="55401" y="4481"/>
                  <a:pt x="54638" y="4233"/>
                  <a:pt x="53747" y="4105"/>
                </a:cubicBezTo>
                <a:cubicBezTo>
                  <a:pt x="52857" y="3977"/>
                  <a:pt x="51926" y="3912"/>
                  <a:pt x="50956" y="3912"/>
                </a:cubicBezTo>
                <a:cubicBezTo>
                  <a:pt x="49779" y="3912"/>
                  <a:pt x="48467" y="4072"/>
                  <a:pt x="47020" y="4390"/>
                </a:cubicBezTo>
                <a:cubicBezTo>
                  <a:pt x="45573" y="4708"/>
                  <a:pt x="44078" y="5169"/>
                  <a:pt x="42535" y="5773"/>
                </a:cubicBezTo>
                <a:lnTo>
                  <a:pt x="42296" y="5773"/>
                </a:lnTo>
                <a:lnTo>
                  <a:pt x="42296" y="1217"/>
                </a:lnTo>
                <a:cubicBezTo>
                  <a:pt x="43171" y="978"/>
                  <a:pt x="44435" y="716"/>
                  <a:pt x="46089" y="429"/>
                </a:cubicBezTo>
                <a:cubicBezTo>
                  <a:pt x="47744" y="143"/>
                  <a:pt x="49374" y="0"/>
                  <a:pt x="50980" y="0"/>
                </a:cubicBezTo>
                <a:cubicBezTo>
                  <a:pt x="52857" y="0"/>
                  <a:pt x="54491" y="155"/>
                  <a:pt x="55882" y="465"/>
                </a:cubicBezTo>
                <a:cubicBezTo>
                  <a:pt x="57274" y="775"/>
                  <a:pt x="58479" y="1304"/>
                  <a:pt x="59497" y="2052"/>
                </a:cubicBezTo>
                <a:cubicBezTo>
                  <a:pt x="60499" y="2783"/>
                  <a:pt x="61262" y="3729"/>
                  <a:pt x="61787" y="4890"/>
                </a:cubicBezTo>
                <a:cubicBezTo>
                  <a:pt x="62312" y="6051"/>
                  <a:pt x="62574" y="7491"/>
                  <a:pt x="62574" y="9208"/>
                </a:cubicBezTo>
                <a:lnTo>
                  <a:pt x="62574" y="27291"/>
                </a:lnTo>
                <a:moveTo>
                  <a:pt x="58113" y="20764"/>
                </a:moveTo>
                <a:lnTo>
                  <a:pt x="58113" y="13312"/>
                </a:lnTo>
                <a:cubicBezTo>
                  <a:pt x="56745" y="13392"/>
                  <a:pt x="55135" y="13512"/>
                  <a:pt x="53282" y="13672"/>
                </a:cubicBezTo>
                <a:cubicBezTo>
                  <a:pt x="51429" y="13831"/>
                  <a:pt x="49962" y="14063"/>
                  <a:pt x="48881" y="14366"/>
                </a:cubicBezTo>
                <a:cubicBezTo>
                  <a:pt x="47592" y="14734"/>
                  <a:pt x="46551" y="15305"/>
                  <a:pt x="45756" y="16080"/>
                </a:cubicBezTo>
                <a:cubicBezTo>
                  <a:pt x="44960" y="16855"/>
                  <a:pt x="44563" y="17921"/>
                  <a:pt x="44563" y="19279"/>
                </a:cubicBezTo>
                <a:cubicBezTo>
                  <a:pt x="44563" y="20812"/>
                  <a:pt x="45024" y="21967"/>
                  <a:pt x="45946" y="22742"/>
                </a:cubicBezTo>
                <a:cubicBezTo>
                  <a:pt x="46869" y="23516"/>
                  <a:pt x="48276" y="23904"/>
                  <a:pt x="50169" y="23904"/>
                </a:cubicBezTo>
                <a:cubicBezTo>
                  <a:pt x="51743" y="23904"/>
                  <a:pt x="53183" y="23596"/>
                  <a:pt x="54487" y="22982"/>
                </a:cubicBezTo>
                <a:cubicBezTo>
                  <a:pt x="55791" y="22366"/>
                  <a:pt x="57000" y="21627"/>
                  <a:pt x="58113" y="20764"/>
                </a:cubicBezTo>
                <a:close/>
                <a:moveTo>
                  <a:pt x="93873" y="620"/>
                </a:moveTo>
                <a:lnTo>
                  <a:pt x="78319" y="37120"/>
                </a:lnTo>
                <a:lnTo>
                  <a:pt x="73524" y="37120"/>
                </a:lnTo>
                <a:lnTo>
                  <a:pt x="78486" y="25996"/>
                </a:lnTo>
                <a:lnTo>
                  <a:pt x="67870" y="620"/>
                </a:lnTo>
                <a:lnTo>
                  <a:pt x="72737" y="620"/>
                </a:lnTo>
                <a:lnTo>
                  <a:pt x="80919" y="20373"/>
                </a:lnTo>
                <a:lnTo>
                  <a:pt x="89174" y="620"/>
                </a:lnTo>
                <a:lnTo>
                  <a:pt x="93873" y="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98A60-5B1F-454D-AE00-12FA0D55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509" y="2076736"/>
            <a:ext cx="105858" cy="156427"/>
          </a:xfrm>
          <a:custGeom xmlns:a="http://schemas.openxmlformats.org/drawingml/2006/main">
            <a:pathLst>
              <a:path w="105858" h="156427" fill="none">
                <a:moveTo>
                  <a:pt x="0" y="11512"/>
                </a:moveTo>
                <a:cubicBezTo>
                  <a:pt x="28594" y="0"/>
                  <a:pt x="61376" y="7843"/>
                  <a:pt x="81799" y="31066"/>
                </a:cubicBezTo>
                <a:cubicBezTo>
                  <a:pt x="102276" y="54135"/>
                  <a:pt x="105858" y="87750"/>
                  <a:pt x="91016" y="114848"/>
                </a:cubicBezTo>
                <a:cubicBezTo>
                  <a:pt x="76072" y="141740"/>
                  <a:pt x="45696" y="156427"/>
                  <a:pt x="15204" y="1514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1A320-8FC7-47F1-A46D-401B758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172" y="2070023"/>
            <a:ext cx="48881" cy="29588"/>
          </a:xfrm>
          <a:custGeom xmlns:a="http://schemas.openxmlformats.org/drawingml/2006/main">
            <a:pathLst>
              <a:path w="48881" h="29588">
                <a:moveTo>
                  <a:pt x="48881" y="29588"/>
                </a:moveTo>
                <a:lnTo>
                  <a:pt x="0" y="27509"/>
                </a:lnTo>
                <a:lnTo>
                  <a:pt x="40397" y="0"/>
                </a:lnTo>
                <a:lnTo>
                  <a:pt x="48881" y="29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B330E-2FF1-4E50-AB81-5182253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791" y="2073399"/>
            <a:ext cx="111076" cy="154853"/>
          </a:xfrm>
          <a:custGeom xmlns:a="http://schemas.openxmlformats.org/drawingml/2006/main">
            <a:pathLst>
              <a:path w="111076" h="154853" fill="none">
                <a:moveTo>
                  <a:pt x="0" y="13321"/>
                </a:moveTo>
                <a:cubicBezTo>
                  <a:pt x="27680" y="0"/>
                  <a:pt x="60970" y="5380"/>
                  <a:pt x="82964" y="27121"/>
                </a:cubicBezTo>
                <a:cubicBezTo>
                  <a:pt x="104958" y="48863"/>
                  <a:pt x="111076" y="82031"/>
                  <a:pt x="98003" y="110057"/>
                </a:cubicBezTo>
                <a:cubicBezTo>
                  <a:pt x="84929" y="138082"/>
                  <a:pt x="55651" y="154853"/>
                  <a:pt x="24885" y="1520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973A3-E7B3-4F32-BC70-9D266D8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781" y="2065194"/>
            <a:ext cx="50395" cy="31220"/>
          </a:xfrm>
          <a:custGeom xmlns:a="http://schemas.openxmlformats.org/drawingml/2006/main">
            <a:pathLst>
              <a:path w="50395" h="31220">
                <a:moveTo>
                  <a:pt x="50395" y="29689"/>
                </a:moveTo>
                <a:lnTo>
                  <a:pt x="0" y="31220"/>
                </a:lnTo>
                <a:lnTo>
                  <a:pt x="39590" y="0"/>
                </a:lnTo>
                <a:lnTo>
                  <a:pt x="50395" y="29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AD005-B1E7-4B40-BDB8-1A6588FC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161" y="2069493"/>
            <a:ext cx="127731" cy="150164"/>
          </a:xfrm>
          <a:custGeom xmlns:a="http://schemas.openxmlformats.org/drawingml/2006/main">
            <a:pathLst>
              <a:path w="127731" h="150164" fill="none">
                <a:moveTo>
                  <a:pt x="57650" y="150164"/>
                </a:moveTo>
                <a:cubicBezTo>
                  <a:pt x="27656" y="142537"/>
                  <a:pt x="5746" y="116923"/>
                  <a:pt x="2873" y="86131"/>
                </a:cubicBezTo>
                <a:cubicBezTo>
                  <a:pt x="0" y="55339"/>
                  <a:pt x="16727" y="26131"/>
                  <a:pt x="44756" y="13066"/>
                </a:cubicBezTo>
                <a:cubicBezTo>
                  <a:pt x="72785" y="0"/>
                  <a:pt x="105994" y="5972"/>
                  <a:pt x="127731" y="279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66048-DF02-41CF-ADD0-3ED5734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550" y="2205251"/>
            <a:ext cx="50242" cy="31165"/>
          </a:xfrm>
          <a:custGeom xmlns:a="http://schemas.openxmlformats.org/drawingml/2006/main">
            <a:pathLst>
              <a:path w="50242" h="31165">
                <a:moveTo>
                  <a:pt x="10806" y="0"/>
                </a:moveTo>
                <a:lnTo>
                  <a:pt x="50242" y="31165"/>
                </a:lnTo>
                <a:lnTo>
                  <a:pt x="0" y="29689"/>
                </a:lnTo>
                <a:lnTo>
                  <a:pt x="108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B848E-0A99-468A-92A3-B237DC6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63" y="1525721"/>
            <a:ext cx="140806" cy="141130"/>
          </a:xfrm>
          <a:custGeom xmlns:a="http://schemas.openxmlformats.org/drawingml/2006/main">
            <a:pathLst>
              <a:path w="140806" h="141130" fill="none">
                <a:moveTo>
                  <a:pt x="41532" y="141130"/>
                </a:moveTo>
                <a:cubicBezTo>
                  <a:pt x="14688" y="125944"/>
                  <a:pt x="0" y="95588"/>
                  <a:pt x="5195" y="65102"/>
                </a:cubicBezTo>
                <a:cubicBezTo>
                  <a:pt x="10390" y="34615"/>
                  <a:pt x="34106" y="10732"/>
                  <a:pt x="64561" y="5366"/>
                </a:cubicBezTo>
                <a:cubicBezTo>
                  <a:pt x="95017" y="0"/>
                  <a:pt x="125493" y="14211"/>
                  <a:pt x="140806" y="410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87249-35AF-473A-8D84-6E75248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690" y="1653434"/>
            <a:ext cx="48282" cy="40403"/>
          </a:xfrm>
          <a:custGeom xmlns:a="http://schemas.openxmlformats.org/drawingml/2006/main">
            <a:pathLst>
              <a:path w="48282" h="40403">
                <a:moveTo>
                  <a:pt x="18122" y="0"/>
                </a:moveTo>
                <a:lnTo>
                  <a:pt x="48282" y="40403"/>
                </a:lnTo>
                <a:lnTo>
                  <a:pt x="0" y="25881"/>
                </a:lnTo>
                <a:lnTo>
                  <a:pt x="181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26EA8-781D-4609-BD29-71B85FF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633" y="1319866"/>
            <a:ext cx="1137559" cy="1113781"/>
          </a:xfrm>
          <a:custGeom xmlns:a="http://schemas.openxmlformats.org/drawingml/2006/main">
            <a:pathLst>
              <a:path w="1137559" h="1113781">
                <a:moveTo>
                  <a:pt x="0" y="0"/>
                </a:moveTo>
                <a:lnTo>
                  <a:pt x="1137559" y="0"/>
                </a:lnTo>
                <a:lnTo>
                  <a:pt x="1137559" y="1113781"/>
                </a:lnTo>
                <a:lnTo>
                  <a:pt x="0" y="1113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EF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3EACE-5FF2-4E8A-A491-7534423D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633" y="1319866"/>
            <a:ext cx="1137559" cy="1113781"/>
          </a:xfrm>
          <a:custGeom xmlns:a="http://schemas.openxmlformats.org/drawingml/2006/main">
            <a:pathLst>
              <a:path w="1137559" h="1113781" fill="none">
                <a:moveTo>
                  <a:pt x="0" y="0"/>
                </a:moveTo>
                <a:lnTo>
                  <a:pt x="1137559" y="0"/>
                </a:lnTo>
                <a:lnTo>
                  <a:pt x="1137559" y="1113781"/>
                </a:lnTo>
                <a:lnTo>
                  <a:pt x="0" y="11137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B216B-BA3D-46C7-9435-0F0E8825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79" y="1631455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5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2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69"/>
                </a:cubicBezTo>
                <a:cubicBezTo>
                  <a:pt x="134926" y="237898"/>
                  <a:pt x="127167" y="238663"/>
                  <a:pt x="119332" y="238663"/>
                </a:cubicBezTo>
                <a:cubicBezTo>
                  <a:pt x="111497" y="238663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4" y="229579"/>
                </a:cubicBezTo>
                <a:cubicBezTo>
                  <a:pt x="66426" y="226580"/>
                  <a:pt x="59549" y="222905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7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50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4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5" y="59549"/>
                  <a:pt x="226581" y="66426"/>
                  <a:pt x="229579" y="73665"/>
                </a:cubicBezTo>
                <a:cubicBezTo>
                  <a:pt x="232578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F4E3F-1BE0-4FB0-91D3-7EF62E6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79" y="1631455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3" y="127167"/>
                  <a:pt x="237898" y="134927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5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2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69"/>
                </a:cubicBezTo>
                <a:cubicBezTo>
                  <a:pt x="134926" y="237898"/>
                  <a:pt x="127167" y="238663"/>
                  <a:pt x="119332" y="238663"/>
                </a:cubicBezTo>
                <a:cubicBezTo>
                  <a:pt x="111497" y="238663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4" y="229579"/>
                </a:cubicBezTo>
                <a:cubicBezTo>
                  <a:pt x="66426" y="226580"/>
                  <a:pt x="59549" y="222905"/>
                  <a:pt x="53034" y="218551"/>
                </a:cubicBezTo>
                <a:cubicBezTo>
                  <a:pt x="46520" y="214198"/>
                  <a:pt x="40492" y="209252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7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7"/>
                  <a:pt x="0" y="127167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2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50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4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5" y="59549"/>
                  <a:pt x="226581" y="66426"/>
                  <a:pt x="229579" y="73665"/>
                </a:cubicBezTo>
                <a:cubicBezTo>
                  <a:pt x="232578" y="80904"/>
                  <a:pt x="234841" y="88366"/>
                  <a:pt x="236370" y="96051"/>
                </a:cubicBezTo>
                <a:cubicBezTo>
                  <a:pt x="237898" y="103736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70" name="Text tag_">
            <a:extLst xmlns:a="http://schemas.openxmlformats.org/drawingml/2006/main">
              <a:ext uri="{FF2B5EF4-FFF2-40B4-BE49-F238E27FC236}">
                <a16:creationId xmlns:a16="http://schemas.microsoft.com/office/drawing/2014/main" id="{58FB719B-583B-4AE8-BB2A-1F89638D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472" y="1683862"/>
            <a:ext cx="108728" cy="44468"/>
          </a:xfrm>
          <a:custGeom xmlns:a="http://schemas.openxmlformats.org/drawingml/2006/main">
            <a:pathLst>
              <a:path w="108728" h="44468">
                <a:moveTo>
                  <a:pt x="16771" y="34118"/>
                </a:moveTo>
                <a:cubicBezTo>
                  <a:pt x="15928" y="34340"/>
                  <a:pt x="15009" y="34521"/>
                  <a:pt x="14015" y="34664"/>
                </a:cubicBezTo>
                <a:cubicBezTo>
                  <a:pt x="13021" y="34806"/>
                  <a:pt x="12135" y="34878"/>
                  <a:pt x="11355" y="34878"/>
                </a:cubicBezTo>
                <a:cubicBezTo>
                  <a:pt x="8636" y="34878"/>
                  <a:pt x="6568" y="34145"/>
                  <a:pt x="5153" y="32681"/>
                </a:cubicBezTo>
                <a:cubicBezTo>
                  <a:pt x="3737" y="31216"/>
                  <a:pt x="3030" y="28868"/>
                  <a:pt x="3030" y="25636"/>
                </a:cubicBezTo>
                <a:lnTo>
                  <a:pt x="3030" y="11451"/>
                </a:lnTo>
                <a:lnTo>
                  <a:pt x="0" y="11451"/>
                </a:lnTo>
                <a:lnTo>
                  <a:pt x="0" y="7682"/>
                </a:lnTo>
                <a:lnTo>
                  <a:pt x="3030" y="7682"/>
                </a:lnTo>
                <a:lnTo>
                  <a:pt x="3030" y="0"/>
                </a:lnTo>
                <a:lnTo>
                  <a:pt x="7515" y="0"/>
                </a:lnTo>
                <a:lnTo>
                  <a:pt x="7515" y="7682"/>
                </a:lnTo>
                <a:lnTo>
                  <a:pt x="16771" y="7682"/>
                </a:lnTo>
                <a:lnTo>
                  <a:pt x="16771" y="11451"/>
                </a:lnTo>
                <a:lnTo>
                  <a:pt x="7515" y="11451"/>
                </a:lnTo>
                <a:lnTo>
                  <a:pt x="7515" y="23623"/>
                </a:lnTo>
                <a:cubicBezTo>
                  <a:pt x="7515" y="25026"/>
                  <a:pt x="7546" y="26123"/>
                  <a:pt x="7610" y="26912"/>
                </a:cubicBezTo>
                <a:cubicBezTo>
                  <a:pt x="7674" y="27701"/>
                  <a:pt x="7896" y="28438"/>
                  <a:pt x="8278" y="29124"/>
                </a:cubicBezTo>
                <a:cubicBezTo>
                  <a:pt x="8628" y="29761"/>
                  <a:pt x="9109" y="30228"/>
                  <a:pt x="9721" y="30523"/>
                </a:cubicBezTo>
                <a:cubicBezTo>
                  <a:pt x="10334" y="30818"/>
                  <a:pt x="11268" y="30965"/>
                  <a:pt x="12524" y="30965"/>
                </a:cubicBezTo>
                <a:cubicBezTo>
                  <a:pt x="13256" y="30965"/>
                  <a:pt x="14019" y="30858"/>
                  <a:pt x="14815" y="30643"/>
                </a:cubicBezTo>
                <a:cubicBezTo>
                  <a:pt x="15610" y="30428"/>
                  <a:pt x="16182" y="30249"/>
                  <a:pt x="16532" y="30106"/>
                </a:cubicBezTo>
                <a:lnTo>
                  <a:pt x="16771" y="30106"/>
                </a:lnTo>
                <a:lnTo>
                  <a:pt x="16771" y="34118"/>
                </a:lnTo>
                <a:close/>
                <a:moveTo>
                  <a:pt x="42891" y="34353"/>
                </a:moveTo>
                <a:lnTo>
                  <a:pt x="38430" y="34353"/>
                </a:lnTo>
                <a:lnTo>
                  <a:pt x="38430" y="31533"/>
                </a:lnTo>
                <a:cubicBezTo>
                  <a:pt x="38032" y="31804"/>
                  <a:pt x="37495" y="32182"/>
                  <a:pt x="36819" y="32668"/>
                </a:cubicBezTo>
                <a:cubicBezTo>
                  <a:pt x="36143" y="33153"/>
                  <a:pt x="35487" y="33540"/>
                  <a:pt x="34851" y="33826"/>
                </a:cubicBezTo>
                <a:cubicBezTo>
                  <a:pt x="34104" y="34193"/>
                  <a:pt x="33245" y="34499"/>
                  <a:pt x="32275" y="34746"/>
                </a:cubicBezTo>
                <a:cubicBezTo>
                  <a:pt x="31305" y="34993"/>
                  <a:pt x="30167" y="35116"/>
                  <a:pt x="28863" y="35116"/>
                </a:cubicBezTo>
                <a:cubicBezTo>
                  <a:pt x="26462" y="35116"/>
                  <a:pt x="24426" y="34320"/>
                  <a:pt x="22756" y="32728"/>
                </a:cubicBezTo>
                <a:cubicBezTo>
                  <a:pt x="21086" y="31135"/>
                  <a:pt x="20251" y="29105"/>
                  <a:pt x="20251" y="26636"/>
                </a:cubicBezTo>
                <a:cubicBezTo>
                  <a:pt x="20251" y="24614"/>
                  <a:pt x="20685" y="22978"/>
                  <a:pt x="21551" y="21728"/>
                </a:cubicBezTo>
                <a:cubicBezTo>
                  <a:pt x="22418" y="20477"/>
                  <a:pt x="23655" y="19494"/>
                  <a:pt x="25261" y="18778"/>
                </a:cubicBezTo>
                <a:cubicBezTo>
                  <a:pt x="26883" y="18061"/>
                  <a:pt x="28831" y="17575"/>
                  <a:pt x="31106" y="17320"/>
                </a:cubicBezTo>
                <a:cubicBezTo>
                  <a:pt x="33380" y="17065"/>
                  <a:pt x="35821" y="16874"/>
                  <a:pt x="38430" y="16747"/>
                </a:cubicBezTo>
                <a:lnTo>
                  <a:pt x="38430" y="16049"/>
                </a:lnTo>
                <a:cubicBezTo>
                  <a:pt x="38430" y="15023"/>
                  <a:pt x="38251" y="14173"/>
                  <a:pt x="37893" y="13500"/>
                </a:cubicBezTo>
                <a:cubicBezTo>
                  <a:pt x="37535" y="12826"/>
                  <a:pt x="37022" y="12297"/>
                  <a:pt x="36354" y="11912"/>
                </a:cubicBezTo>
                <a:cubicBezTo>
                  <a:pt x="35718" y="11543"/>
                  <a:pt x="34955" y="11294"/>
                  <a:pt x="34064" y="11166"/>
                </a:cubicBezTo>
                <a:cubicBezTo>
                  <a:pt x="33173" y="11038"/>
                  <a:pt x="32243" y="10974"/>
                  <a:pt x="31273" y="10974"/>
                </a:cubicBezTo>
                <a:cubicBezTo>
                  <a:pt x="30096" y="10974"/>
                  <a:pt x="28784" y="11133"/>
                  <a:pt x="27336" y="11452"/>
                </a:cubicBezTo>
                <a:cubicBezTo>
                  <a:pt x="25889" y="11770"/>
                  <a:pt x="24394" y="12231"/>
                  <a:pt x="22852" y="12835"/>
                </a:cubicBezTo>
                <a:lnTo>
                  <a:pt x="22613" y="12835"/>
                </a:lnTo>
                <a:lnTo>
                  <a:pt x="22613" y="8278"/>
                </a:lnTo>
                <a:cubicBezTo>
                  <a:pt x="23488" y="8039"/>
                  <a:pt x="24752" y="7777"/>
                  <a:pt x="26406" y="7491"/>
                </a:cubicBezTo>
                <a:cubicBezTo>
                  <a:pt x="28060" y="7205"/>
                  <a:pt x="29690" y="7061"/>
                  <a:pt x="31297" y="7061"/>
                </a:cubicBezTo>
                <a:cubicBezTo>
                  <a:pt x="33173" y="7061"/>
                  <a:pt x="34807" y="7216"/>
                  <a:pt x="36199" y="7527"/>
                </a:cubicBezTo>
                <a:cubicBezTo>
                  <a:pt x="37591" y="7837"/>
                  <a:pt x="38795" y="8366"/>
                  <a:pt x="39813" y="9113"/>
                </a:cubicBezTo>
                <a:cubicBezTo>
                  <a:pt x="40815" y="9845"/>
                  <a:pt x="41579" y="10791"/>
                  <a:pt x="42103" y="11952"/>
                </a:cubicBezTo>
                <a:cubicBezTo>
                  <a:pt x="42628" y="13113"/>
                  <a:pt x="42891" y="14552"/>
                  <a:pt x="42891" y="16270"/>
                </a:cubicBezTo>
                <a:lnTo>
                  <a:pt x="42891" y="34353"/>
                </a:lnTo>
                <a:moveTo>
                  <a:pt x="38430" y="27826"/>
                </a:moveTo>
                <a:lnTo>
                  <a:pt x="38430" y="20373"/>
                </a:lnTo>
                <a:cubicBezTo>
                  <a:pt x="37062" y="20453"/>
                  <a:pt x="35452" y="20573"/>
                  <a:pt x="33599" y="20733"/>
                </a:cubicBezTo>
                <a:cubicBezTo>
                  <a:pt x="31746" y="20893"/>
                  <a:pt x="30279" y="21124"/>
                  <a:pt x="29197" y="21427"/>
                </a:cubicBezTo>
                <a:cubicBezTo>
                  <a:pt x="27909" y="21795"/>
                  <a:pt x="26867" y="22366"/>
                  <a:pt x="26072" y="23141"/>
                </a:cubicBezTo>
                <a:cubicBezTo>
                  <a:pt x="25277" y="23916"/>
                  <a:pt x="24879" y="24982"/>
                  <a:pt x="24879" y="26340"/>
                </a:cubicBezTo>
                <a:cubicBezTo>
                  <a:pt x="24879" y="27874"/>
                  <a:pt x="25341" y="29028"/>
                  <a:pt x="26263" y="29803"/>
                </a:cubicBezTo>
                <a:cubicBezTo>
                  <a:pt x="27185" y="30578"/>
                  <a:pt x="28593" y="30965"/>
                  <a:pt x="30485" y="30965"/>
                </a:cubicBezTo>
                <a:cubicBezTo>
                  <a:pt x="32060" y="30965"/>
                  <a:pt x="33499" y="30658"/>
                  <a:pt x="34803" y="30043"/>
                </a:cubicBezTo>
                <a:cubicBezTo>
                  <a:pt x="36108" y="29428"/>
                  <a:pt x="37316" y="28689"/>
                  <a:pt x="38430" y="27826"/>
                </a:cubicBezTo>
                <a:close/>
                <a:moveTo>
                  <a:pt x="73161" y="31330"/>
                </a:moveTo>
                <a:cubicBezTo>
                  <a:pt x="73161" y="35852"/>
                  <a:pt x="72136" y="39173"/>
                  <a:pt x="70084" y="41290"/>
                </a:cubicBezTo>
                <a:cubicBezTo>
                  <a:pt x="68032" y="43409"/>
                  <a:pt x="64875" y="44468"/>
                  <a:pt x="60613" y="44468"/>
                </a:cubicBezTo>
                <a:cubicBezTo>
                  <a:pt x="59198" y="44468"/>
                  <a:pt x="57818" y="44368"/>
                  <a:pt x="56474" y="44169"/>
                </a:cubicBezTo>
                <a:cubicBezTo>
                  <a:pt x="55130" y="43971"/>
                  <a:pt x="53806" y="43688"/>
                  <a:pt x="52502" y="43323"/>
                </a:cubicBezTo>
                <a:lnTo>
                  <a:pt x="52502" y="38742"/>
                </a:lnTo>
                <a:lnTo>
                  <a:pt x="52741" y="38742"/>
                </a:lnTo>
                <a:cubicBezTo>
                  <a:pt x="53472" y="39025"/>
                  <a:pt x="54633" y="39373"/>
                  <a:pt x="56224" y="39789"/>
                </a:cubicBezTo>
                <a:cubicBezTo>
                  <a:pt x="57814" y="40204"/>
                  <a:pt x="59404" y="40412"/>
                  <a:pt x="60995" y="40412"/>
                </a:cubicBezTo>
                <a:cubicBezTo>
                  <a:pt x="62522" y="40412"/>
                  <a:pt x="63786" y="40230"/>
                  <a:pt x="64788" y="39864"/>
                </a:cubicBezTo>
                <a:cubicBezTo>
                  <a:pt x="65790" y="39499"/>
                  <a:pt x="66569" y="38991"/>
                  <a:pt x="67126" y="38340"/>
                </a:cubicBezTo>
                <a:cubicBezTo>
                  <a:pt x="67682" y="37721"/>
                  <a:pt x="68080" y="36975"/>
                  <a:pt x="68319" y="36101"/>
                </a:cubicBezTo>
                <a:cubicBezTo>
                  <a:pt x="68557" y="35228"/>
                  <a:pt x="68676" y="34251"/>
                  <a:pt x="68676" y="33172"/>
                </a:cubicBezTo>
                <a:lnTo>
                  <a:pt x="68676" y="30742"/>
                </a:lnTo>
                <a:cubicBezTo>
                  <a:pt x="67325" y="31827"/>
                  <a:pt x="66032" y="32636"/>
                  <a:pt x="64800" y="33170"/>
                </a:cubicBezTo>
                <a:cubicBezTo>
                  <a:pt x="63567" y="33704"/>
                  <a:pt x="61997" y="33971"/>
                  <a:pt x="60088" y="33971"/>
                </a:cubicBezTo>
                <a:cubicBezTo>
                  <a:pt x="56907" y="33971"/>
                  <a:pt x="54383" y="32819"/>
                  <a:pt x="52514" y="30515"/>
                </a:cubicBezTo>
                <a:cubicBezTo>
                  <a:pt x="50645" y="28210"/>
                  <a:pt x="49711" y="24961"/>
                  <a:pt x="49711" y="20767"/>
                </a:cubicBezTo>
                <a:cubicBezTo>
                  <a:pt x="49711" y="18471"/>
                  <a:pt x="50033" y="16490"/>
                  <a:pt x="50677" y="14824"/>
                </a:cubicBezTo>
                <a:cubicBezTo>
                  <a:pt x="51321" y="13157"/>
                  <a:pt x="52200" y="11718"/>
                  <a:pt x="53313" y="10506"/>
                </a:cubicBezTo>
                <a:cubicBezTo>
                  <a:pt x="54347" y="9374"/>
                  <a:pt x="55603" y="8493"/>
                  <a:pt x="57082" y="7864"/>
                </a:cubicBezTo>
                <a:cubicBezTo>
                  <a:pt x="58561" y="7233"/>
                  <a:pt x="60033" y="6918"/>
                  <a:pt x="61496" y="6918"/>
                </a:cubicBezTo>
                <a:cubicBezTo>
                  <a:pt x="63038" y="6918"/>
                  <a:pt x="64331" y="7074"/>
                  <a:pt x="65372" y="7385"/>
                </a:cubicBezTo>
                <a:cubicBezTo>
                  <a:pt x="66414" y="7696"/>
                  <a:pt x="67515" y="8170"/>
                  <a:pt x="68676" y="8808"/>
                </a:cubicBezTo>
                <a:lnTo>
                  <a:pt x="68963" y="7682"/>
                </a:lnTo>
                <a:lnTo>
                  <a:pt x="73161" y="7682"/>
                </a:lnTo>
                <a:lnTo>
                  <a:pt x="73161" y="31330"/>
                </a:lnTo>
                <a:moveTo>
                  <a:pt x="68676" y="27046"/>
                </a:moveTo>
                <a:lnTo>
                  <a:pt x="68676" y="12480"/>
                </a:lnTo>
                <a:cubicBezTo>
                  <a:pt x="67484" y="11938"/>
                  <a:pt x="66374" y="11552"/>
                  <a:pt x="65349" y="11320"/>
                </a:cubicBezTo>
                <a:cubicBezTo>
                  <a:pt x="64323" y="11089"/>
                  <a:pt x="63301" y="10974"/>
                  <a:pt x="62283" y="10974"/>
                </a:cubicBezTo>
                <a:cubicBezTo>
                  <a:pt x="59818" y="10974"/>
                  <a:pt x="57878" y="11803"/>
                  <a:pt x="56462" y="13462"/>
                </a:cubicBezTo>
                <a:cubicBezTo>
                  <a:pt x="55047" y="15120"/>
                  <a:pt x="54339" y="17527"/>
                  <a:pt x="54339" y="20684"/>
                </a:cubicBezTo>
                <a:cubicBezTo>
                  <a:pt x="54339" y="23681"/>
                  <a:pt x="54864" y="25953"/>
                  <a:pt x="55913" y="27500"/>
                </a:cubicBezTo>
                <a:cubicBezTo>
                  <a:pt x="56963" y="29047"/>
                  <a:pt x="58705" y="29820"/>
                  <a:pt x="61138" y="29820"/>
                </a:cubicBezTo>
                <a:cubicBezTo>
                  <a:pt x="62442" y="29820"/>
                  <a:pt x="63750" y="29569"/>
                  <a:pt x="65062" y="29067"/>
                </a:cubicBezTo>
                <a:cubicBezTo>
                  <a:pt x="66374" y="28565"/>
                  <a:pt x="67579" y="27891"/>
                  <a:pt x="68676" y="27046"/>
                </a:cubicBezTo>
                <a:close/>
                <a:moveTo>
                  <a:pt x="108728" y="41510"/>
                </a:moveTo>
                <a:lnTo>
                  <a:pt x="77477" y="41510"/>
                </a:lnTo>
                <a:lnTo>
                  <a:pt x="77477" y="38647"/>
                </a:lnTo>
                <a:lnTo>
                  <a:pt x="108728" y="38647"/>
                </a:lnTo>
                <a:lnTo>
                  <a:pt x="108728" y="41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Text addr">
            <a:extLst xmlns:a="http://schemas.openxmlformats.org/drawingml/2006/main">
              <a:ext uri="{FF2B5EF4-FFF2-40B4-BE49-F238E27FC236}">
                <a16:creationId xmlns:a16="http://schemas.microsoft.com/office/drawing/2014/main" id="{EBDB6918-BD8D-453D-A882-0AC81D5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64" y="1746238"/>
            <a:ext cx="108800" cy="37883"/>
          </a:xfrm>
          <a:custGeom xmlns:a="http://schemas.openxmlformats.org/drawingml/2006/main">
            <a:pathLst>
              <a:path w="108800" h="37883">
                <a:moveTo>
                  <a:pt x="22639" y="37120"/>
                </a:moveTo>
                <a:lnTo>
                  <a:pt x="18178" y="37120"/>
                </a:lnTo>
                <a:lnTo>
                  <a:pt x="18178" y="34301"/>
                </a:lnTo>
                <a:cubicBezTo>
                  <a:pt x="17781" y="34571"/>
                  <a:pt x="17244" y="34950"/>
                  <a:pt x="16568" y="35435"/>
                </a:cubicBezTo>
                <a:cubicBezTo>
                  <a:pt x="15892" y="35921"/>
                  <a:pt x="15236" y="36307"/>
                  <a:pt x="14600" y="36594"/>
                </a:cubicBezTo>
                <a:cubicBezTo>
                  <a:pt x="13852" y="36960"/>
                  <a:pt x="12994" y="37266"/>
                  <a:pt x="12023" y="37513"/>
                </a:cubicBezTo>
                <a:cubicBezTo>
                  <a:pt x="11053" y="37760"/>
                  <a:pt x="9916" y="37883"/>
                  <a:pt x="8612" y="37883"/>
                </a:cubicBezTo>
                <a:cubicBezTo>
                  <a:pt x="6211" y="37883"/>
                  <a:pt x="4175" y="37087"/>
                  <a:pt x="2505" y="35495"/>
                </a:cubicBezTo>
                <a:cubicBezTo>
                  <a:pt x="835" y="33902"/>
                  <a:pt x="0" y="31872"/>
                  <a:pt x="0" y="29403"/>
                </a:cubicBezTo>
                <a:cubicBezTo>
                  <a:pt x="0" y="27381"/>
                  <a:pt x="433" y="25745"/>
                  <a:pt x="1300" y="24495"/>
                </a:cubicBezTo>
                <a:cubicBezTo>
                  <a:pt x="2167" y="23244"/>
                  <a:pt x="3403" y="22261"/>
                  <a:pt x="5010" y="21545"/>
                </a:cubicBezTo>
                <a:cubicBezTo>
                  <a:pt x="6632" y="20828"/>
                  <a:pt x="8580" y="20343"/>
                  <a:pt x="10855" y="20088"/>
                </a:cubicBezTo>
                <a:cubicBezTo>
                  <a:pt x="13129" y="19833"/>
                  <a:pt x="15570" y="19641"/>
                  <a:pt x="18178" y="19514"/>
                </a:cubicBezTo>
                <a:lnTo>
                  <a:pt x="18178" y="18816"/>
                </a:lnTo>
                <a:cubicBezTo>
                  <a:pt x="18178" y="17790"/>
                  <a:pt x="17999" y="16940"/>
                  <a:pt x="17642" y="16267"/>
                </a:cubicBezTo>
                <a:cubicBezTo>
                  <a:pt x="17284" y="15593"/>
                  <a:pt x="16771" y="15064"/>
                  <a:pt x="16103" y="14679"/>
                </a:cubicBezTo>
                <a:cubicBezTo>
                  <a:pt x="15467" y="14310"/>
                  <a:pt x="14703" y="14062"/>
                  <a:pt x="13813" y="13933"/>
                </a:cubicBezTo>
                <a:cubicBezTo>
                  <a:pt x="12922" y="13805"/>
                  <a:pt x="11992" y="13741"/>
                  <a:pt x="11021" y="13741"/>
                </a:cubicBezTo>
                <a:cubicBezTo>
                  <a:pt x="9845" y="13741"/>
                  <a:pt x="8533" y="13900"/>
                  <a:pt x="7085" y="14219"/>
                </a:cubicBezTo>
                <a:cubicBezTo>
                  <a:pt x="5638" y="14537"/>
                  <a:pt x="4143" y="14998"/>
                  <a:pt x="2600" y="15602"/>
                </a:cubicBezTo>
                <a:lnTo>
                  <a:pt x="2362" y="15602"/>
                </a:lnTo>
                <a:lnTo>
                  <a:pt x="2362" y="11045"/>
                </a:lnTo>
                <a:cubicBezTo>
                  <a:pt x="3236" y="10807"/>
                  <a:pt x="4501" y="10544"/>
                  <a:pt x="6155" y="10258"/>
                </a:cubicBezTo>
                <a:cubicBezTo>
                  <a:pt x="7809" y="9972"/>
                  <a:pt x="9439" y="9829"/>
                  <a:pt x="11045" y="9829"/>
                </a:cubicBezTo>
                <a:cubicBezTo>
                  <a:pt x="12922" y="9829"/>
                  <a:pt x="14556" y="9984"/>
                  <a:pt x="15948" y="10294"/>
                </a:cubicBezTo>
                <a:cubicBezTo>
                  <a:pt x="17339" y="10604"/>
                  <a:pt x="18544" y="11133"/>
                  <a:pt x="19562" y="11880"/>
                </a:cubicBezTo>
                <a:cubicBezTo>
                  <a:pt x="20564" y="12612"/>
                  <a:pt x="21327" y="13558"/>
                  <a:pt x="21852" y="14719"/>
                </a:cubicBezTo>
                <a:cubicBezTo>
                  <a:pt x="22377" y="15880"/>
                  <a:pt x="22639" y="17319"/>
                  <a:pt x="22639" y="19037"/>
                </a:cubicBezTo>
                <a:lnTo>
                  <a:pt x="22639" y="37120"/>
                </a:lnTo>
                <a:moveTo>
                  <a:pt x="18178" y="30593"/>
                </a:moveTo>
                <a:lnTo>
                  <a:pt x="18178" y="23140"/>
                </a:lnTo>
                <a:cubicBezTo>
                  <a:pt x="16811" y="23220"/>
                  <a:pt x="15200" y="23340"/>
                  <a:pt x="13347" y="23500"/>
                </a:cubicBezTo>
                <a:cubicBezTo>
                  <a:pt x="11495" y="23660"/>
                  <a:pt x="10027" y="23891"/>
                  <a:pt x="8946" y="24195"/>
                </a:cubicBezTo>
                <a:cubicBezTo>
                  <a:pt x="7658" y="24562"/>
                  <a:pt x="6616" y="25134"/>
                  <a:pt x="5821" y="25908"/>
                </a:cubicBezTo>
                <a:cubicBezTo>
                  <a:pt x="5026" y="26683"/>
                  <a:pt x="4628" y="27750"/>
                  <a:pt x="4628" y="29107"/>
                </a:cubicBezTo>
                <a:cubicBezTo>
                  <a:pt x="4628" y="30641"/>
                  <a:pt x="5089" y="31795"/>
                  <a:pt x="6012" y="32570"/>
                </a:cubicBezTo>
                <a:cubicBezTo>
                  <a:pt x="6934" y="33345"/>
                  <a:pt x="8342" y="33732"/>
                  <a:pt x="10234" y="33732"/>
                </a:cubicBezTo>
                <a:cubicBezTo>
                  <a:pt x="11809" y="33732"/>
                  <a:pt x="13248" y="33425"/>
                  <a:pt x="14552" y="32810"/>
                </a:cubicBezTo>
                <a:cubicBezTo>
                  <a:pt x="15856" y="32195"/>
                  <a:pt x="17065" y="31456"/>
                  <a:pt x="18178" y="30593"/>
                </a:cubicBezTo>
                <a:close/>
                <a:moveTo>
                  <a:pt x="52910" y="37120"/>
                </a:moveTo>
                <a:lnTo>
                  <a:pt x="48425" y="37120"/>
                </a:lnTo>
                <a:lnTo>
                  <a:pt x="48425" y="34344"/>
                </a:lnTo>
                <a:cubicBezTo>
                  <a:pt x="47136" y="35460"/>
                  <a:pt x="45793" y="36329"/>
                  <a:pt x="44393" y="36951"/>
                </a:cubicBezTo>
                <a:cubicBezTo>
                  <a:pt x="42993" y="37573"/>
                  <a:pt x="41475" y="37883"/>
                  <a:pt x="39836" y="37883"/>
                </a:cubicBezTo>
                <a:cubicBezTo>
                  <a:pt x="36656" y="37883"/>
                  <a:pt x="34131" y="36656"/>
                  <a:pt x="32262" y="34201"/>
                </a:cubicBezTo>
                <a:cubicBezTo>
                  <a:pt x="30393" y="31745"/>
                  <a:pt x="29459" y="28341"/>
                  <a:pt x="29459" y="23988"/>
                </a:cubicBezTo>
                <a:cubicBezTo>
                  <a:pt x="29459" y="21724"/>
                  <a:pt x="29781" y="19707"/>
                  <a:pt x="30425" y="17937"/>
                </a:cubicBezTo>
                <a:cubicBezTo>
                  <a:pt x="31069" y="16167"/>
                  <a:pt x="31940" y="14660"/>
                  <a:pt x="33038" y="13417"/>
                </a:cubicBezTo>
                <a:cubicBezTo>
                  <a:pt x="34119" y="12205"/>
                  <a:pt x="35379" y="11280"/>
                  <a:pt x="36819" y="10643"/>
                </a:cubicBezTo>
                <a:cubicBezTo>
                  <a:pt x="38258" y="10005"/>
                  <a:pt x="39749" y="9686"/>
                  <a:pt x="41292" y="9686"/>
                </a:cubicBezTo>
                <a:cubicBezTo>
                  <a:pt x="42691" y="9686"/>
                  <a:pt x="43932" y="9833"/>
                  <a:pt x="45013" y="10128"/>
                </a:cubicBezTo>
                <a:cubicBezTo>
                  <a:pt x="46095" y="10423"/>
                  <a:pt x="47232" y="10881"/>
                  <a:pt x="48425" y="11503"/>
                </a:cubicBezTo>
                <a:lnTo>
                  <a:pt x="48425" y="0"/>
                </a:lnTo>
                <a:lnTo>
                  <a:pt x="52910" y="0"/>
                </a:lnTo>
                <a:lnTo>
                  <a:pt x="52910" y="37120"/>
                </a:lnTo>
                <a:moveTo>
                  <a:pt x="48425" y="30560"/>
                </a:moveTo>
                <a:lnTo>
                  <a:pt x="48425" y="15268"/>
                </a:lnTo>
                <a:cubicBezTo>
                  <a:pt x="47216" y="14727"/>
                  <a:pt x="46134" y="14353"/>
                  <a:pt x="45180" y="14147"/>
                </a:cubicBezTo>
                <a:cubicBezTo>
                  <a:pt x="44226" y="13940"/>
                  <a:pt x="43184" y="13837"/>
                  <a:pt x="42055" y="13837"/>
                </a:cubicBezTo>
                <a:cubicBezTo>
                  <a:pt x="39542" y="13837"/>
                  <a:pt x="37586" y="14711"/>
                  <a:pt x="36187" y="16461"/>
                </a:cubicBezTo>
                <a:cubicBezTo>
                  <a:pt x="34787" y="18210"/>
                  <a:pt x="34087" y="20691"/>
                  <a:pt x="34087" y="23904"/>
                </a:cubicBezTo>
                <a:cubicBezTo>
                  <a:pt x="34087" y="27069"/>
                  <a:pt x="34628" y="29474"/>
                  <a:pt x="35709" y="31120"/>
                </a:cubicBezTo>
                <a:cubicBezTo>
                  <a:pt x="36791" y="32766"/>
                  <a:pt x="38524" y="33589"/>
                  <a:pt x="40910" y="33589"/>
                </a:cubicBezTo>
                <a:cubicBezTo>
                  <a:pt x="42182" y="33589"/>
                  <a:pt x="43471" y="33307"/>
                  <a:pt x="44775" y="32742"/>
                </a:cubicBezTo>
                <a:cubicBezTo>
                  <a:pt x="46079" y="32178"/>
                  <a:pt x="47295" y="31450"/>
                  <a:pt x="48425" y="30560"/>
                </a:cubicBezTo>
                <a:close/>
                <a:moveTo>
                  <a:pt x="83348" y="37120"/>
                </a:moveTo>
                <a:lnTo>
                  <a:pt x="78863" y="37120"/>
                </a:lnTo>
                <a:lnTo>
                  <a:pt x="78863" y="34344"/>
                </a:lnTo>
                <a:cubicBezTo>
                  <a:pt x="77575" y="35460"/>
                  <a:pt x="76231" y="36329"/>
                  <a:pt x="74831" y="36951"/>
                </a:cubicBezTo>
                <a:cubicBezTo>
                  <a:pt x="73432" y="37573"/>
                  <a:pt x="71913" y="37883"/>
                  <a:pt x="70275" y="37883"/>
                </a:cubicBezTo>
                <a:cubicBezTo>
                  <a:pt x="67094" y="37883"/>
                  <a:pt x="64569" y="36656"/>
                  <a:pt x="62700" y="34201"/>
                </a:cubicBezTo>
                <a:cubicBezTo>
                  <a:pt x="60832" y="31745"/>
                  <a:pt x="59897" y="28341"/>
                  <a:pt x="59897" y="23988"/>
                </a:cubicBezTo>
                <a:cubicBezTo>
                  <a:pt x="59897" y="21724"/>
                  <a:pt x="60219" y="19707"/>
                  <a:pt x="60863" y="17937"/>
                </a:cubicBezTo>
                <a:cubicBezTo>
                  <a:pt x="61507" y="16167"/>
                  <a:pt x="62378" y="14660"/>
                  <a:pt x="63476" y="13417"/>
                </a:cubicBezTo>
                <a:cubicBezTo>
                  <a:pt x="64557" y="12205"/>
                  <a:pt x="65817" y="11280"/>
                  <a:pt x="67257" y="10643"/>
                </a:cubicBezTo>
                <a:cubicBezTo>
                  <a:pt x="68696" y="10005"/>
                  <a:pt x="70187" y="9686"/>
                  <a:pt x="71730" y="9686"/>
                </a:cubicBezTo>
                <a:cubicBezTo>
                  <a:pt x="73129" y="9686"/>
                  <a:pt x="74370" y="9833"/>
                  <a:pt x="75451" y="10128"/>
                </a:cubicBezTo>
                <a:cubicBezTo>
                  <a:pt x="76533" y="10423"/>
                  <a:pt x="77670" y="10881"/>
                  <a:pt x="78863" y="11503"/>
                </a:cubicBezTo>
                <a:lnTo>
                  <a:pt x="78863" y="0"/>
                </a:lnTo>
                <a:lnTo>
                  <a:pt x="83348" y="0"/>
                </a:lnTo>
                <a:lnTo>
                  <a:pt x="83348" y="37120"/>
                </a:lnTo>
                <a:moveTo>
                  <a:pt x="78863" y="30560"/>
                </a:moveTo>
                <a:lnTo>
                  <a:pt x="78863" y="15268"/>
                </a:lnTo>
                <a:cubicBezTo>
                  <a:pt x="77654" y="14727"/>
                  <a:pt x="76573" y="14353"/>
                  <a:pt x="75618" y="14147"/>
                </a:cubicBezTo>
                <a:cubicBezTo>
                  <a:pt x="74664" y="13940"/>
                  <a:pt x="73622" y="13837"/>
                  <a:pt x="72493" y="13837"/>
                </a:cubicBezTo>
                <a:cubicBezTo>
                  <a:pt x="69980" y="13837"/>
                  <a:pt x="68024" y="14711"/>
                  <a:pt x="66625" y="16461"/>
                </a:cubicBezTo>
                <a:cubicBezTo>
                  <a:pt x="65225" y="18210"/>
                  <a:pt x="64525" y="20691"/>
                  <a:pt x="64525" y="23904"/>
                </a:cubicBezTo>
                <a:cubicBezTo>
                  <a:pt x="64525" y="27069"/>
                  <a:pt x="65066" y="29474"/>
                  <a:pt x="66147" y="31120"/>
                </a:cubicBezTo>
                <a:cubicBezTo>
                  <a:pt x="67229" y="32766"/>
                  <a:pt x="68962" y="33589"/>
                  <a:pt x="71348" y="33589"/>
                </a:cubicBezTo>
                <a:cubicBezTo>
                  <a:pt x="72620" y="33589"/>
                  <a:pt x="73909" y="33307"/>
                  <a:pt x="75213" y="32742"/>
                </a:cubicBezTo>
                <a:cubicBezTo>
                  <a:pt x="76517" y="32178"/>
                  <a:pt x="77734" y="31450"/>
                  <a:pt x="78863" y="30560"/>
                </a:cubicBezTo>
                <a:close/>
                <a:moveTo>
                  <a:pt x="108800" y="15316"/>
                </a:moveTo>
                <a:lnTo>
                  <a:pt x="108561" y="15316"/>
                </a:lnTo>
                <a:cubicBezTo>
                  <a:pt x="107893" y="15165"/>
                  <a:pt x="107245" y="15056"/>
                  <a:pt x="106617" y="14988"/>
                </a:cubicBezTo>
                <a:cubicBezTo>
                  <a:pt x="105989" y="14920"/>
                  <a:pt x="105245" y="14886"/>
                  <a:pt x="104386" y="14886"/>
                </a:cubicBezTo>
                <a:cubicBezTo>
                  <a:pt x="103003" y="14886"/>
                  <a:pt x="101667" y="15193"/>
                  <a:pt x="100379" y="15806"/>
                </a:cubicBezTo>
                <a:cubicBezTo>
                  <a:pt x="99090" y="16419"/>
                  <a:pt x="97850" y="17211"/>
                  <a:pt x="96657" y="18182"/>
                </a:cubicBezTo>
                <a:lnTo>
                  <a:pt x="96657" y="37120"/>
                </a:lnTo>
                <a:lnTo>
                  <a:pt x="92172" y="37120"/>
                </a:lnTo>
                <a:lnTo>
                  <a:pt x="92172" y="10449"/>
                </a:lnTo>
                <a:lnTo>
                  <a:pt x="96657" y="10449"/>
                </a:lnTo>
                <a:lnTo>
                  <a:pt x="96657" y="14389"/>
                </a:lnTo>
                <a:cubicBezTo>
                  <a:pt x="98438" y="12956"/>
                  <a:pt x="100009" y="11941"/>
                  <a:pt x="101369" y="11344"/>
                </a:cubicBezTo>
                <a:cubicBezTo>
                  <a:pt x="102728" y="10747"/>
                  <a:pt x="104116" y="10449"/>
                  <a:pt x="105532" y="10449"/>
                </a:cubicBezTo>
                <a:cubicBezTo>
                  <a:pt x="106311" y="10449"/>
                  <a:pt x="106875" y="10469"/>
                  <a:pt x="107225" y="10509"/>
                </a:cubicBezTo>
                <a:cubicBezTo>
                  <a:pt x="107575" y="10548"/>
                  <a:pt x="108100" y="10623"/>
                  <a:pt x="108800" y="10734"/>
                </a:cubicBezTo>
                <a:lnTo>
                  <a:pt x="108800" y="15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612F7-C462-4610-B9F6-F2D4E9C0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911" y="1870161"/>
            <a:ext cx="10" cy="263503"/>
          </a:xfrm>
          <a:custGeom xmlns:a="http://schemas.openxmlformats.org/drawingml/2006/main">
            <a:pathLst>
              <a:path w="1" h="263503" fill="none">
                <a:moveTo>
                  <a:pt x="0" y="0"/>
                </a:moveTo>
                <a:lnTo>
                  <a:pt x="0" y="26350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99849-2556-4F44-B707-4970016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69" y="2133664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3F624-9ADB-4A46-AED4-DA1D6C9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69" y="2133664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4016A-A669-4209-A299-68A79197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399" y="1750786"/>
            <a:ext cx="393138" cy="10"/>
          </a:xfrm>
          <a:custGeom xmlns:a="http://schemas.openxmlformats.org/drawingml/2006/main">
            <a:pathLst>
              <a:path w="393138" h="1" fill="none">
                <a:moveTo>
                  <a:pt x="3931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F104C-CE85-4CA5-AFCF-5B69C72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71" y="1742643"/>
            <a:ext cx="24429" cy="16286"/>
          </a:xfrm>
          <a:custGeom xmlns:a="http://schemas.openxmlformats.org/drawingml/2006/main">
            <a:pathLst>
              <a:path w="24429" h="16286">
                <a:moveTo>
                  <a:pt x="0" y="8143"/>
                </a:moveTo>
                <a:lnTo>
                  <a:pt x="24429" y="0"/>
                </a:lnTo>
                <a:lnTo>
                  <a:pt x="24429" y="16286"/>
                </a:lnTo>
                <a:lnTo>
                  <a:pt x="0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1C635-2B4E-4EE3-830A-F1342DE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71" y="1742643"/>
            <a:ext cx="24429" cy="16286"/>
          </a:xfrm>
          <a:custGeom xmlns:a="http://schemas.openxmlformats.org/drawingml/2006/main">
            <a:pathLst>
              <a:path w="24429" h="16286" fill="none">
                <a:moveTo>
                  <a:pt x="0" y="8143"/>
                </a:moveTo>
                <a:lnTo>
                  <a:pt x="24429" y="0"/>
                </a:lnTo>
                <a:lnTo>
                  <a:pt x="24429" y="16286"/>
                </a:lnTo>
                <a:lnTo>
                  <a:pt x="0" y="81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F8719-1075-47BC-8B5B-A4FB94F8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485" y="1777701"/>
            <a:ext cx="238663" cy="238663"/>
          </a:xfrm>
          <a:custGeom xmlns:a="http://schemas.openxmlformats.org/drawingml/2006/main">
            <a:pathLst>
              <a:path w="238663" h="238663">
                <a:moveTo>
                  <a:pt x="238663" y="119331"/>
                </a:moveTo>
                <a:cubicBezTo>
                  <a:pt x="238662" y="127167"/>
                  <a:pt x="237898" y="134927"/>
                  <a:pt x="236369" y="142611"/>
                </a:cubicBezTo>
                <a:cubicBezTo>
                  <a:pt x="234840" y="150296"/>
                  <a:pt x="232576" y="157758"/>
                  <a:pt x="229578" y="164997"/>
                </a:cubicBezTo>
                <a:cubicBezTo>
                  <a:pt x="226579" y="172236"/>
                  <a:pt x="222904" y="179113"/>
                  <a:pt x="218550" y="185628"/>
                </a:cubicBezTo>
                <a:cubicBezTo>
                  <a:pt x="214197" y="192143"/>
                  <a:pt x="209251" y="198171"/>
                  <a:pt x="203711" y="203711"/>
                </a:cubicBezTo>
                <a:cubicBezTo>
                  <a:pt x="198170" y="209252"/>
                  <a:pt x="192143" y="214198"/>
                  <a:pt x="185627" y="218551"/>
                </a:cubicBezTo>
                <a:cubicBezTo>
                  <a:pt x="179112" y="222904"/>
                  <a:pt x="172235" y="226580"/>
                  <a:pt x="164996" y="229579"/>
                </a:cubicBezTo>
                <a:cubicBezTo>
                  <a:pt x="157757" y="232577"/>
                  <a:pt x="150295" y="234841"/>
                  <a:pt x="142611" y="236370"/>
                </a:cubicBezTo>
                <a:cubicBezTo>
                  <a:pt x="134926" y="237898"/>
                  <a:pt x="127166" y="238662"/>
                  <a:pt x="119331" y="238663"/>
                </a:cubicBezTo>
                <a:cubicBezTo>
                  <a:pt x="111495" y="238662"/>
                  <a:pt x="103735" y="237898"/>
                  <a:pt x="96050" y="236370"/>
                </a:cubicBezTo>
                <a:cubicBezTo>
                  <a:pt x="88365" y="234841"/>
                  <a:pt x="80903" y="232577"/>
                  <a:pt x="73664" y="229579"/>
                </a:cubicBezTo>
                <a:cubicBezTo>
                  <a:pt x="66425" y="226580"/>
                  <a:pt x="59549" y="222904"/>
                  <a:pt x="53034" y="218551"/>
                </a:cubicBezTo>
                <a:cubicBezTo>
                  <a:pt x="46518" y="214198"/>
                  <a:pt x="40490" y="209252"/>
                  <a:pt x="34951" y="203711"/>
                </a:cubicBezTo>
                <a:cubicBezTo>
                  <a:pt x="29410" y="198171"/>
                  <a:pt x="24463" y="192143"/>
                  <a:pt x="20110" y="185628"/>
                </a:cubicBezTo>
                <a:cubicBezTo>
                  <a:pt x="15756" y="179113"/>
                  <a:pt x="12081" y="172236"/>
                  <a:pt x="9083" y="164997"/>
                </a:cubicBezTo>
                <a:cubicBezTo>
                  <a:pt x="6084" y="157758"/>
                  <a:pt x="3820" y="150296"/>
                  <a:pt x="2292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0" y="88366"/>
                  <a:pt x="6084" y="80904"/>
                  <a:pt x="9083" y="73665"/>
                </a:cubicBezTo>
                <a:cubicBezTo>
                  <a:pt x="12081" y="66426"/>
                  <a:pt x="15756" y="59549"/>
                  <a:pt x="20110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0" y="29411"/>
                  <a:pt x="46518" y="24464"/>
                  <a:pt x="53034" y="20111"/>
                </a:cubicBezTo>
                <a:cubicBezTo>
                  <a:pt x="59549" y="15758"/>
                  <a:pt x="66425" y="12082"/>
                  <a:pt x="73664" y="9083"/>
                </a:cubicBezTo>
                <a:cubicBezTo>
                  <a:pt x="80903" y="6085"/>
                  <a:pt x="88365" y="3821"/>
                  <a:pt x="96049" y="2293"/>
                </a:cubicBezTo>
                <a:cubicBezTo>
                  <a:pt x="103734" y="764"/>
                  <a:pt x="111495" y="0"/>
                  <a:pt x="119331" y="0"/>
                </a:cubicBezTo>
                <a:cubicBezTo>
                  <a:pt x="127166" y="0"/>
                  <a:pt x="134926" y="764"/>
                  <a:pt x="142611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5" y="12082"/>
                  <a:pt x="179112" y="15758"/>
                  <a:pt x="185627" y="20111"/>
                </a:cubicBezTo>
                <a:cubicBezTo>
                  <a:pt x="192142" y="24464"/>
                  <a:pt x="198170" y="29411"/>
                  <a:pt x="203710" y="34951"/>
                </a:cubicBezTo>
                <a:cubicBezTo>
                  <a:pt x="209251" y="40492"/>
                  <a:pt x="214197" y="46519"/>
                  <a:pt x="218550" y="53034"/>
                </a:cubicBezTo>
                <a:cubicBezTo>
                  <a:pt x="222904" y="59549"/>
                  <a:pt x="226579" y="66426"/>
                  <a:pt x="229578" y="73665"/>
                </a:cubicBezTo>
                <a:cubicBezTo>
                  <a:pt x="232576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2C09C-38A6-43A1-8A8E-752969B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485" y="1777701"/>
            <a:ext cx="238663" cy="238663"/>
          </a:xfrm>
          <a:custGeom xmlns:a="http://schemas.openxmlformats.org/drawingml/2006/main">
            <a:pathLst>
              <a:path w="238663" h="238663" fill="none">
                <a:moveTo>
                  <a:pt x="238663" y="119331"/>
                </a:moveTo>
                <a:cubicBezTo>
                  <a:pt x="238662" y="127167"/>
                  <a:pt x="237898" y="134927"/>
                  <a:pt x="236369" y="142611"/>
                </a:cubicBezTo>
                <a:cubicBezTo>
                  <a:pt x="234840" y="150296"/>
                  <a:pt x="232576" y="157758"/>
                  <a:pt x="229578" y="164997"/>
                </a:cubicBezTo>
                <a:cubicBezTo>
                  <a:pt x="226579" y="172236"/>
                  <a:pt x="222904" y="179113"/>
                  <a:pt x="218550" y="185628"/>
                </a:cubicBezTo>
                <a:cubicBezTo>
                  <a:pt x="214197" y="192143"/>
                  <a:pt x="209251" y="198171"/>
                  <a:pt x="203711" y="203711"/>
                </a:cubicBezTo>
                <a:cubicBezTo>
                  <a:pt x="198170" y="209252"/>
                  <a:pt x="192143" y="214198"/>
                  <a:pt x="185627" y="218551"/>
                </a:cubicBezTo>
                <a:cubicBezTo>
                  <a:pt x="179112" y="222904"/>
                  <a:pt x="172235" y="226580"/>
                  <a:pt x="164996" y="229579"/>
                </a:cubicBezTo>
                <a:cubicBezTo>
                  <a:pt x="157757" y="232577"/>
                  <a:pt x="150295" y="234841"/>
                  <a:pt x="142611" y="236370"/>
                </a:cubicBezTo>
                <a:cubicBezTo>
                  <a:pt x="134926" y="237898"/>
                  <a:pt x="127166" y="238662"/>
                  <a:pt x="119331" y="238663"/>
                </a:cubicBezTo>
                <a:cubicBezTo>
                  <a:pt x="111495" y="238662"/>
                  <a:pt x="103735" y="237898"/>
                  <a:pt x="96050" y="236370"/>
                </a:cubicBezTo>
                <a:cubicBezTo>
                  <a:pt x="88365" y="234841"/>
                  <a:pt x="80903" y="232577"/>
                  <a:pt x="73664" y="229579"/>
                </a:cubicBezTo>
                <a:cubicBezTo>
                  <a:pt x="66425" y="226580"/>
                  <a:pt x="59549" y="222904"/>
                  <a:pt x="53034" y="218551"/>
                </a:cubicBezTo>
                <a:cubicBezTo>
                  <a:pt x="46518" y="214198"/>
                  <a:pt x="40490" y="209252"/>
                  <a:pt x="34951" y="203711"/>
                </a:cubicBezTo>
                <a:cubicBezTo>
                  <a:pt x="29410" y="198171"/>
                  <a:pt x="24463" y="192143"/>
                  <a:pt x="20110" y="185628"/>
                </a:cubicBezTo>
                <a:cubicBezTo>
                  <a:pt x="15756" y="179113"/>
                  <a:pt x="12081" y="172236"/>
                  <a:pt x="9083" y="164997"/>
                </a:cubicBezTo>
                <a:cubicBezTo>
                  <a:pt x="6084" y="157758"/>
                  <a:pt x="3820" y="150296"/>
                  <a:pt x="2292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0" y="88366"/>
                  <a:pt x="6084" y="80904"/>
                  <a:pt x="9083" y="73665"/>
                </a:cubicBezTo>
                <a:cubicBezTo>
                  <a:pt x="12081" y="66426"/>
                  <a:pt x="15756" y="59549"/>
                  <a:pt x="20110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0" y="29411"/>
                  <a:pt x="46518" y="24464"/>
                  <a:pt x="53034" y="20111"/>
                </a:cubicBezTo>
                <a:cubicBezTo>
                  <a:pt x="59549" y="15758"/>
                  <a:pt x="66425" y="12082"/>
                  <a:pt x="73664" y="9083"/>
                </a:cubicBezTo>
                <a:cubicBezTo>
                  <a:pt x="80903" y="6085"/>
                  <a:pt x="88365" y="3821"/>
                  <a:pt x="96049" y="2293"/>
                </a:cubicBezTo>
                <a:cubicBezTo>
                  <a:pt x="103734" y="764"/>
                  <a:pt x="111495" y="0"/>
                  <a:pt x="119331" y="0"/>
                </a:cubicBezTo>
                <a:cubicBezTo>
                  <a:pt x="127166" y="0"/>
                  <a:pt x="134926" y="764"/>
                  <a:pt x="142611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5" y="12082"/>
                  <a:pt x="179112" y="15758"/>
                  <a:pt x="185627" y="20111"/>
                </a:cubicBezTo>
                <a:cubicBezTo>
                  <a:pt x="192142" y="24464"/>
                  <a:pt x="198170" y="29411"/>
                  <a:pt x="203710" y="34951"/>
                </a:cubicBezTo>
                <a:cubicBezTo>
                  <a:pt x="209251" y="40492"/>
                  <a:pt x="214197" y="46519"/>
                  <a:pt x="218550" y="53034"/>
                </a:cubicBezTo>
                <a:cubicBezTo>
                  <a:pt x="222904" y="59549"/>
                  <a:pt x="226579" y="66426"/>
                  <a:pt x="229578" y="73665"/>
                </a:cubicBezTo>
                <a:cubicBezTo>
                  <a:pt x="232576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80" name="Text comp">
            <a:extLst xmlns:a="http://schemas.openxmlformats.org/drawingml/2006/main">
              <a:ext uri="{FF2B5EF4-FFF2-40B4-BE49-F238E27FC236}">
                <a16:creationId xmlns:a16="http://schemas.microsoft.com/office/drawing/2014/main" id="{03EE61E9-D10E-4F51-A1F9-3668E37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045" y="1853637"/>
            <a:ext cx="128009" cy="37263"/>
          </a:xfrm>
          <a:custGeom xmlns:a="http://schemas.openxmlformats.org/drawingml/2006/main">
            <a:pathLst>
              <a:path w="128009" h="37263">
                <a:moveTo>
                  <a:pt x="21614" y="25788"/>
                </a:moveTo>
                <a:cubicBezTo>
                  <a:pt x="20119" y="26504"/>
                  <a:pt x="18699" y="27061"/>
                  <a:pt x="17355" y="27458"/>
                </a:cubicBezTo>
                <a:cubicBezTo>
                  <a:pt x="16011" y="27856"/>
                  <a:pt x="14584" y="28055"/>
                  <a:pt x="13073" y="28055"/>
                </a:cubicBezTo>
                <a:cubicBezTo>
                  <a:pt x="11149" y="28055"/>
                  <a:pt x="9383" y="27772"/>
                  <a:pt x="7777" y="27206"/>
                </a:cubicBezTo>
                <a:cubicBezTo>
                  <a:pt x="6171" y="26641"/>
                  <a:pt x="4795" y="25784"/>
                  <a:pt x="3650" y="24637"/>
                </a:cubicBezTo>
                <a:cubicBezTo>
                  <a:pt x="2489" y="23490"/>
                  <a:pt x="1590" y="22041"/>
                  <a:pt x="954" y="20288"/>
                </a:cubicBezTo>
                <a:cubicBezTo>
                  <a:pt x="318" y="18536"/>
                  <a:pt x="0" y="16489"/>
                  <a:pt x="0" y="14147"/>
                </a:cubicBezTo>
                <a:cubicBezTo>
                  <a:pt x="0" y="9781"/>
                  <a:pt x="1197" y="6356"/>
                  <a:pt x="3590" y="3871"/>
                </a:cubicBezTo>
                <a:cubicBezTo>
                  <a:pt x="5984" y="1386"/>
                  <a:pt x="9145" y="143"/>
                  <a:pt x="13073" y="143"/>
                </a:cubicBezTo>
                <a:cubicBezTo>
                  <a:pt x="14600" y="143"/>
                  <a:pt x="16099" y="358"/>
                  <a:pt x="17570" y="787"/>
                </a:cubicBezTo>
                <a:cubicBezTo>
                  <a:pt x="19041" y="1217"/>
                  <a:pt x="20389" y="1741"/>
                  <a:pt x="21614" y="2362"/>
                </a:cubicBezTo>
                <a:lnTo>
                  <a:pt x="21614" y="7348"/>
                </a:lnTo>
                <a:lnTo>
                  <a:pt x="21375" y="7348"/>
                </a:lnTo>
                <a:cubicBezTo>
                  <a:pt x="20007" y="6290"/>
                  <a:pt x="18596" y="5476"/>
                  <a:pt x="17141" y="4908"/>
                </a:cubicBezTo>
                <a:cubicBezTo>
                  <a:pt x="15685" y="4340"/>
                  <a:pt x="14266" y="4056"/>
                  <a:pt x="12882" y="4056"/>
                </a:cubicBezTo>
                <a:cubicBezTo>
                  <a:pt x="10338" y="4056"/>
                  <a:pt x="8330" y="4910"/>
                  <a:pt x="6859" y="6620"/>
                </a:cubicBezTo>
                <a:cubicBezTo>
                  <a:pt x="5387" y="8330"/>
                  <a:pt x="4652" y="10839"/>
                  <a:pt x="4652" y="14147"/>
                </a:cubicBezTo>
                <a:cubicBezTo>
                  <a:pt x="4652" y="17359"/>
                  <a:pt x="5372" y="19828"/>
                  <a:pt x="6811" y="21554"/>
                </a:cubicBezTo>
                <a:cubicBezTo>
                  <a:pt x="8250" y="23280"/>
                  <a:pt x="10274" y="24142"/>
                  <a:pt x="12882" y="24142"/>
                </a:cubicBezTo>
                <a:cubicBezTo>
                  <a:pt x="13789" y="24142"/>
                  <a:pt x="14711" y="24024"/>
                  <a:pt x="15650" y="23787"/>
                </a:cubicBezTo>
                <a:cubicBezTo>
                  <a:pt x="16588" y="23550"/>
                  <a:pt x="17431" y="23242"/>
                  <a:pt x="18178" y="22863"/>
                </a:cubicBezTo>
                <a:cubicBezTo>
                  <a:pt x="18830" y="22532"/>
                  <a:pt x="19443" y="22180"/>
                  <a:pt x="20015" y="21810"/>
                </a:cubicBezTo>
                <a:cubicBezTo>
                  <a:pt x="20588" y="21438"/>
                  <a:pt x="21041" y="21119"/>
                  <a:pt x="21375" y="20850"/>
                </a:cubicBezTo>
                <a:lnTo>
                  <a:pt x="21614" y="20850"/>
                </a:lnTo>
                <a:lnTo>
                  <a:pt x="21614" y="25788"/>
                </a:lnTo>
                <a:close/>
                <a:moveTo>
                  <a:pt x="50074" y="14111"/>
                </a:moveTo>
                <a:cubicBezTo>
                  <a:pt x="50074" y="18464"/>
                  <a:pt x="48961" y="21900"/>
                  <a:pt x="46734" y="24419"/>
                </a:cubicBezTo>
                <a:cubicBezTo>
                  <a:pt x="44508" y="26938"/>
                  <a:pt x="41526" y="28198"/>
                  <a:pt x="37788" y="28198"/>
                </a:cubicBezTo>
                <a:cubicBezTo>
                  <a:pt x="34019" y="28198"/>
                  <a:pt x="31025" y="26938"/>
                  <a:pt x="28807" y="24419"/>
                </a:cubicBezTo>
                <a:cubicBezTo>
                  <a:pt x="26588" y="21900"/>
                  <a:pt x="25479" y="18464"/>
                  <a:pt x="25479" y="14111"/>
                </a:cubicBezTo>
                <a:cubicBezTo>
                  <a:pt x="25479" y="9758"/>
                  <a:pt x="26588" y="6318"/>
                  <a:pt x="28807" y="3791"/>
                </a:cubicBezTo>
                <a:cubicBezTo>
                  <a:pt x="31025" y="1264"/>
                  <a:pt x="34019" y="0"/>
                  <a:pt x="37788" y="0"/>
                </a:cubicBezTo>
                <a:cubicBezTo>
                  <a:pt x="41526" y="0"/>
                  <a:pt x="44508" y="1264"/>
                  <a:pt x="46734" y="3791"/>
                </a:cubicBezTo>
                <a:cubicBezTo>
                  <a:pt x="48961" y="6318"/>
                  <a:pt x="50074" y="9758"/>
                  <a:pt x="50074" y="14111"/>
                </a:cubicBezTo>
                <a:moveTo>
                  <a:pt x="45446" y="14111"/>
                </a:moveTo>
                <a:cubicBezTo>
                  <a:pt x="45446" y="10664"/>
                  <a:pt x="44770" y="8102"/>
                  <a:pt x="43419" y="6426"/>
                </a:cubicBezTo>
                <a:cubicBezTo>
                  <a:pt x="42067" y="4750"/>
                  <a:pt x="40190" y="3912"/>
                  <a:pt x="37788" y="3912"/>
                </a:cubicBezTo>
                <a:cubicBezTo>
                  <a:pt x="35355" y="3912"/>
                  <a:pt x="33467" y="4750"/>
                  <a:pt x="32123" y="6426"/>
                </a:cubicBezTo>
                <a:cubicBezTo>
                  <a:pt x="30779" y="8102"/>
                  <a:pt x="30107" y="10664"/>
                  <a:pt x="30107" y="14111"/>
                </a:cubicBezTo>
                <a:cubicBezTo>
                  <a:pt x="30107" y="17447"/>
                  <a:pt x="30783" y="19976"/>
                  <a:pt x="32135" y="21700"/>
                </a:cubicBezTo>
                <a:cubicBezTo>
                  <a:pt x="33486" y="23424"/>
                  <a:pt x="35371" y="24285"/>
                  <a:pt x="37788" y="24285"/>
                </a:cubicBezTo>
                <a:cubicBezTo>
                  <a:pt x="40174" y="24285"/>
                  <a:pt x="42047" y="23432"/>
                  <a:pt x="43407" y="21724"/>
                </a:cubicBezTo>
                <a:cubicBezTo>
                  <a:pt x="44766" y="20016"/>
                  <a:pt x="45446" y="17479"/>
                  <a:pt x="45446" y="14111"/>
                </a:cubicBezTo>
                <a:close/>
                <a:moveTo>
                  <a:pt x="95904" y="27434"/>
                </a:moveTo>
                <a:lnTo>
                  <a:pt x="91420" y="27434"/>
                </a:lnTo>
                <a:lnTo>
                  <a:pt x="91420" y="12246"/>
                </a:lnTo>
                <a:cubicBezTo>
                  <a:pt x="91420" y="11100"/>
                  <a:pt x="91368" y="9994"/>
                  <a:pt x="91264" y="8927"/>
                </a:cubicBezTo>
                <a:cubicBezTo>
                  <a:pt x="91161" y="7860"/>
                  <a:pt x="90942" y="7008"/>
                  <a:pt x="90608" y="6372"/>
                </a:cubicBezTo>
                <a:cubicBezTo>
                  <a:pt x="90243" y="5687"/>
                  <a:pt x="89718" y="5170"/>
                  <a:pt x="89034" y="4820"/>
                </a:cubicBezTo>
                <a:cubicBezTo>
                  <a:pt x="88350" y="4469"/>
                  <a:pt x="87364" y="4294"/>
                  <a:pt x="86076" y="4294"/>
                </a:cubicBezTo>
                <a:cubicBezTo>
                  <a:pt x="84819" y="4294"/>
                  <a:pt x="83563" y="4609"/>
                  <a:pt x="82307" y="5238"/>
                </a:cubicBezTo>
                <a:cubicBezTo>
                  <a:pt x="81050" y="5867"/>
                  <a:pt x="79794" y="6667"/>
                  <a:pt x="78537" y="7638"/>
                </a:cubicBezTo>
                <a:cubicBezTo>
                  <a:pt x="78585" y="8003"/>
                  <a:pt x="78625" y="8429"/>
                  <a:pt x="78657" y="8915"/>
                </a:cubicBezTo>
                <a:cubicBezTo>
                  <a:pt x="78688" y="9400"/>
                  <a:pt x="78704" y="9882"/>
                  <a:pt x="78704" y="10359"/>
                </a:cubicBezTo>
                <a:lnTo>
                  <a:pt x="78704" y="27434"/>
                </a:lnTo>
                <a:lnTo>
                  <a:pt x="74219" y="27434"/>
                </a:lnTo>
                <a:lnTo>
                  <a:pt x="74219" y="12246"/>
                </a:lnTo>
                <a:cubicBezTo>
                  <a:pt x="74219" y="11068"/>
                  <a:pt x="74168" y="9950"/>
                  <a:pt x="74064" y="8892"/>
                </a:cubicBezTo>
                <a:cubicBezTo>
                  <a:pt x="73961" y="7832"/>
                  <a:pt x="73742" y="6985"/>
                  <a:pt x="73408" y="6348"/>
                </a:cubicBezTo>
                <a:cubicBezTo>
                  <a:pt x="73042" y="5663"/>
                  <a:pt x="72518" y="5150"/>
                  <a:pt x="71834" y="4808"/>
                </a:cubicBezTo>
                <a:cubicBezTo>
                  <a:pt x="71150" y="4465"/>
                  <a:pt x="70164" y="4294"/>
                  <a:pt x="68876" y="4294"/>
                </a:cubicBezTo>
                <a:cubicBezTo>
                  <a:pt x="67651" y="4294"/>
                  <a:pt x="66422" y="4597"/>
                  <a:pt x="65190" y="5202"/>
                </a:cubicBezTo>
                <a:cubicBezTo>
                  <a:pt x="63957" y="5807"/>
                  <a:pt x="62729" y="6579"/>
                  <a:pt x="61504" y="7518"/>
                </a:cubicBezTo>
                <a:lnTo>
                  <a:pt x="61504" y="27434"/>
                </a:lnTo>
                <a:lnTo>
                  <a:pt x="57019" y="27434"/>
                </a:lnTo>
                <a:lnTo>
                  <a:pt x="57019" y="763"/>
                </a:lnTo>
                <a:lnTo>
                  <a:pt x="61504" y="763"/>
                </a:lnTo>
                <a:lnTo>
                  <a:pt x="61504" y="3725"/>
                </a:lnTo>
                <a:cubicBezTo>
                  <a:pt x="62904" y="2555"/>
                  <a:pt x="64299" y="1642"/>
                  <a:pt x="65691" y="986"/>
                </a:cubicBezTo>
                <a:cubicBezTo>
                  <a:pt x="67082" y="329"/>
                  <a:pt x="68565" y="0"/>
                  <a:pt x="70140" y="0"/>
                </a:cubicBezTo>
                <a:cubicBezTo>
                  <a:pt x="71953" y="0"/>
                  <a:pt x="73492" y="384"/>
                  <a:pt x="74756" y="1153"/>
                </a:cubicBezTo>
                <a:cubicBezTo>
                  <a:pt x="76020" y="1920"/>
                  <a:pt x="76963" y="2984"/>
                  <a:pt x="77583" y="4345"/>
                </a:cubicBezTo>
                <a:cubicBezTo>
                  <a:pt x="79396" y="2809"/>
                  <a:pt x="81050" y="1700"/>
                  <a:pt x="82545" y="1021"/>
                </a:cubicBezTo>
                <a:cubicBezTo>
                  <a:pt x="84040" y="340"/>
                  <a:pt x="85638" y="0"/>
                  <a:pt x="87340" y="0"/>
                </a:cubicBezTo>
                <a:cubicBezTo>
                  <a:pt x="90266" y="0"/>
                  <a:pt x="92425" y="888"/>
                  <a:pt x="93817" y="2664"/>
                </a:cubicBezTo>
                <a:cubicBezTo>
                  <a:pt x="95209" y="4441"/>
                  <a:pt x="95904" y="6922"/>
                  <a:pt x="95904" y="10109"/>
                </a:cubicBezTo>
                <a:lnTo>
                  <a:pt x="95904" y="27434"/>
                </a:lnTo>
                <a:close/>
                <a:moveTo>
                  <a:pt x="128009" y="13765"/>
                </a:moveTo>
                <a:cubicBezTo>
                  <a:pt x="128009" y="15931"/>
                  <a:pt x="127699" y="17911"/>
                  <a:pt x="127078" y="19703"/>
                </a:cubicBezTo>
                <a:cubicBezTo>
                  <a:pt x="126458" y="21495"/>
                  <a:pt x="125583" y="23013"/>
                  <a:pt x="124454" y="24256"/>
                </a:cubicBezTo>
                <a:cubicBezTo>
                  <a:pt x="123404" y="25435"/>
                  <a:pt x="122168" y="26347"/>
                  <a:pt x="120745" y="26992"/>
                </a:cubicBezTo>
                <a:cubicBezTo>
                  <a:pt x="119321" y="27637"/>
                  <a:pt x="117814" y="27959"/>
                  <a:pt x="116224" y="27959"/>
                </a:cubicBezTo>
                <a:cubicBezTo>
                  <a:pt x="114840" y="27959"/>
                  <a:pt x="113588" y="27808"/>
                  <a:pt x="112466" y="27505"/>
                </a:cubicBezTo>
                <a:cubicBezTo>
                  <a:pt x="111345" y="27203"/>
                  <a:pt x="110204" y="26733"/>
                  <a:pt x="109043" y="26096"/>
                </a:cubicBezTo>
                <a:lnTo>
                  <a:pt x="109043" y="37263"/>
                </a:lnTo>
                <a:lnTo>
                  <a:pt x="104558" y="37263"/>
                </a:lnTo>
                <a:lnTo>
                  <a:pt x="104558" y="763"/>
                </a:lnTo>
                <a:lnTo>
                  <a:pt x="109043" y="763"/>
                </a:lnTo>
                <a:lnTo>
                  <a:pt x="109043" y="3537"/>
                </a:lnTo>
                <a:cubicBezTo>
                  <a:pt x="110236" y="2533"/>
                  <a:pt x="111576" y="1693"/>
                  <a:pt x="113063" y="1016"/>
                </a:cubicBezTo>
                <a:cubicBezTo>
                  <a:pt x="114550" y="339"/>
                  <a:pt x="116136" y="0"/>
                  <a:pt x="117822" y="0"/>
                </a:cubicBezTo>
                <a:cubicBezTo>
                  <a:pt x="121035" y="0"/>
                  <a:pt x="123536" y="1215"/>
                  <a:pt x="125325" y="3645"/>
                </a:cubicBezTo>
                <a:cubicBezTo>
                  <a:pt x="127114" y="6074"/>
                  <a:pt x="128009" y="9447"/>
                  <a:pt x="128009" y="13765"/>
                </a:cubicBezTo>
                <a:moveTo>
                  <a:pt x="123381" y="13884"/>
                </a:moveTo>
                <a:cubicBezTo>
                  <a:pt x="123381" y="10672"/>
                  <a:pt x="122832" y="8270"/>
                  <a:pt x="121735" y="6680"/>
                </a:cubicBezTo>
                <a:cubicBezTo>
                  <a:pt x="120637" y="5089"/>
                  <a:pt x="118951" y="4294"/>
                  <a:pt x="116677" y="4294"/>
                </a:cubicBezTo>
                <a:cubicBezTo>
                  <a:pt x="115389" y="4294"/>
                  <a:pt x="114093" y="4572"/>
                  <a:pt x="112789" y="5129"/>
                </a:cubicBezTo>
                <a:cubicBezTo>
                  <a:pt x="111484" y="5686"/>
                  <a:pt x="110236" y="6417"/>
                  <a:pt x="109043" y="7324"/>
                </a:cubicBezTo>
                <a:lnTo>
                  <a:pt x="109043" y="22425"/>
                </a:lnTo>
                <a:cubicBezTo>
                  <a:pt x="110315" y="22997"/>
                  <a:pt x="111409" y="23387"/>
                  <a:pt x="112323" y="23594"/>
                </a:cubicBezTo>
                <a:cubicBezTo>
                  <a:pt x="113238" y="23800"/>
                  <a:pt x="114276" y="23904"/>
                  <a:pt x="115437" y="23904"/>
                </a:cubicBezTo>
                <a:cubicBezTo>
                  <a:pt x="117933" y="23904"/>
                  <a:pt x="119882" y="23061"/>
                  <a:pt x="121281" y="21375"/>
                </a:cubicBezTo>
                <a:cubicBezTo>
                  <a:pt x="122681" y="19689"/>
                  <a:pt x="123381" y="17192"/>
                  <a:pt x="123381" y="138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Text lete">
            <a:extLst xmlns:a="http://schemas.openxmlformats.org/drawingml/2006/main">
              <a:ext uri="{FF2B5EF4-FFF2-40B4-BE49-F238E27FC236}">
                <a16:creationId xmlns:a16="http://schemas.microsoft.com/office/drawing/2014/main" id="{409CE4D9-274E-4594-802E-6A17DA44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868" y="1892809"/>
            <a:ext cx="84013" cy="37740"/>
          </a:xfrm>
          <a:custGeom xmlns:a="http://schemas.openxmlformats.org/drawingml/2006/main">
            <a:pathLst>
              <a:path w="84013" h="37740">
                <a:moveTo>
                  <a:pt x="4485" y="37120"/>
                </a:move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37120"/>
                </a:lnTo>
                <a:close/>
                <a:moveTo>
                  <a:pt x="35644" y="24238"/>
                </a:moveTo>
                <a:lnTo>
                  <a:pt x="16011" y="24238"/>
                </a:lnTo>
                <a:cubicBezTo>
                  <a:pt x="16011" y="25880"/>
                  <a:pt x="16257" y="27311"/>
                  <a:pt x="16750" y="28530"/>
                </a:cubicBezTo>
                <a:cubicBezTo>
                  <a:pt x="17243" y="29750"/>
                  <a:pt x="17919" y="30750"/>
                  <a:pt x="18778" y="31532"/>
                </a:cubicBezTo>
                <a:cubicBezTo>
                  <a:pt x="19605" y="32297"/>
                  <a:pt x="20587" y="32871"/>
                  <a:pt x="21724" y="33254"/>
                </a:cubicBezTo>
                <a:cubicBezTo>
                  <a:pt x="22861" y="33637"/>
                  <a:pt x="24114" y="33828"/>
                  <a:pt x="25482" y="33828"/>
                </a:cubicBezTo>
                <a:cubicBezTo>
                  <a:pt x="27295" y="33828"/>
                  <a:pt x="29120" y="33463"/>
                  <a:pt x="30957" y="32734"/>
                </a:cubicBezTo>
                <a:cubicBezTo>
                  <a:pt x="32793" y="32005"/>
                  <a:pt x="34102" y="31288"/>
                  <a:pt x="34881" y="30583"/>
                </a:cubicBezTo>
                <a:lnTo>
                  <a:pt x="35119" y="30583"/>
                </a:lnTo>
                <a:lnTo>
                  <a:pt x="35119" y="35490"/>
                </a:lnTo>
                <a:cubicBezTo>
                  <a:pt x="33609" y="36129"/>
                  <a:pt x="32066" y="36663"/>
                  <a:pt x="30491" y="37094"/>
                </a:cubicBezTo>
                <a:cubicBezTo>
                  <a:pt x="28917" y="37525"/>
                  <a:pt x="27263" y="37740"/>
                  <a:pt x="25529" y="37740"/>
                </a:cubicBezTo>
                <a:cubicBezTo>
                  <a:pt x="21108" y="37740"/>
                  <a:pt x="17657" y="36542"/>
                  <a:pt x="15176" y="34144"/>
                </a:cubicBezTo>
                <a:cubicBezTo>
                  <a:pt x="12695" y="31746"/>
                  <a:pt x="11454" y="28341"/>
                  <a:pt x="11454" y="23928"/>
                </a:cubicBezTo>
                <a:cubicBezTo>
                  <a:pt x="11454" y="19563"/>
                  <a:pt x="12643" y="16098"/>
                  <a:pt x="15021" y="13533"/>
                </a:cubicBezTo>
                <a:cubicBezTo>
                  <a:pt x="17398" y="10968"/>
                  <a:pt x="20527" y="9686"/>
                  <a:pt x="24408" y="9686"/>
                </a:cubicBezTo>
                <a:cubicBezTo>
                  <a:pt x="28002" y="9686"/>
                  <a:pt x="30774" y="10737"/>
                  <a:pt x="32722" y="12840"/>
                </a:cubicBezTo>
                <a:cubicBezTo>
                  <a:pt x="34670" y="14943"/>
                  <a:pt x="35644" y="17930"/>
                  <a:pt x="35644" y="21801"/>
                </a:cubicBezTo>
                <a:lnTo>
                  <a:pt x="35644" y="24238"/>
                </a:lnTo>
                <a:moveTo>
                  <a:pt x="31279" y="20802"/>
                </a:moveTo>
                <a:cubicBezTo>
                  <a:pt x="31263" y="18449"/>
                  <a:pt x="30670" y="16628"/>
                  <a:pt x="29501" y="15339"/>
                </a:cubicBezTo>
                <a:cubicBezTo>
                  <a:pt x="28332" y="14051"/>
                  <a:pt x="26555" y="13407"/>
                  <a:pt x="24169" y="13407"/>
                </a:cubicBezTo>
                <a:cubicBezTo>
                  <a:pt x="21768" y="13407"/>
                  <a:pt x="19855" y="14115"/>
                  <a:pt x="18432" y="15530"/>
                </a:cubicBezTo>
                <a:cubicBezTo>
                  <a:pt x="17009" y="16946"/>
                  <a:pt x="16202" y="18703"/>
                  <a:pt x="16011" y="20802"/>
                </a:cubicBezTo>
                <a:lnTo>
                  <a:pt x="31279" y="20802"/>
                </a:lnTo>
                <a:close/>
                <a:moveTo>
                  <a:pt x="56294" y="36885"/>
                </a:moveTo>
                <a:cubicBezTo>
                  <a:pt x="55451" y="37107"/>
                  <a:pt x="54533" y="37289"/>
                  <a:pt x="53539" y="37431"/>
                </a:cubicBezTo>
                <a:cubicBezTo>
                  <a:pt x="52545" y="37574"/>
                  <a:pt x="51658" y="37645"/>
                  <a:pt x="50879" y="37645"/>
                </a:cubicBezTo>
                <a:cubicBezTo>
                  <a:pt x="48159" y="37645"/>
                  <a:pt x="46092" y="36913"/>
                  <a:pt x="44676" y="35448"/>
                </a:cubicBezTo>
                <a:cubicBezTo>
                  <a:pt x="43261" y="33983"/>
                  <a:pt x="42553" y="31635"/>
                  <a:pt x="42553" y="28403"/>
                </a:cubicBezTo>
                <a:lnTo>
                  <a:pt x="42553" y="14218"/>
                </a:lnTo>
                <a:lnTo>
                  <a:pt x="39523" y="14218"/>
                </a:lnTo>
                <a:lnTo>
                  <a:pt x="39523" y="10449"/>
                </a:lnTo>
                <a:lnTo>
                  <a:pt x="42553" y="10449"/>
                </a:lnTo>
                <a:lnTo>
                  <a:pt x="42553" y="2767"/>
                </a:lnTo>
                <a:lnTo>
                  <a:pt x="47038" y="2767"/>
                </a:lnTo>
                <a:lnTo>
                  <a:pt x="47038" y="10449"/>
                </a:lnTo>
                <a:lnTo>
                  <a:pt x="56294" y="10449"/>
                </a:lnTo>
                <a:lnTo>
                  <a:pt x="56294" y="14218"/>
                </a:lnTo>
                <a:lnTo>
                  <a:pt x="47038" y="14218"/>
                </a:lnTo>
                <a:lnTo>
                  <a:pt x="47038" y="26391"/>
                </a:lnTo>
                <a:cubicBezTo>
                  <a:pt x="47038" y="27794"/>
                  <a:pt x="47070" y="28890"/>
                  <a:pt x="47133" y="29679"/>
                </a:cubicBezTo>
                <a:cubicBezTo>
                  <a:pt x="47197" y="30468"/>
                  <a:pt x="47420" y="31206"/>
                  <a:pt x="47801" y="31891"/>
                </a:cubicBezTo>
                <a:cubicBezTo>
                  <a:pt x="48151" y="32529"/>
                  <a:pt x="48632" y="32995"/>
                  <a:pt x="49245" y="33290"/>
                </a:cubicBezTo>
                <a:cubicBezTo>
                  <a:pt x="49857" y="33585"/>
                  <a:pt x="50791" y="33732"/>
                  <a:pt x="52048" y="33732"/>
                </a:cubicBezTo>
                <a:cubicBezTo>
                  <a:pt x="52779" y="33732"/>
                  <a:pt x="53543" y="33625"/>
                  <a:pt x="54338" y="33410"/>
                </a:cubicBezTo>
                <a:cubicBezTo>
                  <a:pt x="55133" y="33196"/>
                  <a:pt x="55706" y="33017"/>
                  <a:pt x="56056" y="32874"/>
                </a:cubicBezTo>
                <a:lnTo>
                  <a:pt x="56294" y="32874"/>
                </a:lnTo>
                <a:lnTo>
                  <a:pt x="56294" y="36885"/>
                </a:lnTo>
                <a:close/>
                <a:moveTo>
                  <a:pt x="84013" y="24238"/>
                </a:moveTo>
                <a:lnTo>
                  <a:pt x="64379" y="24238"/>
                </a:lnTo>
                <a:cubicBezTo>
                  <a:pt x="64379" y="25880"/>
                  <a:pt x="64626" y="27311"/>
                  <a:pt x="65119" y="28530"/>
                </a:cubicBezTo>
                <a:cubicBezTo>
                  <a:pt x="65612" y="29750"/>
                  <a:pt x="66288" y="30750"/>
                  <a:pt x="67147" y="31532"/>
                </a:cubicBezTo>
                <a:cubicBezTo>
                  <a:pt x="67974" y="32297"/>
                  <a:pt x="68956" y="32871"/>
                  <a:pt x="70093" y="33254"/>
                </a:cubicBezTo>
                <a:cubicBezTo>
                  <a:pt x="71230" y="33637"/>
                  <a:pt x="72482" y="33828"/>
                  <a:pt x="73850" y="33828"/>
                </a:cubicBezTo>
                <a:cubicBezTo>
                  <a:pt x="75663" y="33828"/>
                  <a:pt x="77488" y="33463"/>
                  <a:pt x="79325" y="32734"/>
                </a:cubicBezTo>
                <a:cubicBezTo>
                  <a:pt x="81162" y="32005"/>
                  <a:pt x="82470" y="31288"/>
                  <a:pt x="83249" y="30583"/>
                </a:cubicBezTo>
                <a:lnTo>
                  <a:pt x="83488" y="30583"/>
                </a:lnTo>
                <a:lnTo>
                  <a:pt x="83488" y="35490"/>
                </a:lnTo>
                <a:cubicBezTo>
                  <a:pt x="81977" y="36129"/>
                  <a:pt x="80434" y="36663"/>
                  <a:pt x="78860" y="37094"/>
                </a:cubicBezTo>
                <a:cubicBezTo>
                  <a:pt x="77285" y="37525"/>
                  <a:pt x="75631" y="37740"/>
                  <a:pt x="73898" y="37740"/>
                </a:cubicBezTo>
                <a:cubicBezTo>
                  <a:pt x="69477" y="37740"/>
                  <a:pt x="66025" y="36542"/>
                  <a:pt x="63544" y="34144"/>
                </a:cubicBezTo>
                <a:cubicBezTo>
                  <a:pt x="61063" y="31746"/>
                  <a:pt x="59823" y="28341"/>
                  <a:pt x="59823" y="23928"/>
                </a:cubicBezTo>
                <a:cubicBezTo>
                  <a:pt x="59823" y="19563"/>
                  <a:pt x="61012" y="16098"/>
                  <a:pt x="63389" y="13533"/>
                </a:cubicBezTo>
                <a:cubicBezTo>
                  <a:pt x="65767" y="10968"/>
                  <a:pt x="68896" y="9686"/>
                  <a:pt x="72777" y="9686"/>
                </a:cubicBezTo>
                <a:cubicBezTo>
                  <a:pt x="76371" y="9686"/>
                  <a:pt x="79142" y="10737"/>
                  <a:pt x="81090" y="12840"/>
                </a:cubicBezTo>
                <a:cubicBezTo>
                  <a:pt x="83039" y="14943"/>
                  <a:pt x="84013" y="17930"/>
                  <a:pt x="84013" y="21801"/>
                </a:cubicBezTo>
                <a:lnTo>
                  <a:pt x="84013" y="24238"/>
                </a:lnTo>
                <a:moveTo>
                  <a:pt x="79647" y="20802"/>
                </a:moveTo>
                <a:cubicBezTo>
                  <a:pt x="79631" y="18449"/>
                  <a:pt x="79039" y="16628"/>
                  <a:pt x="77870" y="15339"/>
                </a:cubicBezTo>
                <a:cubicBezTo>
                  <a:pt x="76701" y="14051"/>
                  <a:pt x="74924" y="13407"/>
                  <a:pt x="72538" y="13407"/>
                </a:cubicBezTo>
                <a:cubicBezTo>
                  <a:pt x="70137" y="13407"/>
                  <a:pt x="68224" y="14115"/>
                  <a:pt x="66801" y="15530"/>
                </a:cubicBezTo>
                <a:cubicBezTo>
                  <a:pt x="65377" y="16946"/>
                  <a:pt x="64570" y="18703"/>
                  <a:pt x="64379" y="20802"/>
                </a:cubicBezTo>
                <a:lnTo>
                  <a:pt x="79647" y="20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E8351-AB41-4DFE-B591-73942B66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0511" y="1962827"/>
            <a:ext cx="121166" cy="227023"/>
          </a:xfrm>
          <a:custGeom xmlns:a="http://schemas.openxmlformats.org/drawingml/2006/main">
            <a:pathLst>
              <a:path w="121166" h="227023" fill="none">
                <a:moveTo>
                  <a:pt x="0" y="0"/>
                </a:moveTo>
                <a:lnTo>
                  <a:pt x="121166" y="22702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408BA-A75E-40F8-A5DB-4641B67A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511" y="2186104"/>
            <a:ext cx="18729" cy="25406"/>
          </a:xfrm>
          <a:custGeom xmlns:a="http://schemas.openxmlformats.org/drawingml/2006/main">
            <a:pathLst>
              <a:path w="18729" h="25406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B8F03-B3A5-43FD-8930-C665964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511" y="2186104"/>
            <a:ext cx="18729" cy="25406"/>
          </a:xfrm>
          <a:custGeom xmlns:a="http://schemas.openxmlformats.org/drawingml/2006/main">
            <a:pathLst>
              <a:path w="18729" h="25406" fill="none">
                <a:moveTo>
                  <a:pt x="18729" y="25406"/>
                </a:moveTo>
                <a:lnTo>
                  <a:pt x="0" y="7654"/>
                </a:lnTo>
                <a:lnTo>
                  <a:pt x="14331" y="0"/>
                </a:lnTo>
                <a:lnTo>
                  <a:pt x="18729" y="25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CF675-63C6-4DA5-820D-7CF2749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817" y="2049792"/>
            <a:ext cx="10" cy="117420"/>
          </a:xfrm>
          <a:custGeom xmlns:a="http://schemas.openxmlformats.org/drawingml/2006/main">
            <a:pathLst>
              <a:path w="1" h="117420" fill="none">
                <a:moveTo>
                  <a:pt x="0" y="1174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AB6E5-86C9-49BE-BC79-46ECC46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674" y="2025364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BC58C-0038-447A-9B20-B527D8C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674" y="2025364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0"/>
                </a:moveTo>
                <a:lnTo>
                  <a:pt x="16286" y="24429"/>
                </a:lnTo>
                <a:lnTo>
                  <a:pt x="0" y="24429"/>
                </a:lnTo>
                <a:lnTo>
                  <a:pt x="814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79255-BAC8-4BF2-AAC1-8BDE9C5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16" y="2167256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6"/>
                  <a:pt x="237898" y="134926"/>
                  <a:pt x="236370" y="142611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1" y="198171"/>
                  <a:pt x="203711" y="203711"/>
                </a:cubicBezTo>
                <a:cubicBezTo>
                  <a:pt x="198171" y="209251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6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4" y="134926"/>
                  <a:pt x="0" y="127166"/>
                  <a:pt x="0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1" y="40491"/>
                  <a:pt x="34952" y="34951"/>
                </a:cubicBezTo>
                <a:cubicBezTo>
                  <a:pt x="40492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3" y="6085"/>
                  <a:pt x="88365" y="3821"/>
                  <a:pt x="96050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8" y="6085"/>
                  <a:pt x="164996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1" y="34951"/>
                </a:cubicBezTo>
                <a:cubicBezTo>
                  <a:pt x="209251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1" y="88366"/>
                  <a:pt x="236369" y="96050"/>
                </a:cubicBezTo>
                <a:cubicBezTo>
                  <a:pt x="237898" y="103735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D903F-29C3-4927-9FDC-FEFB90C4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16" y="2167256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6"/>
                  <a:pt x="237898" y="134926"/>
                  <a:pt x="236370" y="142611"/>
                </a:cubicBezTo>
                <a:cubicBezTo>
                  <a:pt x="234841" y="150296"/>
                  <a:pt x="232577" y="157758"/>
                  <a:pt x="229579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8" y="192143"/>
                  <a:pt x="209251" y="198171"/>
                  <a:pt x="203711" y="203711"/>
                </a:cubicBezTo>
                <a:cubicBezTo>
                  <a:pt x="198171" y="209251"/>
                  <a:pt x="192143" y="214198"/>
                  <a:pt x="185628" y="218551"/>
                </a:cubicBezTo>
                <a:cubicBezTo>
                  <a:pt x="179113" y="222904"/>
                  <a:pt x="172236" y="226580"/>
                  <a:pt x="164996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7" y="237898"/>
                  <a:pt x="127167" y="238662"/>
                  <a:pt x="119332" y="238662"/>
                </a:cubicBezTo>
                <a:cubicBezTo>
                  <a:pt x="111496" y="238662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5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19" y="214198"/>
                  <a:pt x="40492" y="209251"/>
                  <a:pt x="34952" y="203711"/>
                </a:cubicBezTo>
                <a:cubicBezTo>
                  <a:pt x="29411" y="198171"/>
                  <a:pt x="24464" y="192143"/>
                  <a:pt x="20111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3" y="142611"/>
                </a:cubicBezTo>
                <a:cubicBezTo>
                  <a:pt x="764" y="134926"/>
                  <a:pt x="0" y="127166"/>
                  <a:pt x="0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4" y="46519"/>
                  <a:pt x="29411" y="40491"/>
                  <a:pt x="34952" y="34951"/>
                </a:cubicBezTo>
                <a:cubicBezTo>
                  <a:pt x="40492" y="29411"/>
                  <a:pt x="46519" y="24464"/>
                  <a:pt x="53034" y="20111"/>
                </a:cubicBezTo>
                <a:cubicBezTo>
                  <a:pt x="59549" y="15758"/>
                  <a:pt x="66426" y="12082"/>
                  <a:pt x="73665" y="9083"/>
                </a:cubicBezTo>
                <a:cubicBezTo>
                  <a:pt x="80903" y="6085"/>
                  <a:pt x="88365" y="3821"/>
                  <a:pt x="96050" y="2293"/>
                </a:cubicBezTo>
                <a:cubicBezTo>
                  <a:pt x="103736" y="764"/>
                  <a:pt x="111496" y="0"/>
                  <a:pt x="119332" y="0"/>
                </a:cubicBezTo>
                <a:cubicBezTo>
                  <a:pt x="127167" y="0"/>
                  <a:pt x="134927" y="764"/>
                  <a:pt x="142611" y="2293"/>
                </a:cubicBezTo>
                <a:cubicBezTo>
                  <a:pt x="150296" y="3821"/>
                  <a:pt x="157758" y="6085"/>
                  <a:pt x="164996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3" y="24464"/>
                  <a:pt x="198171" y="29411"/>
                  <a:pt x="203711" y="34951"/>
                </a:cubicBezTo>
                <a:cubicBezTo>
                  <a:pt x="209251" y="40492"/>
                  <a:pt x="214198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1" y="88366"/>
                  <a:pt x="236369" y="96050"/>
                </a:cubicBezTo>
                <a:cubicBezTo>
                  <a:pt x="237898" y="103735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90" name="Text fetch">
            <a:extLst xmlns:a="http://schemas.openxmlformats.org/drawingml/2006/main">
              <a:ext uri="{FF2B5EF4-FFF2-40B4-BE49-F238E27FC236}">
                <a16:creationId xmlns:a16="http://schemas.microsoft.com/office/drawing/2014/main" id="{4005B4FC-1D2A-4215-951B-757346B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047" y="2250857"/>
            <a:ext cx="116094" cy="37979"/>
          </a:xfrm>
          <a:custGeom xmlns:a="http://schemas.openxmlformats.org/drawingml/2006/main">
            <a:pathLst>
              <a:path w="116094" h="37979">
                <a:moveTo>
                  <a:pt x="17129" y="4580"/>
                </a:moveTo>
                <a:lnTo>
                  <a:pt x="16890" y="4580"/>
                </a:lnTo>
                <a:cubicBezTo>
                  <a:pt x="16397" y="4437"/>
                  <a:pt x="15753" y="4290"/>
                  <a:pt x="14958" y="4139"/>
                </a:cubicBezTo>
                <a:cubicBezTo>
                  <a:pt x="14163" y="3988"/>
                  <a:pt x="13463" y="3912"/>
                  <a:pt x="12858" y="3912"/>
                </a:cubicBezTo>
                <a:cubicBezTo>
                  <a:pt x="10934" y="3912"/>
                  <a:pt x="9538" y="4336"/>
                  <a:pt x="8672" y="5184"/>
                </a:cubicBezTo>
                <a:cubicBezTo>
                  <a:pt x="7805" y="6032"/>
                  <a:pt x="7372" y="7565"/>
                  <a:pt x="7372" y="9784"/>
                </a:cubicBezTo>
                <a:lnTo>
                  <a:pt x="7372" y="10688"/>
                </a:lnTo>
                <a:lnTo>
                  <a:pt x="15459" y="10688"/>
                </a:lnTo>
                <a:lnTo>
                  <a:pt x="15459" y="14457"/>
                </a:lnTo>
                <a:lnTo>
                  <a:pt x="7515" y="14457"/>
                </a:lnTo>
                <a:lnTo>
                  <a:pt x="7515" y="37359"/>
                </a:lnTo>
                <a:lnTo>
                  <a:pt x="3030" y="37359"/>
                </a:lnTo>
                <a:lnTo>
                  <a:pt x="3030" y="14457"/>
                </a:lnTo>
                <a:lnTo>
                  <a:pt x="0" y="14457"/>
                </a:lnTo>
                <a:lnTo>
                  <a:pt x="0" y="10688"/>
                </a:lnTo>
                <a:lnTo>
                  <a:pt x="3030" y="10688"/>
                </a:lnTo>
                <a:lnTo>
                  <a:pt x="3030" y="9807"/>
                </a:lnTo>
                <a:cubicBezTo>
                  <a:pt x="3030" y="6649"/>
                  <a:pt x="3817" y="4225"/>
                  <a:pt x="5391" y="2535"/>
                </a:cubicBezTo>
                <a:cubicBezTo>
                  <a:pt x="6966" y="845"/>
                  <a:pt x="9240" y="0"/>
                  <a:pt x="12214" y="0"/>
                </a:cubicBezTo>
                <a:cubicBezTo>
                  <a:pt x="13216" y="0"/>
                  <a:pt x="14119" y="48"/>
                  <a:pt x="14922" y="143"/>
                </a:cubicBezTo>
                <a:cubicBezTo>
                  <a:pt x="15725" y="239"/>
                  <a:pt x="16461" y="350"/>
                  <a:pt x="17129" y="477"/>
                </a:cubicBezTo>
                <a:lnTo>
                  <a:pt x="17129" y="4580"/>
                </a:lnTo>
                <a:close/>
                <a:moveTo>
                  <a:pt x="42294" y="24476"/>
                </a:moveTo>
                <a:lnTo>
                  <a:pt x="22661" y="24476"/>
                </a:lnTo>
                <a:cubicBezTo>
                  <a:pt x="22661" y="26118"/>
                  <a:pt x="22907" y="27549"/>
                  <a:pt x="23400" y="28769"/>
                </a:cubicBezTo>
                <a:cubicBezTo>
                  <a:pt x="23893" y="29989"/>
                  <a:pt x="24569" y="30989"/>
                  <a:pt x="25428" y="31770"/>
                </a:cubicBezTo>
                <a:cubicBezTo>
                  <a:pt x="26255" y="32536"/>
                  <a:pt x="27237" y="33110"/>
                  <a:pt x="28374" y="33492"/>
                </a:cubicBezTo>
                <a:cubicBezTo>
                  <a:pt x="29511" y="33875"/>
                  <a:pt x="30764" y="34066"/>
                  <a:pt x="32131" y="34066"/>
                </a:cubicBezTo>
                <a:cubicBezTo>
                  <a:pt x="33945" y="34066"/>
                  <a:pt x="35770" y="33702"/>
                  <a:pt x="37606" y="32973"/>
                </a:cubicBezTo>
                <a:cubicBezTo>
                  <a:pt x="39443" y="32244"/>
                  <a:pt x="40751" y="31527"/>
                  <a:pt x="41531" y="30822"/>
                </a:cubicBezTo>
                <a:lnTo>
                  <a:pt x="41769" y="30822"/>
                </a:lnTo>
                <a:lnTo>
                  <a:pt x="41769" y="35729"/>
                </a:lnTo>
                <a:cubicBezTo>
                  <a:pt x="40258" y="36367"/>
                  <a:pt x="38716" y="36902"/>
                  <a:pt x="37141" y="37332"/>
                </a:cubicBezTo>
                <a:cubicBezTo>
                  <a:pt x="35567" y="37763"/>
                  <a:pt x="33913" y="37979"/>
                  <a:pt x="32179" y="37979"/>
                </a:cubicBezTo>
                <a:cubicBezTo>
                  <a:pt x="27758" y="37979"/>
                  <a:pt x="24307" y="36780"/>
                  <a:pt x="21826" y="34383"/>
                </a:cubicBezTo>
                <a:cubicBezTo>
                  <a:pt x="19345" y="31985"/>
                  <a:pt x="18104" y="28580"/>
                  <a:pt x="18104" y="24166"/>
                </a:cubicBezTo>
                <a:cubicBezTo>
                  <a:pt x="18104" y="19802"/>
                  <a:pt x="19293" y="16337"/>
                  <a:pt x="21671" y="13772"/>
                </a:cubicBezTo>
                <a:cubicBezTo>
                  <a:pt x="24048" y="11207"/>
                  <a:pt x="27177" y="9924"/>
                  <a:pt x="31058" y="9924"/>
                </a:cubicBezTo>
                <a:cubicBezTo>
                  <a:pt x="34652" y="9924"/>
                  <a:pt x="37424" y="10976"/>
                  <a:pt x="39372" y="13078"/>
                </a:cubicBezTo>
                <a:cubicBezTo>
                  <a:pt x="41320" y="15181"/>
                  <a:pt x="42294" y="18168"/>
                  <a:pt x="42294" y="22039"/>
                </a:cubicBezTo>
                <a:lnTo>
                  <a:pt x="42294" y="24476"/>
                </a:lnTo>
                <a:moveTo>
                  <a:pt x="37928" y="21041"/>
                </a:moveTo>
                <a:cubicBezTo>
                  <a:pt x="37913" y="18687"/>
                  <a:pt x="37320" y="16866"/>
                  <a:pt x="36151" y="15578"/>
                </a:cubicBezTo>
                <a:cubicBezTo>
                  <a:pt x="34982" y="14290"/>
                  <a:pt x="33205" y="13646"/>
                  <a:pt x="30819" y="13646"/>
                </a:cubicBezTo>
                <a:cubicBezTo>
                  <a:pt x="28418" y="13646"/>
                  <a:pt x="26505" y="14353"/>
                  <a:pt x="25082" y="15769"/>
                </a:cubicBezTo>
                <a:cubicBezTo>
                  <a:pt x="23659" y="17184"/>
                  <a:pt x="22851" y="18942"/>
                  <a:pt x="22661" y="21041"/>
                </a:cubicBezTo>
                <a:lnTo>
                  <a:pt x="37928" y="21041"/>
                </a:lnTo>
                <a:close/>
                <a:moveTo>
                  <a:pt x="62945" y="37124"/>
                </a:moveTo>
                <a:cubicBezTo>
                  <a:pt x="62102" y="37345"/>
                  <a:pt x="61183" y="37527"/>
                  <a:pt x="60189" y="37669"/>
                </a:cubicBezTo>
                <a:cubicBezTo>
                  <a:pt x="59195" y="37812"/>
                  <a:pt x="58309" y="37883"/>
                  <a:pt x="57529" y="37883"/>
                </a:cubicBezTo>
                <a:cubicBezTo>
                  <a:pt x="54810" y="37883"/>
                  <a:pt x="52742" y="37151"/>
                  <a:pt x="51327" y="35686"/>
                </a:cubicBezTo>
                <a:cubicBezTo>
                  <a:pt x="49911" y="34222"/>
                  <a:pt x="49204" y="31873"/>
                  <a:pt x="49204" y="28641"/>
                </a:cubicBezTo>
                <a:lnTo>
                  <a:pt x="49204" y="14457"/>
                </a:lnTo>
                <a:lnTo>
                  <a:pt x="46174" y="14457"/>
                </a:lnTo>
                <a:lnTo>
                  <a:pt x="46174" y="10688"/>
                </a:lnTo>
                <a:lnTo>
                  <a:pt x="49204" y="10688"/>
                </a:lnTo>
                <a:lnTo>
                  <a:pt x="49204" y="3006"/>
                </a:lnTo>
                <a:lnTo>
                  <a:pt x="53688" y="3006"/>
                </a:lnTo>
                <a:lnTo>
                  <a:pt x="53688" y="10688"/>
                </a:lnTo>
                <a:lnTo>
                  <a:pt x="62945" y="10688"/>
                </a:lnTo>
                <a:lnTo>
                  <a:pt x="62945" y="14457"/>
                </a:lnTo>
                <a:lnTo>
                  <a:pt x="53688" y="14457"/>
                </a:lnTo>
                <a:lnTo>
                  <a:pt x="53688" y="26629"/>
                </a:lnTo>
                <a:cubicBezTo>
                  <a:pt x="53688" y="28032"/>
                  <a:pt x="53720" y="29128"/>
                  <a:pt x="53784" y="29918"/>
                </a:cubicBezTo>
                <a:cubicBezTo>
                  <a:pt x="53847" y="30707"/>
                  <a:pt x="54070" y="31444"/>
                  <a:pt x="54452" y="32130"/>
                </a:cubicBezTo>
                <a:cubicBezTo>
                  <a:pt x="54802" y="32767"/>
                  <a:pt x="55283" y="33234"/>
                  <a:pt x="55895" y="33529"/>
                </a:cubicBezTo>
                <a:cubicBezTo>
                  <a:pt x="56507" y="33824"/>
                  <a:pt x="57442" y="33971"/>
                  <a:pt x="58698" y="33971"/>
                </a:cubicBezTo>
                <a:cubicBezTo>
                  <a:pt x="59430" y="33971"/>
                  <a:pt x="60193" y="33864"/>
                  <a:pt x="60988" y="33649"/>
                </a:cubicBezTo>
                <a:cubicBezTo>
                  <a:pt x="61784" y="33434"/>
                  <a:pt x="62356" y="33255"/>
                  <a:pt x="62706" y="33112"/>
                </a:cubicBezTo>
                <a:lnTo>
                  <a:pt x="62945" y="33112"/>
                </a:lnTo>
                <a:lnTo>
                  <a:pt x="62945" y="37124"/>
                </a:lnTo>
                <a:close/>
                <a:moveTo>
                  <a:pt x="88062" y="35713"/>
                </a:moveTo>
                <a:cubicBezTo>
                  <a:pt x="86567" y="36428"/>
                  <a:pt x="85148" y="36985"/>
                  <a:pt x="83804" y="37382"/>
                </a:cubicBezTo>
                <a:cubicBezTo>
                  <a:pt x="82460" y="37780"/>
                  <a:pt x="81033" y="37979"/>
                  <a:pt x="79522" y="37979"/>
                </a:cubicBezTo>
                <a:cubicBezTo>
                  <a:pt x="77598" y="37979"/>
                  <a:pt x="75832" y="37696"/>
                  <a:pt x="74226" y="37130"/>
                </a:cubicBezTo>
                <a:cubicBezTo>
                  <a:pt x="72620" y="36565"/>
                  <a:pt x="71244" y="35709"/>
                  <a:pt x="70099" y="34561"/>
                </a:cubicBezTo>
                <a:cubicBezTo>
                  <a:pt x="68938" y="33414"/>
                  <a:pt x="68039" y="31965"/>
                  <a:pt x="67403" y="30212"/>
                </a:cubicBezTo>
                <a:cubicBezTo>
                  <a:pt x="66767" y="28460"/>
                  <a:pt x="66449" y="26413"/>
                  <a:pt x="66449" y="24071"/>
                </a:cubicBezTo>
                <a:cubicBezTo>
                  <a:pt x="66449" y="19706"/>
                  <a:pt x="67646" y="16281"/>
                  <a:pt x="70039" y="13796"/>
                </a:cubicBezTo>
                <a:cubicBezTo>
                  <a:pt x="72433" y="11310"/>
                  <a:pt x="75594" y="10067"/>
                  <a:pt x="79522" y="10067"/>
                </a:cubicBezTo>
                <a:cubicBezTo>
                  <a:pt x="81049" y="10067"/>
                  <a:pt x="82548" y="10282"/>
                  <a:pt x="84019" y="10711"/>
                </a:cubicBezTo>
                <a:cubicBezTo>
                  <a:pt x="85490" y="11141"/>
                  <a:pt x="86838" y="11666"/>
                  <a:pt x="88062" y="12286"/>
                </a:cubicBezTo>
                <a:lnTo>
                  <a:pt x="88062" y="17272"/>
                </a:lnTo>
                <a:lnTo>
                  <a:pt x="87824" y="17272"/>
                </a:lnTo>
                <a:cubicBezTo>
                  <a:pt x="86456" y="16214"/>
                  <a:pt x="85045" y="15401"/>
                  <a:pt x="83589" y="14833"/>
                </a:cubicBezTo>
                <a:cubicBezTo>
                  <a:pt x="82134" y="14264"/>
                  <a:pt x="80715" y="13980"/>
                  <a:pt x="79331" y="13980"/>
                </a:cubicBezTo>
                <a:cubicBezTo>
                  <a:pt x="76786" y="13980"/>
                  <a:pt x="74779" y="14834"/>
                  <a:pt x="73307" y="16544"/>
                </a:cubicBezTo>
                <a:cubicBezTo>
                  <a:pt x="71836" y="18254"/>
                  <a:pt x="71101" y="20763"/>
                  <a:pt x="71101" y="24071"/>
                </a:cubicBezTo>
                <a:cubicBezTo>
                  <a:pt x="71101" y="27283"/>
                  <a:pt x="71820" y="29752"/>
                  <a:pt x="73260" y="31478"/>
                </a:cubicBezTo>
                <a:cubicBezTo>
                  <a:pt x="74699" y="33204"/>
                  <a:pt x="76723" y="34066"/>
                  <a:pt x="79331" y="34066"/>
                </a:cubicBezTo>
                <a:cubicBezTo>
                  <a:pt x="80238" y="34066"/>
                  <a:pt x="81160" y="33948"/>
                  <a:pt x="82098" y="33712"/>
                </a:cubicBezTo>
                <a:cubicBezTo>
                  <a:pt x="83037" y="33475"/>
                  <a:pt x="83880" y="33166"/>
                  <a:pt x="84627" y="32787"/>
                </a:cubicBezTo>
                <a:cubicBezTo>
                  <a:pt x="85279" y="32456"/>
                  <a:pt x="85892" y="32105"/>
                  <a:pt x="86464" y="31734"/>
                </a:cubicBezTo>
                <a:cubicBezTo>
                  <a:pt x="87037" y="31363"/>
                  <a:pt x="87490" y="31043"/>
                  <a:pt x="87824" y="30774"/>
                </a:cubicBezTo>
                <a:lnTo>
                  <a:pt x="88062" y="30774"/>
                </a:lnTo>
                <a:lnTo>
                  <a:pt x="88062" y="35713"/>
                </a:lnTo>
                <a:close/>
                <a:moveTo>
                  <a:pt x="116094" y="37359"/>
                </a:moveTo>
                <a:lnTo>
                  <a:pt x="111609" y="37359"/>
                </a:lnTo>
                <a:lnTo>
                  <a:pt x="111609" y="22170"/>
                </a:lnTo>
                <a:cubicBezTo>
                  <a:pt x="111609" y="20944"/>
                  <a:pt x="111537" y="19794"/>
                  <a:pt x="111394" y="18720"/>
                </a:cubicBezTo>
                <a:cubicBezTo>
                  <a:pt x="111251" y="17645"/>
                  <a:pt x="110989" y="16805"/>
                  <a:pt x="110607" y="16201"/>
                </a:cubicBezTo>
                <a:cubicBezTo>
                  <a:pt x="110209" y="15532"/>
                  <a:pt x="109637" y="15034"/>
                  <a:pt x="108889" y="14708"/>
                </a:cubicBezTo>
                <a:cubicBezTo>
                  <a:pt x="108142" y="14381"/>
                  <a:pt x="107172" y="14218"/>
                  <a:pt x="105979" y="14218"/>
                </a:cubicBezTo>
                <a:cubicBezTo>
                  <a:pt x="104754" y="14218"/>
                  <a:pt x="103474" y="14521"/>
                  <a:pt x="102138" y="15126"/>
                </a:cubicBezTo>
                <a:cubicBezTo>
                  <a:pt x="100802" y="15731"/>
                  <a:pt x="99522" y="16503"/>
                  <a:pt x="98297" y="17442"/>
                </a:cubicBezTo>
                <a:lnTo>
                  <a:pt x="98297" y="37359"/>
                </a:lnTo>
                <a:lnTo>
                  <a:pt x="93812" y="37359"/>
                </a:lnTo>
                <a:lnTo>
                  <a:pt x="93812" y="239"/>
                </a:lnTo>
                <a:lnTo>
                  <a:pt x="98297" y="239"/>
                </a:lnTo>
                <a:lnTo>
                  <a:pt x="98297" y="13629"/>
                </a:lnTo>
                <a:cubicBezTo>
                  <a:pt x="99697" y="12466"/>
                  <a:pt x="101144" y="11558"/>
                  <a:pt x="102639" y="10904"/>
                </a:cubicBezTo>
                <a:cubicBezTo>
                  <a:pt x="104134" y="10251"/>
                  <a:pt x="105669" y="9924"/>
                  <a:pt x="107243" y="9924"/>
                </a:cubicBezTo>
                <a:cubicBezTo>
                  <a:pt x="110122" y="9924"/>
                  <a:pt x="112317" y="10792"/>
                  <a:pt x="113827" y="12529"/>
                </a:cubicBezTo>
                <a:cubicBezTo>
                  <a:pt x="115338" y="14265"/>
                  <a:pt x="116094" y="16767"/>
                  <a:pt x="116094" y="20033"/>
                </a:cubicBezTo>
                <a:lnTo>
                  <a:pt x="116094" y="373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93F00-AC2C-4B32-8FE9-B5B7698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485" y="2167256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6"/>
                  <a:pt x="237898" y="134926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0" y="185628"/>
                </a:cubicBezTo>
                <a:cubicBezTo>
                  <a:pt x="214198" y="192143"/>
                  <a:pt x="209251" y="198171"/>
                  <a:pt x="203711" y="203711"/>
                </a:cubicBezTo>
                <a:cubicBezTo>
                  <a:pt x="198171" y="209251"/>
                  <a:pt x="192143" y="214198"/>
                  <a:pt x="185628" y="218551"/>
                </a:cubicBezTo>
                <a:cubicBezTo>
                  <a:pt x="179113" y="222904"/>
                  <a:pt x="172235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6" y="237898"/>
                  <a:pt x="127166" y="238662"/>
                  <a:pt x="119331" y="238662"/>
                </a:cubicBezTo>
                <a:cubicBezTo>
                  <a:pt x="111496" y="238662"/>
                  <a:pt x="103735" y="237898"/>
                  <a:pt x="96050" y="236370"/>
                </a:cubicBezTo>
                <a:cubicBezTo>
                  <a:pt x="88365" y="234841"/>
                  <a:pt x="80903" y="232577"/>
                  <a:pt x="73664" y="229579"/>
                </a:cubicBezTo>
                <a:cubicBezTo>
                  <a:pt x="66425" y="226580"/>
                  <a:pt x="59549" y="222904"/>
                  <a:pt x="53034" y="218551"/>
                </a:cubicBezTo>
                <a:cubicBezTo>
                  <a:pt x="46518" y="214198"/>
                  <a:pt x="40490" y="209251"/>
                  <a:pt x="34951" y="203711"/>
                </a:cubicBezTo>
                <a:cubicBezTo>
                  <a:pt x="29410" y="198171"/>
                  <a:pt x="24463" y="192143"/>
                  <a:pt x="20110" y="185628"/>
                </a:cubicBezTo>
                <a:cubicBezTo>
                  <a:pt x="15756" y="179113"/>
                  <a:pt x="12081" y="172236"/>
                  <a:pt x="9083" y="164997"/>
                </a:cubicBezTo>
                <a:cubicBezTo>
                  <a:pt x="6084" y="157758"/>
                  <a:pt x="3820" y="150296"/>
                  <a:pt x="2292" y="142611"/>
                </a:cubicBezTo>
                <a:cubicBezTo>
                  <a:pt x="764" y="134926"/>
                  <a:pt x="0" y="127166"/>
                  <a:pt x="0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0" y="88366"/>
                  <a:pt x="6084" y="80904"/>
                  <a:pt x="9083" y="73665"/>
                </a:cubicBezTo>
                <a:cubicBezTo>
                  <a:pt x="12081" y="66426"/>
                  <a:pt x="15756" y="59549"/>
                  <a:pt x="20110" y="53034"/>
                </a:cubicBezTo>
                <a:cubicBezTo>
                  <a:pt x="24463" y="46519"/>
                  <a:pt x="29410" y="40491"/>
                  <a:pt x="34951" y="34951"/>
                </a:cubicBezTo>
                <a:cubicBezTo>
                  <a:pt x="40492" y="29411"/>
                  <a:pt x="46519" y="24464"/>
                  <a:pt x="53034" y="20111"/>
                </a:cubicBezTo>
                <a:cubicBezTo>
                  <a:pt x="59549" y="15758"/>
                  <a:pt x="66425" y="12082"/>
                  <a:pt x="73664" y="9083"/>
                </a:cubicBezTo>
                <a:cubicBezTo>
                  <a:pt x="80903" y="6085"/>
                  <a:pt x="88365" y="3821"/>
                  <a:pt x="96050" y="2293"/>
                </a:cubicBezTo>
                <a:cubicBezTo>
                  <a:pt x="103736" y="764"/>
                  <a:pt x="111496" y="0"/>
                  <a:pt x="119331" y="0"/>
                </a:cubicBezTo>
                <a:cubicBezTo>
                  <a:pt x="127166" y="0"/>
                  <a:pt x="134926" y="764"/>
                  <a:pt x="142611" y="2293"/>
                </a:cubicBezTo>
                <a:cubicBezTo>
                  <a:pt x="150296" y="3821"/>
                  <a:pt x="157758" y="6085"/>
                  <a:pt x="164997" y="9083"/>
                </a:cubicBezTo>
                <a:cubicBezTo>
                  <a:pt x="172235" y="12082"/>
                  <a:pt x="179113" y="15758"/>
                  <a:pt x="185627" y="20111"/>
                </a:cubicBezTo>
                <a:cubicBezTo>
                  <a:pt x="192143" y="24464"/>
                  <a:pt x="198170" y="29411"/>
                  <a:pt x="203711" y="34951"/>
                </a:cubicBezTo>
                <a:cubicBezTo>
                  <a:pt x="209251" y="40492"/>
                  <a:pt x="214197" y="46519"/>
                  <a:pt x="218550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1" y="88366"/>
                  <a:pt x="236369" y="96050"/>
                </a:cubicBezTo>
                <a:cubicBezTo>
                  <a:pt x="237898" y="103735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5DBF8-BEE5-410E-80D5-33F42B2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558" y="2163184"/>
            <a:ext cx="246662" cy="246470"/>
          </a:xfrm>
          <a:custGeom xmlns:a="http://schemas.openxmlformats.org/drawingml/2006/main">
            <a:pathLst>
              <a:path w="246662" h="246470">
                <a:moveTo>
                  <a:pt x="236383" y="172711"/>
                </a:moveTo>
                <a:cubicBezTo>
                  <a:pt x="233000" y="180469"/>
                  <a:pt x="228864" y="187802"/>
                  <a:pt x="223975" y="194709"/>
                </a:cubicBezTo>
                <a:lnTo>
                  <a:pt x="217329" y="190004"/>
                </a:lnTo>
                <a:cubicBezTo>
                  <a:pt x="221898" y="183551"/>
                  <a:pt x="225761" y="176702"/>
                  <a:pt x="228919" y="169457"/>
                </a:cubicBezTo>
                <a:lnTo>
                  <a:pt x="236383" y="172711"/>
                </a:lnTo>
                <a:close/>
                <a:moveTo>
                  <a:pt x="207020" y="214025"/>
                </a:moveTo>
                <a:cubicBezTo>
                  <a:pt x="200718" y="219849"/>
                  <a:pt x="193886" y="224960"/>
                  <a:pt x="186523" y="229356"/>
                </a:cubicBezTo>
                <a:lnTo>
                  <a:pt x="182348" y="222364"/>
                </a:lnTo>
                <a:cubicBezTo>
                  <a:pt x="189226" y="218258"/>
                  <a:pt x="195608" y="213485"/>
                  <a:pt x="201494" y="208045"/>
                </a:cubicBezTo>
                <a:lnTo>
                  <a:pt x="207020" y="214025"/>
                </a:lnTo>
                <a:close/>
                <a:moveTo>
                  <a:pt x="163516" y="240054"/>
                </a:moveTo>
                <a:cubicBezTo>
                  <a:pt x="155362" y="242869"/>
                  <a:pt x="147005" y="244806"/>
                  <a:pt x="138448" y="245867"/>
                </a:cubicBezTo>
                <a:lnTo>
                  <a:pt x="137446" y="237786"/>
                </a:lnTo>
                <a:cubicBezTo>
                  <a:pt x="145438" y="236794"/>
                  <a:pt x="153243" y="234985"/>
                  <a:pt x="160859" y="232357"/>
                </a:cubicBezTo>
                <a:lnTo>
                  <a:pt x="163516" y="240054"/>
                </a:lnTo>
                <a:close/>
                <a:moveTo>
                  <a:pt x="114166" y="246470"/>
                </a:moveTo>
                <a:cubicBezTo>
                  <a:pt x="105696" y="245843"/>
                  <a:pt x="97380" y="244359"/>
                  <a:pt x="89219" y="242018"/>
                </a:cubicBezTo>
                <a:lnTo>
                  <a:pt x="91464" y="234191"/>
                </a:lnTo>
                <a:cubicBezTo>
                  <a:pt x="99089" y="236378"/>
                  <a:pt x="106856" y="237765"/>
                  <a:pt x="114767" y="238349"/>
                </a:cubicBezTo>
                <a:lnTo>
                  <a:pt x="114166" y="246470"/>
                </a:lnTo>
                <a:close/>
                <a:moveTo>
                  <a:pt x="65455" y="232430"/>
                </a:moveTo>
                <a:cubicBezTo>
                  <a:pt x="57909" y="228429"/>
                  <a:pt x="50854" y="223696"/>
                  <a:pt x="44291" y="218230"/>
                </a:cubicBezTo>
                <a:lnTo>
                  <a:pt x="49502" y="211973"/>
                </a:lnTo>
                <a:cubicBezTo>
                  <a:pt x="55632" y="217078"/>
                  <a:pt x="62221" y="221499"/>
                  <a:pt x="69269" y="225236"/>
                </a:cubicBezTo>
                <a:lnTo>
                  <a:pt x="65455" y="232430"/>
                </a:lnTo>
                <a:close/>
                <a:moveTo>
                  <a:pt x="26345" y="199796"/>
                </a:moveTo>
                <a:cubicBezTo>
                  <a:pt x="21072" y="193108"/>
                  <a:pt x="16541" y="185950"/>
                  <a:pt x="12751" y="178322"/>
                </a:cubicBezTo>
                <a:lnTo>
                  <a:pt x="20043" y="174698"/>
                </a:lnTo>
                <a:cubicBezTo>
                  <a:pt x="23583" y="181822"/>
                  <a:pt x="27816" y="188508"/>
                  <a:pt x="32741" y="194756"/>
                </a:cubicBezTo>
                <a:lnTo>
                  <a:pt x="26345" y="199796"/>
                </a:lnTo>
                <a:close/>
                <a:moveTo>
                  <a:pt x="3761" y="154202"/>
                </a:moveTo>
                <a:cubicBezTo>
                  <a:pt x="1660" y="146049"/>
                  <a:pt x="406" y="137768"/>
                  <a:pt x="0" y="129357"/>
                </a:cubicBezTo>
                <a:lnTo>
                  <a:pt x="8133" y="128964"/>
                </a:lnTo>
                <a:cubicBezTo>
                  <a:pt x="8514" y="136818"/>
                  <a:pt x="9685" y="144553"/>
                  <a:pt x="11646" y="152170"/>
                </a:cubicBezTo>
                <a:lnTo>
                  <a:pt x="3761" y="154202"/>
                </a:lnTo>
                <a:close/>
                <a:moveTo>
                  <a:pt x="1234" y="105013"/>
                </a:moveTo>
                <a:cubicBezTo>
                  <a:pt x="2529" y="96419"/>
                  <a:pt x="4708" y="88055"/>
                  <a:pt x="7770" y="79923"/>
                </a:cubicBezTo>
                <a:lnTo>
                  <a:pt x="15391" y="82793"/>
                </a:lnTo>
                <a:cubicBezTo>
                  <a:pt x="12531" y="90385"/>
                  <a:pt x="10497" y="98196"/>
                  <a:pt x="9286" y="106226"/>
                </a:cubicBezTo>
                <a:lnTo>
                  <a:pt x="1234" y="105013"/>
                </a:lnTo>
                <a:close/>
                <a:moveTo>
                  <a:pt x="19024" y="57348"/>
                </a:moveTo>
                <a:cubicBezTo>
                  <a:pt x="23626" y="50088"/>
                  <a:pt x="28925" y="43383"/>
                  <a:pt x="34924" y="37233"/>
                </a:cubicBezTo>
                <a:lnTo>
                  <a:pt x="40753" y="42919"/>
                </a:lnTo>
                <a:cubicBezTo>
                  <a:pt x="35150" y="48663"/>
                  <a:pt x="30200" y="54926"/>
                  <a:pt x="25901" y="61707"/>
                </a:cubicBezTo>
                <a:lnTo>
                  <a:pt x="19024" y="57348"/>
                </a:lnTo>
                <a:close/>
                <a:moveTo>
                  <a:pt x="54666" y="20820"/>
                </a:moveTo>
                <a:cubicBezTo>
                  <a:pt x="61674" y="16134"/>
                  <a:pt x="69086" y="12207"/>
                  <a:pt x="76901" y="9039"/>
                </a:cubicBezTo>
                <a:lnTo>
                  <a:pt x="79959" y="16585"/>
                </a:lnTo>
                <a:cubicBezTo>
                  <a:pt x="72661" y="19544"/>
                  <a:pt x="65738" y="23212"/>
                  <a:pt x="59192" y="27589"/>
                </a:cubicBezTo>
                <a:lnTo>
                  <a:pt x="54666" y="20820"/>
                </a:lnTo>
                <a:close/>
                <a:moveTo>
                  <a:pt x="101907" y="1861"/>
                </a:moveTo>
                <a:cubicBezTo>
                  <a:pt x="108969" y="620"/>
                  <a:pt x="116087" y="0"/>
                  <a:pt x="123259" y="0"/>
                </a:cubicBezTo>
                <a:cubicBezTo>
                  <a:pt x="124288" y="0"/>
                  <a:pt x="125316" y="13"/>
                  <a:pt x="126343" y="38"/>
                </a:cubicBezTo>
                <a:lnTo>
                  <a:pt x="126141" y="8179"/>
                </a:lnTo>
                <a:cubicBezTo>
                  <a:pt x="125181" y="8155"/>
                  <a:pt x="124220" y="8143"/>
                  <a:pt x="123259" y="8143"/>
                </a:cubicBezTo>
                <a:cubicBezTo>
                  <a:pt x="116560" y="8143"/>
                  <a:pt x="109912" y="8723"/>
                  <a:pt x="103315" y="9881"/>
                </a:cubicBezTo>
                <a:lnTo>
                  <a:pt x="101907" y="1861"/>
                </a:lnTo>
                <a:close/>
                <a:moveTo>
                  <a:pt x="151073" y="3175"/>
                </a:moveTo>
                <a:cubicBezTo>
                  <a:pt x="159509" y="5127"/>
                  <a:pt x="167651" y="7936"/>
                  <a:pt x="175497" y="11602"/>
                </a:cubicBezTo>
                <a:lnTo>
                  <a:pt x="172050" y="18979"/>
                </a:lnTo>
                <a:cubicBezTo>
                  <a:pt x="164723" y="15555"/>
                  <a:pt x="157118" y="12932"/>
                  <a:pt x="149238" y="11109"/>
                </a:cubicBezTo>
                <a:lnTo>
                  <a:pt x="151073" y="3175"/>
                </a:lnTo>
                <a:close/>
                <a:moveTo>
                  <a:pt x="197235" y="24632"/>
                </a:moveTo>
                <a:cubicBezTo>
                  <a:pt x="204134" y="29798"/>
                  <a:pt x="210423" y="35625"/>
                  <a:pt x="216102" y="42110"/>
                </a:cubicBezTo>
                <a:lnTo>
                  <a:pt x="209976" y="47475"/>
                </a:lnTo>
                <a:cubicBezTo>
                  <a:pt x="204671" y="41416"/>
                  <a:pt x="198797" y="35974"/>
                  <a:pt x="192354" y="31149"/>
                </a:cubicBezTo>
                <a:lnTo>
                  <a:pt x="197235" y="24632"/>
                </a:lnTo>
                <a:close/>
                <a:moveTo>
                  <a:pt x="230850" y="62966"/>
                </a:moveTo>
                <a:cubicBezTo>
                  <a:pt x="235036" y="70417"/>
                  <a:pt x="238411" y="78221"/>
                  <a:pt x="240976" y="86378"/>
                </a:cubicBezTo>
                <a:lnTo>
                  <a:pt x="233208" y="88821"/>
                </a:lnTo>
                <a:cubicBezTo>
                  <a:pt x="230812" y="81202"/>
                  <a:pt x="227659" y="73913"/>
                  <a:pt x="223750" y="66954"/>
                </a:cubicBezTo>
                <a:lnTo>
                  <a:pt x="230850" y="62966"/>
                </a:lnTo>
                <a:close/>
                <a:moveTo>
                  <a:pt x="246077" y="111396"/>
                </a:moveTo>
                <a:cubicBezTo>
                  <a:pt x="246467" y="115389"/>
                  <a:pt x="246662" y="119391"/>
                  <a:pt x="246662" y="123403"/>
                </a:cubicBezTo>
                <a:cubicBezTo>
                  <a:pt x="246662" y="131682"/>
                  <a:pt x="245838" y="139875"/>
                  <a:pt x="244190" y="147982"/>
                </a:cubicBezTo>
                <a:lnTo>
                  <a:pt x="236210" y="146359"/>
                </a:lnTo>
                <a:cubicBezTo>
                  <a:pt x="237749" y="138787"/>
                  <a:pt x="238519" y="131135"/>
                  <a:pt x="238519" y="123403"/>
                </a:cubicBezTo>
                <a:cubicBezTo>
                  <a:pt x="238519" y="119655"/>
                  <a:pt x="238337" y="115916"/>
                  <a:pt x="237973" y="112188"/>
                </a:cubicBezTo>
                <a:lnTo>
                  <a:pt x="246077" y="111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Text mem_">
            <a:extLst xmlns:a="http://schemas.openxmlformats.org/drawingml/2006/main">
              <a:ext uri="{FF2B5EF4-FFF2-40B4-BE49-F238E27FC236}">
                <a16:creationId xmlns:a16="http://schemas.microsoft.com/office/drawing/2014/main" id="{569226DF-F9C9-4B1D-917D-6E764654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013" y="2244495"/>
            <a:ext cx="150938" cy="34591"/>
          </a:xfrm>
          <a:custGeom xmlns:a="http://schemas.openxmlformats.org/drawingml/2006/main">
            <a:pathLst>
              <a:path w="150938" h="34591">
                <a:moveTo>
                  <a:pt x="38885" y="27434"/>
                </a:moveTo>
                <a:lnTo>
                  <a:pt x="34400" y="27434"/>
                </a:lnTo>
                <a:lnTo>
                  <a:pt x="34400" y="12246"/>
                </a:lnTo>
                <a:cubicBezTo>
                  <a:pt x="34400" y="11100"/>
                  <a:pt x="34349" y="9994"/>
                  <a:pt x="34245" y="8927"/>
                </a:cubicBezTo>
                <a:cubicBezTo>
                  <a:pt x="34142" y="7860"/>
                  <a:pt x="33923" y="7008"/>
                  <a:pt x="33589" y="6372"/>
                </a:cubicBezTo>
                <a:cubicBezTo>
                  <a:pt x="33224" y="5687"/>
                  <a:pt x="32699" y="5170"/>
                  <a:pt x="32015" y="4820"/>
                </a:cubicBezTo>
                <a:cubicBezTo>
                  <a:pt x="31331" y="4469"/>
                  <a:pt x="30345" y="4294"/>
                  <a:pt x="29057" y="4294"/>
                </a:cubicBezTo>
                <a:cubicBezTo>
                  <a:pt x="27800" y="4294"/>
                  <a:pt x="26544" y="4609"/>
                  <a:pt x="25287" y="5238"/>
                </a:cubicBezTo>
                <a:cubicBezTo>
                  <a:pt x="24031" y="5867"/>
                  <a:pt x="22775" y="6667"/>
                  <a:pt x="21518" y="7638"/>
                </a:cubicBezTo>
                <a:cubicBezTo>
                  <a:pt x="21566" y="8003"/>
                  <a:pt x="21606" y="8429"/>
                  <a:pt x="21637" y="8915"/>
                </a:cubicBezTo>
                <a:cubicBezTo>
                  <a:pt x="21669" y="9400"/>
                  <a:pt x="21685" y="9882"/>
                  <a:pt x="21685" y="10359"/>
                </a:cubicBezTo>
                <a:lnTo>
                  <a:pt x="21685" y="27434"/>
                </a:lnTo>
                <a:lnTo>
                  <a:pt x="17200" y="27434"/>
                </a:lnTo>
                <a:lnTo>
                  <a:pt x="17200" y="12246"/>
                </a:lnTo>
                <a:cubicBezTo>
                  <a:pt x="17200" y="11068"/>
                  <a:pt x="17149" y="9950"/>
                  <a:pt x="17045" y="8892"/>
                </a:cubicBezTo>
                <a:cubicBezTo>
                  <a:pt x="16942" y="7832"/>
                  <a:pt x="16723" y="6985"/>
                  <a:pt x="16389" y="6348"/>
                </a:cubicBezTo>
                <a:cubicBezTo>
                  <a:pt x="16023" y="5663"/>
                  <a:pt x="15498" y="5150"/>
                  <a:pt x="14815" y="4808"/>
                </a:cubicBezTo>
                <a:cubicBezTo>
                  <a:pt x="14131" y="4465"/>
                  <a:pt x="13145" y="4294"/>
                  <a:pt x="11856" y="4294"/>
                </a:cubicBezTo>
                <a:cubicBezTo>
                  <a:pt x="10632" y="4294"/>
                  <a:pt x="9403" y="4597"/>
                  <a:pt x="8171" y="5202"/>
                </a:cubicBezTo>
                <a:cubicBezTo>
                  <a:pt x="6938" y="5807"/>
                  <a:pt x="5710" y="6579"/>
                  <a:pt x="4485" y="7518"/>
                </a:cubicBezTo>
                <a:lnTo>
                  <a:pt x="4485" y="27434"/>
                </a:lnTo>
                <a:lnTo>
                  <a:pt x="0" y="27434"/>
                </a:lnTo>
                <a:lnTo>
                  <a:pt x="0" y="763"/>
                </a:lnTo>
                <a:lnTo>
                  <a:pt x="4485" y="763"/>
                </a:lnTo>
                <a:lnTo>
                  <a:pt x="4485" y="3725"/>
                </a:lnTo>
                <a:cubicBezTo>
                  <a:pt x="5884" y="2555"/>
                  <a:pt x="7280" y="1642"/>
                  <a:pt x="8672" y="986"/>
                </a:cubicBezTo>
                <a:cubicBezTo>
                  <a:pt x="10063" y="329"/>
                  <a:pt x="11546" y="0"/>
                  <a:pt x="13121" y="0"/>
                </a:cubicBezTo>
                <a:cubicBezTo>
                  <a:pt x="14934" y="0"/>
                  <a:pt x="16473" y="384"/>
                  <a:pt x="17737" y="1153"/>
                </a:cubicBezTo>
                <a:cubicBezTo>
                  <a:pt x="19001" y="1920"/>
                  <a:pt x="19944" y="2984"/>
                  <a:pt x="20564" y="4345"/>
                </a:cubicBezTo>
                <a:cubicBezTo>
                  <a:pt x="22377" y="2809"/>
                  <a:pt x="24031" y="1700"/>
                  <a:pt x="25526" y="1021"/>
                </a:cubicBezTo>
                <a:cubicBezTo>
                  <a:pt x="27021" y="340"/>
                  <a:pt x="28619" y="0"/>
                  <a:pt x="30321" y="0"/>
                </a:cubicBezTo>
                <a:cubicBezTo>
                  <a:pt x="33247" y="0"/>
                  <a:pt x="35406" y="888"/>
                  <a:pt x="36798" y="2664"/>
                </a:cubicBezTo>
                <a:cubicBezTo>
                  <a:pt x="38190" y="4441"/>
                  <a:pt x="38885" y="6922"/>
                  <a:pt x="38885" y="10109"/>
                </a:cubicBezTo>
                <a:lnTo>
                  <a:pt x="38885" y="27434"/>
                </a:lnTo>
                <a:close/>
                <a:moveTo>
                  <a:pt x="69844" y="14552"/>
                </a:moveTo>
                <a:lnTo>
                  <a:pt x="50210" y="14552"/>
                </a:lnTo>
                <a:cubicBezTo>
                  <a:pt x="50210" y="16194"/>
                  <a:pt x="50457" y="17625"/>
                  <a:pt x="50950" y="18845"/>
                </a:cubicBezTo>
                <a:cubicBezTo>
                  <a:pt x="51443" y="20064"/>
                  <a:pt x="52119" y="21065"/>
                  <a:pt x="52977" y="21846"/>
                </a:cubicBezTo>
                <a:cubicBezTo>
                  <a:pt x="53804" y="22612"/>
                  <a:pt x="54786" y="23186"/>
                  <a:pt x="55924" y="23568"/>
                </a:cubicBezTo>
                <a:cubicBezTo>
                  <a:pt x="57061" y="23951"/>
                  <a:pt x="58313" y="24142"/>
                  <a:pt x="59681" y="24142"/>
                </a:cubicBezTo>
                <a:cubicBezTo>
                  <a:pt x="61494" y="24142"/>
                  <a:pt x="63319" y="23778"/>
                  <a:pt x="65156" y="23049"/>
                </a:cubicBezTo>
                <a:cubicBezTo>
                  <a:pt x="66993" y="22320"/>
                  <a:pt x="68301" y="21603"/>
                  <a:pt x="69080" y="20898"/>
                </a:cubicBezTo>
                <a:lnTo>
                  <a:pt x="69319" y="20898"/>
                </a:lnTo>
                <a:lnTo>
                  <a:pt x="69319" y="25805"/>
                </a:lnTo>
                <a:cubicBezTo>
                  <a:pt x="67808" y="26443"/>
                  <a:pt x="66265" y="26977"/>
                  <a:pt x="64691" y="27408"/>
                </a:cubicBezTo>
                <a:cubicBezTo>
                  <a:pt x="63116" y="27839"/>
                  <a:pt x="61462" y="28055"/>
                  <a:pt x="59729" y="28055"/>
                </a:cubicBezTo>
                <a:cubicBezTo>
                  <a:pt x="55307" y="28055"/>
                  <a:pt x="51856" y="26856"/>
                  <a:pt x="49375" y="24458"/>
                </a:cubicBezTo>
                <a:cubicBezTo>
                  <a:pt x="46894" y="22061"/>
                  <a:pt x="45654" y="18655"/>
                  <a:pt x="45654" y="14242"/>
                </a:cubicBezTo>
                <a:cubicBezTo>
                  <a:pt x="45654" y="9877"/>
                  <a:pt x="46842" y="6413"/>
                  <a:pt x="49220" y="3848"/>
                </a:cubicBezTo>
                <a:cubicBezTo>
                  <a:pt x="51598" y="1283"/>
                  <a:pt x="54727" y="0"/>
                  <a:pt x="58607" y="0"/>
                </a:cubicBezTo>
                <a:cubicBezTo>
                  <a:pt x="62202" y="0"/>
                  <a:pt x="64973" y="1051"/>
                  <a:pt x="66921" y="3154"/>
                </a:cubicBezTo>
                <a:cubicBezTo>
                  <a:pt x="68870" y="5257"/>
                  <a:pt x="69844" y="8244"/>
                  <a:pt x="69844" y="12115"/>
                </a:cubicBezTo>
                <a:lnTo>
                  <a:pt x="69844" y="14552"/>
                </a:lnTo>
                <a:moveTo>
                  <a:pt x="65478" y="11117"/>
                </a:moveTo>
                <a:cubicBezTo>
                  <a:pt x="65462" y="8763"/>
                  <a:pt x="64870" y="6942"/>
                  <a:pt x="63701" y="5654"/>
                </a:cubicBezTo>
                <a:cubicBezTo>
                  <a:pt x="62532" y="4366"/>
                  <a:pt x="60754" y="3722"/>
                  <a:pt x="58369" y="3722"/>
                </a:cubicBezTo>
                <a:cubicBezTo>
                  <a:pt x="55967" y="3722"/>
                  <a:pt x="54055" y="4429"/>
                  <a:pt x="52631" y="5845"/>
                </a:cubicBezTo>
                <a:cubicBezTo>
                  <a:pt x="51208" y="7260"/>
                  <a:pt x="50401" y="9018"/>
                  <a:pt x="50210" y="11117"/>
                </a:cubicBezTo>
                <a:lnTo>
                  <a:pt x="65478" y="11117"/>
                </a:lnTo>
                <a:close/>
                <a:moveTo>
                  <a:pt x="115542" y="27434"/>
                </a:moveTo>
                <a:lnTo>
                  <a:pt x="111057" y="27434"/>
                </a:lnTo>
                <a:lnTo>
                  <a:pt x="111057" y="12246"/>
                </a:lnTo>
                <a:cubicBezTo>
                  <a:pt x="111057" y="11100"/>
                  <a:pt x="111005" y="9994"/>
                  <a:pt x="110902" y="8927"/>
                </a:cubicBezTo>
                <a:cubicBezTo>
                  <a:pt x="110798" y="7860"/>
                  <a:pt x="110579" y="7008"/>
                  <a:pt x="110245" y="6372"/>
                </a:cubicBezTo>
                <a:cubicBezTo>
                  <a:pt x="109880" y="5687"/>
                  <a:pt x="109355" y="5170"/>
                  <a:pt x="108671" y="4820"/>
                </a:cubicBezTo>
                <a:cubicBezTo>
                  <a:pt x="107987" y="4469"/>
                  <a:pt x="107001" y="4294"/>
                  <a:pt x="105713" y="4294"/>
                </a:cubicBezTo>
                <a:cubicBezTo>
                  <a:pt x="104456" y="4294"/>
                  <a:pt x="103200" y="4609"/>
                  <a:pt x="101944" y="5238"/>
                </a:cubicBezTo>
                <a:cubicBezTo>
                  <a:pt x="100687" y="5867"/>
                  <a:pt x="99431" y="6667"/>
                  <a:pt x="98174" y="7638"/>
                </a:cubicBezTo>
                <a:cubicBezTo>
                  <a:pt x="98222" y="8003"/>
                  <a:pt x="98262" y="8429"/>
                  <a:pt x="98294" y="8915"/>
                </a:cubicBezTo>
                <a:cubicBezTo>
                  <a:pt x="98325" y="9400"/>
                  <a:pt x="98341" y="9882"/>
                  <a:pt x="98341" y="10359"/>
                </a:cubicBezTo>
                <a:lnTo>
                  <a:pt x="98341" y="27434"/>
                </a:lnTo>
                <a:lnTo>
                  <a:pt x="93856" y="27434"/>
                </a:lnTo>
                <a:lnTo>
                  <a:pt x="93856" y="12246"/>
                </a:lnTo>
                <a:cubicBezTo>
                  <a:pt x="93856" y="11068"/>
                  <a:pt x="93805" y="9950"/>
                  <a:pt x="93701" y="8892"/>
                </a:cubicBezTo>
                <a:cubicBezTo>
                  <a:pt x="93598" y="7832"/>
                  <a:pt x="93379" y="6985"/>
                  <a:pt x="93045" y="6348"/>
                </a:cubicBezTo>
                <a:cubicBezTo>
                  <a:pt x="92679" y="5663"/>
                  <a:pt x="92155" y="5150"/>
                  <a:pt x="91471" y="4808"/>
                </a:cubicBezTo>
                <a:cubicBezTo>
                  <a:pt x="90787" y="4465"/>
                  <a:pt x="89801" y="4294"/>
                  <a:pt x="88513" y="4294"/>
                </a:cubicBezTo>
                <a:cubicBezTo>
                  <a:pt x="87288" y="4294"/>
                  <a:pt x="86059" y="4597"/>
                  <a:pt x="84827" y="5202"/>
                </a:cubicBezTo>
                <a:cubicBezTo>
                  <a:pt x="83594" y="5807"/>
                  <a:pt x="82366" y="6579"/>
                  <a:pt x="81141" y="7518"/>
                </a:cubicBezTo>
                <a:lnTo>
                  <a:pt x="81141" y="27434"/>
                </a:lnTo>
                <a:lnTo>
                  <a:pt x="76656" y="27434"/>
                </a:lnTo>
                <a:lnTo>
                  <a:pt x="76656" y="763"/>
                </a:lnTo>
                <a:lnTo>
                  <a:pt x="81141" y="763"/>
                </a:lnTo>
                <a:lnTo>
                  <a:pt x="81141" y="3725"/>
                </a:lnTo>
                <a:cubicBezTo>
                  <a:pt x="82541" y="2555"/>
                  <a:pt x="83936" y="1642"/>
                  <a:pt x="85328" y="986"/>
                </a:cubicBezTo>
                <a:cubicBezTo>
                  <a:pt x="86719" y="329"/>
                  <a:pt x="88202" y="0"/>
                  <a:pt x="89777" y="0"/>
                </a:cubicBezTo>
                <a:cubicBezTo>
                  <a:pt x="91590" y="0"/>
                  <a:pt x="93129" y="384"/>
                  <a:pt x="94393" y="1153"/>
                </a:cubicBezTo>
                <a:cubicBezTo>
                  <a:pt x="95658" y="1920"/>
                  <a:pt x="96600" y="2984"/>
                  <a:pt x="97220" y="4345"/>
                </a:cubicBezTo>
                <a:cubicBezTo>
                  <a:pt x="99033" y="2809"/>
                  <a:pt x="100687" y="1700"/>
                  <a:pt x="102182" y="1021"/>
                </a:cubicBezTo>
                <a:cubicBezTo>
                  <a:pt x="103677" y="340"/>
                  <a:pt x="105275" y="0"/>
                  <a:pt x="106977" y="0"/>
                </a:cubicBezTo>
                <a:cubicBezTo>
                  <a:pt x="109904" y="0"/>
                  <a:pt x="112063" y="888"/>
                  <a:pt x="113454" y="2664"/>
                </a:cubicBezTo>
                <a:cubicBezTo>
                  <a:pt x="114846" y="4441"/>
                  <a:pt x="115542" y="6922"/>
                  <a:pt x="115542" y="10109"/>
                </a:cubicBezTo>
                <a:lnTo>
                  <a:pt x="115542" y="27434"/>
                </a:lnTo>
                <a:close/>
                <a:moveTo>
                  <a:pt x="150938" y="34591"/>
                </a:moveTo>
                <a:lnTo>
                  <a:pt x="119686" y="34591"/>
                </a:lnTo>
                <a:lnTo>
                  <a:pt x="119686" y="31729"/>
                </a:lnTo>
                <a:lnTo>
                  <a:pt x="150938" y="31729"/>
                </a:lnTo>
                <a:lnTo>
                  <a:pt x="150938" y="3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Text call">
            <a:extLst xmlns:a="http://schemas.openxmlformats.org/drawingml/2006/main">
              <a:ext uri="{FF2B5EF4-FFF2-40B4-BE49-F238E27FC236}">
                <a16:creationId xmlns:a16="http://schemas.microsoft.com/office/drawing/2014/main" id="{F5278684-EF96-4B2D-8E42-E5DB2BAA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747" y="2283667"/>
            <a:ext cx="74646" cy="37883"/>
          </a:xfrm>
          <a:custGeom xmlns:a="http://schemas.openxmlformats.org/drawingml/2006/main">
            <a:pathLst>
              <a:path w="74646" h="37883">
                <a:moveTo>
                  <a:pt x="21614" y="35474"/>
                </a:moveTo>
                <a:cubicBezTo>
                  <a:pt x="20119" y="36190"/>
                  <a:pt x="18699" y="36746"/>
                  <a:pt x="17355" y="37144"/>
                </a:cubicBezTo>
                <a:cubicBezTo>
                  <a:pt x="16011" y="37541"/>
                  <a:pt x="14584" y="37740"/>
                  <a:pt x="13073" y="37740"/>
                </a:cubicBezTo>
                <a:cubicBezTo>
                  <a:pt x="11149" y="37740"/>
                  <a:pt x="9383" y="37457"/>
                  <a:pt x="7777" y="36892"/>
                </a:cubicBezTo>
                <a:cubicBezTo>
                  <a:pt x="6171" y="36326"/>
                  <a:pt x="4795" y="35470"/>
                  <a:pt x="3650" y="34323"/>
                </a:cubicBezTo>
                <a:cubicBezTo>
                  <a:pt x="2489" y="33176"/>
                  <a:pt x="1590" y="31726"/>
                  <a:pt x="954" y="29974"/>
                </a:cubicBezTo>
                <a:cubicBezTo>
                  <a:pt x="318" y="28221"/>
                  <a:pt x="0" y="26174"/>
                  <a:pt x="0" y="23832"/>
                </a:cubicBezTo>
                <a:cubicBezTo>
                  <a:pt x="0" y="19467"/>
                  <a:pt x="1197" y="16042"/>
                  <a:pt x="3590" y="13557"/>
                </a:cubicBezTo>
                <a:cubicBezTo>
                  <a:pt x="5984" y="11071"/>
                  <a:pt x="9145" y="9829"/>
                  <a:pt x="13073" y="9829"/>
                </a:cubicBezTo>
                <a:cubicBezTo>
                  <a:pt x="14600" y="9829"/>
                  <a:pt x="16099" y="10043"/>
                  <a:pt x="17570" y="10473"/>
                </a:cubicBezTo>
                <a:cubicBezTo>
                  <a:pt x="19041" y="10902"/>
                  <a:pt x="20389" y="11427"/>
                  <a:pt x="21614" y="12047"/>
                </a:cubicBezTo>
                <a:lnTo>
                  <a:pt x="21614" y="17033"/>
                </a:lnTo>
                <a:lnTo>
                  <a:pt x="21375" y="17033"/>
                </a:lnTo>
                <a:cubicBezTo>
                  <a:pt x="20007" y="15975"/>
                  <a:pt x="18596" y="15162"/>
                  <a:pt x="17141" y="14594"/>
                </a:cubicBezTo>
                <a:cubicBezTo>
                  <a:pt x="15685" y="14025"/>
                  <a:pt x="14266" y="13741"/>
                  <a:pt x="12882" y="13741"/>
                </a:cubicBezTo>
                <a:cubicBezTo>
                  <a:pt x="10338" y="13741"/>
                  <a:pt x="8330" y="14596"/>
                  <a:pt x="6859" y="16306"/>
                </a:cubicBezTo>
                <a:cubicBezTo>
                  <a:pt x="5387" y="18015"/>
                  <a:pt x="4652" y="20524"/>
                  <a:pt x="4652" y="23832"/>
                </a:cubicBezTo>
                <a:cubicBezTo>
                  <a:pt x="4652" y="27045"/>
                  <a:pt x="5372" y="29514"/>
                  <a:pt x="6811" y="31240"/>
                </a:cubicBezTo>
                <a:cubicBezTo>
                  <a:pt x="8250" y="32965"/>
                  <a:pt x="10274" y="33828"/>
                  <a:pt x="12882" y="33828"/>
                </a:cubicBezTo>
                <a:cubicBezTo>
                  <a:pt x="13789" y="33828"/>
                  <a:pt x="14711" y="33710"/>
                  <a:pt x="15650" y="33473"/>
                </a:cubicBezTo>
                <a:cubicBezTo>
                  <a:pt x="16588" y="33236"/>
                  <a:pt x="17431" y="32928"/>
                  <a:pt x="18178" y="32549"/>
                </a:cubicBezTo>
                <a:cubicBezTo>
                  <a:pt x="18830" y="32217"/>
                  <a:pt x="19443" y="31866"/>
                  <a:pt x="20015" y="31495"/>
                </a:cubicBezTo>
                <a:cubicBezTo>
                  <a:pt x="20588" y="31124"/>
                  <a:pt x="21041" y="30804"/>
                  <a:pt x="21375" y="30536"/>
                </a:cubicBezTo>
                <a:lnTo>
                  <a:pt x="21614" y="30536"/>
                </a:lnTo>
                <a:lnTo>
                  <a:pt x="21614" y="35474"/>
                </a:lnTo>
                <a:close/>
                <a:moveTo>
                  <a:pt x="48070" y="37120"/>
                </a:moveTo>
                <a:lnTo>
                  <a:pt x="43609" y="37120"/>
                </a:lnTo>
                <a:lnTo>
                  <a:pt x="43609" y="34301"/>
                </a:lnTo>
                <a:cubicBezTo>
                  <a:pt x="43211" y="34571"/>
                  <a:pt x="42674" y="34950"/>
                  <a:pt x="41999" y="35435"/>
                </a:cubicBezTo>
                <a:cubicBezTo>
                  <a:pt x="41323" y="35921"/>
                  <a:pt x="40667" y="36307"/>
                  <a:pt x="40030" y="36594"/>
                </a:cubicBezTo>
                <a:cubicBezTo>
                  <a:pt x="39283" y="36960"/>
                  <a:pt x="38424" y="37266"/>
                  <a:pt x="37454" y="37513"/>
                </a:cubicBezTo>
                <a:cubicBezTo>
                  <a:pt x="36484" y="37760"/>
                  <a:pt x="35347" y="37883"/>
                  <a:pt x="34043" y="37883"/>
                </a:cubicBezTo>
                <a:cubicBezTo>
                  <a:pt x="31641" y="37883"/>
                  <a:pt x="29605" y="37087"/>
                  <a:pt x="27935" y="35495"/>
                </a:cubicBezTo>
                <a:cubicBezTo>
                  <a:pt x="26265" y="33902"/>
                  <a:pt x="25430" y="31872"/>
                  <a:pt x="25430" y="29403"/>
                </a:cubicBezTo>
                <a:cubicBezTo>
                  <a:pt x="25430" y="27381"/>
                  <a:pt x="25864" y="25745"/>
                  <a:pt x="26731" y="24495"/>
                </a:cubicBezTo>
                <a:cubicBezTo>
                  <a:pt x="27597" y="23244"/>
                  <a:pt x="28834" y="22261"/>
                  <a:pt x="30440" y="21545"/>
                </a:cubicBezTo>
                <a:cubicBezTo>
                  <a:pt x="32062" y="20828"/>
                  <a:pt x="34011" y="20343"/>
                  <a:pt x="36285" y="20088"/>
                </a:cubicBezTo>
                <a:cubicBezTo>
                  <a:pt x="38559" y="19833"/>
                  <a:pt x="41001" y="19641"/>
                  <a:pt x="43609" y="19514"/>
                </a:cubicBezTo>
                <a:lnTo>
                  <a:pt x="43609" y="18816"/>
                </a:lnTo>
                <a:cubicBezTo>
                  <a:pt x="43609" y="17790"/>
                  <a:pt x="43430" y="16940"/>
                  <a:pt x="43072" y="16267"/>
                </a:cubicBezTo>
                <a:cubicBezTo>
                  <a:pt x="42714" y="15593"/>
                  <a:pt x="42201" y="15064"/>
                  <a:pt x="41533" y="14679"/>
                </a:cubicBezTo>
                <a:cubicBezTo>
                  <a:pt x="40897" y="14310"/>
                  <a:pt x="40134" y="14062"/>
                  <a:pt x="39243" y="13933"/>
                </a:cubicBezTo>
                <a:cubicBezTo>
                  <a:pt x="38353" y="13805"/>
                  <a:pt x="37422" y="13741"/>
                  <a:pt x="36452" y="13741"/>
                </a:cubicBezTo>
                <a:cubicBezTo>
                  <a:pt x="35275" y="13741"/>
                  <a:pt x="33963" y="13900"/>
                  <a:pt x="32516" y="14219"/>
                </a:cubicBezTo>
                <a:cubicBezTo>
                  <a:pt x="31068" y="14537"/>
                  <a:pt x="29573" y="14998"/>
                  <a:pt x="28031" y="15602"/>
                </a:cubicBezTo>
                <a:lnTo>
                  <a:pt x="27792" y="15602"/>
                </a:lnTo>
                <a:lnTo>
                  <a:pt x="27792" y="11045"/>
                </a:lnTo>
                <a:cubicBezTo>
                  <a:pt x="28667" y="10807"/>
                  <a:pt x="29931" y="10544"/>
                  <a:pt x="31585" y="10258"/>
                </a:cubicBezTo>
                <a:cubicBezTo>
                  <a:pt x="33239" y="9972"/>
                  <a:pt x="34870" y="9829"/>
                  <a:pt x="36476" y="9829"/>
                </a:cubicBezTo>
                <a:cubicBezTo>
                  <a:pt x="38353" y="9829"/>
                  <a:pt x="39987" y="9984"/>
                  <a:pt x="41378" y="10294"/>
                </a:cubicBezTo>
                <a:cubicBezTo>
                  <a:pt x="42770" y="10604"/>
                  <a:pt x="43975" y="11133"/>
                  <a:pt x="44992" y="11880"/>
                </a:cubicBezTo>
                <a:cubicBezTo>
                  <a:pt x="45994" y="12612"/>
                  <a:pt x="46758" y="13558"/>
                  <a:pt x="47283" y="14719"/>
                </a:cubicBezTo>
                <a:cubicBezTo>
                  <a:pt x="47807" y="15880"/>
                  <a:pt x="48070" y="17319"/>
                  <a:pt x="48070" y="19037"/>
                </a:cubicBezTo>
                <a:lnTo>
                  <a:pt x="48070" y="37120"/>
                </a:lnTo>
                <a:moveTo>
                  <a:pt x="43609" y="30593"/>
                </a:moveTo>
                <a:lnTo>
                  <a:pt x="43609" y="23140"/>
                </a:lnTo>
                <a:cubicBezTo>
                  <a:pt x="42241" y="23220"/>
                  <a:pt x="40631" y="23340"/>
                  <a:pt x="38778" y="23500"/>
                </a:cubicBezTo>
                <a:cubicBezTo>
                  <a:pt x="36925" y="23660"/>
                  <a:pt x="35458" y="23891"/>
                  <a:pt x="34376" y="24195"/>
                </a:cubicBezTo>
                <a:cubicBezTo>
                  <a:pt x="33088" y="24562"/>
                  <a:pt x="32047" y="25134"/>
                  <a:pt x="31251" y="25908"/>
                </a:cubicBezTo>
                <a:cubicBezTo>
                  <a:pt x="30456" y="26683"/>
                  <a:pt x="30059" y="27750"/>
                  <a:pt x="30059" y="29107"/>
                </a:cubicBezTo>
                <a:cubicBezTo>
                  <a:pt x="30059" y="30641"/>
                  <a:pt x="30520" y="31795"/>
                  <a:pt x="31442" y="32570"/>
                </a:cubicBezTo>
                <a:cubicBezTo>
                  <a:pt x="32365" y="33345"/>
                  <a:pt x="33772" y="33732"/>
                  <a:pt x="35665" y="33732"/>
                </a:cubicBezTo>
                <a:cubicBezTo>
                  <a:pt x="37239" y="33732"/>
                  <a:pt x="38679" y="33425"/>
                  <a:pt x="39983" y="32810"/>
                </a:cubicBezTo>
                <a:cubicBezTo>
                  <a:pt x="41287" y="32195"/>
                  <a:pt x="42496" y="31456"/>
                  <a:pt x="43609" y="30593"/>
                </a:cubicBezTo>
                <a:close/>
                <a:moveTo>
                  <a:pt x="61259" y="37120"/>
                </a:moveTo>
                <a:lnTo>
                  <a:pt x="56774" y="37120"/>
                </a:lnTo>
                <a:lnTo>
                  <a:pt x="56774" y="0"/>
                </a:lnTo>
                <a:lnTo>
                  <a:pt x="61259" y="0"/>
                </a:lnTo>
                <a:lnTo>
                  <a:pt x="61259" y="37120"/>
                </a:lnTo>
                <a:close/>
                <a:moveTo>
                  <a:pt x="74646" y="37120"/>
                </a:moveTo>
                <a:lnTo>
                  <a:pt x="70161" y="37120"/>
                </a:lnTo>
                <a:lnTo>
                  <a:pt x="70161" y="0"/>
                </a:lnTo>
                <a:lnTo>
                  <a:pt x="74646" y="0"/>
                </a:lnTo>
                <a:lnTo>
                  <a:pt x="74646" y="37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E7AF1-D4FB-4EEF-8855-122CE5A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059" y="2286587"/>
            <a:ext cx="49834" cy="10"/>
          </a:xfrm>
          <a:custGeom xmlns:a="http://schemas.openxmlformats.org/drawingml/2006/main">
            <a:pathLst>
              <a:path w="49834" h="1" fill="none">
                <a:moveTo>
                  <a:pt x="0" y="0"/>
                </a:moveTo>
                <a:lnTo>
                  <a:pt x="49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6AAEB-FDD5-44A7-B72D-629CE075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894" y="2278444"/>
            <a:ext cx="24429" cy="16286"/>
          </a:xfrm>
          <a:custGeom xmlns:a="http://schemas.openxmlformats.org/drawingml/2006/main">
            <a:pathLst>
              <a:path w="24429" h="16286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97473-E354-4031-88CA-85FB2BE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894" y="2278444"/>
            <a:ext cx="24429" cy="16286"/>
          </a:xfrm>
          <a:custGeom xmlns:a="http://schemas.openxmlformats.org/drawingml/2006/main">
            <a:pathLst>
              <a:path w="24429" h="16286" fill="none">
                <a:moveTo>
                  <a:pt x="24429" y="8143"/>
                </a:moveTo>
                <a:lnTo>
                  <a:pt x="0" y="16286"/>
                </a:lnTo>
                <a:lnTo>
                  <a:pt x="0" y="0"/>
                </a:lnTo>
                <a:lnTo>
                  <a:pt x="24429" y="81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EF375-D188-4D68-A9AF-95647BD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145" y="1631455"/>
            <a:ext cx="238662" cy="238663"/>
          </a:xfrm>
          <a:custGeom xmlns:a="http://schemas.openxmlformats.org/drawingml/2006/main">
            <a:pathLst>
              <a:path w="238662" h="238663">
                <a:moveTo>
                  <a:pt x="238662" y="119331"/>
                </a:moveTo>
                <a:cubicBezTo>
                  <a:pt x="238662" y="127167"/>
                  <a:pt x="237898" y="134927"/>
                  <a:pt x="236369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7" y="192143"/>
                  <a:pt x="209251" y="198171"/>
                  <a:pt x="203710" y="203711"/>
                </a:cubicBezTo>
                <a:cubicBezTo>
                  <a:pt x="198170" y="209252"/>
                  <a:pt x="192142" y="214198"/>
                  <a:pt x="185627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7" y="234841"/>
                  <a:pt x="142611" y="236369"/>
                </a:cubicBezTo>
                <a:cubicBezTo>
                  <a:pt x="134926" y="237898"/>
                  <a:pt x="127167" y="238663"/>
                  <a:pt x="119331" y="238663"/>
                </a:cubicBezTo>
                <a:cubicBezTo>
                  <a:pt x="111496" y="238663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4" y="229579"/>
                </a:cubicBezTo>
                <a:cubicBezTo>
                  <a:pt x="66425" y="226580"/>
                  <a:pt x="59548" y="222905"/>
                  <a:pt x="53033" y="218551"/>
                </a:cubicBezTo>
                <a:cubicBezTo>
                  <a:pt x="46518" y="214198"/>
                  <a:pt x="40491" y="209252"/>
                  <a:pt x="34951" y="203711"/>
                </a:cubicBezTo>
                <a:cubicBezTo>
                  <a:pt x="29410" y="198171"/>
                  <a:pt x="24463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2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1" y="29411"/>
                  <a:pt x="46518" y="24464"/>
                  <a:pt x="53033" y="20111"/>
                </a:cubicBezTo>
                <a:cubicBezTo>
                  <a:pt x="59548" y="15758"/>
                  <a:pt x="66425" y="12082"/>
                  <a:pt x="73664" y="9083"/>
                </a:cubicBezTo>
                <a:cubicBezTo>
                  <a:pt x="80903" y="6085"/>
                  <a:pt x="88365" y="3821"/>
                  <a:pt x="96050" y="2293"/>
                </a:cubicBezTo>
                <a:cubicBezTo>
                  <a:pt x="103736" y="764"/>
                  <a:pt x="111496" y="0"/>
                  <a:pt x="119331" y="0"/>
                </a:cubicBezTo>
                <a:cubicBezTo>
                  <a:pt x="127167" y="0"/>
                  <a:pt x="134926" y="764"/>
                  <a:pt x="142611" y="2293"/>
                </a:cubicBezTo>
                <a:cubicBezTo>
                  <a:pt x="150296" y="3821"/>
                  <a:pt x="157758" y="6085"/>
                  <a:pt x="164997" y="9084"/>
                </a:cubicBezTo>
                <a:cubicBezTo>
                  <a:pt x="172236" y="12082"/>
                  <a:pt x="179113" y="15758"/>
                  <a:pt x="185627" y="20111"/>
                </a:cubicBezTo>
                <a:cubicBezTo>
                  <a:pt x="192142" y="24464"/>
                  <a:pt x="198170" y="29411"/>
                  <a:pt x="203710" y="34951"/>
                </a:cubicBezTo>
                <a:cubicBezTo>
                  <a:pt x="209251" y="40492"/>
                  <a:pt x="214197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2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0D427-7D41-4664-B5D7-171EBFBF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145" y="1631455"/>
            <a:ext cx="238662" cy="238663"/>
          </a:xfrm>
          <a:custGeom xmlns:a="http://schemas.openxmlformats.org/drawingml/2006/main">
            <a:pathLst>
              <a:path w="238662" h="238663" fill="none">
                <a:moveTo>
                  <a:pt x="238662" y="119331"/>
                </a:moveTo>
                <a:cubicBezTo>
                  <a:pt x="238662" y="127167"/>
                  <a:pt x="237898" y="134927"/>
                  <a:pt x="236369" y="142611"/>
                </a:cubicBezTo>
                <a:cubicBezTo>
                  <a:pt x="234840" y="150296"/>
                  <a:pt x="232577" y="157758"/>
                  <a:pt x="229578" y="164997"/>
                </a:cubicBezTo>
                <a:cubicBezTo>
                  <a:pt x="226580" y="172236"/>
                  <a:pt x="222904" y="179113"/>
                  <a:pt x="218551" y="185628"/>
                </a:cubicBezTo>
                <a:cubicBezTo>
                  <a:pt x="214197" y="192143"/>
                  <a:pt x="209251" y="198171"/>
                  <a:pt x="203710" y="203711"/>
                </a:cubicBezTo>
                <a:cubicBezTo>
                  <a:pt x="198170" y="209252"/>
                  <a:pt x="192142" y="214198"/>
                  <a:pt x="185627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7" y="234841"/>
                  <a:pt x="142611" y="236369"/>
                </a:cubicBezTo>
                <a:cubicBezTo>
                  <a:pt x="134926" y="237898"/>
                  <a:pt x="127167" y="238663"/>
                  <a:pt x="119331" y="238663"/>
                </a:cubicBezTo>
                <a:cubicBezTo>
                  <a:pt x="111496" y="238663"/>
                  <a:pt x="103736" y="237898"/>
                  <a:pt x="96050" y="236370"/>
                </a:cubicBezTo>
                <a:cubicBezTo>
                  <a:pt x="88365" y="234841"/>
                  <a:pt x="80903" y="232577"/>
                  <a:pt x="73664" y="229579"/>
                </a:cubicBezTo>
                <a:cubicBezTo>
                  <a:pt x="66425" y="226580"/>
                  <a:pt x="59548" y="222905"/>
                  <a:pt x="53033" y="218551"/>
                </a:cubicBezTo>
                <a:cubicBezTo>
                  <a:pt x="46518" y="214198"/>
                  <a:pt x="40491" y="209252"/>
                  <a:pt x="34951" y="203711"/>
                </a:cubicBezTo>
                <a:cubicBezTo>
                  <a:pt x="29410" y="198171"/>
                  <a:pt x="24463" y="192143"/>
                  <a:pt x="20110" y="185628"/>
                </a:cubicBezTo>
                <a:cubicBezTo>
                  <a:pt x="15757" y="179113"/>
                  <a:pt x="12081" y="172236"/>
                  <a:pt x="9083" y="164997"/>
                </a:cubicBezTo>
                <a:cubicBezTo>
                  <a:pt x="6084" y="157758"/>
                  <a:pt x="3821" y="150296"/>
                  <a:pt x="2292" y="142611"/>
                </a:cubicBezTo>
                <a:cubicBezTo>
                  <a:pt x="764" y="134927"/>
                  <a:pt x="0" y="127167"/>
                  <a:pt x="0" y="119331"/>
                </a:cubicBezTo>
                <a:cubicBezTo>
                  <a:pt x="0" y="111496"/>
                  <a:pt x="764" y="103736"/>
                  <a:pt x="2292" y="96051"/>
                </a:cubicBezTo>
                <a:cubicBezTo>
                  <a:pt x="3821" y="88366"/>
                  <a:pt x="6084" y="80904"/>
                  <a:pt x="9083" y="73665"/>
                </a:cubicBezTo>
                <a:cubicBezTo>
                  <a:pt x="12081" y="66426"/>
                  <a:pt x="15757" y="59549"/>
                  <a:pt x="20110" y="53034"/>
                </a:cubicBezTo>
                <a:cubicBezTo>
                  <a:pt x="24463" y="46519"/>
                  <a:pt x="29410" y="40492"/>
                  <a:pt x="34951" y="34951"/>
                </a:cubicBezTo>
                <a:cubicBezTo>
                  <a:pt x="40491" y="29411"/>
                  <a:pt x="46518" y="24464"/>
                  <a:pt x="53033" y="20111"/>
                </a:cubicBezTo>
                <a:cubicBezTo>
                  <a:pt x="59548" y="15758"/>
                  <a:pt x="66425" y="12082"/>
                  <a:pt x="73664" y="9083"/>
                </a:cubicBezTo>
                <a:cubicBezTo>
                  <a:pt x="80903" y="6085"/>
                  <a:pt x="88365" y="3821"/>
                  <a:pt x="96050" y="2293"/>
                </a:cubicBezTo>
                <a:cubicBezTo>
                  <a:pt x="103736" y="764"/>
                  <a:pt x="111496" y="0"/>
                  <a:pt x="119331" y="0"/>
                </a:cubicBezTo>
                <a:cubicBezTo>
                  <a:pt x="127167" y="0"/>
                  <a:pt x="134926" y="764"/>
                  <a:pt x="142611" y="2293"/>
                </a:cubicBezTo>
                <a:cubicBezTo>
                  <a:pt x="150296" y="3821"/>
                  <a:pt x="157758" y="6085"/>
                  <a:pt x="164997" y="9084"/>
                </a:cubicBezTo>
                <a:cubicBezTo>
                  <a:pt x="172236" y="12082"/>
                  <a:pt x="179113" y="15758"/>
                  <a:pt x="185627" y="20111"/>
                </a:cubicBezTo>
                <a:cubicBezTo>
                  <a:pt x="192142" y="24464"/>
                  <a:pt x="198170" y="29411"/>
                  <a:pt x="203710" y="34951"/>
                </a:cubicBezTo>
                <a:cubicBezTo>
                  <a:pt x="209251" y="40492"/>
                  <a:pt x="214197" y="46519"/>
                  <a:pt x="218551" y="53034"/>
                </a:cubicBezTo>
                <a:cubicBezTo>
                  <a:pt x="222904" y="59549"/>
                  <a:pt x="226580" y="66426"/>
                  <a:pt x="229578" y="73665"/>
                </a:cubicBezTo>
                <a:cubicBezTo>
                  <a:pt x="232577" y="80904"/>
                  <a:pt x="234840" y="88366"/>
                  <a:pt x="236369" y="96051"/>
                </a:cubicBezTo>
                <a:cubicBezTo>
                  <a:pt x="237898" y="103736"/>
                  <a:pt x="238662" y="111496"/>
                  <a:pt x="238662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00" name="Text hit">
            <a:extLst xmlns:a="http://schemas.openxmlformats.org/drawingml/2006/main">
              <a:ext uri="{FF2B5EF4-FFF2-40B4-BE49-F238E27FC236}">
                <a16:creationId xmlns:a16="http://schemas.microsoft.com/office/drawing/2014/main" id="{42E26BE2-8D31-4D01-BE74-5FCCDA55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101" y="1713666"/>
            <a:ext cx="58149" cy="37645"/>
          </a:xfrm>
          <a:custGeom xmlns:a="http://schemas.openxmlformats.org/drawingml/2006/main">
            <a:pathLst>
              <a:path w="58149" h="37645">
                <a:moveTo>
                  <a:pt x="22282" y="37120"/>
                </a:moveTo>
                <a:lnTo>
                  <a:pt x="17797" y="37120"/>
                </a:lnTo>
                <a:lnTo>
                  <a:pt x="17797" y="21932"/>
                </a:lnTo>
                <a:cubicBezTo>
                  <a:pt x="17797" y="20706"/>
                  <a:pt x="17725" y="19556"/>
                  <a:pt x="17582" y="18481"/>
                </a:cubicBezTo>
                <a:cubicBezTo>
                  <a:pt x="17439" y="17406"/>
                  <a:pt x="17176" y="16567"/>
                  <a:pt x="16795" y="15962"/>
                </a:cubicBezTo>
                <a:cubicBezTo>
                  <a:pt x="16397" y="15293"/>
                  <a:pt x="15825" y="14795"/>
                  <a:pt x="15077" y="14469"/>
                </a:cubicBezTo>
                <a:cubicBezTo>
                  <a:pt x="14330" y="14143"/>
                  <a:pt x="13359" y="13980"/>
                  <a:pt x="12167" y="13980"/>
                </a:cubicBezTo>
                <a:cubicBezTo>
                  <a:pt x="10942" y="13980"/>
                  <a:pt x="9662" y="14282"/>
                  <a:pt x="8326" y="14888"/>
                </a:cubicBezTo>
                <a:cubicBezTo>
                  <a:pt x="6990" y="15493"/>
                  <a:pt x="5710" y="16264"/>
                  <a:pt x="4485" y="17203"/>
                </a:cubicBezTo>
                <a:lnTo>
                  <a:pt x="4485" y="37120"/>
                </a:lnTo>
                <a:lnTo>
                  <a:pt x="0" y="37120"/>
                </a:lnTo>
                <a:lnTo>
                  <a:pt x="0" y="0"/>
                </a:lnTo>
                <a:lnTo>
                  <a:pt x="4485" y="0"/>
                </a:lnTo>
                <a:lnTo>
                  <a:pt x="4485" y="13390"/>
                </a:lnTo>
                <a:cubicBezTo>
                  <a:pt x="5884" y="12227"/>
                  <a:pt x="7332" y="11319"/>
                  <a:pt x="8827" y="10666"/>
                </a:cubicBezTo>
                <a:cubicBezTo>
                  <a:pt x="10322" y="10012"/>
                  <a:pt x="11856" y="9686"/>
                  <a:pt x="13431" y="9686"/>
                </a:cubicBezTo>
                <a:cubicBezTo>
                  <a:pt x="16310" y="9686"/>
                  <a:pt x="18504" y="10554"/>
                  <a:pt x="20015" y="12290"/>
                </a:cubicBezTo>
                <a:cubicBezTo>
                  <a:pt x="21526" y="14027"/>
                  <a:pt x="22282" y="16528"/>
                  <a:pt x="22282" y="19795"/>
                </a:cubicBezTo>
                <a:lnTo>
                  <a:pt x="22282" y="37120"/>
                </a:lnTo>
                <a:close/>
                <a:moveTo>
                  <a:pt x="35745" y="6012"/>
                </a:moveTo>
                <a:lnTo>
                  <a:pt x="30688" y="6012"/>
                </a:lnTo>
                <a:lnTo>
                  <a:pt x="30688" y="1336"/>
                </a:lnTo>
                <a:lnTo>
                  <a:pt x="35745" y="1336"/>
                </a:lnTo>
                <a:lnTo>
                  <a:pt x="35745" y="6012"/>
                </a:lnTo>
                <a:moveTo>
                  <a:pt x="35459" y="37120"/>
                </a:moveTo>
                <a:lnTo>
                  <a:pt x="30974" y="37120"/>
                </a:lnTo>
                <a:lnTo>
                  <a:pt x="30974" y="10449"/>
                </a:lnTo>
                <a:lnTo>
                  <a:pt x="35459" y="10449"/>
                </a:lnTo>
                <a:lnTo>
                  <a:pt x="35459" y="37120"/>
                </a:lnTo>
                <a:close/>
                <a:moveTo>
                  <a:pt x="58149" y="36885"/>
                </a:moveTo>
                <a:cubicBezTo>
                  <a:pt x="57307" y="37107"/>
                  <a:pt x="56388" y="37289"/>
                  <a:pt x="55394" y="37431"/>
                </a:cubicBezTo>
                <a:cubicBezTo>
                  <a:pt x="54400" y="37574"/>
                  <a:pt x="53513" y="37645"/>
                  <a:pt x="52734" y="37645"/>
                </a:cubicBezTo>
                <a:cubicBezTo>
                  <a:pt x="50015" y="37645"/>
                  <a:pt x="47947" y="36913"/>
                  <a:pt x="46532" y="35448"/>
                </a:cubicBezTo>
                <a:cubicBezTo>
                  <a:pt x="45116" y="33983"/>
                  <a:pt x="44408" y="31635"/>
                  <a:pt x="44408" y="28403"/>
                </a:cubicBezTo>
                <a:lnTo>
                  <a:pt x="44408" y="14218"/>
                </a:lnTo>
                <a:lnTo>
                  <a:pt x="41379" y="14218"/>
                </a:lnTo>
                <a:lnTo>
                  <a:pt x="41379" y="10449"/>
                </a:lnTo>
                <a:lnTo>
                  <a:pt x="44408" y="10449"/>
                </a:lnTo>
                <a:lnTo>
                  <a:pt x="44408" y="2767"/>
                </a:lnTo>
                <a:lnTo>
                  <a:pt x="48893" y="2767"/>
                </a:lnTo>
                <a:lnTo>
                  <a:pt x="48893" y="10449"/>
                </a:lnTo>
                <a:lnTo>
                  <a:pt x="58149" y="10449"/>
                </a:lnTo>
                <a:lnTo>
                  <a:pt x="58149" y="14218"/>
                </a:lnTo>
                <a:lnTo>
                  <a:pt x="48893" y="14218"/>
                </a:lnTo>
                <a:lnTo>
                  <a:pt x="48893" y="26391"/>
                </a:lnTo>
                <a:cubicBezTo>
                  <a:pt x="48893" y="27794"/>
                  <a:pt x="48925" y="28890"/>
                  <a:pt x="48989" y="29679"/>
                </a:cubicBezTo>
                <a:cubicBezTo>
                  <a:pt x="49052" y="30468"/>
                  <a:pt x="49275" y="31206"/>
                  <a:pt x="49657" y="31891"/>
                </a:cubicBezTo>
                <a:cubicBezTo>
                  <a:pt x="50007" y="32529"/>
                  <a:pt x="50488" y="32995"/>
                  <a:pt x="51100" y="33290"/>
                </a:cubicBezTo>
                <a:cubicBezTo>
                  <a:pt x="51712" y="33585"/>
                  <a:pt x="52647" y="33732"/>
                  <a:pt x="53903" y="33732"/>
                </a:cubicBezTo>
                <a:cubicBezTo>
                  <a:pt x="54635" y="33732"/>
                  <a:pt x="55398" y="33625"/>
                  <a:pt x="56193" y="33410"/>
                </a:cubicBezTo>
                <a:cubicBezTo>
                  <a:pt x="56988" y="33196"/>
                  <a:pt x="57561" y="33017"/>
                  <a:pt x="57911" y="32874"/>
                </a:cubicBezTo>
                <a:lnTo>
                  <a:pt x="58149" y="32874"/>
                </a:lnTo>
                <a:lnTo>
                  <a:pt x="58149" y="36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A4389-E07A-4275-B63B-8F00ECD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011" y="1870161"/>
            <a:ext cx="1466" cy="263503"/>
          </a:xfrm>
          <a:custGeom xmlns:a="http://schemas.openxmlformats.org/drawingml/2006/main">
            <a:pathLst>
              <a:path w="1466" h="263503" fill="none">
                <a:moveTo>
                  <a:pt x="1466" y="0"/>
                </a:moveTo>
                <a:lnTo>
                  <a:pt x="0" y="26350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CA693-5C4F-498E-9232-97574C8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868" y="2133664"/>
            <a:ext cx="16286" cy="24429"/>
          </a:xfrm>
          <a:custGeom xmlns:a="http://schemas.openxmlformats.org/drawingml/2006/main">
            <a:pathLst>
              <a:path w="16286" h="24429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51529-2170-4701-85EA-09B8538B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868" y="2133664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7980" y="24429"/>
                </a:moveTo>
                <a:lnTo>
                  <a:pt x="0" y="0"/>
                </a:lnTo>
                <a:lnTo>
                  <a:pt x="16286" y="0"/>
                </a:lnTo>
                <a:lnTo>
                  <a:pt x="7980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A0765-3DF0-4775-AA33-C0762903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008" y="1343643"/>
            <a:ext cx="321806" cy="201617"/>
          </a:xfrm>
          <a:custGeom xmlns:a="http://schemas.openxmlformats.org/drawingml/2006/main">
            <a:pathLst>
              <a:path w="321806" h="201617">
                <a:moveTo>
                  <a:pt x="0" y="0"/>
                </a:moveTo>
                <a:lnTo>
                  <a:pt x="321806" y="0"/>
                </a:lnTo>
                <a:lnTo>
                  <a:pt x="321806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251E7-CB62-4F96-91F7-594A97EE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008" y="1343643"/>
            <a:ext cx="321806" cy="201617"/>
          </a:xfrm>
          <a:custGeom xmlns:a="http://schemas.openxmlformats.org/drawingml/2006/main">
            <a:pathLst>
              <a:path w="321806" h="201617" fill="none">
                <a:moveTo>
                  <a:pt x="0" y="0"/>
                </a:moveTo>
                <a:lnTo>
                  <a:pt x="321806" y="0"/>
                </a:lnTo>
                <a:lnTo>
                  <a:pt x="321806" y="201617"/>
                </a:lnTo>
                <a:lnTo>
                  <a:pt x="0" y="201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06" name="Text addr">
            <a:extLst xmlns:a="http://schemas.openxmlformats.org/drawingml/2006/main">
              <a:ext uri="{FF2B5EF4-FFF2-40B4-BE49-F238E27FC236}">
                <a16:creationId xmlns:a16="http://schemas.microsoft.com/office/drawing/2014/main" id="{86B56B0E-F175-4887-B030-BC2DE89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722" y="1422670"/>
            <a:ext cx="96665" cy="35546"/>
          </a:xfrm>
          <a:custGeom xmlns:a="http://schemas.openxmlformats.org/drawingml/2006/main">
            <a:pathLst>
              <a:path w="96665" h="35546">
                <a:moveTo>
                  <a:pt x="17987" y="31845"/>
                </a:moveTo>
                <a:cubicBezTo>
                  <a:pt x="16397" y="33198"/>
                  <a:pt x="14866" y="34153"/>
                  <a:pt x="13395" y="34710"/>
                </a:cubicBezTo>
                <a:cubicBezTo>
                  <a:pt x="11924" y="35267"/>
                  <a:pt x="10346" y="35546"/>
                  <a:pt x="8660" y="35546"/>
                </a:cubicBezTo>
                <a:cubicBezTo>
                  <a:pt x="5877" y="35546"/>
                  <a:pt x="3737" y="34865"/>
                  <a:pt x="2242" y="33504"/>
                </a:cubicBezTo>
                <a:cubicBezTo>
                  <a:pt x="747" y="32144"/>
                  <a:pt x="0" y="30405"/>
                  <a:pt x="0" y="28288"/>
                </a:cubicBezTo>
                <a:cubicBezTo>
                  <a:pt x="0" y="27047"/>
                  <a:pt x="282" y="25913"/>
                  <a:pt x="847" y="24887"/>
                </a:cubicBezTo>
                <a:cubicBezTo>
                  <a:pt x="1411" y="23860"/>
                  <a:pt x="2151" y="23037"/>
                  <a:pt x="3066" y="22416"/>
                </a:cubicBezTo>
                <a:cubicBezTo>
                  <a:pt x="3980" y="21795"/>
                  <a:pt x="5010" y="21326"/>
                  <a:pt x="6155" y="21007"/>
                </a:cubicBezTo>
                <a:cubicBezTo>
                  <a:pt x="6998" y="20784"/>
                  <a:pt x="8270" y="20569"/>
                  <a:pt x="9972" y="20363"/>
                </a:cubicBezTo>
                <a:cubicBezTo>
                  <a:pt x="13439" y="19952"/>
                  <a:pt x="15992" y="19463"/>
                  <a:pt x="17630" y="18894"/>
                </a:cubicBezTo>
                <a:cubicBezTo>
                  <a:pt x="17646" y="18308"/>
                  <a:pt x="17653" y="17936"/>
                  <a:pt x="17653" y="17777"/>
                </a:cubicBezTo>
                <a:cubicBezTo>
                  <a:pt x="17653" y="16034"/>
                  <a:pt x="17248" y="14806"/>
                  <a:pt x="16437" y="14094"/>
                </a:cubicBezTo>
                <a:cubicBezTo>
                  <a:pt x="15339" y="13127"/>
                  <a:pt x="13709" y="12644"/>
                  <a:pt x="11546" y="12644"/>
                </a:cubicBezTo>
                <a:cubicBezTo>
                  <a:pt x="9527" y="12644"/>
                  <a:pt x="8036" y="12998"/>
                  <a:pt x="7073" y="13705"/>
                </a:cubicBezTo>
                <a:cubicBezTo>
                  <a:pt x="6111" y="14413"/>
                  <a:pt x="5399" y="15665"/>
                  <a:pt x="4938" y="17463"/>
                </a:cubicBezTo>
                <a:lnTo>
                  <a:pt x="740" y="16890"/>
                </a:lnTo>
                <a:cubicBezTo>
                  <a:pt x="1121" y="15087"/>
                  <a:pt x="1749" y="13632"/>
                  <a:pt x="2624" y="12523"/>
                </a:cubicBezTo>
                <a:cubicBezTo>
                  <a:pt x="3499" y="11414"/>
                  <a:pt x="4763" y="10561"/>
                  <a:pt x="6417" y="9963"/>
                </a:cubicBezTo>
                <a:cubicBezTo>
                  <a:pt x="8071" y="9364"/>
                  <a:pt x="9988" y="9065"/>
                  <a:pt x="12167" y="9065"/>
                </a:cubicBezTo>
                <a:cubicBezTo>
                  <a:pt x="14330" y="9065"/>
                  <a:pt x="16087" y="9320"/>
                  <a:pt x="17439" y="9829"/>
                </a:cubicBezTo>
                <a:cubicBezTo>
                  <a:pt x="18791" y="10338"/>
                  <a:pt x="19785" y="10978"/>
                  <a:pt x="20421" y="11749"/>
                </a:cubicBezTo>
                <a:cubicBezTo>
                  <a:pt x="21057" y="12520"/>
                  <a:pt x="21502" y="13495"/>
                  <a:pt x="21757" y="14671"/>
                </a:cubicBezTo>
                <a:cubicBezTo>
                  <a:pt x="21900" y="15403"/>
                  <a:pt x="21971" y="16723"/>
                  <a:pt x="21971" y="18632"/>
                </a:cubicBezTo>
                <a:lnTo>
                  <a:pt x="21971" y="24357"/>
                </a:lnTo>
                <a:cubicBezTo>
                  <a:pt x="21971" y="28349"/>
                  <a:pt x="22063" y="30874"/>
                  <a:pt x="22246" y="31931"/>
                </a:cubicBezTo>
                <a:cubicBezTo>
                  <a:pt x="22429" y="32989"/>
                  <a:pt x="22790" y="34003"/>
                  <a:pt x="23331" y="34973"/>
                </a:cubicBezTo>
                <a:lnTo>
                  <a:pt x="18846" y="34973"/>
                </a:lnTo>
                <a:cubicBezTo>
                  <a:pt x="18401" y="34081"/>
                  <a:pt x="18115" y="33039"/>
                  <a:pt x="17987" y="31845"/>
                </a:cubicBezTo>
                <a:moveTo>
                  <a:pt x="17630" y="22234"/>
                </a:moveTo>
                <a:cubicBezTo>
                  <a:pt x="16071" y="22875"/>
                  <a:pt x="13733" y="23421"/>
                  <a:pt x="10616" y="23869"/>
                </a:cubicBezTo>
                <a:cubicBezTo>
                  <a:pt x="8851" y="24125"/>
                  <a:pt x="7602" y="24412"/>
                  <a:pt x="6871" y="24732"/>
                </a:cubicBezTo>
                <a:cubicBezTo>
                  <a:pt x="6139" y="25051"/>
                  <a:pt x="5574" y="25518"/>
                  <a:pt x="5177" y="26134"/>
                </a:cubicBezTo>
                <a:cubicBezTo>
                  <a:pt x="4779" y="26748"/>
                  <a:pt x="4580" y="27431"/>
                  <a:pt x="4580" y="28181"/>
                </a:cubicBezTo>
                <a:cubicBezTo>
                  <a:pt x="4580" y="29331"/>
                  <a:pt x="5014" y="30289"/>
                  <a:pt x="5881" y="31056"/>
                </a:cubicBezTo>
                <a:cubicBezTo>
                  <a:pt x="6747" y="31822"/>
                  <a:pt x="8016" y="32206"/>
                  <a:pt x="9686" y="32206"/>
                </a:cubicBezTo>
                <a:cubicBezTo>
                  <a:pt x="11340" y="32206"/>
                  <a:pt x="12811" y="31842"/>
                  <a:pt x="14099" y="31115"/>
                </a:cubicBezTo>
                <a:cubicBezTo>
                  <a:pt x="15387" y="30388"/>
                  <a:pt x="16333" y="29393"/>
                  <a:pt x="16938" y="28131"/>
                </a:cubicBezTo>
                <a:cubicBezTo>
                  <a:pt x="17399" y="27156"/>
                  <a:pt x="17630" y="25717"/>
                  <a:pt x="17630" y="23816"/>
                </a:cubicBezTo>
                <a:lnTo>
                  <a:pt x="17630" y="22234"/>
                </a:lnTo>
                <a:close/>
                <a:moveTo>
                  <a:pt x="45056" y="34973"/>
                </a:moveTo>
                <a:lnTo>
                  <a:pt x="45056" y="31776"/>
                </a:lnTo>
                <a:cubicBezTo>
                  <a:pt x="43450" y="34289"/>
                  <a:pt x="41088" y="35546"/>
                  <a:pt x="37971" y="35546"/>
                </a:cubicBezTo>
                <a:cubicBezTo>
                  <a:pt x="35951" y="35546"/>
                  <a:pt x="34094" y="34989"/>
                  <a:pt x="32401" y="33876"/>
                </a:cubicBezTo>
                <a:cubicBezTo>
                  <a:pt x="30707" y="32762"/>
                  <a:pt x="29395" y="31208"/>
                  <a:pt x="28464" y="29212"/>
                </a:cubicBezTo>
                <a:cubicBezTo>
                  <a:pt x="27534" y="27216"/>
                  <a:pt x="27069" y="24922"/>
                  <a:pt x="27069" y="22329"/>
                </a:cubicBezTo>
                <a:cubicBezTo>
                  <a:pt x="27069" y="19801"/>
                  <a:pt x="27490" y="17506"/>
                  <a:pt x="28333" y="15447"/>
                </a:cubicBezTo>
                <a:cubicBezTo>
                  <a:pt x="29176" y="13387"/>
                  <a:pt x="30440" y="11809"/>
                  <a:pt x="32126" y="10711"/>
                </a:cubicBezTo>
                <a:cubicBezTo>
                  <a:pt x="33812" y="9614"/>
                  <a:pt x="35697" y="9065"/>
                  <a:pt x="37780" y="9065"/>
                </a:cubicBezTo>
                <a:cubicBezTo>
                  <a:pt x="39307" y="9065"/>
                  <a:pt x="40667" y="9387"/>
                  <a:pt x="41860" y="10031"/>
                </a:cubicBezTo>
                <a:cubicBezTo>
                  <a:pt x="43052" y="10676"/>
                  <a:pt x="44023" y="11515"/>
                  <a:pt x="44770" y="12548"/>
                </a:cubicBezTo>
                <a:lnTo>
                  <a:pt x="44770" y="0"/>
                </a:lnTo>
                <a:lnTo>
                  <a:pt x="49040" y="0"/>
                </a:lnTo>
                <a:lnTo>
                  <a:pt x="49040" y="34973"/>
                </a:lnTo>
                <a:lnTo>
                  <a:pt x="45056" y="34973"/>
                </a:lnTo>
                <a:moveTo>
                  <a:pt x="31482" y="22317"/>
                </a:moveTo>
                <a:cubicBezTo>
                  <a:pt x="31482" y="25550"/>
                  <a:pt x="32166" y="27966"/>
                  <a:pt x="33534" y="29567"/>
                </a:cubicBezTo>
                <a:cubicBezTo>
                  <a:pt x="34902" y="31167"/>
                  <a:pt x="36516" y="31967"/>
                  <a:pt x="38377" y="31967"/>
                </a:cubicBezTo>
                <a:cubicBezTo>
                  <a:pt x="40253" y="31967"/>
                  <a:pt x="41848" y="31203"/>
                  <a:pt x="43160" y="29674"/>
                </a:cubicBezTo>
                <a:cubicBezTo>
                  <a:pt x="44472" y="28145"/>
                  <a:pt x="45128" y="25811"/>
                  <a:pt x="45128" y="22674"/>
                </a:cubicBezTo>
                <a:cubicBezTo>
                  <a:pt x="45128" y="19220"/>
                  <a:pt x="44460" y="16684"/>
                  <a:pt x="43124" y="15068"/>
                </a:cubicBezTo>
                <a:cubicBezTo>
                  <a:pt x="41788" y="13452"/>
                  <a:pt x="40142" y="12644"/>
                  <a:pt x="38186" y="12644"/>
                </a:cubicBezTo>
                <a:cubicBezTo>
                  <a:pt x="36277" y="12644"/>
                  <a:pt x="34683" y="13420"/>
                  <a:pt x="33403" y="14973"/>
                </a:cubicBezTo>
                <a:cubicBezTo>
                  <a:pt x="32122" y="16526"/>
                  <a:pt x="31482" y="18974"/>
                  <a:pt x="31482" y="22317"/>
                </a:cubicBezTo>
                <a:close/>
                <a:moveTo>
                  <a:pt x="72221" y="34973"/>
                </a:moveTo>
                <a:lnTo>
                  <a:pt x="72221" y="31776"/>
                </a:lnTo>
                <a:cubicBezTo>
                  <a:pt x="70615" y="34289"/>
                  <a:pt x="68253" y="35546"/>
                  <a:pt x="65136" y="35546"/>
                </a:cubicBezTo>
                <a:cubicBezTo>
                  <a:pt x="63116" y="35546"/>
                  <a:pt x="61259" y="34989"/>
                  <a:pt x="59565" y="33876"/>
                </a:cubicBezTo>
                <a:cubicBezTo>
                  <a:pt x="57872" y="32762"/>
                  <a:pt x="56560" y="31208"/>
                  <a:pt x="55629" y="29212"/>
                </a:cubicBezTo>
                <a:cubicBezTo>
                  <a:pt x="54699" y="27216"/>
                  <a:pt x="54234" y="24922"/>
                  <a:pt x="54234" y="22329"/>
                </a:cubicBezTo>
                <a:cubicBezTo>
                  <a:pt x="54234" y="19801"/>
                  <a:pt x="54655" y="17506"/>
                  <a:pt x="55498" y="15447"/>
                </a:cubicBezTo>
                <a:cubicBezTo>
                  <a:pt x="56341" y="13387"/>
                  <a:pt x="57605" y="11809"/>
                  <a:pt x="59291" y="10711"/>
                </a:cubicBezTo>
                <a:cubicBezTo>
                  <a:pt x="60977" y="9614"/>
                  <a:pt x="62862" y="9065"/>
                  <a:pt x="64945" y="9065"/>
                </a:cubicBezTo>
                <a:cubicBezTo>
                  <a:pt x="66472" y="9065"/>
                  <a:pt x="67832" y="9387"/>
                  <a:pt x="69024" y="10031"/>
                </a:cubicBezTo>
                <a:cubicBezTo>
                  <a:pt x="70217" y="10676"/>
                  <a:pt x="71187" y="11515"/>
                  <a:pt x="71935" y="12548"/>
                </a:cubicBezTo>
                <a:lnTo>
                  <a:pt x="71935" y="0"/>
                </a:lnTo>
                <a:lnTo>
                  <a:pt x="76205" y="0"/>
                </a:lnTo>
                <a:lnTo>
                  <a:pt x="76205" y="34973"/>
                </a:lnTo>
                <a:lnTo>
                  <a:pt x="72221" y="34973"/>
                </a:lnTo>
                <a:moveTo>
                  <a:pt x="58647" y="22317"/>
                </a:moveTo>
                <a:cubicBezTo>
                  <a:pt x="58647" y="25550"/>
                  <a:pt x="59331" y="27966"/>
                  <a:pt x="60699" y="29567"/>
                </a:cubicBezTo>
                <a:cubicBezTo>
                  <a:pt x="62066" y="31167"/>
                  <a:pt x="63681" y="31967"/>
                  <a:pt x="65541" y="31967"/>
                </a:cubicBezTo>
                <a:cubicBezTo>
                  <a:pt x="67418" y="31967"/>
                  <a:pt x="69012" y="31203"/>
                  <a:pt x="70325" y="29674"/>
                </a:cubicBezTo>
                <a:cubicBezTo>
                  <a:pt x="71637" y="28145"/>
                  <a:pt x="72293" y="25811"/>
                  <a:pt x="72293" y="22674"/>
                </a:cubicBezTo>
                <a:cubicBezTo>
                  <a:pt x="72293" y="19220"/>
                  <a:pt x="71625" y="16684"/>
                  <a:pt x="70289" y="15068"/>
                </a:cubicBezTo>
                <a:cubicBezTo>
                  <a:pt x="68953" y="13452"/>
                  <a:pt x="67307" y="12644"/>
                  <a:pt x="65351" y="12644"/>
                </a:cubicBezTo>
                <a:cubicBezTo>
                  <a:pt x="63442" y="12644"/>
                  <a:pt x="61848" y="13420"/>
                  <a:pt x="60567" y="14973"/>
                </a:cubicBezTo>
                <a:cubicBezTo>
                  <a:pt x="59287" y="16526"/>
                  <a:pt x="58647" y="18974"/>
                  <a:pt x="58647" y="22317"/>
                </a:cubicBezTo>
                <a:close/>
                <a:moveTo>
                  <a:pt x="82901" y="34973"/>
                </a:moveTo>
                <a:lnTo>
                  <a:pt x="82901" y="9638"/>
                </a:lnTo>
                <a:lnTo>
                  <a:pt x="86765" y="9638"/>
                </a:lnTo>
                <a:lnTo>
                  <a:pt x="86765" y="13455"/>
                </a:lnTo>
                <a:cubicBezTo>
                  <a:pt x="87751" y="11668"/>
                  <a:pt x="88662" y="10489"/>
                  <a:pt x="89497" y="9920"/>
                </a:cubicBezTo>
                <a:cubicBezTo>
                  <a:pt x="90332" y="9350"/>
                  <a:pt x="91250" y="9065"/>
                  <a:pt x="92252" y="9065"/>
                </a:cubicBezTo>
                <a:cubicBezTo>
                  <a:pt x="93699" y="9065"/>
                  <a:pt x="95171" y="9525"/>
                  <a:pt x="96665" y="10443"/>
                </a:cubicBezTo>
                <a:lnTo>
                  <a:pt x="95186" y="14409"/>
                </a:lnTo>
                <a:cubicBezTo>
                  <a:pt x="94137" y="13789"/>
                  <a:pt x="93087" y="13479"/>
                  <a:pt x="92037" y="13479"/>
                </a:cubicBezTo>
                <a:cubicBezTo>
                  <a:pt x="91099" y="13479"/>
                  <a:pt x="90256" y="13761"/>
                  <a:pt x="89509" y="14327"/>
                </a:cubicBezTo>
                <a:cubicBezTo>
                  <a:pt x="88761" y="14892"/>
                  <a:pt x="88228" y="15676"/>
                  <a:pt x="87910" y="16679"/>
                </a:cubicBezTo>
                <a:cubicBezTo>
                  <a:pt x="87433" y="18207"/>
                  <a:pt x="87195" y="19879"/>
                  <a:pt x="87195" y="21694"/>
                </a:cubicBezTo>
                <a:lnTo>
                  <a:pt x="87195" y="34973"/>
                </a:lnTo>
                <a:lnTo>
                  <a:pt x="82901" y="349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79D08-CE29-4917-A06B-1F2BFF1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79" y="2167256"/>
            <a:ext cx="238663" cy="238662"/>
          </a:xfrm>
          <a:custGeom xmlns:a="http://schemas.openxmlformats.org/drawingml/2006/main">
            <a:pathLst>
              <a:path w="238663" h="238662">
                <a:moveTo>
                  <a:pt x="238663" y="119331"/>
                </a:moveTo>
                <a:cubicBezTo>
                  <a:pt x="238663" y="127166"/>
                  <a:pt x="237898" y="134926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5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6" y="237898"/>
                  <a:pt x="127167" y="238662"/>
                  <a:pt x="119332" y="238662"/>
                </a:cubicBezTo>
                <a:cubicBezTo>
                  <a:pt x="111497" y="238662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4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1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7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6"/>
                  <a:pt x="0" y="127166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1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50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5" y="59549"/>
                  <a:pt x="226581" y="66426"/>
                  <a:pt x="229579" y="73665"/>
                </a:cubicBezTo>
                <a:cubicBezTo>
                  <a:pt x="232578" y="80904"/>
                  <a:pt x="234841" y="88366"/>
                  <a:pt x="236370" y="96050"/>
                </a:cubicBezTo>
                <a:cubicBezTo>
                  <a:pt x="237898" y="103735"/>
                  <a:pt x="238663" y="111496"/>
                  <a:pt x="238663" y="119331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554E3-9476-4F71-99A6-AFC00049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79" y="2167256"/>
            <a:ext cx="238663" cy="238662"/>
          </a:xfrm>
          <a:custGeom xmlns:a="http://schemas.openxmlformats.org/drawingml/2006/main">
            <a:pathLst>
              <a:path w="238663" h="238662" fill="none">
                <a:moveTo>
                  <a:pt x="238663" y="119331"/>
                </a:moveTo>
                <a:cubicBezTo>
                  <a:pt x="238663" y="127166"/>
                  <a:pt x="237898" y="134926"/>
                  <a:pt x="236370" y="142611"/>
                </a:cubicBezTo>
                <a:cubicBezTo>
                  <a:pt x="234841" y="150296"/>
                  <a:pt x="232577" y="157758"/>
                  <a:pt x="229578" y="164997"/>
                </a:cubicBezTo>
                <a:cubicBezTo>
                  <a:pt x="226580" y="172236"/>
                  <a:pt x="222905" y="179113"/>
                  <a:pt x="218551" y="185628"/>
                </a:cubicBezTo>
                <a:cubicBezTo>
                  <a:pt x="214198" y="192143"/>
                  <a:pt x="209252" y="198171"/>
                  <a:pt x="203712" y="203711"/>
                </a:cubicBezTo>
                <a:cubicBezTo>
                  <a:pt x="198171" y="209251"/>
                  <a:pt x="192144" y="214198"/>
                  <a:pt x="185628" y="218551"/>
                </a:cubicBezTo>
                <a:cubicBezTo>
                  <a:pt x="179113" y="222904"/>
                  <a:pt x="172236" y="226580"/>
                  <a:pt x="164997" y="229579"/>
                </a:cubicBezTo>
                <a:cubicBezTo>
                  <a:pt x="157758" y="232577"/>
                  <a:pt x="150296" y="234841"/>
                  <a:pt x="142611" y="236370"/>
                </a:cubicBezTo>
                <a:cubicBezTo>
                  <a:pt x="134926" y="237898"/>
                  <a:pt x="127167" y="238662"/>
                  <a:pt x="119332" y="238662"/>
                </a:cubicBezTo>
                <a:cubicBezTo>
                  <a:pt x="111497" y="238662"/>
                  <a:pt x="103736" y="237898"/>
                  <a:pt x="96051" y="236370"/>
                </a:cubicBezTo>
                <a:cubicBezTo>
                  <a:pt x="88366" y="234841"/>
                  <a:pt x="80903" y="232577"/>
                  <a:pt x="73664" y="229579"/>
                </a:cubicBezTo>
                <a:cubicBezTo>
                  <a:pt x="66426" y="226580"/>
                  <a:pt x="59549" y="222904"/>
                  <a:pt x="53034" y="218551"/>
                </a:cubicBezTo>
                <a:cubicBezTo>
                  <a:pt x="46520" y="214198"/>
                  <a:pt x="40492" y="209251"/>
                  <a:pt x="34951" y="203711"/>
                </a:cubicBezTo>
                <a:cubicBezTo>
                  <a:pt x="29410" y="198171"/>
                  <a:pt x="24464" y="192143"/>
                  <a:pt x="20111" y="185628"/>
                </a:cubicBezTo>
                <a:cubicBezTo>
                  <a:pt x="15757" y="179113"/>
                  <a:pt x="12082" y="172236"/>
                  <a:pt x="9084" y="164997"/>
                </a:cubicBezTo>
                <a:cubicBezTo>
                  <a:pt x="6085" y="157758"/>
                  <a:pt x="3822" y="150296"/>
                  <a:pt x="2294" y="142611"/>
                </a:cubicBezTo>
                <a:cubicBezTo>
                  <a:pt x="764" y="134926"/>
                  <a:pt x="0" y="127166"/>
                  <a:pt x="1" y="119331"/>
                </a:cubicBezTo>
                <a:cubicBezTo>
                  <a:pt x="0" y="111496"/>
                  <a:pt x="764" y="103736"/>
                  <a:pt x="2293" y="96051"/>
                </a:cubicBezTo>
                <a:cubicBezTo>
                  <a:pt x="3821" y="88366"/>
                  <a:pt x="6085" y="80904"/>
                  <a:pt x="9084" y="73665"/>
                </a:cubicBezTo>
                <a:cubicBezTo>
                  <a:pt x="12082" y="66426"/>
                  <a:pt x="15758" y="59549"/>
                  <a:pt x="20111" y="53034"/>
                </a:cubicBezTo>
                <a:cubicBezTo>
                  <a:pt x="24464" y="46519"/>
                  <a:pt x="29411" y="40491"/>
                  <a:pt x="34952" y="34951"/>
                </a:cubicBezTo>
                <a:cubicBezTo>
                  <a:pt x="40492" y="29411"/>
                  <a:pt x="46520" y="24464"/>
                  <a:pt x="53034" y="20111"/>
                </a:cubicBezTo>
                <a:cubicBezTo>
                  <a:pt x="59550" y="15758"/>
                  <a:pt x="66426" y="12082"/>
                  <a:pt x="73665" y="9083"/>
                </a:cubicBezTo>
                <a:cubicBezTo>
                  <a:pt x="80904" y="6085"/>
                  <a:pt x="88366" y="3821"/>
                  <a:pt x="96051" y="2293"/>
                </a:cubicBezTo>
                <a:cubicBezTo>
                  <a:pt x="103736" y="764"/>
                  <a:pt x="111497" y="0"/>
                  <a:pt x="119332" y="0"/>
                </a:cubicBezTo>
                <a:cubicBezTo>
                  <a:pt x="127167" y="0"/>
                  <a:pt x="134927" y="764"/>
                  <a:pt x="142612" y="2293"/>
                </a:cubicBezTo>
                <a:cubicBezTo>
                  <a:pt x="150296" y="3821"/>
                  <a:pt x="157758" y="6085"/>
                  <a:pt x="164998" y="9083"/>
                </a:cubicBezTo>
                <a:cubicBezTo>
                  <a:pt x="172236" y="12082"/>
                  <a:pt x="179113" y="15758"/>
                  <a:pt x="185628" y="20111"/>
                </a:cubicBezTo>
                <a:cubicBezTo>
                  <a:pt x="192144" y="24464"/>
                  <a:pt x="198171" y="29411"/>
                  <a:pt x="203712" y="34951"/>
                </a:cubicBezTo>
                <a:cubicBezTo>
                  <a:pt x="209252" y="40492"/>
                  <a:pt x="214198" y="46519"/>
                  <a:pt x="218551" y="53034"/>
                </a:cubicBezTo>
                <a:cubicBezTo>
                  <a:pt x="222905" y="59549"/>
                  <a:pt x="226581" y="66426"/>
                  <a:pt x="229579" y="73665"/>
                </a:cubicBezTo>
                <a:cubicBezTo>
                  <a:pt x="232578" y="80904"/>
                  <a:pt x="234841" y="88366"/>
                  <a:pt x="236370" y="96050"/>
                </a:cubicBezTo>
                <a:cubicBezTo>
                  <a:pt x="237898" y="103735"/>
                  <a:pt x="238663" y="111496"/>
                  <a:pt x="238663" y="119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12F8C-6787-413E-B627-E01DA253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783" y="2187435"/>
            <a:ext cx="202863" cy="202863"/>
          </a:xfrm>
          <a:custGeom xmlns:a="http://schemas.openxmlformats.org/drawingml/2006/main">
            <a:pathLst>
              <a:path w="202863" h="202863">
                <a:moveTo>
                  <a:pt x="202863" y="101432"/>
                </a:moveTo>
                <a:cubicBezTo>
                  <a:pt x="202862" y="108092"/>
                  <a:pt x="202213" y="114688"/>
                  <a:pt x="200913" y="121220"/>
                </a:cubicBezTo>
                <a:cubicBezTo>
                  <a:pt x="199613" y="127752"/>
                  <a:pt x="197690" y="134094"/>
                  <a:pt x="195141" y="140248"/>
                </a:cubicBezTo>
                <a:cubicBezTo>
                  <a:pt x="192593" y="146401"/>
                  <a:pt x="189468" y="152246"/>
                  <a:pt x="185768" y="157784"/>
                </a:cubicBezTo>
                <a:cubicBezTo>
                  <a:pt x="182068" y="163322"/>
                  <a:pt x="177863" y="168445"/>
                  <a:pt x="173154" y="173154"/>
                </a:cubicBezTo>
                <a:cubicBezTo>
                  <a:pt x="168444" y="177864"/>
                  <a:pt x="163321" y="182068"/>
                  <a:pt x="157783" y="185769"/>
                </a:cubicBezTo>
                <a:cubicBezTo>
                  <a:pt x="152245" y="189469"/>
                  <a:pt x="146400" y="192593"/>
                  <a:pt x="140246" y="195142"/>
                </a:cubicBezTo>
                <a:cubicBezTo>
                  <a:pt x="134093" y="197691"/>
                  <a:pt x="127751" y="199614"/>
                  <a:pt x="121219" y="200914"/>
                </a:cubicBezTo>
                <a:cubicBezTo>
                  <a:pt x="114687" y="202213"/>
                  <a:pt x="108091" y="202863"/>
                  <a:pt x="101431" y="202863"/>
                </a:cubicBezTo>
                <a:cubicBezTo>
                  <a:pt x="94771" y="202863"/>
                  <a:pt x="88175" y="202213"/>
                  <a:pt x="81642" y="200914"/>
                </a:cubicBezTo>
                <a:cubicBezTo>
                  <a:pt x="75110" y="199614"/>
                  <a:pt x="68767" y="197691"/>
                  <a:pt x="62614" y="195142"/>
                </a:cubicBezTo>
                <a:cubicBezTo>
                  <a:pt x="56461" y="192593"/>
                  <a:pt x="50616" y="189469"/>
                  <a:pt x="45078" y="185769"/>
                </a:cubicBezTo>
                <a:cubicBezTo>
                  <a:pt x="39540" y="182068"/>
                  <a:pt x="34417" y="177864"/>
                  <a:pt x="29707" y="173154"/>
                </a:cubicBezTo>
                <a:cubicBezTo>
                  <a:pt x="24998" y="168445"/>
                  <a:pt x="20793" y="163322"/>
                  <a:pt x="17093" y="157784"/>
                </a:cubicBezTo>
                <a:cubicBezTo>
                  <a:pt x="13392" y="152246"/>
                  <a:pt x="10269" y="146401"/>
                  <a:pt x="7720" y="140248"/>
                </a:cubicBezTo>
                <a:cubicBezTo>
                  <a:pt x="5172" y="134094"/>
                  <a:pt x="3248" y="127752"/>
                  <a:pt x="1948" y="121220"/>
                </a:cubicBezTo>
                <a:cubicBezTo>
                  <a:pt x="650" y="114688"/>
                  <a:pt x="0" y="108092"/>
                  <a:pt x="0" y="101432"/>
                </a:cubicBezTo>
                <a:cubicBezTo>
                  <a:pt x="0" y="94772"/>
                  <a:pt x="650" y="88176"/>
                  <a:pt x="1948" y="81643"/>
                </a:cubicBezTo>
                <a:cubicBezTo>
                  <a:pt x="3248" y="75111"/>
                  <a:pt x="5172" y="68769"/>
                  <a:pt x="7720" y="62616"/>
                </a:cubicBezTo>
                <a:cubicBezTo>
                  <a:pt x="10269" y="56462"/>
                  <a:pt x="13393" y="50617"/>
                  <a:pt x="17093" y="45079"/>
                </a:cubicBezTo>
                <a:cubicBezTo>
                  <a:pt x="20794" y="39541"/>
                  <a:pt x="24998" y="34418"/>
                  <a:pt x="29708" y="29709"/>
                </a:cubicBezTo>
                <a:cubicBezTo>
                  <a:pt x="34417" y="24999"/>
                  <a:pt x="39540" y="20794"/>
                  <a:pt x="45078" y="17094"/>
                </a:cubicBezTo>
                <a:cubicBezTo>
                  <a:pt x="50616" y="13394"/>
                  <a:pt x="56461" y="10270"/>
                  <a:pt x="62614" y="7721"/>
                </a:cubicBezTo>
                <a:cubicBezTo>
                  <a:pt x="68767" y="5172"/>
                  <a:pt x="75110" y="3248"/>
                  <a:pt x="81642" y="1949"/>
                </a:cubicBezTo>
                <a:cubicBezTo>
                  <a:pt x="88174" y="650"/>
                  <a:pt x="94771" y="0"/>
                  <a:pt x="101431" y="0"/>
                </a:cubicBezTo>
                <a:cubicBezTo>
                  <a:pt x="108091" y="0"/>
                  <a:pt x="114687" y="650"/>
                  <a:pt x="121219" y="1949"/>
                </a:cubicBezTo>
                <a:cubicBezTo>
                  <a:pt x="127751" y="3248"/>
                  <a:pt x="134093" y="5172"/>
                  <a:pt x="140246" y="7721"/>
                </a:cubicBezTo>
                <a:cubicBezTo>
                  <a:pt x="146400" y="10270"/>
                  <a:pt x="152245" y="13394"/>
                  <a:pt x="157783" y="17094"/>
                </a:cubicBezTo>
                <a:cubicBezTo>
                  <a:pt x="163321" y="20794"/>
                  <a:pt x="168444" y="24999"/>
                  <a:pt x="173154" y="29709"/>
                </a:cubicBezTo>
                <a:cubicBezTo>
                  <a:pt x="177863" y="34418"/>
                  <a:pt x="182068" y="39541"/>
                  <a:pt x="185768" y="45079"/>
                </a:cubicBezTo>
                <a:cubicBezTo>
                  <a:pt x="189468" y="50617"/>
                  <a:pt x="192593" y="56462"/>
                  <a:pt x="195141" y="62616"/>
                </a:cubicBezTo>
                <a:cubicBezTo>
                  <a:pt x="197690" y="68769"/>
                  <a:pt x="199613" y="75111"/>
                  <a:pt x="200913" y="81643"/>
                </a:cubicBezTo>
                <a:cubicBezTo>
                  <a:pt x="202212" y="88176"/>
                  <a:pt x="202862" y="94772"/>
                  <a:pt x="202863" y="101432"/>
                </a:cubicBezTo>
                <a:close/>
              </a:path>
            </a:pathLst>
          </a:custGeom>
          <a:solidFill xmlns:a="http://schemas.openxmlformats.org/drawingml/2006/main">
            <a:srgbClr val="D6F0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A0360-AB9A-4716-92C5-1CF4AAE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783" y="2187435"/>
            <a:ext cx="202863" cy="202863"/>
          </a:xfrm>
          <a:custGeom xmlns:a="http://schemas.openxmlformats.org/drawingml/2006/main">
            <a:pathLst>
              <a:path w="202863" h="202863" fill="none">
                <a:moveTo>
                  <a:pt x="202863" y="101432"/>
                </a:moveTo>
                <a:cubicBezTo>
                  <a:pt x="202862" y="108092"/>
                  <a:pt x="202213" y="114688"/>
                  <a:pt x="200913" y="121220"/>
                </a:cubicBezTo>
                <a:cubicBezTo>
                  <a:pt x="199613" y="127752"/>
                  <a:pt x="197690" y="134094"/>
                  <a:pt x="195141" y="140248"/>
                </a:cubicBezTo>
                <a:cubicBezTo>
                  <a:pt x="192593" y="146401"/>
                  <a:pt x="189468" y="152246"/>
                  <a:pt x="185768" y="157784"/>
                </a:cubicBezTo>
                <a:cubicBezTo>
                  <a:pt x="182068" y="163322"/>
                  <a:pt x="177863" y="168445"/>
                  <a:pt x="173154" y="173154"/>
                </a:cubicBezTo>
                <a:cubicBezTo>
                  <a:pt x="168444" y="177864"/>
                  <a:pt x="163321" y="182068"/>
                  <a:pt x="157783" y="185769"/>
                </a:cubicBezTo>
                <a:cubicBezTo>
                  <a:pt x="152245" y="189469"/>
                  <a:pt x="146400" y="192593"/>
                  <a:pt x="140246" y="195142"/>
                </a:cubicBezTo>
                <a:cubicBezTo>
                  <a:pt x="134093" y="197691"/>
                  <a:pt x="127751" y="199614"/>
                  <a:pt x="121219" y="200914"/>
                </a:cubicBezTo>
                <a:cubicBezTo>
                  <a:pt x="114687" y="202213"/>
                  <a:pt x="108091" y="202863"/>
                  <a:pt x="101431" y="202863"/>
                </a:cubicBezTo>
                <a:cubicBezTo>
                  <a:pt x="94771" y="202863"/>
                  <a:pt x="88175" y="202213"/>
                  <a:pt x="81642" y="200914"/>
                </a:cubicBezTo>
                <a:cubicBezTo>
                  <a:pt x="75110" y="199614"/>
                  <a:pt x="68767" y="197691"/>
                  <a:pt x="62614" y="195142"/>
                </a:cubicBezTo>
                <a:cubicBezTo>
                  <a:pt x="56461" y="192593"/>
                  <a:pt x="50616" y="189469"/>
                  <a:pt x="45078" y="185769"/>
                </a:cubicBezTo>
                <a:cubicBezTo>
                  <a:pt x="39540" y="182068"/>
                  <a:pt x="34417" y="177864"/>
                  <a:pt x="29707" y="173154"/>
                </a:cubicBezTo>
                <a:cubicBezTo>
                  <a:pt x="24998" y="168445"/>
                  <a:pt x="20793" y="163322"/>
                  <a:pt x="17093" y="157784"/>
                </a:cubicBezTo>
                <a:cubicBezTo>
                  <a:pt x="13392" y="152246"/>
                  <a:pt x="10269" y="146401"/>
                  <a:pt x="7720" y="140248"/>
                </a:cubicBezTo>
                <a:cubicBezTo>
                  <a:pt x="5172" y="134094"/>
                  <a:pt x="3248" y="127752"/>
                  <a:pt x="1948" y="121220"/>
                </a:cubicBezTo>
                <a:cubicBezTo>
                  <a:pt x="650" y="114688"/>
                  <a:pt x="0" y="108092"/>
                  <a:pt x="0" y="101432"/>
                </a:cubicBezTo>
                <a:cubicBezTo>
                  <a:pt x="0" y="94772"/>
                  <a:pt x="650" y="88176"/>
                  <a:pt x="1948" y="81643"/>
                </a:cubicBezTo>
                <a:cubicBezTo>
                  <a:pt x="3248" y="75111"/>
                  <a:pt x="5172" y="68769"/>
                  <a:pt x="7720" y="62616"/>
                </a:cubicBezTo>
                <a:cubicBezTo>
                  <a:pt x="10269" y="56462"/>
                  <a:pt x="13393" y="50617"/>
                  <a:pt x="17093" y="45079"/>
                </a:cubicBezTo>
                <a:cubicBezTo>
                  <a:pt x="20794" y="39541"/>
                  <a:pt x="24998" y="34418"/>
                  <a:pt x="29708" y="29709"/>
                </a:cubicBezTo>
                <a:cubicBezTo>
                  <a:pt x="34417" y="24999"/>
                  <a:pt x="39540" y="20794"/>
                  <a:pt x="45078" y="17094"/>
                </a:cubicBezTo>
                <a:cubicBezTo>
                  <a:pt x="50616" y="13394"/>
                  <a:pt x="56461" y="10270"/>
                  <a:pt x="62614" y="7721"/>
                </a:cubicBezTo>
                <a:cubicBezTo>
                  <a:pt x="68767" y="5172"/>
                  <a:pt x="75110" y="3248"/>
                  <a:pt x="81642" y="1949"/>
                </a:cubicBezTo>
                <a:cubicBezTo>
                  <a:pt x="88174" y="650"/>
                  <a:pt x="94771" y="0"/>
                  <a:pt x="101431" y="0"/>
                </a:cubicBezTo>
                <a:cubicBezTo>
                  <a:pt x="108091" y="0"/>
                  <a:pt x="114687" y="650"/>
                  <a:pt x="121219" y="1949"/>
                </a:cubicBezTo>
                <a:cubicBezTo>
                  <a:pt x="127751" y="3248"/>
                  <a:pt x="134093" y="5172"/>
                  <a:pt x="140246" y="7721"/>
                </a:cubicBezTo>
                <a:cubicBezTo>
                  <a:pt x="146400" y="10270"/>
                  <a:pt x="152245" y="13394"/>
                  <a:pt x="157783" y="17094"/>
                </a:cubicBezTo>
                <a:cubicBezTo>
                  <a:pt x="163321" y="20794"/>
                  <a:pt x="168444" y="24999"/>
                  <a:pt x="173154" y="29709"/>
                </a:cubicBezTo>
                <a:cubicBezTo>
                  <a:pt x="177863" y="34418"/>
                  <a:pt x="182068" y="39541"/>
                  <a:pt x="185768" y="45079"/>
                </a:cubicBezTo>
                <a:cubicBezTo>
                  <a:pt x="189468" y="50617"/>
                  <a:pt x="192593" y="56462"/>
                  <a:pt x="195141" y="62616"/>
                </a:cubicBezTo>
                <a:cubicBezTo>
                  <a:pt x="197690" y="68769"/>
                  <a:pt x="199613" y="75111"/>
                  <a:pt x="200913" y="81643"/>
                </a:cubicBezTo>
                <a:cubicBezTo>
                  <a:pt x="202212" y="88176"/>
                  <a:pt x="202862" y="94772"/>
                  <a:pt x="202863" y="1014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11" name="Text way">
            <a:extLst xmlns:a="http://schemas.openxmlformats.org/drawingml/2006/main">
              <a:ext uri="{FF2B5EF4-FFF2-40B4-BE49-F238E27FC236}">
                <a16:creationId xmlns:a16="http://schemas.microsoft.com/office/drawing/2014/main" id="{9462105F-CFE2-41BA-936A-BCF35B15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262" y="2277210"/>
            <a:ext cx="93874" cy="37120"/>
          </a:xfrm>
          <a:custGeom xmlns:a="http://schemas.openxmlformats.org/drawingml/2006/main">
            <a:pathLst>
              <a:path w="93874" h="37120">
                <a:moveTo>
                  <a:pt x="35880" y="620"/>
                </a:moveTo>
                <a:lnTo>
                  <a:pt x="28937" y="27291"/>
                </a:lnTo>
                <a:lnTo>
                  <a:pt x="24786" y="27291"/>
                </a:lnTo>
                <a:lnTo>
                  <a:pt x="17940" y="6733"/>
                </a:lnTo>
                <a:lnTo>
                  <a:pt x="11141" y="27291"/>
                </a:lnTo>
                <a:lnTo>
                  <a:pt x="7014" y="27291"/>
                </a:lnTo>
                <a:lnTo>
                  <a:pt x="0" y="620"/>
                </a:lnTo>
                <a:lnTo>
                  <a:pt x="4676" y="620"/>
                </a:lnTo>
                <a:lnTo>
                  <a:pt x="9566" y="21274"/>
                </a:lnTo>
                <a:lnTo>
                  <a:pt x="16222" y="620"/>
                </a:lnTo>
                <a:lnTo>
                  <a:pt x="19920" y="620"/>
                </a:lnTo>
                <a:lnTo>
                  <a:pt x="26743" y="21274"/>
                </a:lnTo>
                <a:lnTo>
                  <a:pt x="31371" y="620"/>
                </a:lnTo>
                <a:lnTo>
                  <a:pt x="35880" y="620"/>
                </a:lnTo>
                <a:close/>
                <a:moveTo>
                  <a:pt x="62575" y="27291"/>
                </a:moveTo>
                <a:lnTo>
                  <a:pt x="58114" y="27291"/>
                </a:lnTo>
                <a:lnTo>
                  <a:pt x="58114" y="24472"/>
                </a:lnTo>
                <a:cubicBezTo>
                  <a:pt x="57716" y="24743"/>
                  <a:pt x="57179" y="25121"/>
                  <a:pt x="56504" y="25606"/>
                </a:cubicBezTo>
                <a:cubicBezTo>
                  <a:pt x="55828" y="26092"/>
                  <a:pt x="55172" y="26478"/>
                  <a:pt x="54535" y="26765"/>
                </a:cubicBezTo>
                <a:cubicBezTo>
                  <a:pt x="53788" y="27131"/>
                  <a:pt x="52929" y="27438"/>
                  <a:pt x="51959" y="27684"/>
                </a:cubicBezTo>
                <a:cubicBezTo>
                  <a:pt x="50989" y="27931"/>
                  <a:pt x="49852" y="28055"/>
                  <a:pt x="48548" y="28055"/>
                </a:cubicBezTo>
                <a:cubicBezTo>
                  <a:pt x="46146" y="28055"/>
                  <a:pt x="44110" y="27259"/>
                  <a:pt x="42440" y="25666"/>
                </a:cubicBezTo>
                <a:cubicBezTo>
                  <a:pt x="40770" y="24074"/>
                  <a:pt x="39935" y="22043"/>
                  <a:pt x="39935" y="19575"/>
                </a:cubicBezTo>
                <a:cubicBezTo>
                  <a:pt x="39935" y="17552"/>
                  <a:pt x="40369" y="15916"/>
                  <a:pt x="41236" y="14666"/>
                </a:cubicBezTo>
                <a:cubicBezTo>
                  <a:pt x="42102" y="13416"/>
                  <a:pt x="43339" y="12432"/>
                  <a:pt x="44945" y="11716"/>
                </a:cubicBezTo>
                <a:cubicBezTo>
                  <a:pt x="46567" y="11000"/>
                  <a:pt x="48516" y="10514"/>
                  <a:pt x="50790" y="10259"/>
                </a:cubicBezTo>
                <a:cubicBezTo>
                  <a:pt x="53064" y="10004"/>
                  <a:pt x="55506" y="9813"/>
                  <a:pt x="58114" y="9686"/>
                </a:cubicBezTo>
                <a:lnTo>
                  <a:pt x="58114" y="8988"/>
                </a:lnTo>
                <a:cubicBezTo>
                  <a:pt x="58114" y="7961"/>
                  <a:pt x="57935" y="7112"/>
                  <a:pt x="57577" y="6438"/>
                </a:cubicBezTo>
                <a:cubicBezTo>
                  <a:pt x="57219" y="5765"/>
                  <a:pt x="56706" y="5235"/>
                  <a:pt x="56038" y="4850"/>
                </a:cubicBezTo>
                <a:cubicBezTo>
                  <a:pt x="55402" y="4481"/>
                  <a:pt x="54639" y="4233"/>
                  <a:pt x="53748" y="4105"/>
                </a:cubicBezTo>
                <a:cubicBezTo>
                  <a:pt x="52858" y="3977"/>
                  <a:pt x="51927" y="3912"/>
                  <a:pt x="50957" y="3912"/>
                </a:cubicBezTo>
                <a:cubicBezTo>
                  <a:pt x="49780" y="3912"/>
                  <a:pt x="48468" y="4072"/>
                  <a:pt x="47021" y="4390"/>
                </a:cubicBezTo>
                <a:cubicBezTo>
                  <a:pt x="45573" y="4708"/>
                  <a:pt x="44078" y="5169"/>
                  <a:pt x="42536" y="5773"/>
                </a:cubicBezTo>
                <a:lnTo>
                  <a:pt x="42297" y="5773"/>
                </a:lnTo>
                <a:lnTo>
                  <a:pt x="42297" y="1217"/>
                </a:lnTo>
                <a:cubicBezTo>
                  <a:pt x="43172" y="978"/>
                  <a:pt x="44436" y="716"/>
                  <a:pt x="46090" y="429"/>
                </a:cubicBezTo>
                <a:cubicBezTo>
                  <a:pt x="47744" y="143"/>
                  <a:pt x="49375" y="0"/>
                  <a:pt x="50981" y="0"/>
                </a:cubicBezTo>
                <a:cubicBezTo>
                  <a:pt x="52858" y="0"/>
                  <a:pt x="54492" y="155"/>
                  <a:pt x="55883" y="465"/>
                </a:cubicBezTo>
                <a:cubicBezTo>
                  <a:pt x="57275" y="775"/>
                  <a:pt x="58480" y="1304"/>
                  <a:pt x="59497" y="2052"/>
                </a:cubicBezTo>
                <a:cubicBezTo>
                  <a:pt x="60499" y="2783"/>
                  <a:pt x="61263" y="3729"/>
                  <a:pt x="61788" y="4890"/>
                </a:cubicBezTo>
                <a:cubicBezTo>
                  <a:pt x="62312" y="6051"/>
                  <a:pt x="62575" y="7491"/>
                  <a:pt x="62575" y="9208"/>
                </a:cubicBezTo>
                <a:lnTo>
                  <a:pt x="62575" y="27291"/>
                </a:lnTo>
                <a:moveTo>
                  <a:pt x="58114" y="20764"/>
                </a:moveTo>
                <a:lnTo>
                  <a:pt x="58114" y="13312"/>
                </a:lnTo>
                <a:cubicBezTo>
                  <a:pt x="56746" y="13392"/>
                  <a:pt x="55136" y="13512"/>
                  <a:pt x="53283" y="13672"/>
                </a:cubicBezTo>
                <a:cubicBezTo>
                  <a:pt x="51430" y="13831"/>
                  <a:pt x="49963" y="14063"/>
                  <a:pt x="48882" y="14366"/>
                </a:cubicBezTo>
                <a:cubicBezTo>
                  <a:pt x="47593" y="14734"/>
                  <a:pt x="46552" y="15305"/>
                  <a:pt x="45756" y="16080"/>
                </a:cubicBezTo>
                <a:cubicBezTo>
                  <a:pt x="44961" y="16855"/>
                  <a:pt x="44564" y="17921"/>
                  <a:pt x="44564" y="19279"/>
                </a:cubicBezTo>
                <a:cubicBezTo>
                  <a:pt x="44564" y="20812"/>
                  <a:pt x="45025" y="21967"/>
                  <a:pt x="45947" y="22742"/>
                </a:cubicBezTo>
                <a:cubicBezTo>
                  <a:pt x="46870" y="23516"/>
                  <a:pt x="48277" y="23904"/>
                  <a:pt x="50170" y="23904"/>
                </a:cubicBezTo>
                <a:cubicBezTo>
                  <a:pt x="51744" y="23904"/>
                  <a:pt x="53184" y="23596"/>
                  <a:pt x="54488" y="22982"/>
                </a:cubicBezTo>
                <a:cubicBezTo>
                  <a:pt x="55792" y="22366"/>
                  <a:pt x="57001" y="21627"/>
                  <a:pt x="58114" y="20764"/>
                </a:cubicBezTo>
                <a:close/>
                <a:moveTo>
                  <a:pt x="93874" y="620"/>
                </a:moveTo>
                <a:lnTo>
                  <a:pt x="78320" y="37120"/>
                </a:lnTo>
                <a:lnTo>
                  <a:pt x="73525" y="37120"/>
                </a:lnTo>
                <a:lnTo>
                  <a:pt x="78487" y="25996"/>
                </a:lnTo>
                <a:lnTo>
                  <a:pt x="67871" y="620"/>
                </a:lnTo>
                <a:lnTo>
                  <a:pt x="72738" y="620"/>
                </a:lnTo>
                <a:lnTo>
                  <a:pt x="80920" y="20373"/>
                </a:lnTo>
                <a:lnTo>
                  <a:pt x="89174" y="620"/>
                </a:lnTo>
                <a:lnTo>
                  <a:pt x="93874" y="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CF4DB-2274-425B-A170-2724FD91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139" y="2171519"/>
            <a:ext cx="106012" cy="156427"/>
          </a:xfrm>
          <a:custGeom xmlns:a="http://schemas.openxmlformats.org/drawingml/2006/main">
            <a:pathLst>
              <a:path w="106012" h="156427" fill="none">
                <a:moveTo>
                  <a:pt x="0" y="11459"/>
                </a:moveTo>
                <a:cubicBezTo>
                  <a:pt x="28748" y="0"/>
                  <a:pt x="61530" y="7843"/>
                  <a:pt x="81953" y="31066"/>
                </a:cubicBezTo>
                <a:cubicBezTo>
                  <a:pt x="102430" y="54135"/>
                  <a:pt x="106012" y="87750"/>
                  <a:pt x="91016" y="114795"/>
                </a:cubicBezTo>
                <a:cubicBezTo>
                  <a:pt x="76226" y="141740"/>
                  <a:pt x="45850" y="156427"/>
                  <a:pt x="15358" y="1514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E213C-4369-4701-B8D2-DE780B3F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54" y="2164806"/>
            <a:ext cx="48881" cy="29588"/>
          </a:xfrm>
          <a:custGeom xmlns:a="http://schemas.openxmlformats.org/drawingml/2006/main">
            <a:pathLst>
              <a:path w="48881" h="29588">
                <a:moveTo>
                  <a:pt x="48881" y="29588"/>
                </a:moveTo>
                <a:lnTo>
                  <a:pt x="0" y="27509"/>
                </a:lnTo>
                <a:lnTo>
                  <a:pt x="40397" y="0"/>
                </a:lnTo>
                <a:lnTo>
                  <a:pt x="48881" y="29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675DE-A8EF-4745-8D8D-D4614989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575" y="2168025"/>
            <a:ext cx="111076" cy="155011"/>
          </a:xfrm>
          <a:custGeom xmlns:a="http://schemas.openxmlformats.org/drawingml/2006/main">
            <a:pathLst>
              <a:path w="111076" h="155011" fill="none">
                <a:moveTo>
                  <a:pt x="0" y="13479"/>
                </a:moveTo>
                <a:cubicBezTo>
                  <a:pt x="27722" y="0"/>
                  <a:pt x="60970" y="5537"/>
                  <a:pt x="82964" y="27279"/>
                </a:cubicBezTo>
                <a:cubicBezTo>
                  <a:pt x="104958" y="49020"/>
                  <a:pt x="111076" y="82188"/>
                  <a:pt x="98003" y="110214"/>
                </a:cubicBezTo>
                <a:cubicBezTo>
                  <a:pt x="84929" y="138240"/>
                  <a:pt x="55651" y="155011"/>
                  <a:pt x="24885" y="1521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04AEB-4695-41C2-9D8D-FB74D5A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563" y="2160033"/>
            <a:ext cx="50242" cy="31165"/>
          </a:xfrm>
          <a:custGeom xmlns:a="http://schemas.openxmlformats.org/drawingml/2006/main">
            <a:pathLst>
              <a:path w="50242" h="31165">
                <a:moveTo>
                  <a:pt x="50242" y="29689"/>
                </a:moveTo>
                <a:lnTo>
                  <a:pt x="0" y="31165"/>
                </a:lnTo>
                <a:lnTo>
                  <a:pt x="39437" y="0"/>
                </a:lnTo>
                <a:lnTo>
                  <a:pt x="50242" y="29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C824A-9ABD-4574-8B7E-9A9844C3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944" y="2164276"/>
            <a:ext cx="127597" cy="150164"/>
          </a:xfrm>
          <a:custGeom xmlns:a="http://schemas.openxmlformats.org/drawingml/2006/main">
            <a:pathLst>
              <a:path w="127597" h="150164" fill="none">
                <a:moveTo>
                  <a:pt x="57650" y="150164"/>
                </a:moveTo>
                <a:cubicBezTo>
                  <a:pt x="27656" y="142537"/>
                  <a:pt x="5746" y="116923"/>
                  <a:pt x="2873" y="86131"/>
                </a:cubicBezTo>
                <a:cubicBezTo>
                  <a:pt x="0" y="55339"/>
                  <a:pt x="16727" y="26131"/>
                  <a:pt x="44756" y="13066"/>
                </a:cubicBezTo>
                <a:cubicBezTo>
                  <a:pt x="72785" y="0"/>
                  <a:pt x="105994" y="5972"/>
                  <a:pt x="127597" y="280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0A79A-F769-4757-A6F2-BB9518BF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333" y="2300034"/>
            <a:ext cx="50242" cy="31165"/>
          </a:xfrm>
          <a:custGeom xmlns:a="http://schemas.openxmlformats.org/drawingml/2006/main">
            <a:pathLst>
              <a:path w="50242" h="31165">
                <a:moveTo>
                  <a:pt x="10806" y="0"/>
                </a:moveTo>
                <a:lnTo>
                  <a:pt x="50242" y="31165"/>
                </a:lnTo>
                <a:lnTo>
                  <a:pt x="0" y="29689"/>
                </a:lnTo>
                <a:lnTo>
                  <a:pt x="108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C0876-AC9B-48FF-AD54-5C237747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735" y="1589777"/>
            <a:ext cx="145024" cy="135931"/>
          </a:xfrm>
          <a:custGeom xmlns:a="http://schemas.openxmlformats.org/drawingml/2006/main">
            <a:pathLst>
              <a:path w="145024" h="135931" fill="none">
                <a:moveTo>
                  <a:pt x="37405" y="135931"/>
                </a:moveTo>
                <a:cubicBezTo>
                  <a:pt x="11986" y="118464"/>
                  <a:pt x="0" y="86943"/>
                  <a:pt x="7832" y="57025"/>
                </a:cubicBezTo>
                <a:cubicBezTo>
                  <a:pt x="15664" y="27107"/>
                  <a:pt x="41372" y="5382"/>
                  <a:pt x="72179" y="2691"/>
                </a:cubicBezTo>
                <a:cubicBezTo>
                  <a:pt x="102987" y="0"/>
                  <a:pt x="132108" y="16813"/>
                  <a:pt x="145024" y="448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C57F2-DCB4-4776-A592-D12CF831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87" y="1699849"/>
            <a:ext cx="48149" cy="40310"/>
          </a:xfrm>
          <a:custGeom xmlns:a="http://schemas.openxmlformats.org/drawingml/2006/main">
            <a:pathLst>
              <a:path w="48149" h="40310">
                <a:moveTo>
                  <a:pt x="18122" y="0"/>
                </a:moveTo>
                <a:lnTo>
                  <a:pt x="48149" y="40310"/>
                </a:lnTo>
                <a:lnTo>
                  <a:pt x="0" y="25881"/>
                </a:lnTo>
                <a:lnTo>
                  <a:pt x="181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FCAB2-F3C2-4143-9180-C672EA0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911" y="1545260"/>
            <a:ext cx="10" cy="52603"/>
          </a:xfrm>
          <a:custGeom xmlns:a="http://schemas.openxmlformats.org/drawingml/2006/main">
            <a:pathLst>
              <a:path w="1" h="52603" fill="none">
                <a:moveTo>
                  <a:pt x="0" y="0"/>
                </a:moveTo>
                <a:lnTo>
                  <a:pt x="0" y="52603"/>
                </a:lnTo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C914D-F632-4FA7-A05D-C1E1F4DB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69" y="1597863"/>
            <a:ext cx="16286" cy="24429"/>
          </a:xfrm>
          <a:custGeom xmlns:a="http://schemas.openxmlformats.org/drawingml/2006/main">
            <a:pathLst>
              <a:path w="16286" h="24429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7A5F4-8D9B-4AB6-A8FE-D9C4E4A0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69" y="1597863"/>
            <a:ext cx="16286" cy="24429"/>
          </a:xfrm>
          <a:custGeom xmlns:a="http://schemas.openxmlformats.org/drawingml/2006/main">
            <a:pathLst>
              <a:path w="16286" h="24429" fill="none">
                <a:moveTo>
                  <a:pt x="8143" y="24429"/>
                </a:moveTo>
                <a:lnTo>
                  <a:pt x="0" y="0"/>
                </a:lnTo>
                <a:lnTo>
                  <a:pt x="16286" y="0"/>
                </a:lnTo>
                <a:lnTo>
                  <a:pt x="8143" y="244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43" cap="flat">
            <a:solidFill>
              <a:srgbClr val="000000"/>
            </a:solidFill>
            <a:miter/>
          </a:ln>
        </p:spPr>
      </p:sp>
      <p:sp>
        <p:nvSpPr>
          <p:cNvPr id="623" name="Text M">
            <a:extLst xmlns:a="http://schemas.openxmlformats.org/drawingml/2006/main">
              <a:ext uri="{FF2B5EF4-FFF2-40B4-BE49-F238E27FC236}">
                <a16:creationId xmlns:a16="http://schemas.microsoft.com/office/drawing/2014/main" id="{DB2A2398-682B-47C3-9206-D61AAA73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1386497"/>
            <a:ext cx="102342" cy="104267"/>
          </a:xfrm>
          <a:custGeom xmlns:a="http://schemas.openxmlformats.org/drawingml/2006/main">
            <a:pathLst>
              <a:path w="102342" h="104267">
                <a:moveTo>
                  <a:pt x="30615" y="56507"/>
                </a:moveTo>
                <a:lnTo>
                  <a:pt x="30615" y="48110"/>
                </a:lnTo>
                <a:lnTo>
                  <a:pt x="94995" y="19856"/>
                </a:lnTo>
                <a:lnTo>
                  <a:pt x="94995" y="18457"/>
                </a:lnTo>
                <a:lnTo>
                  <a:pt x="7348" y="18457"/>
                </a:lnTo>
                <a:lnTo>
                  <a:pt x="7348" y="32015"/>
                </a:lnTo>
                <a:cubicBezTo>
                  <a:pt x="7348" y="33764"/>
                  <a:pt x="7012" y="35018"/>
                  <a:pt x="6342" y="35776"/>
                </a:cubicBezTo>
                <a:cubicBezTo>
                  <a:pt x="5671" y="36534"/>
                  <a:pt x="4782" y="36913"/>
                  <a:pt x="3674" y="36913"/>
                </a:cubicBezTo>
                <a:cubicBezTo>
                  <a:pt x="2624" y="36913"/>
                  <a:pt x="1749" y="36534"/>
                  <a:pt x="1050" y="35776"/>
                </a:cubicBezTo>
                <a:cubicBezTo>
                  <a:pt x="350" y="35018"/>
                  <a:pt x="0" y="33764"/>
                  <a:pt x="0" y="32015"/>
                </a:cubicBezTo>
                <a:lnTo>
                  <a:pt x="0" y="4898"/>
                </a:lnTo>
                <a:cubicBezTo>
                  <a:pt x="0" y="3149"/>
                  <a:pt x="350" y="1895"/>
                  <a:pt x="1050" y="1137"/>
                </a:cubicBezTo>
                <a:cubicBezTo>
                  <a:pt x="1749" y="379"/>
                  <a:pt x="2624" y="0"/>
                  <a:pt x="3674" y="0"/>
                </a:cubicBezTo>
                <a:cubicBezTo>
                  <a:pt x="4782" y="0"/>
                  <a:pt x="5671" y="379"/>
                  <a:pt x="6342" y="1137"/>
                </a:cubicBezTo>
                <a:cubicBezTo>
                  <a:pt x="7012" y="1895"/>
                  <a:pt x="7348" y="3149"/>
                  <a:pt x="7348" y="4898"/>
                </a:cubicBezTo>
                <a:lnTo>
                  <a:pt x="7348" y="11109"/>
                </a:lnTo>
                <a:lnTo>
                  <a:pt x="94995" y="11109"/>
                </a:lnTo>
                <a:lnTo>
                  <a:pt x="94995" y="6473"/>
                </a:lnTo>
                <a:cubicBezTo>
                  <a:pt x="94995" y="4723"/>
                  <a:pt x="95330" y="3470"/>
                  <a:pt x="96001" y="2712"/>
                </a:cubicBezTo>
                <a:cubicBezTo>
                  <a:pt x="96671" y="1954"/>
                  <a:pt x="97561" y="1574"/>
                  <a:pt x="98669" y="1574"/>
                </a:cubicBezTo>
                <a:cubicBezTo>
                  <a:pt x="99777" y="1574"/>
                  <a:pt x="100666" y="1954"/>
                  <a:pt x="101337" y="2712"/>
                </a:cubicBezTo>
                <a:cubicBezTo>
                  <a:pt x="102007" y="3470"/>
                  <a:pt x="102342" y="4723"/>
                  <a:pt x="102342" y="6473"/>
                </a:cubicBezTo>
                <a:lnTo>
                  <a:pt x="102342" y="24492"/>
                </a:lnTo>
                <a:lnTo>
                  <a:pt x="39152" y="52308"/>
                </a:lnTo>
                <a:lnTo>
                  <a:pt x="102342" y="79687"/>
                </a:lnTo>
                <a:lnTo>
                  <a:pt x="102342" y="97706"/>
                </a:lnTo>
                <a:cubicBezTo>
                  <a:pt x="102342" y="99514"/>
                  <a:pt x="102007" y="100797"/>
                  <a:pt x="101337" y="101555"/>
                </a:cubicBezTo>
                <a:cubicBezTo>
                  <a:pt x="100666" y="102313"/>
                  <a:pt x="99777" y="102692"/>
                  <a:pt x="98669" y="102692"/>
                </a:cubicBezTo>
                <a:cubicBezTo>
                  <a:pt x="97561" y="102692"/>
                  <a:pt x="96671" y="102313"/>
                  <a:pt x="96001" y="101555"/>
                </a:cubicBezTo>
                <a:cubicBezTo>
                  <a:pt x="95330" y="100797"/>
                  <a:pt x="94995" y="99514"/>
                  <a:pt x="94995" y="97706"/>
                </a:cubicBezTo>
                <a:lnTo>
                  <a:pt x="94995" y="93158"/>
                </a:lnTo>
                <a:lnTo>
                  <a:pt x="7348" y="93158"/>
                </a:lnTo>
                <a:lnTo>
                  <a:pt x="7348" y="99281"/>
                </a:lnTo>
                <a:cubicBezTo>
                  <a:pt x="7348" y="101089"/>
                  <a:pt x="7012" y="102372"/>
                  <a:pt x="6342" y="103130"/>
                </a:cubicBezTo>
                <a:cubicBezTo>
                  <a:pt x="5671" y="103888"/>
                  <a:pt x="4782" y="104267"/>
                  <a:pt x="3674" y="104267"/>
                </a:cubicBezTo>
                <a:cubicBezTo>
                  <a:pt x="2624" y="104267"/>
                  <a:pt x="1749" y="103888"/>
                  <a:pt x="1050" y="103130"/>
                </a:cubicBezTo>
                <a:cubicBezTo>
                  <a:pt x="350" y="102372"/>
                  <a:pt x="0" y="101089"/>
                  <a:pt x="0" y="99281"/>
                </a:cubicBezTo>
                <a:lnTo>
                  <a:pt x="0" y="72252"/>
                </a:lnTo>
                <a:cubicBezTo>
                  <a:pt x="0" y="70503"/>
                  <a:pt x="350" y="69234"/>
                  <a:pt x="1050" y="68447"/>
                </a:cubicBezTo>
                <a:cubicBezTo>
                  <a:pt x="1749" y="67660"/>
                  <a:pt x="2624" y="67266"/>
                  <a:pt x="3674" y="67266"/>
                </a:cubicBezTo>
                <a:cubicBezTo>
                  <a:pt x="4782" y="67266"/>
                  <a:pt x="5671" y="67645"/>
                  <a:pt x="6342" y="68403"/>
                </a:cubicBezTo>
                <a:cubicBezTo>
                  <a:pt x="7012" y="69161"/>
                  <a:pt x="7348" y="70444"/>
                  <a:pt x="7348" y="72252"/>
                </a:cubicBezTo>
                <a:lnTo>
                  <a:pt x="7348" y="85810"/>
                </a:lnTo>
                <a:lnTo>
                  <a:pt x="94995" y="85810"/>
                </a:lnTo>
                <a:lnTo>
                  <a:pt x="94995" y="84236"/>
                </a:lnTo>
                <a:lnTo>
                  <a:pt x="30615" y="56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Text i">
            <a:extLst xmlns:a="http://schemas.openxmlformats.org/drawingml/2006/main">
              <a:ext uri="{FF2B5EF4-FFF2-40B4-BE49-F238E27FC236}">
                <a16:creationId xmlns:a16="http://schemas.microsoft.com/office/drawing/2014/main" id="{02792721-0254-4D21-BD61-2A24BC5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1508416"/>
            <a:ext cx="113539" cy="74964"/>
          </a:xfrm>
          <a:custGeom xmlns:a="http://schemas.openxmlformats.org/drawingml/2006/main">
            <a:pathLst>
              <a:path w="113539" h="74964">
                <a:moveTo>
                  <a:pt x="113539" y="40850"/>
                </a:moveTo>
                <a:lnTo>
                  <a:pt x="94645" y="40850"/>
                </a:lnTo>
                <a:lnTo>
                  <a:pt x="94645" y="30003"/>
                </a:lnTo>
                <a:lnTo>
                  <a:pt x="113539" y="30003"/>
                </a:lnTo>
                <a:lnTo>
                  <a:pt x="113539" y="40850"/>
                </a:lnTo>
                <a:moveTo>
                  <a:pt x="75926" y="41112"/>
                </a:moveTo>
                <a:lnTo>
                  <a:pt x="7348" y="41112"/>
                </a:lnTo>
                <a:lnTo>
                  <a:pt x="7348" y="69978"/>
                </a:lnTo>
                <a:cubicBezTo>
                  <a:pt x="7348" y="71786"/>
                  <a:pt x="7012" y="73068"/>
                  <a:pt x="6342" y="73827"/>
                </a:cubicBezTo>
                <a:cubicBezTo>
                  <a:pt x="5671" y="74585"/>
                  <a:pt x="4782" y="74964"/>
                  <a:pt x="3674" y="74964"/>
                </a:cubicBezTo>
                <a:cubicBezTo>
                  <a:pt x="2624" y="74964"/>
                  <a:pt x="1749" y="74585"/>
                  <a:pt x="1050" y="73827"/>
                </a:cubicBezTo>
                <a:cubicBezTo>
                  <a:pt x="350" y="73068"/>
                  <a:pt x="0" y="71786"/>
                  <a:pt x="0" y="69978"/>
                </a:cubicBezTo>
                <a:lnTo>
                  <a:pt x="0" y="4898"/>
                </a:lnTo>
                <a:cubicBezTo>
                  <a:pt x="0" y="3149"/>
                  <a:pt x="350" y="1895"/>
                  <a:pt x="1050" y="1137"/>
                </a:cubicBezTo>
                <a:cubicBezTo>
                  <a:pt x="1749" y="379"/>
                  <a:pt x="2624" y="0"/>
                  <a:pt x="3674" y="0"/>
                </a:cubicBezTo>
                <a:cubicBezTo>
                  <a:pt x="4782" y="0"/>
                  <a:pt x="5671" y="379"/>
                  <a:pt x="6342" y="1137"/>
                </a:cubicBezTo>
                <a:cubicBezTo>
                  <a:pt x="7012" y="1895"/>
                  <a:pt x="7348" y="3149"/>
                  <a:pt x="7348" y="4898"/>
                </a:cubicBezTo>
                <a:lnTo>
                  <a:pt x="7348" y="33764"/>
                </a:lnTo>
                <a:lnTo>
                  <a:pt x="68578" y="33764"/>
                </a:lnTo>
                <a:lnTo>
                  <a:pt x="68578" y="12334"/>
                </a:lnTo>
                <a:cubicBezTo>
                  <a:pt x="68578" y="10584"/>
                  <a:pt x="68924" y="9316"/>
                  <a:pt x="69614" y="8529"/>
                </a:cubicBezTo>
                <a:cubicBezTo>
                  <a:pt x="70307" y="7741"/>
                  <a:pt x="71171" y="7348"/>
                  <a:pt x="72208" y="7348"/>
                </a:cubicBezTo>
                <a:cubicBezTo>
                  <a:pt x="73304" y="7348"/>
                  <a:pt x="74196" y="7727"/>
                  <a:pt x="74887" y="8485"/>
                </a:cubicBezTo>
                <a:cubicBezTo>
                  <a:pt x="75580" y="9243"/>
                  <a:pt x="75926" y="10526"/>
                  <a:pt x="75926" y="12334"/>
                </a:cubicBezTo>
                <a:lnTo>
                  <a:pt x="75926" y="41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Text c">
            <a:extLst xmlns:a="http://schemas.openxmlformats.org/drawingml/2006/main">
              <a:ext uri="{FF2B5EF4-FFF2-40B4-BE49-F238E27FC236}">
                <a16:creationId xmlns:a16="http://schemas.microsoft.com/office/drawing/2014/main" id="{62A68811-2149-4D27-B145-96A6ED5B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03" y="1614327"/>
            <a:ext cx="81349" cy="81174"/>
          </a:xfrm>
          <a:custGeom xmlns:a="http://schemas.openxmlformats.org/drawingml/2006/main">
            <a:pathLst>
              <a:path w="81349" h="81174">
                <a:moveTo>
                  <a:pt x="71366" y="69453"/>
                </a:moveTo>
                <a:lnTo>
                  <a:pt x="73791" y="69453"/>
                </a:lnTo>
                <a:cubicBezTo>
                  <a:pt x="75581" y="69453"/>
                  <a:pt x="76850" y="69803"/>
                  <a:pt x="77599" y="70503"/>
                </a:cubicBezTo>
                <a:cubicBezTo>
                  <a:pt x="78350" y="71202"/>
                  <a:pt x="78725" y="72077"/>
                  <a:pt x="78725" y="73127"/>
                </a:cubicBezTo>
                <a:cubicBezTo>
                  <a:pt x="78725" y="74235"/>
                  <a:pt x="78346" y="75139"/>
                  <a:pt x="77588" y="75838"/>
                </a:cubicBezTo>
                <a:cubicBezTo>
                  <a:pt x="76830" y="76538"/>
                  <a:pt x="75547" y="76888"/>
                  <a:pt x="73739" y="76888"/>
                </a:cubicBezTo>
                <a:lnTo>
                  <a:pt x="57119" y="76888"/>
                </a:lnTo>
                <a:cubicBezTo>
                  <a:pt x="55312" y="76830"/>
                  <a:pt x="54029" y="76465"/>
                  <a:pt x="53271" y="75795"/>
                </a:cubicBezTo>
                <a:cubicBezTo>
                  <a:pt x="52512" y="75124"/>
                  <a:pt x="52133" y="74235"/>
                  <a:pt x="52133" y="73127"/>
                </a:cubicBezTo>
                <a:cubicBezTo>
                  <a:pt x="52133" y="72135"/>
                  <a:pt x="52470" y="71304"/>
                  <a:pt x="53142" y="70634"/>
                </a:cubicBezTo>
                <a:cubicBezTo>
                  <a:pt x="53816" y="69963"/>
                  <a:pt x="54944" y="69570"/>
                  <a:pt x="56526" y="69453"/>
                </a:cubicBezTo>
                <a:cubicBezTo>
                  <a:pt x="60683" y="69103"/>
                  <a:pt x="64635" y="66377"/>
                  <a:pt x="68381" y="61274"/>
                </a:cubicBezTo>
                <a:cubicBezTo>
                  <a:pt x="72128" y="56172"/>
                  <a:pt x="74001" y="49305"/>
                  <a:pt x="74001" y="40675"/>
                </a:cubicBezTo>
                <a:cubicBezTo>
                  <a:pt x="74001" y="29770"/>
                  <a:pt x="70581" y="21489"/>
                  <a:pt x="63740" y="15832"/>
                </a:cubicBezTo>
                <a:cubicBezTo>
                  <a:pt x="56899" y="10176"/>
                  <a:pt x="49065" y="7348"/>
                  <a:pt x="40237" y="7348"/>
                </a:cubicBezTo>
                <a:cubicBezTo>
                  <a:pt x="30706" y="7348"/>
                  <a:pt x="22842" y="10468"/>
                  <a:pt x="16644" y="16707"/>
                </a:cubicBezTo>
                <a:cubicBezTo>
                  <a:pt x="10447" y="22947"/>
                  <a:pt x="7348" y="31023"/>
                  <a:pt x="7348" y="40937"/>
                </a:cubicBezTo>
                <a:cubicBezTo>
                  <a:pt x="7348" y="46652"/>
                  <a:pt x="8409" y="52469"/>
                  <a:pt x="10532" y="58388"/>
                </a:cubicBezTo>
                <a:cubicBezTo>
                  <a:pt x="12657" y="64307"/>
                  <a:pt x="16079" y="69657"/>
                  <a:pt x="20799" y="74439"/>
                </a:cubicBezTo>
                <a:cubicBezTo>
                  <a:pt x="21978" y="75663"/>
                  <a:pt x="22568" y="76742"/>
                  <a:pt x="22568" y="77675"/>
                </a:cubicBezTo>
                <a:cubicBezTo>
                  <a:pt x="22568" y="78667"/>
                  <a:pt x="22230" y="79498"/>
                  <a:pt x="21554" y="80168"/>
                </a:cubicBezTo>
                <a:cubicBezTo>
                  <a:pt x="20878" y="80839"/>
                  <a:pt x="20040" y="81174"/>
                  <a:pt x="19042" y="81174"/>
                </a:cubicBezTo>
                <a:cubicBezTo>
                  <a:pt x="16514" y="81174"/>
                  <a:pt x="13311" y="78229"/>
                  <a:pt x="9433" y="72340"/>
                </a:cubicBezTo>
                <a:cubicBezTo>
                  <a:pt x="3144" y="62834"/>
                  <a:pt x="0" y="52250"/>
                  <a:pt x="0" y="40587"/>
                </a:cubicBezTo>
                <a:cubicBezTo>
                  <a:pt x="0" y="28749"/>
                  <a:pt x="3780" y="19025"/>
                  <a:pt x="11339" y="11415"/>
                </a:cubicBezTo>
                <a:cubicBezTo>
                  <a:pt x="18899" y="3805"/>
                  <a:pt x="28489" y="0"/>
                  <a:pt x="40106" y="0"/>
                </a:cubicBezTo>
                <a:cubicBezTo>
                  <a:pt x="51957" y="0"/>
                  <a:pt x="61793" y="3893"/>
                  <a:pt x="69614" y="11678"/>
                </a:cubicBezTo>
                <a:cubicBezTo>
                  <a:pt x="77438" y="19463"/>
                  <a:pt x="81349" y="29274"/>
                  <a:pt x="81349" y="41112"/>
                </a:cubicBezTo>
                <a:cubicBezTo>
                  <a:pt x="81349" y="52367"/>
                  <a:pt x="78022" y="61814"/>
                  <a:pt x="71366" y="694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Text r">
            <a:extLst xmlns:a="http://schemas.openxmlformats.org/drawingml/2006/main">
              <a:ext uri="{FF2B5EF4-FFF2-40B4-BE49-F238E27FC236}">
                <a16:creationId xmlns:a16="http://schemas.microsoft.com/office/drawing/2014/main" id="{A747BAB0-085B-4F55-9D9A-F5C880D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1721813"/>
            <a:ext cx="77675" cy="82486"/>
          </a:xfrm>
          <a:custGeom xmlns:a="http://schemas.openxmlformats.org/drawingml/2006/main">
            <a:pathLst>
              <a:path w="77675" h="82486">
                <a:moveTo>
                  <a:pt x="75926" y="30003"/>
                </a:moveTo>
                <a:lnTo>
                  <a:pt x="57335" y="30003"/>
                </a:lnTo>
                <a:cubicBezTo>
                  <a:pt x="65948" y="39567"/>
                  <a:pt x="71490" y="46725"/>
                  <a:pt x="73963" y="51477"/>
                </a:cubicBezTo>
                <a:cubicBezTo>
                  <a:pt x="76438" y="56230"/>
                  <a:pt x="77675" y="60618"/>
                  <a:pt x="77675" y="64642"/>
                </a:cubicBezTo>
                <a:cubicBezTo>
                  <a:pt x="77675" y="69016"/>
                  <a:pt x="76193" y="73083"/>
                  <a:pt x="73228" y="76844"/>
                </a:cubicBezTo>
                <a:cubicBezTo>
                  <a:pt x="70263" y="80606"/>
                  <a:pt x="68017" y="82486"/>
                  <a:pt x="66490" y="82486"/>
                </a:cubicBezTo>
                <a:cubicBezTo>
                  <a:pt x="65375" y="82486"/>
                  <a:pt x="64452" y="82122"/>
                  <a:pt x="63724" y="81393"/>
                </a:cubicBezTo>
                <a:cubicBezTo>
                  <a:pt x="62995" y="80664"/>
                  <a:pt x="62630" y="79745"/>
                  <a:pt x="62630" y="78638"/>
                </a:cubicBezTo>
                <a:cubicBezTo>
                  <a:pt x="62630" y="78054"/>
                  <a:pt x="62732" y="77559"/>
                  <a:pt x="62936" y="77150"/>
                </a:cubicBezTo>
                <a:cubicBezTo>
                  <a:pt x="63140" y="76742"/>
                  <a:pt x="63804" y="75984"/>
                  <a:pt x="64926" y="74876"/>
                </a:cubicBezTo>
                <a:cubicBezTo>
                  <a:pt x="66993" y="72835"/>
                  <a:pt x="68410" y="71057"/>
                  <a:pt x="69177" y="69540"/>
                </a:cubicBezTo>
                <a:cubicBezTo>
                  <a:pt x="69944" y="68024"/>
                  <a:pt x="70328" y="66537"/>
                  <a:pt x="70328" y="65079"/>
                </a:cubicBezTo>
                <a:cubicBezTo>
                  <a:pt x="70328" y="61872"/>
                  <a:pt x="69046" y="58009"/>
                  <a:pt x="66482" y="53489"/>
                </a:cubicBezTo>
                <a:cubicBezTo>
                  <a:pt x="63918" y="48970"/>
                  <a:pt x="57653" y="41141"/>
                  <a:pt x="47689" y="30003"/>
                </a:cubicBezTo>
                <a:lnTo>
                  <a:pt x="7348" y="30003"/>
                </a:lnTo>
                <a:lnTo>
                  <a:pt x="7348" y="62543"/>
                </a:lnTo>
                <a:cubicBezTo>
                  <a:pt x="7348" y="64350"/>
                  <a:pt x="7012" y="65633"/>
                  <a:pt x="6342" y="66391"/>
                </a:cubicBezTo>
                <a:cubicBezTo>
                  <a:pt x="5671" y="67149"/>
                  <a:pt x="4782" y="67529"/>
                  <a:pt x="3674" y="67529"/>
                </a:cubicBezTo>
                <a:cubicBezTo>
                  <a:pt x="2624" y="67529"/>
                  <a:pt x="1749" y="67149"/>
                  <a:pt x="1050" y="66391"/>
                </a:cubicBezTo>
                <a:cubicBezTo>
                  <a:pt x="350" y="65633"/>
                  <a:pt x="0" y="64350"/>
                  <a:pt x="0" y="62543"/>
                </a:cubicBezTo>
                <a:lnTo>
                  <a:pt x="0" y="4898"/>
                </a:lnTo>
                <a:cubicBezTo>
                  <a:pt x="0" y="3149"/>
                  <a:pt x="344" y="1895"/>
                  <a:pt x="1031" y="1137"/>
                </a:cubicBezTo>
                <a:cubicBezTo>
                  <a:pt x="1718" y="379"/>
                  <a:pt x="2599" y="0"/>
                  <a:pt x="3674" y="0"/>
                </a:cubicBezTo>
                <a:cubicBezTo>
                  <a:pt x="4665" y="0"/>
                  <a:pt x="5496" y="364"/>
                  <a:pt x="6167" y="1093"/>
                </a:cubicBezTo>
                <a:cubicBezTo>
                  <a:pt x="6837" y="1822"/>
                  <a:pt x="7173" y="3091"/>
                  <a:pt x="7173" y="4898"/>
                </a:cubicBezTo>
                <a:lnTo>
                  <a:pt x="7173" y="22655"/>
                </a:lnTo>
                <a:lnTo>
                  <a:pt x="68578" y="22655"/>
                </a:lnTo>
                <a:lnTo>
                  <a:pt x="68578" y="9097"/>
                </a:lnTo>
                <a:cubicBezTo>
                  <a:pt x="68578" y="7348"/>
                  <a:pt x="68928" y="6094"/>
                  <a:pt x="69628" y="5336"/>
                </a:cubicBezTo>
                <a:cubicBezTo>
                  <a:pt x="70328" y="4578"/>
                  <a:pt x="71232" y="4199"/>
                  <a:pt x="72340" y="4199"/>
                </a:cubicBezTo>
                <a:cubicBezTo>
                  <a:pt x="73364" y="4199"/>
                  <a:pt x="74217" y="4563"/>
                  <a:pt x="74901" y="5292"/>
                </a:cubicBezTo>
                <a:cubicBezTo>
                  <a:pt x="75584" y="6021"/>
                  <a:pt x="75926" y="7289"/>
                  <a:pt x="75926" y="9097"/>
                </a:cubicBezTo>
                <a:lnTo>
                  <a:pt x="75926" y="30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Text o">
            <a:extLst xmlns:a="http://schemas.openxmlformats.org/drawingml/2006/main">
              <a:ext uri="{FF2B5EF4-FFF2-40B4-BE49-F238E27FC236}">
                <a16:creationId xmlns:a16="http://schemas.microsoft.com/office/drawing/2014/main" id="{757EBF12-7E90-4806-B1EB-9FED440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03" y="1827024"/>
            <a:ext cx="81349" cy="82136"/>
          </a:xfrm>
          <a:custGeom xmlns:a="http://schemas.openxmlformats.org/drawingml/2006/main">
            <a:pathLst>
              <a:path w="81349" h="82136">
                <a:moveTo>
                  <a:pt x="40631" y="82136"/>
                </a:moveTo>
                <a:cubicBezTo>
                  <a:pt x="29422" y="82136"/>
                  <a:pt x="19847" y="78127"/>
                  <a:pt x="11907" y="70109"/>
                </a:cubicBezTo>
                <a:cubicBezTo>
                  <a:pt x="3969" y="62091"/>
                  <a:pt x="0" y="52425"/>
                  <a:pt x="0" y="41112"/>
                </a:cubicBezTo>
                <a:cubicBezTo>
                  <a:pt x="0" y="29682"/>
                  <a:pt x="3984" y="19973"/>
                  <a:pt x="11951" y="11984"/>
                </a:cubicBezTo>
                <a:cubicBezTo>
                  <a:pt x="19920" y="3995"/>
                  <a:pt x="29480" y="0"/>
                  <a:pt x="40631" y="0"/>
                </a:cubicBezTo>
                <a:cubicBezTo>
                  <a:pt x="51840" y="0"/>
                  <a:pt x="61428" y="3995"/>
                  <a:pt x="69396" y="11984"/>
                </a:cubicBezTo>
                <a:cubicBezTo>
                  <a:pt x="77365" y="19973"/>
                  <a:pt x="81349" y="29682"/>
                  <a:pt x="81349" y="41112"/>
                </a:cubicBezTo>
                <a:cubicBezTo>
                  <a:pt x="81349" y="52425"/>
                  <a:pt x="77379" y="62091"/>
                  <a:pt x="69439" y="70109"/>
                </a:cubicBezTo>
                <a:cubicBezTo>
                  <a:pt x="61501" y="78127"/>
                  <a:pt x="51898" y="82136"/>
                  <a:pt x="40631" y="82136"/>
                </a:cubicBezTo>
                <a:moveTo>
                  <a:pt x="40675" y="74701"/>
                </a:moveTo>
                <a:cubicBezTo>
                  <a:pt x="49912" y="74701"/>
                  <a:pt x="57775" y="71421"/>
                  <a:pt x="64265" y="64861"/>
                </a:cubicBezTo>
                <a:cubicBezTo>
                  <a:pt x="70756" y="58300"/>
                  <a:pt x="74001" y="50355"/>
                  <a:pt x="74001" y="41024"/>
                </a:cubicBezTo>
                <a:cubicBezTo>
                  <a:pt x="74001" y="31694"/>
                  <a:pt x="70741" y="23749"/>
                  <a:pt x="64221" y="17188"/>
                </a:cubicBezTo>
                <a:cubicBezTo>
                  <a:pt x="57703" y="10628"/>
                  <a:pt x="49854" y="7348"/>
                  <a:pt x="40675" y="7348"/>
                </a:cubicBezTo>
                <a:cubicBezTo>
                  <a:pt x="31554" y="7348"/>
                  <a:pt x="23719" y="10628"/>
                  <a:pt x="17169" y="17188"/>
                </a:cubicBezTo>
                <a:cubicBezTo>
                  <a:pt x="10621" y="23749"/>
                  <a:pt x="7348" y="31694"/>
                  <a:pt x="7348" y="41024"/>
                </a:cubicBezTo>
                <a:cubicBezTo>
                  <a:pt x="7348" y="50355"/>
                  <a:pt x="10607" y="58300"/>
                  <a:pt x="17125" y="64861"/>
                </a:cubicBezTo>
                <a:cubicBezTo>
                  <a:pt x="23646" y="71421"/>
                  <a:pt x="31495" y="74701"/>
                  <a:pt x="40675" y="74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Text -">
            <a:extLst xmlns:a="http://schemas.openxmlformats.org/drawingml/2006/main">
              <a:ext uri="{FF2B5EF4-FFF2-40B4-BE49-F238E27FC236}">
                <a16:creationId xmlns:a16="http://schemas.microsoft.com/office/drawing/2014/main" id="{4B591307-A8EB-45B5-908E-B04EA4A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288" y="1938096"/>
            <a:ext cx="10497" cy="74964"/>
          </a:xfrm>
          <a:custGeom xmlns:a="http://schemas.openxmlformats.org/drawingml/2006/main">
            <a:pathLst>
              <a:path w="10497" h="74964">
                <a:moveTo>
                  <a:pt x="10497" y="74964"/>
                </a:moveTo>
                <a:lnTo>
                  <a:pt x="0" y="74964"/>
                </a:lnTo>
                <a:lnTo>
                  <a:pt x="0" y="0"/>
                </a:lnTo>
                <a:lnTo>
                  <a:pt x="10497" y="0"/>
                </a:lnTo>
                <a:lnTo>
                  <a:pt x="10497" y="74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Text E">
            <a:extLst xmlns:a="http://schemas.openxmlformats.org/drawingml/2006/main">
              <a:ext uri="{FF2B5EF4-FFF2-40B4-BE49-F238E27FC236}">
                <a16:creationId xmlns:a16="http://schemas.microsoft.com/office/drawing/2014/main" id="{2FA0564A-7C66-451C-A50E-53166FD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2037009"/>
            <a:ext cx="102342" cy="85985"/>
          </a:xfrm>
          <a:custGeom xmlns:a="http://schemas.openxmlformats.org/drawingml/2006/main">
            <a:pathLst>
              <a:path w="102342" h="85985">
                <a:moveTo>
                  <a:pt x="49509" y="22130"/>
                </a:moveTo>
                <a:lnTo>
                  <a:pt x="7348" y="22130"/>
                </a:lnTo>
                <a:lnTo>
                  <a:pt x="7348" y="78638"/>
                </a:lnTo>
                <a:lnTo>
                  <a:pt x="29041" y="78638"/>
                </a:lnTo>
                <a:cubicBezTo>
                  <a:pt x="30790" y="78638"/>
                  <a:pt x="32044" y="78973"/>
                  <a:pt x="32802" y="79643"/>
                </a:cubicBezTo>
                <a:cubicBezTo>
                  <a:pt x="33560" y="80314"/>
                  <a:pt x="33939" y="81203"/>
                  <a:pt x="33939" y="82311"/>
                </a:cubicBezTo>
                <a:cubicBezTo>
                  <a:pt x="33939" y="83419"/>
                  <a:pt x="33560" y="84309"/>
                  <a:pt x="32802" y="84979"/>
                </a:cubicBezTo>
                <a:cubicBezTo>
                  <a:pt x="32044" y="85650"/>
                  <a:pt x="30790" y="85985"/>
                  <a:pt x="29041" y="85985"/>
                </a:cubicBezTo>
                <a:lnTo>
                  <a:pt x="0" y="85985"/>
                </a:lnTo>
                <a:lnTo>
                  <a:pt x="0" y="4898"/>
                </a:lnTo>
                <a:cubicBezTo>
                  <a:pt x="0" y="3149"/>
                  <a:pt x="350" y="1895"/>
                  <a:pt x="1050" y="1137"/>
                </a:cubicBezTo>
                <a:cubicBezTo>
                  <a:pt x="1749" y="379"/>
                  <a:pt x="2624" y="0"/>
                  <a:pt x="3674" y="0"/>
                </a:cubicBezTo>
                <a:cubicBezTo>
                  <a:pt x="4782" y="0"/>
                  <a:pt x="5671" y="379"/>
                  <a:pt x="6342" y="1137"/>
                </a:cubicBezTo>
                <a:cubicBezTo>
                  <a:pt x="7012" y="1895"/>
                  <a:pt x="7348" y="3149"/>
                  <a:pt x="7348" y="4898"/>
                </a:cubicBezTo>
                <a:lnTo>
                  <a:pt x="7348" y="14783"/>
                </a:lnTo>
                <a:lnTo>
                  <a:pt x="94995" y="14783"/>
                </a:lnTo>
                <a:lnTo>
                  <a:pt x="94995" y="4898"/>
                </a:lnTo>
                <a:cubicBezTo>
                  <a:pt x="94995" y="3149"/>
                  <a:pt x="95330" y="1895"/>
                  <a:pt x="96001" y="1137"/>
                </a:cubicBezTo>
                <a:cubicBezTo>
                  <a:pt x="96671" y="379"/>
                  <a:pt x="97561" y="0"/>
                  <a:pt x="98669" y="0"/>
                </a:cubicBezTo>
                <a:cubicBezTo>
                  <a:pt x="99777" y="0"/>
                  <a:pt x="100666" y="379"/>
                  <a:pt x="101337" y="1137"/>
                </a:cubicBezTo>
                <a:cubicBezTo>
                  <a:pt x="102007" y="1895"/>
                  <a:pt x="102342" y="3149"/>
                  <a:pt x="102342" y="4898"/>
                </a:cubicBezTo>
                <a:lnTo>
                  <a:pt x="102342" y="82136"/>
                </a:lnTo>
                <a:lnTo>
                  <a:pt x="76976" y="82136"/>
                </a:lnTo>
                <a:cubicBezTo>
                  <a:pt x="75226" y="82136"/>
                  <a:pt x="73972" y="81801"/>
                  <a:pt x="73214" y="81130"/>
                </a:cubicBezTo>
                <a:cubicBezTo>
                  <a:pt x="72456" y="80460"/>
                  <a:pt x="72077" y="79571"/>
                  <a:pt x="72077" y="78463"/>
                </a:cubicBezTo>
                <a:cubicBezTo>
                  <a:pt x="72077" y="77355"/>
                  <a:pt x="72456" y="76465"/>
                  <a:pt x="73214" y="75795"/>
                </a:cubicBezTo>
                <a:cubicBezTo>
                  <a:pt x="73972" y="75124"/>
                  <a:pt x="75226" y="74789"/>
                  <a:pt x="76976" y="74789"/>
                </a:cubicBezTo>
                <a:lnTo>
                  <a:pt x="94995" y="74789"/>
                </a:lnTo>
                <a:lnTo>
                  <a:pt x="94995" y="22130"/>
                </a:lnTo>
                <a:lnTo>
                  <a:pt x="56857" y="22130"/>
                </a:lnTo>
                <a:lnTo>
                  <a:pt x="56857" y="48460"/>
                </a:lnTo>
                <a:lnTo>
                  <a:pt x="65254" y="48460"/>
                </a:lnTo>
                <a:cubicBezTo>
                  <a:pt x="67004" y="48460"/>
                  <a:pt x="68257" y="48809"/>
                  <a:pt x="69016" y="49509"/>
                </a:cubicBezTo>
                <a:cubicBezTo>
                  <a:pt x="69774" y="50209"/>
                  <a:pt x="70153" y="51113"/>
                  <a:pt x="70153" y="52221"/>
                </a:cubicBezTo>
                <a:cubicBezTo>
                  <a:pt x="70153" y="53271"/>
                  <a:pt x="69774" y="54145"/>
                  <a:pt x="69016" y="54845"/>
                </a:cubicBezTo>
                <a:cubicBezTo>
                  <a:pt x="68257" y="55545"/>
                  <a:pt x="67004" y="55895"/>
                  <a:pt x="65254" y="55895"/>
                </a:cubicBezTo>
                <a:lnTo>
                  <a:pt x="41112" y="55895"/>
                </a:lnTo>
                <a:cubicBezTo>
                  <a:pt x="39362" y="55895"/>
                  <a:pt x="38109" y="55545"/>
                  <a:pt x="37351" y="54845"/>
                </a:cubicBezTo>
                <a:cubicBezTo>
                  <a:pt x="36593" y="54145"/>
                  <a:pt x="36213" y="53271"/>
                  <a:pt x="36213" y="52221"/>
                </a:cubicBezTo>
                <a:cubicBezTo>
                  <a:pt x="36213" y="51113"/>
                  <a:pt x="36593" y="50209"/>
                  <a:pt x="37351" y="49509"/>
                </a:cubicBezTo>
                <a:cubicBezTo>
                  <a:pt x="38109" y="48809"/>
                  <a:pt x="39362" y="48460"/>
                  <a:pt x="41112" y="48460"/>
                </a:cubicBezTo>
                <a:lnTo>
                  <a:pt x="49509" y="48460"/>
                </a:lnTo>
                <a:lnTo>
                  <a:pt x="49509" y="22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Text v">
            <a:extLst xmlns:a="http://schemas.openxmlformats.org/drawingml/2006/main">
              <a:ext uri="{FF2B5EF4-FFF2-40B4-BE49-F238E27FC236}">
                <a16:creationId xmlns:a16="http://schemas.microsoft.com/office/drawing/2014/main" id="{C9AC1890-4849-4C4A-95DA-0967E18A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2141958"/>
            <a:ext cx="75926" cy="97182"/>
          </a:xfrm>
          <a:custGeom xmlns:a="http://schemas.openxmlformats.org/drawingml/2006/main">
            <a:pathLst>
              <a:path w="75926" h="97182">
                <a:moveTo>
                  <a:pt x="0" y="55020"/>
                </a:moveTo>
                <a:lnTo>
                  <a:pt x="0" y="42599"/>
                </a:lnTo>
                <a:lnTo>
                  <a:pt x="68578" y="12421"/>
                </a:lnTo>
                <a:lnTo>
                  <a:pt x="68578" y="4898"/>
                </a:lnTo>
                <a:cubicBezTo>
                  <a:pt x="68578" y="3149"/>
                  <a:pt x="68928" y="1895"/>
                  <a:pt x="69628" y="1137"/>
                </a:cubicBezTo>
                <a:cubicBezTo>
                  <a:pt x="70328" y="379"/>
                  <a:pt x="71232" y="0"/>
                  <a:pt x="72340" y="0"/>
                </a:cubicBezTo>
                <a:cubicBezTo>
                  <a:pt x="73364" y="0"/>
                  <a:pt x="74217" y="379"/>
                  <a:pt x="74901" y="1137"/>
                </a:cubicBezTo>
                <a:cubicBezTo>
                  <a:pt x="75584" y="1895"/>
                  <a:pt x="75926" y="3149"/>
                  <a:pt x="75926" y="4898"/>
                </a:cubicBezTo>
                <a:lnTo>
                  <a:pt x="75926" y="32452"/>
                </a:lnTo>
                <a:cubicBezTo>
                  <a:pt x="75926" y="34202"/>
                  <a:pt x="75584" y="35455"/>
                  <a:pt x="74901" y="36213"/>
                </a:cubicBezTo>
                <a:cubicBezTo>
                  <a:pt x="74217" y="36972"/>
                  <a:pt x="73335" y="37351"/>
                  <a:pt x="72252" y="37351"/>
                </a:cubicBezTo>
                <a:cubicBezTo>
                  <a:pt x="71202" y="37351"/>
                  <a:pt x="70328" y="36972"/>
                  <a:pt x="69628" y="36213"/>
                </a:cubicBezTo>
                <a:cubicBezTo>
                  <a:pt x="68928" y="35455"/>
                  <a:pt x="68578" y="34202"/>
                  <a:pt x="68578" y="32452"/>
                </a:cubicBezTo>
                <a:lnTo>
                  <a:pt x="68578" y="20294"/>
                </a:lnTo>
                <a:lnTo>
                  <a:pt x="7348" y="47235"/>
                </a:lnTo>
                <a:lnTo>
                  <a:pt x="7348" y="50471"/>
                </a:lnTo>
                <a:lnTo>
                  <a:pt x="68578" y="76888"/>
                </a:lnTo>
                <a:lnTo>
                  <a:pt x="68578" y="64642"/>
                </a:lnTo>
                <a:cubicBezTo>
                  <a:pt x="68578" y="62893"/>
                  <a:pt x="68928" y="61639"/>
                  <a:pt x="69628" y="60881"/>
                </a:cubicBezTo>
                <a:cubicBezTo>
                  <a:pt x="70328" y="60123"/>
                  <a:pt x="71232" y="59744"/>
                  <a:pt x="72340" y="59744"/>
                </a:cubicBezTo>
                <a:cubicBezTo>
                  <a:pt x="73364" y="59744"/>
                  <a:pt x="74217" y="60123"/>
                  <a:pt x="74901" y="60881"/>
                </a:cubicBezTo>
                <a:cubicBezTo>
                  <a:pt x="75584" y="61639"/>
                  <a:pt x="75926" y="62893"/>
                  <a:pt x="75926" y="64642"/>
                </a:cubicBezTo>
                <a:lnTo>
                  <a:pt x="75926" y="92283"/>
                </a:lnTo>
                <a:cubicBezTo>
                  <a:pt x="75926" y="94091"/>
                  <a:pt x="75584" y="95359"/>
                  <a:pt x="74901" y="96088"/>
                </a:cubicBezTo>
                <a:cubicBezTo>
                  <a:pt x="74217" y="96817"/>
                  <a:pt x="73335" y="97182"/>
                  <a:pt x="72252" y="97182"/>
                </a:cubicBezTo>
                <a:cubicBezTo>
                  <a:pt x="71202" y="97182"/>
                  <a:pt x="70328" y="96817"/>
                  <a:pt x="69628" y="96088"/>
                </a:cubicBezTo>
                <a:cubicBezTo>
                  <a:pt x="68928" y="95359"/>
                  <a:pt x="68578" y="94091"/>
                  <a:pt x="68578" y="92283"/>
                </a:cubicBezTo>
                <a:lnTo>
                  <a:pt x="68578" y="84848"/>
                </a:lnTo>
                <a:lnTo>
                  <a:pt x="0" y="55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Text e">
            <a:extLst xmlns:a="http://schemas.openxmlformats.org/drawingml/2006/main">
              <a:ext uri="{FF2B5EF4-FFF2-40B4-BE49-F238E27FC236}">
                <a16:creationId xmlns:a16="http://schemas.microsoft.com/office/drawing/2014/main" id="{32E0AC88-E2B6-4C3E-976B-8D6A51F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03" y="2255479"/>
            <a:ext cx="81349" cy="82486"/>
          </a:xfrm>
          <a:custGeom xmlns:a="http://schemas.openxmlformats.org/drawingml/2006/main">
            <a:pathLst>
              <a:path w="81349" h="82486">
                <a:moveTo>
                  <a:pt x="39013" y="82311"/>
                </a:moveTo>
                <a:lnTo>
                  <a:pt x="39013" y="7435"/>
                </a:lnTo>
                <a:cubicBezTo>
                  <a:pt x="29507" y="8718"/>
                  <a:pt x="21853" y="12698"/>
                  <a:pt x="16051" y="19375"/>
                </a:cubicBezTo>
                <a:cubicBezTo>
                  <a:pt x="10249" y="26052"/>
                  <a:pt x="7348" y="34318"/>
                  <a:pt x="7348" y="44173"/>
                </a:cubicBezTo>
                <a:cubicBezTo>
                  <a:pt x="7348" y="49655"/>
                  <a:pt x="8252" y="55399"/>
                  <a:pt x="10059" y="61405"/>
                </a:cubicBezTo>
                <a:cubicBezTo>
                  <a:pt x="11867" y="67412"/>
                  <a:pt x="14258" y="72310"/>
                  <a:pt x="17232" y="76101"/>
                </a:cubicBezTo>
                <a:cubicBezTo>
                  <a:pt x="18107" y="77209"/>
                  <a:pt x="18544" y="78171"/>
                  <a:pt x="18544" y="78987"/>
                </a:cubicBezTo>
                <a:cubicBezTo>
                  <a:pt x="18544" y="79920"/>
                  <a:pt x="18180" y="80737"/>
                  <a:pt x="17451" y="81437"/>
                </a:cubicBezTo>
                <a:cubicBezTo>
                  <a:pt x="16722" y="82136"/>
                  <a:pt x="15862" y="82486"/>
                  <a:pt x="14870" y="82486"/>
                </a:cubicBezTo>
                <a:cubicBezTo>
                  <a:pt x="13879" y="82486"/>
                  <a:pt x="12917" y="82020"/>
                  <a:pt x="11984" y="81087"/>
                </a:cubicBezTo>
                <a:cubicBezTo>
                  <a:pt x="9068" y="78288"/>
                  <a:pt x="6342" y="73316"/>
                  <a:pt x="3805" y="66173"/>
                </a:cubicBezTo>
                <a:cubicBezTo>
                  <a:pt x="1268" y="59029"/>
                  <a:pt x="0" y="51696"/>
                  <a:pt x="0" y="44173"/>
                </a:cubicBezTo>
                <a:cubicBezTo>
                  <a:pt x="0" y="31577"/>
                  <a:pt x="4130" y="21066"/>
                  <a:pt x="12391" y="12640"/>
                </a:cubicBezTo>
                <a:cubicBezTo>
                  <a:pt x="20652" y="4213"/>
                  <a:pt x="30649" y="0"/>
                  <a:pt x="42383" y="0"/>
                </a:cubicBezTo>
                <a:cubicBezTo>
                  <a:pt x="53066" y="0"/>
                  <a:pt x="62230" y="3951"/>
                  <a:pt x="69877" y="11852"/>
                </a:cubicBezTo>
                <a:cubicBezTo>
                  <a:pt x="77525" y="19754"/>
                  <a:pt x="81349" y="29536"/>
                  <a:pt x="81349" y="41199"/>
                </a:cubicBezTo>
                <a:cubicBezTo>
                  <a:pt x="81349" y="53212"/>
                  <a:pt x="77419" y="63097"/>
                  <a:pt x="69560" y="70852"/>
                </a:cubicBezTo>
                <a:cubicBezTo>
                  <a:pt x="61700" y="78608"/>
                  <a:pt x="51517" y="82428"/>
                  <a:pt x="39013" y="82311"/>
                </a:cubicBezTo>
                <a:moveTo>
                  <a:pt x="46360" y="74876"/>
                </a:moveTo>
                <a:cubicBezTo>
                  <a:pt x="54544" y="73418"/>
                  <a:pt x="61197" y="69584"/>
                  <a:pt x="66318" y="63374"/>
                </a:cubicBezTo>
                <a:cubicBezTo>
                  <a:pt x="71440" y="57163"/>
                  <a:pt x="74001" y="49772"/>
                  <a:pt x="74001" y="41199"/>
                </a:cubicBezTo>
                <a:cubicBezTo>
                  <a:pt x="74001" y="32627"/>
                  <a:pt x="71469" y="25250"/>
                  <a:pt x="66405" y="19069"/>
                </a:cubicBezTo>
                <a:cubicBezTo>
                  <a:pt x="61343" y="12888"/>
                  <a:pt x="54661" y="9039"/>
                  <a:pt x="46360" y="7523"/>
                </a:cubicBezTo>
                <a:lnTo>
                  <a:pt x="46360" y="74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Text n">
            <a:extLst xmlns:a="http://schemas.openxmlformats.org/drawingml/2006/main">
              <a:ext uri="{FF2B5EF4-FFF2-40B4-BE49-F238E27FC236}">
                <a16:creationId xmlns:a16="http://schemas.microsoft.com/office/drawing/2014/main" id="{D5759E6B-7950-42F7-AB21-3C83C94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802" y="2361215"/>
            <a:ext cx="78550" cy="87735"/>
          </a:xfrm>
          <a:custGeom xmlns:a="http://schemas.openxmlformats.org/drawingml/2006/main">
            <a:pathLst>
              <a:path w="78550" h="87735">
                <a:moveTo>
                  <a:pt x="75926" y="20556"/>
                </a:moveTo>
                <a:lnTo>
                  <a:pt x="64904" y="20556"/>
                </a:lnTo>
                <a:cubicBezTo>
                  <a:pt x="70062" y="25688"/>
                  <a:pt x="73625" y="30324"/>
                  <a:pt x="75595" y="34464"/>
                </a:cubicBezTo>
                <a:cubicBezTo>
                  <a:pt x="77565" y="38604"/>
                  <a:pt x="78550" y="43270"/>
                  <a:pt x="78550" y="48460"/>
                </a:cubicBezTo>
                <a:cubicBezTo>
                  <a:pt x="78550" y="54058"/>
                  <a:pt x="77352" y="59160"/>
                  <a:pt x="74955" y="63767"/>
                </a:cubicBezTo>
                <a:cubicBezTo>
                  <a:pt x="73201" y="67033"/>
                  <a:pt x="70291" y="69992"/>
                  <a:pt x="66227" y="72646"/>
                </a:cubicBezTo>
                <a:cubicBezTo>
                  <a:pt x="62165" y="75299"/>
                  <a:pt x="58001" y="76626"/>
                  <a:pt x="53735" y="76626"/>
                </a:cubicBezTo>
                <a:lnTo>
                  <a:pt x="7348" y="76626"/>
                </a:lnTo>
                <a:lnTo>
                  <a:pt x="7348" y="82836"/>
                </a:lnTo>
                <a:cubicBezTo>
                  <a:pt x="7348" y="84586"/>
                  <a:pt x="7012" y="85839"/>
                  <a:pt x="6342" y="86597"/>
                </a:cubicBezTo>
                <a:cubicBezTo>
                  <a:pt x="5671" y="87356"/>
                  <a:pt x="4782" y="87735"/>
                  <a:pt x="3674" y="87735"/>
                </a:cubicBezTo>
                <a:cubicBezTo>
                  <a:pt x="2624" y="87735"/>
                  <a:pt x="1749" y="87356"/>
                  <a:pt x="1050" y="86597"/>
                </a:cubicBezTo>
                <a:cubicBezTo>
                  <a:pt x="350" y="85839"/>
                  <a:pt x="0" y="84586"/>
                  <a:pt x="0" y="82836"/>
                </a:cubicBezTo>
                <a:lnTo>
                  <a:pt x="0" y="63155"/>
                </a:lnTo>
                <a:cubicBezTo>
                  <a:pt x="0" y="61347"/>
                  <a:pt x="350" y="60064"/>
                  <a:pt x="1050" y="59306"/>
                </a:cubicBezTo>
                <a:cubicBezTo>
                  <a:pt x="1749" y="58548"/>
                  <a:pt x="2624" y="58169"/>
                  <a:pt x="3674" y="58169"/>
                </a:cubicBezTo>
                <a:cubicBezTo>
                  <a:pt x="4782" y="58169"/>
                  <a:pt x="5671" y="58548"/>
                  <a:pt x="6342" y="59306"/>
                </a:cubicBezTo>
                <a:cubicBezTo>
                  <a:pt x="7012" y="60064"/>
                  <a:pt x="7348" y="61347"/>
                  <a:pt x="7348" y="63155"/>
                </a:cubicBezTo>
                <a:lnTo>
                  <a:pt x="7348" y="69278"/>
                </a:lnTo>
                <a:lnTo>
                  <a:pt x="52582" y="69278"/>
                </a:lnTo>
                <a:cubicBezTo>
                  <a:pt x="57794" y="69278"/>
                  <a:pt x="62200" y="67383"/>
                  <a:pt x="65801" y="63592"/>
                </a:cubicBezTo>
                <a:cubicBezTo>
                  <a:pt x="69402" y="59802"/>
                  <a:pt x="71202" y="54728"/>
                  <a:pt x="71202" y="48372"/>
                </a:cubicBezTo>
                <a:cubicBezTo>
                  <a:pt x="71202" y="43532"/>
                  <a:pt x="70226" y="39333"/>
                  <a:pt x="68272" y="35776"/>
                </a:cubicBezTo>
                <a:cubicBezTo>
                  <a:pt x="66319" y="32219"/>
                  <a:pt x="61464" y="27146"/>
                  <a:pt x="53708" y="20556"/>
                </a:cubicBezTo>
                <a:lnTo>
                  <a:pt x="7348" y="20556"/>
                </a:lnTo>
                <a:lnTo>
                  <a:pt x="7348" y="28866"/>
                </a:lnTo>
                <a:cubicBezTo>
                  <a:pt x="7348" y="30615"/>
                  <a:pt x="7012" y="31869"/>
                  <a:pt x="6342" y="32627"/>
                </a:cubicBezTo>
                <a:cubicBezTo>
                  <a:pt x="5671" y="33385"/>
                  <a:pt x="4782" y="33764"/>
                  <a:pt x="3674" y="33764"/>
                </a:cubicBezTo>
                <a:cubicBezTo>
                  <a:pt x="2624" y="33764"/>
                  <a:pt x="1749" y="33385"/>
                  <a:pt x="1050" y="32627"/>
                </a:cubicBezTo>
                <a:cubicBezTo>
                  <a:pt x="350" y="31869"/>
                  <a:pt x="0" y="30615"/>
                  <a:pt x="0" y="28866"/>
                </a:cubicBezTo>
                <a:lnTo>
                  <a:pt x="0" y="4898"/>
                </a:lnTo>
                <a:cubicBezTo>
                  <a:pt x="0" y="3149"/>
                  <a:pt x="350" y="1895"/>
                  <a:pt x="1050" y="1137"/>
                </a:cubicBezTo>
                <a:cubicBezTo>
                  <a:pt x="1749" y="379"/>
                  <a:pt x="2624" y="0"/>
                  <a:pt x="3674" y="0"/>
                </a:cubicBezTo>
                <a:cubicBezTo>
                  <a:pt x="4782" y="0"/>
                  <a:pt x="5671" y="379"/>
                  <a:pt x="6342" y="1137"/>
                </a:cubicBezTo>
                <a:cubicBezTo>
                  <a:pt x="7012" y="1895"/>
                  <a:pt x="7348" y="3149"/>
                  <a:pt x="7348" y="4898"/>
                </a:cubicBezTo>
                <a:lnTo>
                  <a:pt x="7348" y="13208"/>
                </a:lnTo>
                <a:lnTo>
                  <a:pt x="68578" y="13208"/>
                </a:lnTo>
                <a:lnTo>
                  <a:pt x="68578" y="6998"/>
                </a:lnTo>
                <a:cubicBezTo>
                  <a:pt x="68578" y="5248"/>
                  <a:pt x="68928" y="3995"/>
                  <a:pt x="69628" y="3236"/>
                </a:cubicBezTo>
                <a:cubicBezTo>
                  <a:pt x="70328" y="2478"/>
                  <a:pt x="71232" y="2099"/>
                  <a:pt x="72340" y="2099"/>
                </a:cubicBezTo>
                <a:cubicBezTo>
                  <a:pt x="73364" y="2099"/>
                  <a:pt x="74217" y="2478"/>
                  <a:pt x="74901" y="3236"/>
                </a:cubicBezTo>
                <a:cubicBezTo>
                  <a:pt x="75584" y="3995"/>
                  <a:pt x="75926" y="5248"/>
                  <a:pt x="75926" y="6998"/>
                </a:cubicBezTo>
                <a:lnTo>
                  <a:pt x="75926" y="205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Text t">
            <a:extLst xmlns:a="http://schemas.openxmlformats.org/drawingml/2006/main">
              <a:ext uri="{FF2B5EF4-FFF2-40B4-BE49-F238E27FC236}">
                <a16:creationId xmlns:a16="http://schemas.microsoft.com/office/drawing/2014/main" id="{1C0793E8-FF8A-4A38-9310-E5E708DB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03" y="2472024"/>
            <a:ext cx="105491" cy="81961"/>
          </a:xfrm>
          <a:custGeom xmlns:a="http://schemas.openxmlformats.org/drawingml/2006/main">
            <a:pathLst>
              <a:path w="105491" h="81961">
                <a:moveTo>
                  <a:pt x="78725" y="25892"/>
                </a:moveTo>
                <a:lnTo>
                  <a:pt x="78725" y="65779"/>
                </a:lnTo>
                <a:cubicBezTo>
                  <a:pt x="78725" y="67529"/>
                  <a:pt x="78383" y="68782"/>
                  <a:pt x="77700" y="69540"/>
                </a:cubicBezTo>
                <a:cubicBezTo>
                  <a:pt x="77017" y="70298"/>
                  <a:pt x="76134" y="70678"/>
                  <a:pt x="75051" y="70678"/>
                </a:cubicBezTo>
                <a:cubicBezTo>
                  <a:pt x="74001" y="70678"/>
                  <a:pt x="73127" y="70298"/>
                  <a:pt x="72427" y="69540"/>
                </a:cubicBezTo>
                <a:cubicBezTo>
                  <a:pt x="71727" y="68782"/>
                  <a:pt x="71377" y="67529"/>
                  <a:pt x="71377" y="65779"/>
                </a:cubicBezTo>
                <a:lnTo>
                  <a:pt x="71377" y="25892"/>
                </a:lnTo>
                <a:lnTo>
                  <a:pt x="22346" y="25892"/>
                </a:lnTo>
                <a:cubicBezTo>
                  <a:pt x="18078" y="25892"/>
                  <a:pt x="14511" y="27597"/>
                  <a:pt x="11645" y="31009"/>
                </a:cubicBezTo>
                <a:cubicBezTo>
                  <a:pt x="8780" y="34420"/>
                  <a:pt x="7348" y="39421"/>
                  <a:pt x="7348" y="46010"/>
                </a:cubicBezTo>
                <a:cubicBezTo>
                  <a:pt x="7348" y="50967"/>
                  <a:pt x="8091" y="56332"/>
                  <a:pt x="9578" y="62105"/>
                </a:cubicBezTo>
                <a:cubicBezTo>
                  <a:pt x="11065" y="67878"/>
                  <a:pt x="12742" y="72369"/>
                  <a:pt x="14608" y="75576"/>
                </a:cubicBezTo>
                <a:cubicBezTo>
                  <a:pt x="15366" y="76742"/>
                  <a:pt x="15745" y="77704"/>
                  <a:pt x="15745" y="78463"/>
                </a:cubicBezTo>
                <a:cubicBezTo>
                  <a:pt x="15745" y="79396"/>
                  <a:pt x="15381" y="80212"/>
                  <a:pt x="14652" y="80912"/>
                </a:cubicBezTo>
                <a:cubicBezTo>
                  <a:pt x="13923" y="81612"/>
                  <a:pt x="13063" y="81961"/>
                  <a:pt x="12071" y="81961"/>
                </a:cubicBezTo>
                <a:cubicBezTo>
                  <a:pt x="11196" y="81961"/>
                  <a:pt x="10380" y="81582"/>
                  <a:pt x="9622" y="80824"/>
                </a:cubicBezTo>
                <a:cubicBezTo>
                  <a:pt x="7698" y="78958"/>
                  <a:pt x="5613" y="74424"/>
                  <a:pt x="3368" y="67222"/>
                </a:cubicBezTo>
                <a:cubicBezTo>
                  <a:pt x="1123" y="60021"/>
                  <a:pt x="0" y="53125"/>
                  <a:pt x="0" y="46535"/>
                </a:cubicBezTo>
                <a:cubicBezTo>
                  <a:pt x="0" y="37963"/>
                  <a:pt x="2016" y="31140"/>
                  <a:pt x="6049" y="26067"/>
                </a:cubicBezTo>
                <a:cubicBezTo>
                  <a:pt x="10084" y="20993"/>
                  <a:pt x="15521" y="18457"/>
                  <a:pt x="22360" y="18457"/>
                </a:cubicBezTo>
                <a:lnTo>
                  <a:pt x="71377" y="18457"/>
                </a:lnTo>
                <a:lnTo>
                  <a:pt x="71377" y="4898"/>
                </a:lnTo>
                <a:cubicBezTo>
                  <a:pt x="71377" y="3149"/>
                  <a:pt x="71723" y="1895"/>
                  <a:pt x="72413" y="1137"/>
                </a:cubicBezTo>
                <a:cubicBezTo>
                  <a:pt x="73106" y="379"/>
                  <a:pt x="74000" y="0"/>
                  <a:pt x="75095" y="0"/>
                </a:cubicBezTo>
                <a:cubicBezTo>
                  <a:pt x="76132" y="0"/>
                  <a:pt x="76996" y="379"/>
                  <a:pt x="77686" y="1137"/>
                </a:cubicBezTo>
                <a:cubicBezTo>
                  <a:pt x="78379" y="1895"/>
                  <a:pt x="78725" y="3149"/>
                  <a:pt x="78725" y="4898"/>
                </a:cubicBezTo>
                <a:lnTo>
                  <a:pt x="78725" y="18457"/>
                </a:lnTo>
                <a:lnTo>
                  <a:pt x="100560" y="18457"/>
                </a:lnTo>
                <a:cubicBezTo>
                  <a:pt x="102322" y="18457"/>
                  <a:pt x="103584" y="18807"/>
                  <a:pt x="104346" y="19506"/>
                </a:cubicBezTo>
                <a:cubicBezTo>
                  <a:pt x="105110" y="20206"/>
                  <a:pt x="105491" y="21081"/>
                  <a:pt x="105491" y="22130"/>
                </a:cubicBezTo>
                <a:cubicBezTo>
                  <a:pt x="105491" y="23238"/>
                  <a:pt x="105110" y="24142"/>
                  <a:pt x="104346" y="24842"/>
                </a:cubicBezTo>
                <a:cubicBezTo>
                  <a:pt x="103584" y="25542"/>
                  <a:pt x="102322" y="25892"/>
                  <a:pt x="100560" y="25892"/>
                </a:cubicBezTo>
                <a:lnTo>
                  <a:pt x="78725" y="25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Text G">
            <a:extLst xmlns:a="http://schemas.openxmlformats.org/drawingml/2006/main">
              <a:ext uri="{FF2B5EF4-FFF2-40B4-BE49-F238E27FC236}">
                <a16:creationId xmlns:a16="http://schemas.microsoft.com/office/drawing/2014/main" id="{F8D14CFA-762E-454B-807D-A5B9366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431" y="1664309"/>
            <a:ext cx="107416" cy="90009"/>
          </a:xfrm>
          <a:custGeom xmlns:a="http://schemas.openxmlformats.org/drawingml/2006/main">
            <a:pathLst>
              <a:path w="107416" h="90009">
                <a:moveTo>
                  <a:pt x="40762" y="82486"/>
                </a:moveTo>
                <a:lnTo>
                  <a:pt x="9354" y="82486"/>
                </a:lnTo>
                <a:cubicBezTo>
                  <a:pt x="6265" y="76888"/>
                  <a:pt x="3934" y="71304"/>
                  <a:pt x="2362" y="65735"/>
                </a:cubicBezTo>
                <a:cubicBezTo>
                  <a:pt x="787" y="60166"/>
                  <a:pt x="0" y="54612"/>
                  <a:pt x="0" y="49072"/>
                </a:cubicBezTo>
                <a:cubicBezTo>
                  <a:pt x="0" y="41199"/>
                  <a:pt x="1164" y="34275"/>
                  <a:pt x="3493" y="28297"/>
                </a:cubicBezTo>
                <a:cubicBezTo>
                  <a:pt x="5822" y="22320"/>
                  <a:pt x="9083" y="17261"/>
                  <a:pt x="13274" y="13121"/>
                </a:cubicBezTo>
                <a:cubicBezTo>
                  <a:pt x="17465" y="8980"/>
                  <a:pt x="22151" y="5759"/>
                  <a:pt x="27332" y="3455"/>
                </a:cubicBezTo>
                <a:cubicBezTo>
                  <a:pt x="32515" y="1152"/>
                  <a:pt x="39095" y="0"/>
                  <a:pt x="47071" y="0"/>
                </a:cubicBezTo>
                <a:lnTo>
                  <a:pt x="60520" y="0"/>
                </a:lnTo>
                <a:cubicBezTo>
                  <a:pt x="68555" y="0"/>
                  <a:pt x="76371" y="1997"/>
                  <a:pt x="83968" y="5992"/>
                </a:cubicBezTo>
                <a:cubicBezTo>
                  <a:pt x="91565" y="9986"/>
                  <a:pt x="97372" y="15453"/>
                  <a:pt x="101388" y="22393"/>
                </a:cubicBezTo>
                <a:cubicBezTo>
                  <a:pt x="105407" y="29332"/>
                  <a:pt x="107416" y="36884"/>
                  <a:pt x="107416" y="45048"/>
                </a:cubicBezTo>
                <a:cubicBezTo>
                  <a:pt x="107416" y="56886"/>
                  <a:pt x="104183" y="66887"/>
                  <a:pt x="97717" y="75051"/>
                </a:cubicBezTo>
                <a:cubicBezTo>
                  <a:pt x="100604" y="75051"/>
                  <a:pt x="102342" y="75153"/>
                  <a:pt x="102930" y="75357"/>
                </a:cubicBezTo>
                <a:cubicBezTo>
                  <a:pt x="103521" y="75561"/>
                  <a:pt x="104036" y="75984"/>
                  <a:pt x="104477" y="76626"/>
                </a:cubicBezTo>
                <a:cubicBezTo>
                  <a:pt x="104920" y="77267"/>
                  <a:pt x="105142" y="77996"/>
                  <a:pt x="105142" y="78812"/>
                </a:cubicBezTo>
                <a:cubicBezTo>
                  <a:pt x="105142" y="79862"/>
                  <a:pt x="104763" y="80737"/>
                  <a:pt x="104004" y="81437"/>
                </a:cubicBezTo>
                <a:cubicBezTo>
                  <a:pt x="103246" y="82136"/>
                  <a:pt x="101993" y="82486"/>
                  <a:pt x="100243" y="82486"/>
                </a:cubicBezTo>
                <a:lnTo>
                  <a:pt x="83623" y="82486"/>
                </a:lnTo>
                <a:cubicBezTo>
                  <a:pt x="81816" y="82486"/>
                  <a:pt x="80547" y="82136"/>
                  <a:pt x="79818" y="81437"/>
                </a:cubicBezTo>
                <a:cubicBezTo>
                  <a:pt x="79089" y="80737"/>
                  <a:pt x="78725" y="79862"/>
                  <a:pt x="78725" y="78812"/>
                </a:cubicBezTo>
                <a:cubicBezTo>
                  <a:pt x="78725" y="77821"/>
                  <a:pt x="79058" y="76990"/>
                  <a:pt x="79725" y="76320"/>
                </a:cubicBezTo>
                <a:cubicBezTo>
                  <a:pt x="80394" y="75649"/>
                  <a:pt x="81571" y="75284"/>
                  <a:pt x="83254" y="75226"/>
                </a:cubicBezTo>
                <a:cubicBezTo>
                  <a:pt x="88191" y="74876"/>
                  <a:pt x="92228" y="71654"/>
                  <a:pt x="95364" y="65560"/>
                </a:cubicBezTo>
                <a:cubicBezTo>
                  <a:pt x="98500" y="59467"/>
                  <a:pt x="100068" y="52833"/>
                  <a:pt x="100068" y="45660"/>
                </a:cubicBezTo>
                <a:cubicBezTo>
                  <a:pt x="100068" y="38896"/>
                  <a:pt x="98598" y="32788"/>
                  <a:pt x="95659" y="27335"/>
                </a:cubicBezTo>
                <a:cubicBezTo>
                  <a:pt x="92720" y="21883"/>
                  <a:pt x="87118" y="16795"/>
                  <a:pt x="78853" y="12071"/>
                </a:cubicBezTo>
                <a:cubicBezTo>
                  <a:pt x="73439" y="8922"/>
                  <a:pt x="67298" y="7348"/>
                  <a:pt x="60430" y="7348"/>
                </a:cubicBezTo>
                <a:lnTo>
                  <a:pt x="47074" y="7348"/>
                </a:lnTo>
                <a:cubicBezTo>
                  <a:pt x="34908" y="7348"/>
                  <a:pt x="25245" y="11080"/>
                  <a:pt x="18085" y="18544"/>
                </a:cubicBezTo>
                <a:cubicBezTo>
                  <a:pt x="10927" y="26008"/>
                  <a:pt x="7348" y="36301"/>
                  <a:pt x="7348" y="49422"/>
                </a:cubicBezTo>
                <a:cubicBezTo>
                  <a:pt x="7348" y="53854"/>
                  <a:pt x="7813" y="57965"/>
                  <a:pt x="8744" y="61755"/>
                </a:cubicBezTo>
                <a:cubicBezTo>
                  <a:pt x="9676" y="65546"/>
                  <a:pt x="11305" y="69978"/>
                  <a:pt x="13632" y="75051"/>
                </a:cubicBezTo>
                <a:lnTo>
                  <a:pt x="40937" y="75051"/>
                </a:lnTo>
                <a:lnTo>
                  <a:pt x="40937" y="49772"/>
                </a:lnTo>
                <a:cubicBezTo>
                  <a:pt x="40937" y="48022"/>
                  <a:pt x="41272" y="46768"/>
                  <a:pt x="41943" y="46010"/>
                </a:cubicBezTo>
                <a:cubicBezTo>
                  <a:pt x="42614" y="45252"/>
                  <a:pt x="43503" y="44873"/>
                  <a:pt x="44611" y="44873"/>
                </a:cubicBezTo>
                <a:cubicBezTo>
                  <a:pt x="45693" y="44873"/>
                  <a:pt x="46576" y="45252"/>
                  <a:pt x="47260" y="46010"/>
                </a:cubicBezTo>
                <a:cubicBezTo>
                  <a:pt x="47943" y="46768"/>
                  <a:pt x="48285" y="48022"/>
                  <a:pt x="48285" y="49772"/>
                </a:cubicBezTo>
                <a:lnTo>
                  <a:pt x="48110" y="85110"/>
                </a:lnTo>
                <a:cubicBezTo>
                  <a:pt x="48110" y="86860"/>
                  <a:pt x="47774" y="88114"/>
                  <a:pt x="47104" y="88872"/>
                </a:cubicBezTo>
                <a:cubicBezTo>
                  <a:pt x="46433" y="89630"/>
                  <a:pt x="45544" y="90009"/>
                  <a:pt x="44436" y="90009"/>
                </a:cubicBezTo>
                <a:cubicBezTo>
                  <a:pt x="43678" y="90009"/>
                  <a:pt x="42978" y="89776"/>
                  <a:pt x="42337" y="89309"/>
                </a:cubicBezTo>
                <a:cubicBezTo>
                  <a:pt x="41695" y="88843"/>
                  <a:pt x="41272" y="88318"/>
                  <a:pt x="41068" y="87735"/>
                </a:cubicBezTo>
                <a:cubicBezTo>
                  <a:pt x="40864" y="87151"/>
                  <a:pt x="40762" y="85402"/>
                  <a:pt x="40762" y="82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Text r">
            <a:extLst xmlns:a="http://schemas.openxmlformats.org/drawingml/2006/main">
              <a:ext uri="{FF2B5EF4-FFF2-40B4-BE49-F238E27FC236}">
                <a16:creationId xmlns:a16="http://schemas.microsoft.com/office/drawing/2014/main" id="{5BB4C7C7-B02C-43C6-BCD6-3CAAC1C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230" y="1775556"/>
            <a:ext cx="77675" cy="82486"/>
          </a:xfrm>
          <a:custGeom xmlns:a="http://schemas.openxmlformats.org/drawingml/2006/main">
            <a:pathLst>
              <a:path w="77675" h="82486">
                <a:moveTo>
                  <a:pt x="75926" y="30003"/>
                </a:moveTo>
                <a:lnTo>
                  <a:pt x="57335" y="30003"/>
                </a:lnTo>
                <a:cubicBezTo>
                  <a:pt x="65948" y="39567"/>
                  <a:pt x="71490" y="46725"/>
                  <a:pt x="73963" y="51477"/>
                </a:cubicBezTo>
                <a:cubicBezTo>
                  <a:pt x="76438" y="56230"/>
                  <a:pt x="77675" y="60618"/>
                  <a:pt x="77675" y="64642"/>
                </a:cubicBezTo>
                <a:cubicBezTo>
                  <a:pt x="77675" y="69016"/>
                  <a:pt x="76193" y="73083"/>
                  <a:pt x="73228" y="76844"/>
                </a:cubicBezTo>
                <a:cubicBezTo>
                  <a:pt x="70263" y="80606"/>
                  <a:pt x="68017" y="82486"/>
                  <a:pt x="66490" y="82486"/>
                </a:cubicBezTo>
                <a:cubicBezTo>
                  <a:pt x="65375" y="82486"/>
                  <a:pt x="64452" y="82122"/>
                  <a:pt x="63724" y="81393"/>
                </a:cubicBezTo>
                <a:cubicBezTo>
                  <a:pt x="62995" y="80664"/>
                  <a:pt x="62630" y="79745"/>
                  <a:pt x="62630" y="78638"/>
                </a:cubicBezTo>
                <a:cubicBezTo>
                  <a:pt x="62630" y="78054"/>
                  <a:pt x="62732" y="77559"/>
                  <a:pt x="62936" y="77150"/>
                </a:cubicBezTo>
                <a:cubicBezTo>
                  <a:pt x="63140" y="76742"/>
                  <a:pt x="63804" y="75984"/>
                  <a:pt x="64926" y="74876"/>
                </a:cubicBezTo>
                <a:cubicBezTo>
                  <a:pt x="66993" y="72835"/>
                  <a:pt x="68410" y="71057"/>
                  <a:pt x="69177" y="69540"/>
                </a:cubicBezTo>
                <a:cubicBezTo>
                  <a:pt x="69944" y="68024"/>
                  <a:pt x="70328" y="66537"/>
                  <a:pt x="70328" y="65079"/>
                </a:cubicBezTo>
                <a:cubicBezTo>
                  <a:pt x="70328" y="61872"/>
                  <a:pt x="69046" y="58009"/>
                  <a:pt x="66482" y="53489"/>
                </a:cubicBezTo>
                <a:cubicBezTo>
                  <a:pt x="63918" y="48970"/>
                  <a:pt x="57653" y="41141"/>
                  <a:pt x="47689" y="30003"/>
                </a:cubicBezTo>
                <a:lnTo>
                  <a:pt x="7348" y="30003"/>
                </a:lnTo>
                <a:lnTo>
                  <a:pt x="7348" y="62543"/>
                </a:lnTo>
                <a:cubicBezTo>
                  <a:pt x="7348" y="64350"/>
                  <a:pt x="7012" y="65633"/>
                  <a:pt x="6342" y="66391"/>
                </a:cubicBezTo>
                <a:cubicBezTo>
                  <a:pt x="5671" y="67149"/>
                  <a:pt x="4782" y="67529"/>
                  <a:pt x="3674" y="67529"/>
                </a:cubicBezTo>
                <a:cubicBezTo>
                  <a:pt x="2624" y="67529"/>
                  <a:pt x="1749" y="67149"/>
                  <a:pt x="1050" y="66391"/>
                </a:cubicBezTo>
                <a:cubicBezTo>
                  <a:pt x="350" y="65633"/>
                  <a:pt x="0" y="64350"/>
                  <a:pt x="0" y="62543"/>
                </a:cubicBezTo>
                <a:lnTo>
                  <a:pt x="0" y="4898"/>
                </a:lnTo>
                <a:cubicBezTo>
                  <a:pt x="0" y="3149"/>
                  <a:pt x="344" y="1895"/>
                  <a:pt x="1031" y="1137"/>
                </a:cubicBezTo>
                <a:cubicBezTo>
                  <a:pt x="1718" y="379"/>
                  <a:pt x="2599" y="0"/>
                  <a:pt x="3674" y="0"/>
                </a:cubicBezTo>
                <a:cubicBezTo>
                  <a:pt x="4665" y="0"/>
                  <a:pt x="5496" y="364"/>
                  <a:pt x="6167" y="1093"/>
                </a:cubicBezTo>
                <a:cubicBezTo>
                  <a:pt x="6837" y="1822"/>
                  <a:pt x="7173" y="3091"/>
                  <a:pt x="7173" y="4898"/>
                </a:cubicBezTo>
                <a:lnTo>
                  <a:pt x="7173" y="22655"/>
                </a:lnTo>
                <a:lnTo>
                  <a:pt x="68578" y="22655"/>
                </a:lnTo>
                <a:lnTo>
                  <a:pt x="68578" y="9097"/>
                </a:lnTo>
                <a:cubicBezTo>
                  <a:pt x="68578" y="7348"/>
                  <a:pt x="68928" y="6094"/>
                  <a:pt x="69628" y="5336"/>
                </a:cubicBezTo>
                <a:cubicBezTo>
                  <a:pt x="70328" y="4578"/>
                  <a:pt x="71232" y="4199"/>
                  <a:pt x="72340" y="4199"/>
                </a:cubicBezTo>
                <a:cubicBezTo>
                  <a:pt x="73364" y="4199"/>
                  <a:pt x="74217" y="4563"/>
                  <a:pt x="74901" y="5292"/>
                </a:cubicBezTo>
                <a:cubicBezTo>
                  <a:pt x="75584" y="6021"/>
                  <a:pt x="75926" y="7289"/>
                  <a:pt x="75926" y="9097"/>
                </a:cubicBezTo>
                <a:lnTo>
                  <a:pt x="75926" y="30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Text a">
            <a:extLst xmlns:a="http://schemas.openxmlformats.org/drawingml/2006/main">
              <a:ext uri="{FF2B5EF4-FFF2-40B4-BE49-F238E27FC236}">
                <a16:creationId xmlns:a16="http://schemas.microsoft.com/office/drawing/2014/main" id="{DDED6571-5424-4859-B74F-5982CC00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431" y="1880679"/>
            <a:ext cx="81349" cy="84498"/>
          </a:xfrm>
          <a:custGeom xmlns:a="http://schemas.openxmlformats.org/drawingml/2006/main">
            <a:pathLst>
              <a:path w="81349" h="84498">
                <a:moveTo>
                  <a:pt x="2799" y="62280"/>
                </a:moveTo>
                <a:lnTo>
                  <a:pt x="13471" y="62280"/>
                </a:lnTo>
                <a:cubicBezTo>
                  <a:pt x="4490" y="51609"/>
                  <a:pt x="0" y="40208"/>
                  <a:pt x="0" y="28079"/>
                </a:cubicBezTo>
                <a:cubicBezTo>
                  <a:pt x="0" y="19273"/>
                  <a:pt x="2231" y="12392"/>
                  <a:pt x="6692" y="7435"/>
                </a:cubicBezTo>
                <a:cubicBezTo>
                  <a:pt x="11153" y="2478"/>
                  <a:pt x="16620" y="0"/>
                  <a:pt x="23093" y="0"/>
                </a:cubicBezTo>
                <a:cubicBezTo>
                  <a:pt x="30207" y="0"/>
                  <a:pt x="36418" y="3266"/>
                  <a:pt x="41724" y="9797"/>
                </a:cubicBezTo>
                <a:cubicBezTo>
                  <a:pt x="47031" y="16328"/>
                  <a:pt x="49684" y="25863"/>
                  <a:pt x="49684" y="38400"/>
                </a:cubicBezTo>
                <a:cubicBezTo>
                  <a:pt x="49684" y="41783"/>
                  <a:pt x="49466" y="45456"/>
                  <a:pt x="49028" y="49422"/>
                </a:cubicBezTo>
                <a:cubicBezTo>
                  <a:pt x="48591" y="53387"/>
                  <a:pt x="47906" y="57673"/>
                  <a:pt x="46973" y="62280"/>
                </a:cubicBezTo>
                <a:lnTo>
                  <a:pt x="58945" y="62280"/>
                </a:lnTo>
                <a:cubicBezTo>
                  <a:pt x="62996" y="62280"/>
                  <a:pt x="66518" y="60414"/>
                  <a:pt x="69510" y="56682"/>
                </a:cubicBezTo>
                <a:cubicBezTo>
                  <a:pt x="72504" y="52950"/>
                  <a:pt x="74001" y="47352"/>
                  <a:pt x="74001" y="39887"/>
                </a:cubicBezTo>
                <a:cubicBezTo>
                  <a:pt x="74001" y="34172"/>
                  <a:pt x="72315" y="26154"/>
                  <a:pt x="68942" y="15832"/>
                </a:cubicBezTo>
                <a:cubicBezTo>
                  <a:pt x="68350" y="13966"/>
                  <a:pt x="68053" y="12771"/>
                  <a:pt x="68053" y="12246"/>
                </a:cubicBezTo>
                <a:cubicBezTo>
                  <a:pt x="68053" y="11313"/>
                  <a:pt x="68403" y="10511"/>
                  <a:pt x="69103" y="9841"/>
                </a:cubicBezTo>
                <a:cubicBezTo>
                  <a:pt x="69803" y="9170"/>
                  <a:pt x="70678" y="8835"/>
                  <a:pt x="71727" y="8835"/>
                </a:cubicBezTo>
                <a:cubicBezTo>
                  <a:pt x="72719" y="8835"/>
                  <a:pt x="73506" y="9126"/>
                  <a:pt x="74089" y="9709"/>
                </a:cubicBezTo>
                <a:cubicBezTo>
                  <a:pt x="74964" y="10526"/>
                  <a:pt x="76159" y="13821"/>
                  <a:pt x="77675" y="19594"/>
                </a:cubicBezTo>
                <a:cubicBezTo>
                  <a:pt x="80125" y="28691"/>
                  <a:pt x="81349" y="35572"/>
                  <a:pt x="81349" y="40237"/>
                </a:cubicBezTo>
                <a:cubicBezTo>
                  <a:pt x="81349" y="49509"/>
                  <a:pt x="79055" y="56740"/>
                  <a:pt x="74466" y="61930"/>
                </a:cubicBezTo>
                <a:cubicBezTo>
                  <a:pt x="69878" y="67120"/>
                  <a:pt x="64689" y="69715"/>
                  <a:pt x="58902" y="69715"/>
                </a:cubicBezTo>
                <a:lnTo>
                  <a:pt x="10147" y="69715"/>
                </a:lnTo>
                <a:lnTo>
                  <a:pt x="10147" y="79512"/>
                </a:lnTo>
                <a:cubicBezTo>
                  <a:pt x="10147" y="81320"/>
                  <a:pt x="9811" y="82603"/>
                  <a:pt x="9141" y="83361"/>
                </a:cubicBezTo>
                <a:cubicBezTo>
                  <a:pt x="8470" y="84119"/>
                  <a:pt x="7581" y="84498"/>
                  <a:pt x="6473" y="84498"/>
                </a:cubicBezTo>
                <a:cubicBezTo>
                  <a:pt x="5423" y="84498"/>
                  <a:pt x="4549" y="84119"/>
                  <a:pt x="3849" y="83361"/>
                </a:cubicBezTo>
                <a:cubicBezTo>
                  <a:pt x="3149" y="82603"/>
                  <a:pt x="2799" y="81320"/>
                  <a:pt x="2799" y="79512"/>
                </a:cubicBezTo>
                <a:lnTo>
                  <a:pt x="2799" y="62280"/>
                </a:lnTo>
                <a:moveTo>
                  <a:pt x="39450" y="62280"/>
                </a:moveTo>
                <a:cubicBezTo>
                  <a:pt x="40441" y="58840"/>
                  <a:pt x="41170" y="55195"/>
                  <a:pt x="41637" y="51346"/>
                </a:cubicBezTo>
                <a:cubicBezTo>
                  <a:pt x="42103" y="47497"/>
                  <a:pt x="42337" y="43445"/>
                  <a:pt x="42337" y="39188"/>
                </a:cubicBezTo>
                <a:cubicBezTo>
                  <a:pt x="42337" y="28516"/>
                  <a:pt x="40033" y="20177"/>
                  <a:pt x="35426" y="14170"/>
                </a:cubicBezTo>
                <a:cubicBezTo>
                  <a:pt x="31986" y="9622"/>
                  <a:pt x="27874" y="7348"/>
                  <a:pt x="23093" y="7348"/>
                </a:cubicBezTo>
                <a:cubicBezTo>
                  <a:pt x="18661" y="7348"/>
                  <a:pt x="14929" y="9083"/>
                  <a:pt x="11896" y="12552"/>
                </a:cubicBezTo>
                <a:cubicBezTo>
                  <a:pt x="8864" y="16022"/>
                  <a:pt x="7348" y="21081"/>
                  <a:pt x="7348" y="27729"/>
                </a:cubicBezTo>
                <a:cubicBezTo>
                  <a:pt x="7348" y="34085"/>
                  <a:pt x="8616" y="39989"/>
                  <a:pt x="11153" y="45442"/>
                </a:cubicBezTo>
                <a:cubicBezTo>
                  <a:pt x="13689" y="50894"/>
                  <a:pt x="17728" y="56507"/>
                  <a:pt x="23268" y="62280"/>
                </a:cubicBezTo>
                <a:lnTo>
                  <a:pt x="39450" y="622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Text p">
            <a:extLst xmlns:a="http://schemas.openxmlformats.org/drawingml/2006/main">
              <a:ext uri="{FF2B5EF4-FFF2-40B4-BE49-F238E27FC236}">
                <a16:creationId xmlns:a16="http://schemas.microsoft.com/office/drawing/2014/main" id="{DC31D9FB-C636-469A-B454-BFA9AF0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465" y="1979505"/>
            <a:ext cx="112314" cy="93245"/>
          </a:xfrm>
          <a:custGeom xmlns:a="http://schemas.openxmlformats.org/drawingml/2006/main">
            <a:pathLst>
              <a:path w="112314" h="93245">
                <a:moveTo>
                  <a:pt x="109690" y="22130"/>
                </a:moveTo>
                <a:lnTo>
                  <a:pt x="96359" y="22130"/>
                </a:lnTo>
                <a:cubicBezTo>
                  <a:pt x="101649" y="26504"/>
                  <a:pt x="105631" y="31198"/>
                  <a:pt x="108304" y="36213"/>
                </a:cubicBezTo>
                <a:cubicBezTo>
                  <a:pt x="110978" y="41229"/>
                  <a:pt x="112314" y="47148"/>
                  <a:pt x="112314" y="53970"/>
                </a:cubicBezTo>
                <a:cubicBezTo>
                  <a:pt x="112314" y="61201"/>
                  <a:pt x="110621" y="67878"/>
                  <a:pt x="107235" y="74001"/>
                </a:cubicBezTo>
                <a:cubicBezTo>
                  <a:pt x="103850" y="80125"/>
                  <a:pt x="99135" y="84863"/>
                  <a:pt x="93092" y="88216"/>
                </a:cubicBezTo>
                <a:cubicBezTo>
                  <a:pt x="87049" y="91569"/>
                  <a:pt x="80700" y="93245"/>
                  <a:pt x="74045" y="93245"/>
                </a:cubicBezTo>
                <a:cubicBezTo>
                  <a:pt x="63477" y="93245"/>
                  <a:pt x="54442" y="89469"/>
                  <a:pt x="46940" y="81918"/>
                </a:cubicBezTo>
                <a:cubicBezTo>
                  <a:pt x="39439" y="74366"/>
                  <a:pt x="35689" y="65079"/>
                  <a:pt x="35689" y="54058"/>
                </a:cubicBezTo>
                <a:cubicBezTo>
                  <a:pt x="35689" y="40937"/>
                  <a:pt x="41007" y="30295"/>
                  <a:pt x="51644" y="22130"/>
                </a:cubicBezTo>
                <a:lnTo>
                  <a:pt x="7348" y="22130"/>
                </a:lnTo>
                <a:lnTo>
                  <a:pt x="7348" y="39975"/>
                </a:lnTo>
                <a:cubicBezTo>
                  <a:pt x="7348" y="41724"/>
                  <a:pt x="7012" y="42978"/>
                  <a:pt x="6342" y="43736"/>
                </a:cubicBezTo>
                <a:cubicBezTo>
                  <a:pt x="5671" y="44494"/>
                  <a:pt x="4782" y="44873"/>
                  <a:pt x="3674" y="44873"/>
                </a:cubicBezTo>
                <a:cubicBezTo>
                  <a:pt x="2624" y="44873"/>
                  <a:pt x="1749" y="44494"/>
                  <a:pt x="1050" y="43736"/>
                </a:cubicBezTo>
                <a:cubicBezTo>
                  <a:pt x="350" y="42978"/>
                  <a:pt x="0" y="41724"/>
                  <a:pt x="0" y="39975"/>
                </a:cubicBezTo>
                <a:lnTo>
                  <a:pt x="0" y="4898"/>
                </a:lnTo>
                <a:cubicBezTo>
                  <a:pt x="0" y="3149"/>
                  <a:pt x="335" y="1895"/>
                  <a:pt x="1006" y="1137"/>
                </a:cubicBezTo>
                <a:cubicBezTo>
                  <a:pt x="1677" y="379"/>
                  <a:pt x="2566" y="0"/>
                  <a:pt x="3674" y="0"/>
                </a:cubicBezTo>
                <a:cubicBezTo>
                  <a:pt x="4782" y="0"/>
                  <a:pt x="5671" y="379"/>
                  <a:pt x="6342" y="1137"/>
                </a:cubicBezTo>
                <a:cubicBezTo>
                  <a:pt x="7012" y="1895"/>
                  <a:pt x="7348" y="3149"/>
                  <a:pt x="7348" y="4898"/>
                </a:cubicBezTo>
                <a:lnTo>
                  <a:pt x="7348" y="14783"/>
                </a:lnTo>
                <a:lnTo>
                  <a:pt x="102342" y="14783"/>
                </a:lnTo>
                <a:lnTo>
                  <a:pt x="102342" y="4898"/>
                </a:lnTo>
                <a:cubicBezTo>
                  <a:pt x="102342" y="3149"/>
                  <a:pt x="102692" y="1895"/>
                  <a:pt x="103392" y="1137"/>
                </a:cubicBezTo>
                <a:cubicBezTo>
                  <a:pt x="104092" y="379"/>
                  <a:pt x="104996" y="0"/>
                  <a:pt x="106104" y="0"/>
                </a:cubicBezTo>
                <a:cubicBezTo>
                  <a:pt x="107128" y="0"/>
                  <a:pt x="107982" y="379"/>
                  <a:pt x="108665" y="1137"/>
                </a:cubicBezTo>
                <a:cubicBezTo>
                  <a:pt x="109348" y="1895"/>
                  <a:pt x="109690" y="3149"/>
                  <a:pt x="109690" y="4898"/>
                </a:cubicBezTo>
                <a:lnTo>
                  <a:pt x="109690" y="22130"/>
                </a:lnTo>
                <a:moveTo>
                  <a:pt x="74045" y="85810"/>
                </a:moveTo>
                <a:cubicBezTo>
                  <a:pt x="82537" y="85810"/>
                  <a:pt x="89814" y="82734"/>
                  <a:pt x="95875" y="76582"/>
                </a:cubicBezTo>
                <a:cubicBezTo>
                  <a:pt x="101936" y="70430"/>
                  <a:pt x="104967" y="62922"/>
                  <a:pt x="104967" y="54058"/>
                </a:cubicBezTo>
                <a:cubicBezTo>
                  <a:pt x="104967" y="45136"/>
                  <a:pt x="101922" y="37584"/>
                  <a:pt x="95831" y="31403"/>
                </a:cubicBezTo>
                <a:cubicBezTo>
                  <a:pt x="89741" y="25221"/>
                  <a:pt x="82479" y="22130"/>
                  <a:pt x="74045" y="22130"/>
                </a:cubicBezTo>
                <a:cubicBezTo>
                  <a:pt x="65553" y="22130"/>
                  <a:pt x="58262" y="25221"/>
                  <a:pt x="52172" y="31403"/>
                </a:cubicBezTo>
                <a:cubicBezTo>
                  <a:pt x="46081" y="37584"/>
                  <a:pt x="43036" y="45136"/>
                  <a:pt x="43036" y="54058"/>
                </a:cubicBezTo>
                <a:cubicBezTo>
                  <a:pt x="43036" y="62863"/>
                  <a:pt x="46067" y="70357"/>
                  <a:pt x="52128" y="76538"/>
                </a:cubicBezTo>
                <a:cubicBezTo>
                  <a:pt x="58189" y="82720"/>
                  <a:pt x="65495" y="85810"/>
                  <a:pt x="74045" y="858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Text h">
            <a:extLst xmlns:a="http://schemas.openxmlformats.org/drawingml/2006/main">
              <a:ext uri="{FF2B5EF4-FFF2-40B4-BE49-F238E27FC236}">
                <a16:creationId xmlns:a16="http://schemas.microsoft.com/office/drawing/2014/main" id="{D789C432-20E0-41F3-B409-5400FB1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230" y="2090489"/>
            <a:ext cx="109865" cy="91671"/>
          </a:xfrm>
          <a:custGeom xmlns:a="http://schemas.openxmlformats.org/drawingml/2006/main">
            <a:pathLst>
              <a:path w="109865" h="91671">
                <a:moveTo>
                  <a:pt x="109865" y="22130"/>
                </a:moveTo>
                <a:lnTo>
                  <a:pt x="64713" y="22130"/>
                </a:lnTo>
                <a:cubicBezTo>
                  <a:pt x="69792" y="26796"/>
                  <a:pt x="73367" y="31271"/>
                  <a:pt x="75439" y="35557"/>
                </a:cubicBezTo>
                <a:cubicBezTo>
                  <a:pt x="77513" y="39844"/>
                  <a:pt x="78550" y="44640"/>
                  <a:pt x="78550" y="49947"/>
                </a:cubicBezTo>
                <a:cubicBezTo>
                  <a:pt x="78550" y="55661"/>
                  <a:pt x="77541" y="60516"/>
                  <a:pt x="75524" y="64511"/>
                </a:cubicBezTo>
                <a:cubicBezTo>
                  <a:pt x="73509" y="68505"/>
                  <a:pt x="70411" y="71844"/>
                  <a:pt x="66230" y="74526"/>
                </a:cubicBezTo>
                <a:cubicBezTo>
                  <a:pt x="62050" y="77209"/>
                  <a:pt x="57651" y="78550"/>
                  <a:pt x="53033" y="78550"/>
                </a:cubicBezTo>
                <a:lnTo>
                  <a:pt x="7348" y="78550"/>
                </a:lnTo>
                <a:lnTo>
                  <a:pt x="7348" y="86772"/>
                </a:lnTo>
                <a:cubicBezTo>
                  <a:pt x="7348" y="88580"/>
                  <a:pt x="7012" y="89849"/>
                  <a:pt x="6342" y="90577"/>
                </a:cubicBezTo>
                <a:cubicBezTo>
                  <a:pt x="5671" y="91306"/>
                  <a:pt x="4782" y="91671"/>
                  <a:pt x="3674" y="91671"/>
                </a:cubicBezTo>
                <a:cubicBezTo>
                  <a:pt x="2624" y="91671"/>
                  <a:pt x="1749" y="91306"/>
                  <a:pt x="1050" y="90577"/>
                </a:cubicBezTo>
                <a:cubicBezTo>
                  <a:pt x="350" y="89849"/>
                  <a:pt x="0" y="88580"/>
                  <a:pt x="0" y="86772"/>
                </a:cubicBezTo>
                <a:lnTo>
                  <a:pt x="0" y="62893"/>
                </a:lnTo>
                <a:cubicBezTo>
                  <a:pt x="0" y="61085"/>
                  <a:pt x="350" y="59802"/>
                  <a:pt x="1050" y="59044"/>
                </a:cubicBezTo>
                <a:cubicBezTo>
                  <a:pt x="1749" y="58286"/>
                  <a:pt x="2624" y="57907"/>
                  <a:pt x="3674" y="57907"/>
                </a:cubicBezTo>
                <a:cubicBezTo>
                  <a:pt x="4782" y="57907"/>
                  <a:pt x="5671" y="58286"/>
                  <a:pt x="6342" y="59044"/>
                </a:cubicBezTo>
                <a:cubicBezTo>
                  <a:pt x="7012" y="59802"/>
                  <a:pt x="7348" y="61085"/>
                  <a:pt x="7348" y="62893"/>
                </a:cubicBezTo>
                <a:lnTo>
                  <a:pt x="7348" y="71115"/>
                </a:lnTo>
                <a:lnTo>
                  <a:pt x="52519" y="71115"/>
                </a:lnTo>
                <a:cubicBezTo>
                  <a:pt x="57840" y="71115"/>
                  <a:pt x="62284" y="69205"/>
                  <a:pt x="65850" y="65385"/>
                </a:cubicBezTo>
                <a:cubicBezTo>
                  <a:pt x="69418" y="61566"/>
                  <a:pt x="71202" y="56245"/>
                  <a:pt x="71202" y="49422"/>
                </a:cubicBezTo>
                <a:cubicBezTo>
                  <a:pt x="71202" y="44057"/>
                  <a:pt x="69888" y="39479"/>
                  <a:pt x="67258" y="35689"/>
                </a:cubicBezTo>
                <a:cubicBezTo>
                  <a:pt x="65386" y="32948"/>
                  <a:pt x="60973" y="28428"/>
                  <a:pt x="54017" y="22130"/>
                </a:cubicBezTo>
                <a:lnTo>
                  <a:pt x="7348" y="22130"/>
                </a:lnTo>
                <a:lnTo>
                  <a:pt x="7348" y="30440"/>
                </a:lnTo>
                <a:cubicBezTo>
                  <a:pt x="7348" y="32190"/>
                  <a:pt x="7012" y="33444"/>
                  <a:pt x="6342" y="34202"/>
                </a:cubicBezTo>
                <a:cubicBezTo>
                  <a:pt x="5671" y="34960"/>
                  <a:pt x="4782" y="35339"/>
                  <a:pt x="3674" y="35339"/>
                </a:cubicBezTo>
                <a:cubicBezTo>
                  <a:pt x="2624" y="35339"/>
                  <a:pt x="1749" y="34960"/>
                  <a:pt x="1050" y="34202"/>
                </a:cubicBezTo>
                <a:cubicBezTo>
                  <a:pt x="350" y="33444"/>
                  <a:pt x="0" y="32190"/>
                  <a:pt x="0" y="30440"/>
                </a:cubicBezTo>
                <a:lnTo>
                  <a:pt x="0" y="6473"/>
                </a:lnTo>
                <a:cubicBezTo>
                  <a:pt x="0" y="4723"/>
                  <a:pt x="350" y="3470"/>
                  <a:pt x="1050" y="2712"/>
                </a:cubicBezTo>
                <a:cubicBezTo>
                  <a:pt x="1749" y="1954"/>
                  <a:pt x="2624" y="1574"/>
                  <a:pt x="3674" y="1574"/>
                </a:cubicBezTo>
                <a:cubicBezTo>
                  <a:pt x="4782" y="1574"/>
                  <a:pt x="5671" y="1954"/>
                  <a:pt x="6342" y="2712"/>
                </a:cubicBezTo>
                <a:cubicBezTo>
                  <a:pt x="7012" y="3470"/>
                  <a:pt x="7348" y="4723"/>
                  <a:pt x="7348" y="6473"/>
                </a:cubicBezTo>
                <a:lnTo>
                  <a:pt x="7348" y="14783"/>
                </a:lnTo>
                <a:lnTo>
                  <a:pt x="102517" y="14783"/>
                </a:lnTo>
                <a:lnTo>
                  <a:pt x="102517" y="4898"/>
                </a:lnTo>
                <a:cubicBezTo>
                  <a:pt x="102517" y="3149"/>
                  <a:pt x="102859" y="1895"/>
                  <a:pt x="103542" y="1137"/>
                </a:cubicBezTo>
                <a:cubicBezTo>
                  <a:pt x="104226" y="379"/>
                  <a:pt x="105109" y="0"/>
                  <a:pt x="106191" y="0"/>
                </a:cubicBezTo>
                <a:cubicBezTo>
                  <a:pt x="107241" y="0"/>
                  <a:pt x="108116" y="379"/>
                  <a:pt x="108815" y="1137"/>
                </a:cubicBezTo>
                <a:cubicBezTo>
                  <a:pt x="109515" y="1895"/>
                  <a:pt x="109865" y="3149"/>
                  <a:pt x="109865" y="4898"/>
                </a:cubicBezTo>
                <a:lnTo>
                  <a:pt x="109865" y="22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Text s">
            <a:extLst xmlns:a="http://schemas.openxmlformats.org/drawingml/2006/main">
              <a:ext uri="{FF2B5EF4-FFF2-40B4-BE49-F238E27FC236}">
                <a16:creationId xmlns:a16="http://schemas.microsoft.com/office/drawing/2014/main" id="{BAB2C6C2-1527-4B21-BD48-9F5230F6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431" y="2208647"/>
            <a:ext cx="81349" cy="71290"/>
          </a:xfrm>
          <a:custGeom xmlns:a="http://schemas.openxmlformats.org/drawingml/2006/main">
            <a:pathLst>
              <a:path w="81349" h="71290">
                <a:moveTo>
                  <a:pt x="74001" y="59918"/>
                </a:moveTo>
                <a:cubicBezTo>
                  <a:pt x="75662" y="59918"/>
                  <a:pt x="76863" y="60268"/>
                  <a:pt x="77607" y="60968"/>
                </a:cubicBezTo>
                <a:cubicBezTo>
                  <a:pt x="78352" y="61668"/>
                  <a:pt x="78725" y="62543"/>
                  <a:pt x="78725" y="63592"/>
                </a:cubicBezTo>
                <a:cubicBezTo>
                  <a:pt x="78725" y="64700"/>
                  <a:pt x="78344" y="65604"/>
                  <a:pt x="77582" y="66304"/>
                </a:cubicBezTo>
                <a:cubicBezTo>
                  <a:pt x="76822" y="67004"/>
                  <a:pt x="75535" y="67354"/>
                  <a:pt x="73720" y="67354"/>
                </a:cubicBezTo>
                <a:lnTo>
                  <a:pt x="61075" y="67354"/>
                </a:lnTo>
                <a:cubicBezTo>
                  <a:pt x="59318" y="67354"/>
                  <a:pt x="58059" y="67004"/>
                  <a:pt x="57297" y="66304"/>
                </a:cubicBezTo>
                <a:cubicBezTo>
                  <a:pt x="56537" y="65604"/>
                  <a:pt x="56157" y="64700"/>
                  <a:pt x="56157" y="63592"/>
                </a:cubicBezTo>
                <a:cubicBezTo>
                  <a:pt x="56157" y="62601"/>
                  <a:pt x="56481" y="61770"/>
                  <a:pt x="57128" y="61099"/>
                </a:cubicBezTo>
                <a:cubicBezTo>
                  <a:pt x="57776" y="60429"/>
                  <a:pt x="58837" y="60035"/>
                  <a:pt x="60309" y="59918"/>
                </a:cubicBezTo>
                <a:cubicBezTo>
                  <a:pt x="63843" y="59569"/>
                  <a:pt x="66758" y="57761"/>
                  <a:pt x="69054" y="54495"/>
                </a:cubicBezTo>
                <a:cubicBezTo>
                  <a:pt x="72352" y="49713"/>
                  <a:pt x="74001" y="43386"/>
                  <a:pt x="74001" y="35514"/>
                </a:cubicBezTo>
                <a:cubicBezTo>
                  <a:pt x="74001" y="27291"/>
                  <a:pt x="72340" y="20906"/>
                  <a:pt x="69016" y="16357"/>
                </a:cubicBezTo>
                <a:cubicBezTo>
                  <a:pt x="66508" y="12917"/>
                  <a:pt x="63709" y="11196"/>
                  <a:pt x="60618" y="11196"/>
                </a:cubicBezTo>
                <a:cubicBezTo>
                  <a:pt x="57119" y="11196"/>
                  <a:pt x="54204" y="13237"/>
                  <a:pt x="51871" y="17319"/>
                </a:cubicBezTo>
                <a:cubicBezTo>
                  <a:pt x="50238" y="20119"/>
                  <a:pt x="48984" y="25425"/>
                  <a:pt x="48110" y="33239"/>
                </a:cubicBezTo>
                <a:cubicBezTo>
                  <a:pt x="46998" y="43445"/>
                  <a:pt x="45740" y="50530"/>
                  <a:pt x="44335" y="54495"/>
                </a:cubicBezTo>
                <a:cubicBezTo>
                  <a:pt x="42286" y="60152"/>
                  <a:pt x="39447" y="64365"/>
                  <a:pt x="35817" y="67135"/>
                </a:cubicBezTo>
                <a:cubicBezTo>
                  <a:pt x="32189" y="69905"/>
                  <a:pt x="28268" y="71290"/>
                  <a:pt x="24055" y="71290"/>
                </a:cubicBezTo>
                <a:cubicBezTo>
                  <a:pt x="17793" y="71290"/>
                  <a:pt x="12219" y="68287"/>
                  <a:pt x="7331" y="62280"/>
                </a:cubicBezTo>
                <a:cubicBezTo>
                  <a:pt x="2444" y="56274"/>
                  <a:pt x="0" y="47468"/>
                  <a:pt x="0" y="35864"/>
                </a:cubicBezTo>
                <a:cubicBezTo>
                  <a:pt x="0" y="24259"/>
                  <a:pt x="2945" y="14754"/>
                  <a:pt x="8835" y="7348"/>
                </a:cubicBezTo>
                <a:cubicBezTo>
                  <a:pt x="6823" y="7348"/>
                  <a:pt x="5521" y="7231"/>
                  <a:pt x="4929" y="6998"/>
                </a:cubicBezTo>
                <a:cubicBezTo>
                  <a:pt x="4338" y="6765"/>
                  <a:pt x="3835" y="6342"/>
                  <a:pt x="3420" y="5729"/>
                </a:cubicBezTo>
                <a:cubicBezTo>
                  <a:pt x="3006" y="5117"/>
                  <a:pt x="2799" y="4432"/>
                  <a:pt x="2799" y="3674"/>
                </a:cubicBezTo>
                <a:cubicBezTo>
                  <a:pt x="2799" y="2624"/>
                  <a:pt x="3179" y="1749"/>
                  <a:pt x="3939" y="1050"/>
                </a:cubicBezTo>
                <a:cubicBezTo>
                  <a:pt x="4701" y="350"/>
                  <a:pt x="5959" y="0"/>
                  <a:pt x="7714" y="0"/>
                </a:cubicBezTo>
                <a:lnTo>
                  <a:pt x="22901" y="0"/>
                </a:lnTo>
                <a:cubicBezTo>
                  <a:pt x="24656" y="0"/>
                  <a:pt x="25914" y="335"/>
                  <a:pt x="26674" y="1006"/>
                </a:cubicBezTo>
                <a:cubicBezTo>
                  <a:pt x="27435" y="1677"/>
                  <a:pt x="27816" y="2566"/>
                  <a:pt x="27816" y="3674"/>
                </a:cubicBezTo>
                <a:cubicBezTo>
                  <a:pt x="27816" y="4723"/>
                  <a:pt x="27452" y="5613"/>
                  <a:pt x="26723" y="6342"/>
                </a:cubicBezTo>
                <a:cubicBezTo>
                  <a:pt x="25994" y="7071"/>
                  <a:pt x="25017" y="7435"/>
                  <a:pt x="23792" y="7435"/>
                </a:cubicBezTo>
                <a:cubicBezTo>
                  <a:pt x="21110" y="7435"/>
                  <a:pt x="18865" y="8106"/>
                  <a:pt x="17057" y="9447"/>
                </a:cubicBezTo>
                <a:cubicBezTo>
                  <a:pt x="14258" y="11488"/>
                  <a:pt x="11940" y="14739"/>
                  <a:pt x="10103" y="19200"/>
                </a:cubicBezTo>
                <a:cubicBezTo>
                  <a:pt x="8266" y="23661"/>
                  <a:pt x="7348" y="29128"/>
                  <a:pt x="7348" y="35601"/>
                </a:cubicBezTo>
                <a:cubicBezTo>
                  <a:pt x="7348" y="45165"/>
                  <a:pt x="9135" y="52279"/>
                  <a:pt x="12711" y="56944"/>
                </a:cubicBezTo>
                <a:cubicBezTo>
                  <a:pt x="16286" y="61610"/>
                  <a:pt x="20067" y="63942"/>
                  <a:pt x="24052" y="63942"/>
                </a:cubicBezTo>
                <a:cubicBezTo>
                  <a:pt x="28624" y="63942"/>
                  <a:pt x="32287" y="61580"/>
                  <a:pt x="35041" y="56857"/>
                </a:cubicBezTo>
                <a:cubicBezTo>
                  <a:pt x="37796" y="52075"/>
                  <a:pt x="39642" y="45121"/>
                  <a:pt x="40579" y="35995"/>
                </a:cubicBezTo>
                <a:cubicBezTo>
                  <a:pt x="41517" y="26869"/>
                  <a:pt x="42743" y="20323"/>
                  <a:pt x="44255" y="16357"/>
                </a:cubicBezTo>
                <a:cubicBezTo>
                  <a:pt x="45768" y="12392"/>
                  <a:pt x="48037" y="9301"/>
                  <a:pt x="51062" y="7085"/>
                </a:cubicBezTo>
                <a:cubicBezTo>
                  <a:pt x="54089" y="4869"/>
                  <a:pt x="57348" y="3761"/>
                  <a:pt x="60840" y="3761"/>
                </a:cubicBezTo>
                <a:cubicBezTo>
                  <a:pt x="67123" y="3761"/>
                  <a:pt x="72112" y="6852"/>
                  <a:pt x="75806" y="13033"/>
                </a:cubicBezTo>
                <a:cubicBezTo>
                  <a:pt x="79501" y="19215"/>
                  <a:pt x="81349" y="26592"/>
                  <a:pt x="81349" y="35164"/>
                </a:cubicBezTo>
                <a:cubicBezTo>
                  <a:pt x="81349" y="45311"/>
                  <a:pt x="78900" y="53562"/>
                  <a:pt x="74001" y="59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Text Inputs">
            <a:extLst xmlns:a="http://schemas.openxmlformats.org/drawingml/2006/main">
              <a:ext uri="{FF2B5EF4-FFF2-40B4-BE49-F238E27FC236}">
                <a16:creationId xmlns:a16="http://schemas.microsoft.com/office/drawing/2014/main" id="{7C10707C-D0E3-4D55-A509-ECBDD281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433" y="882664"/>
            <a:ext cx="606795" cy="136457"/>
          </a:xfrm>
          <a:custGeom xmlns:a="http://schemas.openxmlformats.org/drawingml/2006/main">
            <a:pathLst>
              <a:path w="606795" h="136457">
                <a:moveTo>
                  <a:pt x="37438" y="7698"/>
                </a:moveTo>
                <a:lnTo>
                  <a:pt x="37438" y="95345"/>
                </a:lnTo>
                <a:lnTo>
                  <a:pt x="62630" y="95345"/>
                </a:lnTo>
                <a:cubicBezTo>
                  <a:pt x="64380" y="95345"/>
                  <a:pt x="65633" y="95680"/>
                  <a:pt x="66391" y="96351"/>
                </a:cubicBezTo>
                <a:cubicBezTo>
                  <a:pt x="67149" y="97021"/>
                  <a:pt x="67529" y="97911"/>
                  <a:pt x="67529" y="99019"/>
                </a:cubicBezTo>
                <a:cubicBezTo>
                  <a:pt x="67529" y="100068"/>
                  <a:pt x="67149" y="100943"/>
                  <a:pt x="66391" y="101643"/>
                </a:cubicBezTo>
                <a:cubicBezTo>
                  <a:pt x="65633" y="102342"/>
                  <a:pt x="64380" y="102692"/>
                  <a:pt x="62630" y="102692"/>
                </a:cubicBezTo>
                <a:lnTo>
                  <a:pt x="4898" y="102692"/>
                </a:lnTo>
                <a:cubicBezTo>
                  <a:pt x="3149" y="102692"/>
                  <a:pt x="1895" y="102342"/>
                  <a:pt x="1137" y="101643"/>
                </a:cubicBezTo>
                <a:cubicBezTo>
                  <a:pt x="379" y="100943"/>
                  <a:pt x="0" y="100068"/>
                  <a:pt x="0" y="99019"/>
                </a:cubicBezTo>
                <a:cubicBezTo>
                  <a:pt x="0" y="97911"/>
                  <a:pt x="379" y="97021"/>
                  <a:pt x="1137" y="96351"/>
                </a:cubicBezTo>
                <a:cubicBezTo>
                  <a:pt x="1895" y="95680"/>
                  <a:pt x="3149" y="95345"/>
                  <a:pt x="4898" y="95345"/>
                </a:cubicBezTo>
                <a:lnTo>
                  <a:pt x="30090" y="95345"/>
                </a:lnTo>
                <a:lnTo>
                  <a:pt x="30090" y="7698"/>
                </a:lnTo>
                <a:lnTo>
                  <a:pt x="4898" y="7698"/>
                </a:lnTo>
                <a:cubicBezTo>
                  <a:pt x="3149" y="7698"/>
                  <a:pt x="1895" y="7362"/>
                  <a:pt x="1137" y="6692"/>
                </a:cubicBezTo>
                <a:cubicBezTo>
                  <a:pt x="379" y="6021"/>
                  <a:pt x="0" y="5132"/>
                  <a:pt x="0" y="4024"/>
                </a:cubicBezTo>
                <a:cubicBezTo>
                  <a:pt x="0" y="2916"/>
                  <a:pt x="379" y="2026"/>
                  <a:pt x="1137" y="1356"/>
                </a:cubicBezTo>
                <a:cubicBezTo>
                  <a:pt x="1895" y="685"/>
                  <a:pt x="3149" y="350"/>
                  <a:pt x="4898" y="350"/>
                </a:cubicBezTo>
                <a:lnTo>
                  <a:pt x="62630" y="350"/>
                </a:lnTo>
                <a:cubicBezTo>
                  <a:pt x="64380" y="350"/>
                  <a:pt x="65633" y="685"/>
                  <a:pt x="66391" y="1356"/>
                </a:cubicBezTo>
                <a:cubicBezTo>
                  <a:pt x="67149" y="2026"/>
                  <a:pt x="67529" y="2916"/>
                  <a:pt x="67529" y="4024"/>
                </a:cubicBezTo>
                <a:cubicBezTo>
                  <a:pt x="67529" y="5132"/>
                  <a:pt x="67149" y="6021"/>
                  <a:pt x="66391" y="6692"/>
                </a:cubicBezTo>
                <a:cubicBezTo>
                  <a:pt x="65633" y="7362"/>
                  <a:pt x="64380" y="7698"/>
                  <a:pt x="62630" y="7698"/>
                </a:cubicBezTo>
                <a:lnTo>
                  <a:pt x="37438" y="7698"/>
                </a:lnTo>
                <a:close/>
                <a:moveTo>
                  <a:pt x="117458" y="26766"/>
                </a:moveTo>
                <a:lnTo>
                  <a:pt x="117458" y="37788"/>
                </a:lnTo>
                <a:cubicBezTo>
                  <a:pt x="122590" y="32631"/>
                  <a:pt x="127226" y="29067"/>
                  <a:pt x="131366" y="27097"/>
                </a:cubicBezTo>
                <a:cubicBezTo>
                  <a:pt x="135506" y="25127"/>
                  <a:pt x="140171" y="24142"/>
                  <a:pt x="145361" y="24142"/>
                </a:cubicBezTo>
                <a:cubicBezTo>
                  <a:pt x="150960" y="24142"/>
                  <a:pt x="156062" y="25341"/>
                  <a:pt x="160669" y="27737"/>
                </a:cubicBezTo>
                <a:cubicBezTo>
                  <a:pt x="163935" y="29492"/>
                  <a:pt x="166894" y="32401"/>
                  <a:pt x="169548" y="36465"/>
                </a:cubicBezTo>
                <a:cubicBezTo>
                  <a:pt x="172201" y="40527"/>
                  <a:pt x="173527" y="44691"/>
                  <a:pt x="173527" y="48957"/>
                </a:cubicBezTo>
                <a:lnTo>
                  <a:pt x="173527" y="95345"/>
                </a:lnTo>
                <a:lnTo>
                  <a:pt x="179738" y="95345"/>
                </a:lnTo>
                <a:cubicBezTo>
                  <a:pt x="181487" y="95345"/>
                  <a:pt x="182741" y="95680"/>
                  <a:pt x="183499" y="96351"/>
                </a:cubicBezTo>
                <a:cubicBezTo>
                  <a:pt x="184257" y="97021"/>
                  <a:pt x="184636" y="97911"/>
                  <a:pt x="184636" y="99019"/>
                </a:cubicBezTo>
                <a:cubicBezTo>
                  <a:pt x="184636" y="100068"/>
                  <a:pt x="184257" y="100943"/>
                  <a:pt x="183499" y="101643"/>
                </a:cubicBezTo>
                <a:cubicBezTo>
                  <a:pt x="182741" y="102342"/>
                  <a:pt x="181487" y="102692"/>
                  <a:pt x="179738" y="102692"/>
                </a:cubicBezTo>
                <a:lnTo>
                  <a:pt x="160057" y="102692"/>
                </a:lnTo>
                <a:cubicBezTo>
                  <a:pt x="158249" y="102692"/>
                  <a:pt x="156966" y="102342"/>
                  <a:pt x="156208" y="101643"/>
                </a:cubicBezTo>
                <a:cubicBezTo>
                  <a:pt x="155450" y="100943"/>
                  <a:pt x="155071" y="100068"/>
                  <a:pt x="155071" y="99019"/>
                </a:cubicBezTo>
                <a:cubicBezTo>
                  <a:pt x="155071" y="97911"/>
                  <a:pt x="155450" y="97021"/>
                  <a:pt x="156208" y="96351"/>
                </a:cubicBezTo>
                <a:cubicBezTo>
                  <a:pt x="156966" y="95680"/>
                  <a:pt x="158249" y="95345"/>
                  <a:pt x="160057" y="95345"/>
                </a:cubicBezTo>
                <a:lnTo>
                  <a:pt x="166180" y="95345"/>
                </a:lnTo>
                <a:lnTo>
                  <a:pt x="166180" y="50111"/>
                </a:lnTo>
                <a:cubicBezTo>
                  <a:pt x="166180" y="44899"/>
                  <a:pt x="164285" y="40492"/>
                  <a:pt x="160494" y="36891"/>
                </a:cubicBezTo>
                <a:cubicBezTo>
                  <a:pt x="156704" y="33290"/>
                  <a:pt x="151630" y="31490"/>
                  <a:pt x="145274" y="31490"/>
                </a:cubicBezTo>
                <a:cubicBezTo>
                  <a:pt x="140434" y="31490"/>
                  <a:pt x="136235" y="32467"/>
                  <a:pt x="132678" y="34420"/>
                </a:cubicBezTo>
                <a:cubicBezTo>
                  <a:pt x="129121" y="36374"/>
                  <a:pt x="124047" y="41229"/>
                  <a:pt x="117458" y="48984"/>
                </a:cubicBezTo>
                <a:lnTo>
                  <a:pt x="117458" y="95345"/>
                </a:lnTo>
                <a:lnTo>
                  <a:pt x="125768" y="95345"/>
                </a:lnTo>
                <a:cubicBezTo>
                  <a:pt x="127517" y="95345"/>
                  <a:pt x="128771" y="95680"/>
                  <a:pt x="129529" y="96351"/>
                </a:cubicBezTo>
                <a:cubicBezTo>
                  <a:pt x="130287" y="97021"/>
                  <a:pt x="130666" y="97911"/>
                  <a:pt x="130666" y="99019"/>
                </a:cubicBezTo>
                <a:cubicBezTo>
                  <a:pt x="130666" y="100068"/>
                  <a:pt x="130287" y="100943"/>
                  <a:pt x="129529" y="101643"/>
                </a:cubicBezTo>
                <a:cubicBezTo>
                  <a:pt x="128771" y="102342"/>
                  <a:pt x="127517" y="102692"/>
                  <a:pt x="125768" y="102692"/>
                </a:cubicBezTo>
                <a:lnTo>
                  <a:pt x="101800" y="102692"/>
                </a:lnTo>
                <a:cubicBezTo>
                  <a:pt x="100051" y="102692"/>
                  <a:pt x="98797" y="102342"/>
                  <a:pt x="98039" y="101643"/>
                </a:cubicBezTo>
                <a:cubicBezTo>
                  <a:pt x="97281" y="100943"/>
                  <a:pt x="96902" y="100068"/>
                  <a:pt x="96902" y="99019"/>
                </a:cubicBezTo>
                <a:cubicBezTo>
                  <a:pt x="96902" y="97911"/>
                  <a:pt x="97281" y="97021"/>
                  <a:pt x="98039" y="96351"/>
                </a:cubicBezTo>
                <a:cubicBezTo>
                  <a:pt x="98797" y="95680"/>
                  <a:pt x="100051" y="95345"/>
                  <a:pt x="101800" y="95345"/>
                </a:cubicBezTo>
                <a:lnTo>
                  <a:pt x="110110" y="95345"/>
                </a:lnTo>
                <a:lnTo>
                  <a:pt x="110110" y="34114"/>
                </a:lnTo>
                <a:lnTo>
                  <a:pt x="103900" y="34114"/>
                </a:lnTo>
                <a:cubicBezTo>
                  <a:pt x="102150" y="34114"/>
                  <a:pt x="100896" y="33764"/>
                  <a:pt x="100138" y="33064"/>
                </a:cubicBezTo>
                <a:cubicBezTo>
                  <a:pt x="99380" y="32365"/>
                  <a:pt x="99001" y="31461"/>
                  <a:pt x="99001" y="30353"/>
                </a:cubicBezTo>
                <a:cubicBezTo>
                  <a:pt x="99001" y="29329"/>
                  <a:pt x="99380" y="28475"/>
                  <a:pt x="100138" y="27792"/>
                </a:cubicBezTo>
                <a:cubicBezTo>
                  <a:pt x="100896" y="27108"/>
                  <a:pt x="102150" y="26766"/>
                  <a:pt x="103900" y="26766"/>
                </a:cubicBezTo>
                <a:lnTo>
                  <a:pt x="117458" y="26766"/>
                </a:lnTo>
                <a:close/>
                <a:moveTo>
                  <a:pt x="221007" y="26766"/>
                </a:moveTo>
                <a:lnTo>
                  <a:pt x="221007" y="40098"/>
                </a:lnTo>
                <a:cubicBezTo>
                  <a:pt x="225381" y="34808"/>
                  <a:pt x="230075" y="30826"/>
                  <a:pt x="235090" y="28152"/>
                </a:cubicBezTo>
                <a:cubicBezTo>
                  <a:pt x="240105" y="25479"/>
                  <a:pt x="246024" y="24142"/>
                  <a:pt x="252847" y="24142"/>
                </a:cubicBezTo>
                <a:cubicBezTo>
                  <a:pt x="260078" y="24142"/>
                  <a:pt x="266755" y="25835"/>
                  <a:pt x="272878" y="29221"/>
                </a:cubicBezTo>
                <a:cubicBezTo>
                  <a:pt x="279001" y="32607"/>
                  <a:pt x="283739" y="37321"/>
                  <a:pt x="287093" y="43364"/>
                </a:cubicBezTo>
                <a:cubicBezTo>
                  <a:pt x="290446" y="49407"/>
                  <a:pt x="292122" y="55756"/>
                  <a:pt x="292122" y="62411"/>
                </a:cubicBezTo>
                <a:cubicBezTo>
                  <a:pt x="292122" y="72979"/>
                  <a:pt x="288346" y="82014"/>
                  <a:pt x="280795" y="89517"/>
                </a:cubicBezTo>
                <a:cubicBezTo>
                  <a:pt x="273243" y="97018"/>
                  <a:pt x="263956" y="100768"/>
                  <a:pt x="252935" y="100768"/>
                </a:cubicBezTo>
                <a:cubicBezTo>
                  <a:pt x="239814" y="100768"/>
                  <a:pt x="229171" y="95449"/>
                  <a:pt x="221007" y="84813"/>
                </a:cubicBezTo>
                <a:lnTo>
                  <a:pt x="221007" y="129109"/>
                </a:lnTo>
                <a:lnTo>
                  <a:pt x="238852" y="129109"/>
                </a:lnTo>
                <a:cubicBezTo>
                  <a:pt x="240601" y="129109"/>
                  <a:pt x="241855" y="129444"/>
                  <a:pt x="242613" y="130115"/>
                </a:cubicBezTo>
                <a:cubicBezTo>
                  <a:pt x="243371" y="130786"/>
                  <a:pt x="243750" y="131675"/>
                  <a:pt x="243750" y="132783"/>
                </a:cubicBezTo>
                <a:cubicBezTo>
                  <a:pt x="243750" y="133832"/>
                  <a:pt x="243371" y="134707"/>
                  <a:pt x="242613" y="135407"/>
                </a:cubicBezTo>
                <a:cubicBezTo>
                  <a:pt x="241855" y="136107"/>
                  <a:pt x="240601" y="136457"/>
                  <a:pt x="238852" y="136457"/>
                </a:cubicBezTo>
                <a:lnTo>
                  <a:pt x="203775" y="136457"/>
                </a:lnTo>
                <a:cubicBezTo>
                  <a:pt x="202026" y="136457"/>
                  <a:pt x="200772" y="136121"/>
                  <a:pt x="200014" y="135451"/>
                </a:cubicBezTo>
                <a:cubicBezTo>
                  <a:pt x="199256" y="134780"/>
                  <a:pt x="198877" y="133891"/>
                  <a:pt x="198877" y="132783"/>
                </a:cubicBezTo>
                <a:cubicBezTo>
                  <a:pt x="198877" y="131675"/>
                  <a:pt x="199256" y="130786"/>
                  <a:pt x="200014" y="130115"/>
                </a:cubicBezTo>
                <a:cubicBezTo>
                  <a:pt x="200772" y="129444"/>
                  <a:pt x="202026" y="129109"/>
                  <a:pt x="203775" y="129109"/>
                </a:cubicBezTo>
                <a:lnTo>
                  <a:pt x="213660" y="129109"/>
                </a:lnTo>
                <a:lnTo>
                  <a:pt x="213660" y="34114"/>
                </a:lnTo>
                <a:lnTo>
                  <a:pt x="203775" y="34114"/>
                </a:lnTo>
                <a:cubicBezTo>
                  <a:pt x="202026" y="34114"/>
                  <a:pt x="200772" y="33764"/>
                  <a:pt x="200014" y="33064"/>
                </a:cubicBezTo>
                <a:cubicBezTo>
                  <a:pt x="199256" y="32365"/>
                  <a:pt x="198877" y="31461"/>
                  <a:pt x="198877" y="30353"/>
                </a:cubicBezTo>
                <a:cubicBezTo>
                  <a:pt x="198877" y="29329"/>
                  <a:pt x="199256" y="28475"/>
                  <a:pt x="200014" y="27792"/>
                </a:cubicBezTo>
                <a:cubicBezTo>
                  <a:pt x="200772" y="27108"/>
                  <a:pt x="202026" y="26766"/>
                  <a:pt x="203775" y="26766"/>
                </a:cubicBezTo>
                <a:lnTo>
                  <a:pt x="221007" y="26766"/>
                </a:lnTo>
                <a:moveTo>
                  <a:pt x="284687" y="62411"/>
                </a:moveTo>
                <a:cubicBezTo>
                  <a:pt x="284687" y="53919"/>
                  <a:pt x="281611" y="46643"/>
                  <a:pt x="275459" y="40582"/>
                </a:cubicBezTo>
                <a:cubicBezTo>
                  <a:pt x="269307" y="34521"/>
                  <a:pt x="261799" y="31490"/>
                  <a:pt x="252935" y="31490"/>
                </a:cubicBezTo>
                <a:cubicBezTo>
                  <a:pt x="244012" y="31490"/>
                  <a:pt x="236461" y="34535"/>
                  <a:pt x="230279" y="40625"/>
                </a:cubicBezTo>
                <a:cubicBezTo>
                  <a:pt x="224098" y="46716"/>
                  <a:pt x="221007" y="53978"/>
                  <a:pt x="221007" y="62411"/>
                </a:cubicBezTo>
                <a:cubicBezTo>
                  <a:pt x="221007" y="70904"/>
                  <a:pt x="224098" y="78195"/>
                  <a:pt x="230279" y="84285"/>
                </a:cubicBezTo>
                <a:cubicBezTo>
                  <a:pt x="236461" y="90375"/>
                  <a:pt x="244012" y="93420"/>
                  <a:pt x="252935" y="93420"/>
                </a:cubicBezTo>
                <a:cubicBezTo>
                  <a:pt x="261740" y="93420"/>
                  <a:pt x="269234" y="90390"/>
                  <a:pt x="275415" y="84329"/>
                </a:cubicBezTo>
                <a:cubicBezTo>
                  <a:pt x="281596" y="78268"/>
                  <a:pt x="284687" y="70962"/>
                  <a:pt x="284687" y="62411"/>
                </a:cubicBezTo>
                <a:close/>
                <a:moveTo>
                  <a:pt x="381326" y="102692"/>
                </a:moveTo>
                <a:lnTo>
                  <a:pt x="381326" y="91838"/>
                </a:lnTo>
                <a:cubicBezTo>
                  <a:pt x="371296" y="100940"/>
                  <a:pt x="360450" y="105491"/>
                  <a:pt x="348787" y="105491"/>
                </a:cubicBezTo>
                <a:cubicBezTo>
                  <a:pt x="341614" y="105491"/>
                  <a:pt x="336161" y="103533"/>
                  <a:pt x="332429" y="99617"/>
                </a:cubicBezTo>
                <a:cubicBezTo>
                  <a:pt x="327589" y="94473"/>
                  <a:pt x="325169" y="88481"/>
                  <a:pt x="325169" y="81642"/>
                </a:cubicBezTo>
                <a:lnTo>
                  <a:pt x="325169" y="34114"/>
                </a:lnTo>
                <a:lnTo>
                  <a:pt x="315285" y="34114"/>
                </a:lnTo>
                <a:cubicBezTo>
                  <a:pt x="313535" y="34114"/>
                  <a:pt x="312282" y="33764"/>
                  <a:pt x="311523" y="33064"/>
                </a:cubicBezTo>
                <a:cubicBezTo>
                  <a:pt x="310765" y="32365"/>
                  <a:pt x="310386" y="31461"/>
                  <a:pt x="310386" y="30353"/>
                </a:cubicBezTo>
                <a:cubicBezTo>
                  <a:pt x="310386" y="29329"/>
                  <a:pt x="310765" y="28475"/>
                  <a:pt x="311523" y="27792"/>
                </a:cubicBezTo>
                <a:cubicBezTo>
                  <a:pt x="312282" y="27108"/>
                  <a:pt x="313535" y="26766"/>
                  <a:pt x="315285" y="26766"/>
                </a:cubicBezTo>
                <a:lnTo>
                  <a:pt x="332517" y="26766"/>
                </a:lnTo>
                <a:lnTo>
                  <a:pt x="332517" y="81680"/>
                </a:lnTo>
                <a:cubicBezTo>
                  <a:pt x="332517" y="86467"/>
                  <a:pt x="334033" y="90408"/>
                  <a:pt x="337065" y="93502"/>
                </a:cubicBezTo>
                <a:cubicBezTo>
                  <a:pt x="340098" y="96597"/>
                  <a:pt x="343888" y="98144"/>
                  <a:pt x="348437" y="98144"/>
                </a:cubicBezTo>
                <a:cubicBezTo>
                  <a:pt x="360391" y="98144"/>
                  <a:pt x="371354" y="92656"/>
                  <a:pt x="381326" y="81680"/>
                </a:cubicBezTo>
                <a:lnTo>
                  <a:pt x="381326" y="34114"/>
                </a:lnTo>
                <a:lnTo>
                  <a:pt x="367768" y="34114"/>
                </a:lnTo>
                <a:cubicBezTo>
                  <a:pt x="366019" y="34114"/>
                  <a:pt x="364765" y="33764"/>
                  <a:pt x="364007" y="33064"/>
                </a:cubicBezTo>
                <a:cubicBezTo>
                  <a:pt x="363249" y="32365"/>
                  <a:pt x="362870" y="31461"/>
                  <a:pt x="362870" y="30353"/>
                </a:cubicBezTo>
                <a:cubicBezTo>
                  <a:pt x="362870" y="29329"/>
                  <a:pt x="363249" y="28475"/>
                  <a:pt x="364007" y="27792"/>
                </a:cubicBezTo>
                <a:cubicBezTo>
                  <a:pt x="364765" y="27108"/>
                  <a:pt x="366019" y="26766"/>
                  <a:pt x="367768" y="26766"/>
                </a:cubicBezTo>
                <a:lnTo>
                  <a:pt x="388674" y="26766"/>
                </a:lnTo>
                <a:lnTo>
                  <a:pt x="388674" y="95345"/>
                </a:lnTo>
                <a:lnTo>
                  <a:pt x="394884" y="95345"/>
                </a:lnTo>
                <a:cubicBezTo>
                  <a:pt x="396634" y="95345"/>
                  <a:pt x="397888" y="95680"/>
                  <a:pt x="398646" y="96351"/>
                </a:cubicBezTo>
                <a:cubicBezTo>
                  <a:pt x="399404" y="97021"/>
                  <a:pt x="399783" y="97911"/>
                  <a:pt x="399783" y="99019"/>
                </a:cubicBezTo>
                <a:cubicBezTo>
                  <a:pt x="399783" y="100068"/>
                  <a:pt x="399404" y="100943"/>
                  <a:pt x="398646" y="101643"/>
                </a:cubicBezTo>
                <a:cubicBezTo>
                  <a:pt x="397888" y="102342"/>
                  <a:pt x="396634" y="102692"/>
                  <a:pt x="394884" y="102692"/>
                </a:cubicBezTo>
                <a:lnTo>
                  <a:pt x="381326" y="102692"/>
                </a:lnTo>
                <a:close/>
                <a:moveTo>
                  <a:pt x="448576" y="26766"/>
                </a:moveTo>
                <a:lnTo>
                  <a:pt x="488463" y="26766"/>
                </a:lnTo>
                <a:cubicBezTo>
                  <a:pt x="490213" y="26766"/>
                  <a:pt x="491466" y="27108"/>
                  <a:pt x="492225" y="27792"/>
                </a:cubicBezTo>
                <a:cubicBezTo>
                  <a:pt x="492983" y="28475"/>
                  <a:pt x="493362" y="29358"/>
                  <a:pt x="493362" y="30440"/>
                </a:cubicBezTo>
                <a:cubicBezTo>
                  <a:pt x="493362" y="31490"/>
                  <a:pt x="492983" y="32365"/>
                  <a:pt x="492225" y="33064"/>
                </a:cubicBezTo>
                <a:cubicBezTo>
                  <a:pt x="491466" y="33764"/>
                  <a:pt x="490213" y="34114"/>
                  <a:pt x="488463" y="34114"/>
                </a:cubicBezTo>
                <a:lnTo>
                  <a:pt x="448576" y="34114"/>
                </a:lnTo>
                <a:lnTo>
                  <a:pt x="448576" y="83145"/>
                </a:lnTo>
                <a:cubicBezTo>
                  <a:pt x="448576" y="87413"/>
                  <a:pt x="450282" y="90980"/>
                  <a:pt x="453693" y="93847"/>
                </a:cubicBezTo>
                <a:cubicBezTo>
                  <a:pt x="457104" y="96711"/>
                  <a:pt x="462105" y="98144"/>
                  <a:pt x="468694" y="98144"/>
                </a:cubicBezTo>
                <a:cubicBezTo>
                  <a:pt x="473651" y="98144"/>
                  <a:pt x="479016" y="97400"/>
                  <a:pt x="484789" y="95913"/>
                </a:cubicBezTo>
                <a:cubicBezTo>
                  <a:pt x="490563" y="94426"/>
                  <a:pt x="495053" y="92750"/>
                  <a:pt x="498260" y="90884"/>
                </a:cubicBezTo>
                <a:cubicBezTo>
                  <a:pt x="499426" y="90126"/>
                  <a:pt x="500389" y="89746"/>
                  <a:pt x="501147" y="89746"/>
                </a:cubicBezTo>
                <a:cubicBezTo>
                  <a:pt x="502080" y="89746"/>
                  <a:pt x="502896" y="90111"/>
                  <a:pt x="503596" y="90840"/>
                </a:cubicBezTo>
                <a:cubicBezTo>
                  <a:pt x="504296" y="91569"/>
                  <a:pt x="504646" y="92429"/>
                  <a:pt x="504646" y="93420"/>
                </a:cubicBezTo>
                <a:cubicBezTo>
                  <a:pt x="504646" y="94295"/>
                  <a:pt x="504267" y="95111"/>
                  <a:pt x="503508" y="95870"/>
                </a:cubicBezTo>
                <a:cubicBezTo>
                  <a:pt x="501642" y="97794"/>
                  <a:pt x="497108" y="99879"/>
                  <a:pt x="489907" y="102124"/>
                </a:cubicBezTo>
                <a:cubicBezTo>
                  <a:pt x="482705" y="104369"/>
                  <a:pt x="475809" y="105491"/>
                  <a:pt x="469219" y="105491"/>
                </a:cubicBezTo>
                <a:cubicBezTo>
                  <a:pt x="460647" y="105491"/>
                  <a:pt x="453824" y="103475"/>
                  <a:pt x="448751" y="99442"/>
                </a:cubicBezTo>
                <a:cubicBezTo>
                  <a:pt x="443677" y="95408"/>
                  <a:pt x="441141" y="89971"/>
                  <a:pt x="441141" y="83131"/>
                </a:cubicBezTo>
                <a:lnTo>
                  <a:pt x="441141" y="34114"/>
                </a:lnTo>
                <a:lnTo>
                  <a:pt x="427583" y="34114"/>
                </a:lnTo>
                <a:cubicBezTo>
                  <a:pt x="425833" y="34114"/>
                  <a:pt x="424579" y="33769"/>
                  <a:pt x="423821" y="33078"/>
                </a:cubicBezTo>
                <a:cubicBezTo>
                  <a:pt x="423063" y="32386"/>
                  <a:pt x="422684" y="31492"/>
                  <a:pt x="422684" y="30397"/>
                </a:cubicBezTo>
                <a:cubicBezTo>
                  <a:pt x="422684" y="29360"/>
                  <a:pt x="423063" y="28496"/>
                  <a:pt x="423821" y="27805"/>
                </a:cubicBezTo>
                <a:cubicBezTo>
                  <a:pt x="424579" y="27113"/>
                  <a:pt x="425833" y="26766"/>
                  <a:pt x="427583" y="26766"/>
                </a:cubicBezTo>
                <a:lnTo>
                  <a:pt x="441141" y="26766"/>
                </a:lnTo>
                <a:lnTo>
                  <a:pt x="441141" y="4931"/>
                </a:lnTo>
                <a:cubicBezTo>
                  <a:pt x="441141" y="3169"/>
                  <a:pt x="441491" y="1907"/>
                  <a:pt x="442190" y="1145"/>
                </a:cubicBezTo>
                <a:cubicBezTo>
                  <a:pt x="442890" y="382"/>
                  <a:pt x="443765" y="0"/>
                  <a:pt x="444815" y="0"/>
                </a:cubicBezTo>
                <a:cubicBezTo>
                  <a:pt x="445923" y="0"/>
                  <a:pt x="446826" y="382"/>
                  <a:pt x="447526" y="1145"/>
                </a:cubicBezTo>
                <a:cubicBezTo>
                  <a:pt x="448226" y="1907"/>
                  <a:pt x="448576" y="3169"/>
                  <a:pt x="448576" y="4931"/>
                </a:cubicBezTo>
                <a:lnTo>
                  <a:pt x="448576" y="26766"/>
                </a:lnTo>
                <a:close/>
                <a:moveTo>
                  <a:pt x="595424" y="31490"/>
                </a:moveTo>
                <a:cubicBezTo>
                  <a:pt x="595424" y="29830"/>
                  <a:pt x="595774" y="28628"/>
                  <a:pt x="596474" y="27884"/>
                </a:cubicBezTo>
                <a:cubicBezTo>
                  <a:pt x="597174" y="27139"/>
                  <a:pt x="598048" y="26766"/>
                  <a:pt x="599098" y="26766"/>
                </a:cubicBezTo>
                <a:cubicBezTo>
                  <a:pt x="600206" y="26766"/>
                  <a:pt x="601110" y="27147"/>
                  <a:pt x="601810" y="27909"/>
                </a:cubicBezTo>
                <a:cubicBezTo>
                  <a:pt x="602509" y="28669"/>
                  <a:pt x="602859" y="29956"/>
                  <a:pt x="602859" y="31772"/>
                </a:cubicBezTo>
                <a:lnTo>
                  <a:pt x="602859" y="44417"/>
                </a:lnTo>
                <a:cubicBezTo>
                  <a:pt x="602859" y="46173"/>
                  <a:pt x="602509" y="47433"/>
                  <a:pt x="601810" y="48194"/>
                </a:cubicBezTo>
                <a:cubicBezTo>
                  <a:pt x="601110" y="48954"/>
                  <a:pt x="600206" y="49334"/>
                  <a:pt x="599098" y="49334"/>
                </a:cubicBezTo>
                <a:cubicBezTo>
                  <a:pt x="598107" y="49334"/>
                  <a:pt x="597276" y="49011"/>
                  <a:pt x="596605" y="48364"/>
                </a:cubicBezTo>
                <a:cubicBezTo>
                  <a:pt x="595934" y="47715"/>
                  <a:pt x="595541" y="46655"/>
                  <a:pt x="595424" y="45182"/>
                </a:cubicBezTo>
                <a:cubicBezTo>
                  <a:pt x="595074" y="41649"/>
                  <a:pt x="593266" y="38734"/>
                  <a:pt x="590001" y="36438"/>
                </a:cubicBezTo>
                <a:cubicBezTo>
                  <a:pt x="585219" y="33139"/>
                  <a:pt x="578892" y="31490"/>
                  <a:pt x="571019" y="31490"/>
                </a:cubicBezTo>
                <a:cubicBezTo>
                  <a:pt x="562797" y="31490"/>
                  <a:pt x="556411" y="33152"/>
                  <a:pt x="551863" y="36476"/>
                </a:cubicBezTo>
                <a:cubicBezTo>
                  <a:pt x="548422" y="38983"/>
                  <a:pt x="546702" y="41783"/>
                  <a:pt x="546702" y="44873"/>
                </a:cubicBezTo>
                <a:cubicBezTo>
                  <a:pt x="546702" y="48372"/>
                  <a:pt x="548743" y="51288"/>
                  <a:pt x="552825" y="53620"/>
                </a:cubicBezTo>
                <a:cubicBezTo>
                  <a:pt x="555624" y="55253"/>
                  <a:pt x="560931" y="56507"/>
                  <a:pt x="568745" y="57382"/>
                </a:cubicBezTo>
                <a:cubicBezTo>
                  <a:pt x="578950" y="58493"/>
                  <a:pt x="586035" y="59752"/>
                  <a:pt x="590001" y="61157"/>
                </a:cubicBezTo>
                <a:cubicBezTo>
                  <a:pt x="595657" y="63205"/>
                  <a:pt x="599871" y="66044"/>
                  <a:pt x="602641" y="69674"/>
                </a:cubicBezTo>
                <a:cubicBezTo>
                  <a:pt x="605411" y="73303"/>
                  <a:pt x="606795" y="77223"/>
                  <a:pt x="606795" y="81437"/>
                </a:cubicBezTo>
                <a:cubicBezTo>
                  <a:pt x="606795" y="87698"/>
                  <a:pt x="603792" y="93273"/>
                  <a:pt x="597786" y="98160"/>
                </a:cubicBezTo>
                <a:cubicBezTo>
                  <a:pt x="591779" y="103048"/>
                  <a:pt x="582974" y="105491"/>
                  <a:pt x="571369" y="105491"/>
                </a:cubicBezTo>
                <a:cubicBezTo>
                  <a:pt x="559765" y="105491"/>
                  <a:pt x="550259" y="102547"/>
                  <a:pt x="542853" y="96657"/>
                </a:cubicBezTo>
                <a:cubicBezTo>
                  <a:pt x="542853" y="98669"/>
                  <a:pt x="542737" y="99971"/>
                  <a:pt x="542503" y="100563"/>
                </a:cubicBezTo>
                <a:cubicBezTo>
                  <a:pt x="542270" y="101153"/>
                  <a:pt x="541847" y="101656"/>
                  <a:pt x="541235" y="102072"/>
                </a:cubicBezTo>
                <a:cubicBezTo>
                  <a:pt x="540623" y="102486"/>
                  <a:pt x="539938" y="102692"/>
                  <a:pt x="539179" y="102692"/>
                </a:cubicBezTo>
                <a:cubicBezTo>
                  <a:pt x="538130" y="102692"/>
                  <a:pt x="537255" y="102312"/>
                  <a:pt x="536555" y="101552"/>
                </a:cubicBezTo>
                <a:cubicBezTo>
                  <a:pt x="535856" y="100791"/>
                  <a:pt x="535506" y="99532"/>
                  <a:pt x="535506" y="97778"/>
                </a:cubicBezTo>
                <a:lnTo>
                  <a:pt x="535506" y="82590"/>
                </a:lnTo>
                <a:cubicBezTo>
                  <a:pt x="535506" y="80835"/>
                  <a:pt x="535841" y="79578"/>
                  <a:pt x="536512" y="78818"/>
                </a:cubicBezTo>
                <a:cubicBezTo>
                  <a:pt x="537182" y="78056"/>
                  <a:pt x="538071" y="77675"/>
                  <a:pt x="539179" y="77675"/>
                </a:cubicBezTo>
                <a:cubicBezTo>
                  <a:pt x="540229" y="77675"/>
                  <a:pt x="541118" y="78040"/>
                  <a:pt x="541847" y="78769"/>
                </a:cubicBezTo>
                <a:cubicBezTo>
                  <a:pt x="542576" y="79498"/>
                  <a:pt x="542941" y="80474"/>
                  <a:pt x="542941" y="81699"/>
                </a:cubicBezTo>
                <a:cubicBezTo>
                  <a:pt x="542941" y="84382"/>
                  <a:pt x="543611" y="86627"/>
                  <a:pt x="544953" y="88434"/>
                </a:cubicBezTo>
                <a:cubicBezTo>
                  <a:pt x="546994" y="91234"/>
                  <a:pt x="550245" y="93552"/>
                  <a:pt x="554706" y="95388"/>
                </a:cubicBezTo>
                <a:cubicBezTo>
                  <a:pt x="559167" y="97225"/>
                  <a:pt x="564634" y="98144"/>
                  <a:pt x="571107" y="98144"/>
                </a:cubicBezTo>
                <a:cubicBezTo>
                  <a:pt x="580670" y="98144"/>
                  <a:pt x="587785" y="96356"/>
                  <a:pt x="592450" y="92781"/>
                </a:cubicBezTo>
                <a:cubicBezTo>
                  <a:pt x="597115" y="89205"/>
                  <a:pt x="599448" y="85425"/>
                  <a:pt x="599448" y="81439"/>
                </a:cubicBezTo>
                <a:cubicBezTo>
                  <a:pt x="599448" y="76867"/>
                  <a:pt x="597086" y="73204"/>
                  <a:pt x="592363" y="70451"/>
                </a:cubicBezTo>
                <a:cubicBezTo>
                  <a:pt x="587581" y="67695"/>
                  <a:pt x="580627" y="65849"/>
                  <a:pt x="571500" y="64913"/>
                </a:cubicBezTo>
                <a:cubicBezTo>
                  <a:pt x="562374" y="63974"/>
                  <a:pt x="555828" y="62749"/>
                  <a:pt x="551863" y="61236"/>
                </a:cubicBezTo>
                <a:cubicBezTo>
                  <a:pt x="547898" y="59723"/>
                  <a:pt x="544807" y="57455"/>
                  <a:pt x="542591" y="54430"/>
                </a:cubicBezTo>
                <a:cubicBezTo>
                  <a:pt x="540375" y="51403"/>
                  <a:pt x="539267" y="48143"/>
                  <a:pt x="539267" y="44652"/>
                </a:cubicBezTo>
                <a:cubicBezTo>
                  <a:pt x="539267" y="38368"/>
                  <a:pt x="542358" y="33380"/>
                  <a:pt x="548539" y="29686"/>
                </a:cubicBezTo>
                <a:cubicBezTo>
                  <a:pt x="554720" y="25990"/>
                  <a:pt x="562097" y="24142"/>
                  <a:pt x="570669" y="24142"/>
                </a:cubicBezTo>
                <a:cubicBezTo>
                  <a:pt x="580816" y="24142"/>
                  <a:pt x="589068" y="26592"/>
                  <a:pt x="595424" y="314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Text .">
            <a:extLst xmlns:a="http://schemas.openxmlformats.org/drawingml/2006/main">
              <a:ext uri="{FF2B5EF4-FFF2-40B4-BE49-F238E27FC236}">
                <a16:creationId xmlns:a16="http://schemas.microsoft.com/office/drawing/2014/main" id="{5662D332-4533-4382-8B06-F98228A9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511" y="5261761"/>
            <a:ext cx="39124" cy="39315"/>
          </a:xfrm>
          <a:custGeom xmlns:a="http://schemas.openxmlformats.org/drawingml/2006/main">
            <a:pathLst>
              <a:path w="39124" h="39315">
                <a:moveTo>
                  <a:pt x="0" y="39315"/>
                </a:moveTo>
                <a:lnTo>
                  <a:pt x="0" y="0"/>
                </a:lnTo>
                <a:lnTo>
                  <a:pt x="39124" y="0"/>
                </a:lnTo>
                <a:lnTo>
                  <a:pt x="39124" y="39315"/>
                </a:lnTo>
                <a:lnTo>
                  <a:pt x="0" y="39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Text .">
            <a:extLst xmlns:a="http://schemas.openxmlformats.org/drawingml/2006/main">
              <a:ext uri="{FF2B5EF4-FFF2-40B4-BE49-F238E27FC236}">
                <a16:creationId xmlns:a16="http://schemas.microsoft.com/office/drawing/2014/main" id="{D1CA14F2-8E81-4256-9884-8DDB666F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511" y="5408333"/>
            <a:ext cx="39124" cy="39315"/>
          </a:xfrm>
          <a:custGeom xmlns:a="http://schemas.openxmlformats.org/drawingml/2006/main">
            <a:pathLst>
              <a:path w="39124" h="39315">
                <a:moveTo>
                  <a:pt x="0" y="39315"/>
                </a:moveTo>
                <a:lnTo>
                  <a:pt x="0" y="0"/>
                </a:lnTo>
                <a:lnTo>
                  <a:pt x="39124" y="0"/>
                </a:lnTo>
                <a:lnTo>
                  <a:pt x="39124" y="39315"/>
                </a:lnTo>
                <a:lnTo>
                  <a:pt x="0" y="39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Text .">
            <a:extLst xmlns:a="http://schemas.openxmlformats.org/drawingml/2006/main">
              <a:ext uri="{FF2B5EF4-FFF2-40B4-BE49-F238E27FC236}">
                <a16:creationId xmlns:a16="http://schemas.microsoft.com/office/drawing/2014/main" id="{D90954B2-EFC8-4648-AE52-09DBEE1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511" y="5554905"/>
            <a:ext cx="39124" cy="39315"/>
          </a:xfrm>
          <a:custGeom xmlns:a="http://schemas.openxmlformats.org/drawingml/2006/main">
            <a:pathLst>
              <a:path w="39124" h="39315">
                <a:moveTo>
                  <a:pt x="0" y="39315"/>
                </a:moveTo>
                <a:lnTo>
                  <a:pt x="0" y="0"/>
                </a:lnTo>
                <a:lnTo>
                  <a:pt x="39124" y="0"/>
                </a:lnTo>
                <a:lnTo>
                  <a:pt x="39124" y="39315"/>
                </a:lnTo>
                <a:lnTo>
                  <a:pt x="0" y="39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A366F-C2D1-4212-A4CD-A6E34C25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975" y="3729992"/>
            <a:ext cx="1466" cy="570001"/>
          </a:xfrm>
          <a:custGeom xmlns:a="http://schemas.openxmlformats.org/drawingml/2006/main">
            <a:pathLst>
              <a:path w="1466" h="570001" fill="none">
                <a:moveTo>
                  <a:pt x="0" y="570001"/>
                </a:moveTo>
                <a:lnTo>
                  <a:pt x="14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9E153-43AF-46D6-AA3F-4C1900A1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495" y="3615992"/>
            <a:ext cx="75892" cy="114000"/>
          </a:xfrm>
          <a:custGeom xmlns:a="http://schemas.openxmlformats.org/drawingml/2006/main">
            <a:pathLst>
              <a:path w="75892" h="114000">
                <a:moveTo>
                  <a:pt x="38271" y="0"/>
                </a:moveTo>
                <a:lnTo>
                  <a:pt x="75892" y="114000"/>
                </a:lnTo>
                <a:lnTo>
                  <a:pt x="0" y="113837"/>
                </a:lnTo>
                <a:lnTo>
                  <a:pt x="382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52222-9745-4013-BD0C-61BF4DD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495" y="3615992"/>
            <a:ext cx="75892" cy="114000"/>
          </a:xfrm>
          <a:custGeom xmlns:a="http://schemas.openxmlformats.org/drawingml/2006/main">
            <a:pathLst>
              <a:path w="75892" h="114000" fill="none">
                <a:moveTo>
                  <a:pt x="38271" y="0"/>
                </a:moveTo>
                <a:lnTo>
                  <a:pt x="75892" y="114000"/>
                </a:lnTo>
                <a:lnTo>
                  <a:pt x="0" y="113837"/>
                </a:lnTo>
                <a:lnTo>
                  <a:pt x="3827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D86F2-14B6-4D62-B38E-980F1639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767" y="2803333"/>
            <a:ext cx="10" cy="142989"/>
          </a:xfrm>
          <a:custGeom xmlns:a="http://schemas.openxmlformats.org/drawingml/2006/main">
            <a:pathLst>
              <a:path w="1" h="142989" fill="none">
                <a:moveTo>
                  <a:pt x="0" y="1429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57F14-0C1D-4CD1-9AB1-873F7D5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821" y="2689333"/>
            <a:ext cx="75892" cy="114000"/>
          </a:xfrm>
          <a:custGeom xmlns:a="http://schemas.openxmlformats.org/drawingml/2006/main">
            <a:pathLst>
              <a:path w="75892" h="114000">
                <a:moveTo>
                  <a:pt x="37946" y="0"/>
                </a:moveTo>
                <a:lnTo>
                  <a:pt x="75892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B793D-3EC8-436F-8073-F3E309F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821" y="2689333"/>
            <a:ext cx="75892" cy="114000"/>
          </a:xfrm>
          <a:custGeom xmlns:a="http://schemas.openxmlformats.org/drawingml/2006/main">
            <a:pathLst>
              <a:path w="75892" h="114000" fill="none">
                <a:moveTo>
                  <a:pt x="37946" y="0"/>
                </a:moveTo>
                <a:lnTo>
                  <a:pt x="75892" y="114000"/>
                </a:lnTo>
                <a:lnTo>
                  <a:pt x="0" y="114000"/>
                </a:lnTo>
                <a:lnTo>
                  <a:pt x="37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6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059201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2026-09-05T18:29:07.6710000Z</dcterms:created>
  <dcterms:modified xsi:type="dcterms:W3CDTF">2026-09-05T18:29:07.6720000Z</dcterms:modified>
</coreProperties>
</file>