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426b400508460c" /><Relationship Type="http://schemas.openxmlformats.org/officeDocument/2006/relationships/extended-properties" Target="/docProps/app.xml" Id="R464f8ee15e7b457f" /><Relationship Type="http://schemas.openxmlformats.org/officeDocument/2006/relationships/officeDocument" Target="/ppt/presentation.xml" Id="Re9db223300b3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7d7c608f744e8"/>
  </p:sldMasterIdLst>
  <p:notesMasterIdLst>
    <p:notesMasterId xmlns:r="http://schemas.openxmlformats.org/officeDocument/2006/relationships" r:id="R96371a8e83fe4793"/>
  </p:notesMasterIdLst>
  <p:sldIdLst>
    <p:sldId xmlns:r="http://schemas.openxmlformats.org/officeDocument/2006/relationships" id="256" r:id="R47231ef26fbb44ab"/>
  </p:sldIdLst>
  <p:sldSz cx="6515100" cy="3400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2e3542cab4686" /><Relationship Type="http://schemas.openxmlformats.org/officeDocument/2006/relationships/slideMaster" Target="/ppt/slideMasters/slideMaster1.xml" Id="R3b47d7c608f744e8" /><Relationship Type="http://schemas.openxmlformats.org/officeDocument/2006/relationships/notesMaster" Target="/ppt/notesMasters/notesMaster1.xml" Id="R96371a8e83fe4793" /><Relationship Type="http://schemas.openxmlformats.org/officeDocument/2006/relationships/presProps" Target="/ppt/presProps.xml" Id="R90c876b627e644a4" /><Relationship Type="http://schemas.openxmlformats.org/officeDocument/2006/relationships/tableStyles" Target="/ppt/tableStyles.xml" Id="R80d79d4fb5214421" /><Relationship Type="http://schemas.openxmlformats.org/officeDocument/2006/relationships/slide" Target="/ppt/slides/slide1.xml" Id="R47231ef26fbb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36f621f8e642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7c033798942f1" /><Relationship Type="http://schemas.openxmlformats.org/officeDocument/2006/relationships/notesMaster" Target="/ppt/notesMasters/notesMaster1.xml" Id="R6f4a9fcab741433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素材ID：SEC-026</ns1:t>
            </ns1:r>
          </ns1:p>
          <ns1:p>
            <ns1:r>
              <ns1:t>论文：BACScan: Automatic Black-Box Detection of Broken-Access-Control Vulnerabilities in Web Applications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类型：系统架构</ns1:t>
            </ns1:r>
          </ns1:p>
          <ns1:p>
            <ns1:r>
              <ns1:t>借鉴点：上层建图、下层重放判定，侧栏列输入输出，编号连接各组件，适合分析型工具的模块划分。</ns1:t>
            </ns1:r>
          </ns1:p>
          <ns1:p>
            <ns1:r>
              <ns1:t>论文URL：https://seclab.cse.cuhk.edu.hk/papers/ccs25-BACScan.pdf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23821045a45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fb7ef9205047d7" /><Relationship Type="http://schemas.openxmlformats.org/officeDocument/2006/relationships/slideLayout" Target="/ppt/slideLayouts/slideLayout1.xml" Id="R9d54c6f48cdf45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4c6f48cdf45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c67636e27475d" /><Relationship Type="http://schemas.openxmlformats.org/officeDocument/2006/relationships/image" Target="/ppt/media/image.png" Id="Rded60d946f3c47da" /><Relationship Type="http://schemas.openxmlformats.org/officeDocument/2006/relationships/image" Target="/ppt/media/image2.png" Id="Ra990d45721be4f80" /><Relationship Type="http://schemas.openxmlformats.org/officeDocument/2006/relationships/image" Target="/ppt/media/image3.png" Id="R621d05f8da0542d2" /><Relationship Type="http://schemas.openxmlformats.org/officeDocument/2006/relationships/image" Target="/ppt/media/image4.png" Id="R325a11e6712247c9" /><Relationship Type="http://schemas.openxmlformats.org/officeDocument/2006/relationships/image" Target="/ppt/media/image5.png" Id="R7d9e7c580faa45a5" /><Relationship Type="http://schemas.openxmlformats.org/officeDocument/2006/relationships/notesSlide" Target="/ppt/notesSlides/notesSlide1.xml" Id="R995fe6ca672046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F2350-A79D-457B-BFDC-77DC6241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992" y="1924520"/>
            <a:ext cx="666834" cy="579087"/>
          </a:xfrm>
          <a:custGeom xmlns:a="http://schemas.openxmlformats.org/drawingml/2006/main">
            <a:pathLst>
              <a:path w="666834" h="579087" fill="none">
                <a:moveTo>
                  <a:pt x="0" y="0"/>
                </a:moveTo>
                <a:lnTo>
                  <a:pt x="666834" y="579087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9A6FF-A957-497D-92B6-501289A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308" y="2456350"/>
            <a:ext cx="111457" cy="106273"/>
          </a:xfrm>
          <a:custGeom xmlns:a="http://schemas.openxmlformats.org/drawingml/2006/main">
            <a:pathLst>
              <a:path w="111457" h="106273">
                <a:moveTo>
                  <a:pt x="67529" y="0"/>
                </a:moveTo>
                <a:lnTo>
                  <a:pt x="111457" y="106273"/>
                </a:lnTo>
                <a:lnTo>
                  <a:pt x="0" y="77665"/>
                </a:lnTo>
                <a:lnTo>
                  <a:pt x="675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8BBBA-4E3E-48A9-8A44-561C9828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" y="10293"/>
            <a:ext cx="6309144" cy="3345086"/>
          </a:xfrm>
          <a:custGeom xmlns:a="http://schemas.openxmlformats.org/drawingml/2006/main">
            <a:pathLst>
              <a:path w="6309144" h="3345086" fill="none">
                <a:moveTo>
                  <a:pt x="0" y="3345086"/>
                </a:moveTo>
                <a:lnTo>
                  <a:pt x="6309144" y="3345086"/>
                </a:lnTo>
                <a:lnTo>
                  <a:pt x="6309144" y="0"/>
                </a:lnTo>
                <a:lnTo>
                  <a:pt x="0" y="0"/>
                </a:lnTo>
                <a:lnTo>
                  <a:pt x="0" y="33450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09B8E-0EF9-4683-A100-14E98E82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996" y="10372"/>
            <a:ext cx="136" cy="3345007"/>
          </a:xfrm>
          <a:custGeom xmlns:a="http://schemas.openxmlformats.org/drawingml/2006/main">
            <a:pathLst>
              <a:path w="136" h="3345007" fill="none">
                <a:moveTo>
                  <a:pt x="136" y="0"/>
                </a:moveTo>
                <a:lnTo>
                  <a:pt x="0" y="3345007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30189-92AF-4E87-A560-F4C7A5E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" y="2137244"/>
            <a:ext cx="6309115" cy="10"/>
          </a:xfrm>
          <a:custGeom xmlns:a="http://schemas.openxmlformats.org/drawingml/2006/main">
            <a:pathLst>
              <a:path w="6309115" h="1" fill="none">
                <a:moveTo>
                  <a:pt x="0" y="0"/>
                </a:moveTo>
                <a:lnTo>
                  <a:pt x="6309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1D3A4-5A88-443C-918A-491B4AE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66" y="412819"/>
            <a:ext cx="1276167" cy="599442"/>
          </a:xfrm>
          <a:custGeom xmlns:a="http://schemas.openxmlformats.org/drawingml/2006/main">
            <a:pathLst>
              <a:path w="1276167" h="599442">
                <a:moveTo>
                  <a:pt x="77338" y="599442"/>
                </a:moveTo>
                <a:cubicBezTo>
                  <a:pt x="34624" y="599442"/>
                  <a:pt x="0" y="564790"/>
                  <a:pt x="0" y="522090"/>
                </a:cubicBezTo>
                <a:lnTo>
                  <a:pt x="0" y="77352"/>
                </a:lnTo>
                <a:cubicBezTo>
                  <a:pt x="0" y="34651"/>
                  <a:pt x="34624" y="0"/>
                  <a:pt x="77338" y="0"/>
                </a:cubicBezTo>
                <a:lnTo>
                  <a:pt x="1198815" y="0"/>
                </a:lnTo>
                <a:cubicBezTo>
                  <a:pt x="1241515" y="0"/>
                  <a:pt x="1276167" y="34651"/>
                  <a:pt x="1276167" y="77352"/>
                </a:cubicBezTo>
                <a:lnTo>
                  <a:pt x="1276167" y="522090"/>
                </a:lnTo>
                <a:cubicBezTo>
                  <a:pt x="1276167" y="564790"/>
                  <a:pt x="1241515" y="599442"/>
                  <a:pt x="1198815" y="599442"/>
                </a:cubicBezTo>
                <a:lnTo>
                  <a:pt x="77338" y="5994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3195D-D947-418E-A8BD-A07E23B9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66" y="412819"/>
            <a:ext cx="1276167" cy="599442"/>
          </a:xfrm>
          <a:custGeom xmlns:a="http://schemas.openxmlformats.org/drawingml/2006/main">
            <a:pathLst>
              <a:path w="1276167" h="599442" fill="none">
                <a:moveTo>
                  <a:pt x="77338" y="599442"/>
                </a:moveTo>
                <a:lnTo>
                  <a:pt x="1198815" y="599442"/>
                </a:lnTo>
                <a:cubicBezTo>
                  <a:pt x="1241515" y="599442"/>
                  <a:pt x="1276167" y="564790"/>
                  <a:pt x="1276167" y="522090"/>
                </a:cubicBezTo>
                <a:lnTo>
                  <a:pt x="1276167" y="77352"/>
                </a:lnTo>
                <a:cubicBezTo>
                  <a:pt x="1276167" y="34651"/>
                  <a:pt x="1241515" y="0"/>
                  <a:pt x="1198815" y="0"/>
                </a:cubicBezTo>
                <a:lnTo>
                  <a:pt x="77338" y="0"/>
                </a:lnTo>
                <a:cubicBezTo>
                  <a:pt x="34624" y="0"/>
                  <a:pt x="0" y="34651"/>
                  <a:pt x="0" y="77352"/>
                </a:cubicBezTo>
                <a:lnTo>
                  <a:pt x="0" y="522090"/>
                </a:lnTo>
                <a:cubicBezTo>
                  <a:pt x="0" y="564790"/>
                  <a:pt x="34624" y="599442"/>
                  <a:pt x="77338" y="59944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8" name="Text TargetURL">
            <a:extLst xmlns:a="http://schemas.openxmlformats.org/drawingml/2006/main">
              <a:ext uri="{FF2B5EF4-FFF2-40B4-BE49-F238E27FC236}">
                <a16:creationId xmlns:a16="http://schemas.microsoft.com/office/drawing/2014/main" id="{0ACE3E75-3413-44DA-BAC3-5F3389E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82" y="634297"/>
            <a:ext cx="1052727" cy="191601"/>
          </a:xfrm>
          <a:custGeom xmlns:a="http://schemas.openxmlformats.org/drawingml/2006/main">
            <a:pathLst>
              <a:path w="1052727" h="191601">
                <a:moveTo>
                  <a:pt x="94712" y="139999"/>
                </a:moveTo>
                <a:cubicBezTo>
                  <a:pt x="76858" y="139128"/>
                  <a:pt x="74028" y="136517"/>
                  <a:pt x="73808" y="120404"/>
                </a:cubicBezTo>
                <a:lnTo>
                  <a:pt x="73808" y="9143"/>
                </a:lnTo>
                <a:lnTo>
                  <a:pt x="85566" y="9143"/>
                </a:lnTo>
                <a:cubicBezTo>
                  <a:pt x="110826" y="9578"/>
                  <a:pt x="115397" y="13279"/>
                  <a:pt x="120188" y="37014"/>
                </a:cubicBezTo>
                <a:lnTo>
                  <a:pt x="125410" y="37014"/>
                </a:lnTo>
                <a:lnTo>
                  <a:pt x="124105" y="0"/>
                </a:lnTo>
                <a:lnTo>
                  <a:pt x="1306" y="0"/>
                </a:lnTo>
                <a:lnTo>
                  <a:pt x="0" y="37014"/>
                </a:lnTo>
                <a:lnTo>
                  <a:pt x="5223" y="37014"/>
                </a:lnTo>
                <a:cubicBezTo>
                  <a:pt x="10233" y="13279"/>
                  <a:pt x="14804" y="9578"/>
                  <a:pt x="39844" y="9143"/>
                </a:cubicBezTo>
                <a:lnTo>
                  <a:pt x="51602" y="9143"/>
                </a:lnTo>
                <a:lnTo>
                  <a:pt x="51602" y="118008"/>
                </a:lnTo>
                <a:cubicBezTo>
                  <a:pt x="51383" y="136733"/>
                  <a:pt x="49423" y="138912"/>
                  <a:pt x="31133" y="139999"/>
                </a:cubicBezTo>
                <a:lnTo>
                  <a:pt x="31133" y="144135"/>
                </a:lnTo>
                <a:lnTo>
                  <a:pt x="94712" y="144135"/>
                </a:lnTo>
                <a:lnTo>
                  <a:pt x="94712" y="139999"/>
                </a:lnTo>
                <a:close/>
                <a:moveTo>
                  <a:pt x="225566" y="129766"/>
                </a:moveTo>
                <a:cubicBezTo>
                  <a:pt x="221865" y="132816"/>
                  <a:pt x="219254" y="133902"/>
                  <a:pt x="215988" y="133902"/>
                </a:cubicBezTo>
                <a:cubicBezTo>
                  <a:pt x="210981" y="133902"/>
                  <a:pt x="209457" y="130856"/>
                  <a:pt x="209457" y="121274"/>
                </a:cubicBezTo>
                <a:lnTo>
                  <a:pt x="209457" y="78818"/>
                </a:lnTo>
                <a:cubicBezTo>
                  <a:pt x="209457" y="67496"/>
                  <a:pt x="208367" y="61180"/>
                  <a:pt x="205101" y="55954"/>
                </a:cubicBezTo>
                <a:cubicBezTo>
                  <a:pt x="200310" y="48117"/>
                  <a:pt x="190948" y="43981"/>
                  <a:pt x="178104" y="43981"/>
                </a:cubicBezTo>
                <a:cubicBezTo>
                  <a:pt x="157635" y="43981"/>
                  <a:pt x="141525" y="54649"/>
                  <a:pt x="141525" y="68366"/>
                </a:cubicBezTo>
                <a:cubicBezTo>
                  <a:pt x="141525" y="73373"/>
                  <a:pt x="145662" y="77729"/>
                  <a:pt x="150888" y="77729"/>
                </a:cubicBezTo>
                <a:cubicBezTo>
                  <a:pt x="156110" y="77729"/>
                  <a:pt x="160685" y="73373"/>
                  <a:pt x="160685" y="68582"/>
                </a:cubicBezTo>
                <a:cubicBezTo>
                  <a:pt x="160685" y="67712"/>
                  <a:pt x="160466" y="66626"/>
                  <a:pt x="160250" y="65101"/>
                </a:cubicBezTo>
                <a:cubicBezTo>
                  <a:pt x="159815" y="63140"/>
                  <a:pt x="159595" y="61400"/>
                  <a:pt x="159595" y="59875"/>
                </a:cubicBezTo>
                <a:cubicBezTo>
                  <a:pt x="159595" y="53997"/>
                  <a:pt x="166562" y="49207"/>
                  <a:pt x="175273" y="49207"/>
                </a:cubicBezTo>
                <a:cubicBezTo>
                  <a:pt x="185941" y="49207"/>
                  <a:pt x="191818" y="55519"/>
                  <a:pt x="191818" y="67277"/>
                </a:cubicBezTo>
                <a:lnTo>
                  <a:pt x="191818" y="80559"/>
                </a:lnTo>
                <a:cubicBezTo>
                  <a:pt x="158506" y="93842"/>
                  <a:pt x="154589" y="95799"/>
                  <a:pt x="145226" y="104075"/>
                </a:cubicBezTo>
                <a:cubicBezTo>
                  <a:pt x="140436" y="108430"/>
                  <a:pt x="137386" y="115832"/>
                  <a:pt x="137386" y="123015"/>
                </a:cubicBezTo>
                <a:cubicBezTo>
                  <a:pt x="137386" y="136733"/>
                  <a:pt x="146967" y="146314"/>
                  <a:pt x="160250" y="146314"/>
                </a:cubicBezTo>
                <a:cubicBezTo>
                  <a:pt x="169828" y="146314"/>
                  <a:pt x="178755" y="141743"/>
                  <a:pt x="192038" y="130420"/>
                </a:cubicBezTo>
                <a:cubicBezTo>
                  <a:pt x="193127" y="141959"/>
                  <a:pt x="197044" y="146314"/>
                  <a:pt x="205971" y="146314"/>
                </a:cubicBezTo>
                <a:cubicBezTo>
                  <a:pt x="213374" y="146314"/>
                  <a:pt x="217948" y="143700"/>
                  <a:pt x="225566" y="135427"/>
                </a:cubicBezTo>
                <a:lnTo>
                  <a:pt x="225566" y="129766"/>
                </a:lnTo>
                <a:moveTo>
                  <a:pt x="191818" y="117357"/>
                </a:moveTo>
                <a:cubicBezTo>
                  <a:pt x="191818" y="123889"/>
                  <a:pt x="190732" y="126284"/>
                  <a:pt x="186157" y="128896"/>
                </a:cubicBezTo>
                <a:cubicBezTo>
                  <a:pt x="180715" y="131942"/>
                  <a:pt x="174838" y="133686"/>
                  <a:pt x="170263" y="133686"/>
                </a:cubicBezTo>
                <a:cubicBezTo>
                  <a:pt x="162645" y="133686"/>
                  <a:pt x="156549" y="126284"/>
                  <a:pt x="156549" y="116919"/>
                </a:cubicBezTo>
                <a:lnTo>
                  <a:pt x="156549" y="116048"/>
                </a:lnTo>
                <a:cubicBezTo>
                  <a:pt x="156765" y="102985"/>
                  <a:pt x="166346" y="94712"/>
                  <a:pt x="191818" y="85785"/>
                </a:cubicBezTo>
                <a:lnTo>
                  <a:pt x="191818" y="117357"/>
                </a:lnTo>
                <a:close/>
                <a:moveTo>
                  <a:pt x="227962" y="144135"/>
                </a:moveTo>
                <a:lnTo>
                  <a:pt x="280219" y="144135"/>
                </a:lnTo>
                <a:lnTo>
                  <a:pt x="280219" y="140869"/>
                </a:lnTo>
                <a:cubicBezTo>
                  <a:pt x="265631" y="140434"/>
                  <a:pt x="262145" y="137387"/>
                  <a:pt x="261710" y="124540"/>
                </a:cubicBezTo>
                <a:lnTo>
                  <a:pt x="261710" y="75553"/>
                </a:lnTo>
                <a:cubicBezTo>
                  <a:pt x="261710" y="68582"/>
                  <a:pt x="270857" y="57699"/>
                  <a:pt x="276953" y="57699"/>
                </a:cubicBezTo>
                <a:cubicBezTo>
                  <a:pt x="278259" y="57699"/>
                  <a:pt x="280219" y="58785"/>
                  <a:pt x="282614" y="60964"/>
                </a:cubicBezTo>
                <a:cubicBezTo>
                  <a:pt x="285880" y="64230"/>
                  <a:pt x="288491" y="65317"/>
                  <a:pt x="291322" y="65317"/>
                </a:cubicBezTo>
                <a:cubicBezTo>
                  <a:pt x="296548" y="65317"/>
                  <a:pt x="299814" y="61616"/>
                  <a:pt x="299814" y="55519"/>
                </a:cubicBezTo>
                <a:cubicBezTo>
                  <a:pt x="299814" y="48336"/>
                  <a:pt x="295242" y="43981"/>
                  <a:pt x="287840" y="43981"/>
                </a:cubicBezTo>
                <a:cubicBezTo>
                  <a:pt x="278694" y="43981"/>
                  <a:pt x="272597" y="48771"/>
                  <a:pt x="261710" y="64446"/>
                </a:cubicBezTo>
                <a:lnTo>
                  <a:pt x="261710" y="44416"/>
                </a:lnTo>
                <a:lnTo>
                  <a:pt x="260624" y="43981"/>
                </a:lnTo>
                <a:cubicBezTo>
                  <a:pt x="248431" y="48771"/>
                  <a:pt x="240590" y="51818"/>
                  <a:pt x="228397" y="55738"/>
                </a:cubicBezTo>
                <a:lnTo>
                  <a:pt x="228397" y="59220"/>
                </a:lnTo>
                <a:cubicBezTo>
                  <a:pt x="231447" y="58569"/>
                  <a:pt x="233407" y="58350"/>
                  <a:pt x="236019" y="58350"/>
                </a:cubicBezTo>
                <a:cubicBezTo>
                  <a:pt x="241461" y="58350"/>
                  <a:pt x="243421" y="61835"/>
                  <a:pt x="243421" y="71413"/>
                </a:cubicBezTo>
                <a:lnTo>
                  <a:pt x="243421" y="125846"/>
                </a:lnTo>
                <a:cubicBezTo>
                  <a:pt x="242986" y="137168"/>
                  <a:pt x="241680" y="138477"/>
                  <a:pt x="227962" y="140869"/>
                </a:cubicBezTo>
                <a:lnTo>
                  <a:pt x="227962" y="144135"/>
                </a:lnTo>
                <a:close/>
                <a:moveTo>
                  <a:pt x="401711" y="59655"/>
                </a:moveTo>
                <a:lnTo>
                  <a:pt x="401711" y="51167"/>
                </a:lnTo>
                <a:lnTo>
                  <a:pt x="384946" y="51167"/>
                </a:lnTo>
                <a:cubicBezTo>
                  <a:pt x="380375" y="51167"/>
                  <a:pt x="377325" y="50512"/>
                  <a:pt x="372973" y="48987"/>
                </a:cubicBezTo>
                <a:lnTo>
                  <a:pt x="368182" y="47247"/>
                </a:lnTo>
                <a:cubicBezTo>
                  <a:pt x="362521" y="45070"/>
                  <a:pt x="356424" y="43981"/>
                  <a:pt x="350763" y="43981"/>
                </a:cubicBezTo>
                <a:cubicBezTo>
                  <a:pt x="330513" y="43981"/>
                  <a:pt x="314400" y="59439"/>
                  <a:pt x="314400" y="79470"/>
                </a:cubicBezTo>
                <a:cubicBezTo>
                  <a:pt x="314400" y="93187"/>
                  <a:pt x="320062" y="101460"/>
                  <a:pt x="334650" y="108646"/>
                </a:cubicBezTo>
                <a:lnTo>
                  <a:pt x="328989" y="113872"/>
                </a:lnTo>
                <a:cubicBezTo>
                  <a:pt x="324417" y="118228"/>
                  <a:pt x="321806" y="120623"/>
                  <a:pt x="321151" y="121493"/>
                </a:cubicBezTo>
                <a:cubicBezTo>
                  <a:pt x="316580" y="126284"/>
                  <a:pt x="315274" y="128676"/>
                  <a:pt x="315274" y="132381"/>
                </a:cubicBezTo>
                <a:cubicBezTo>
                  <a:pt x="315274" y="137168"/>
                  <a:pt x="317669" y="139563"/>
                  <a:pt x="326812" y="143919"/>
                </a:cubicBezTo>
                <a:cubicBezTo>
                  <a:pt x="311134" y="155241"/>
                  <a:pt x="305477" y="162428"/>
                  <a:pt x="305477" y="170481"/>
                </a:cubicBezTo>
                <a:cubicBezTo>
                  <a:pt x="305477" y="182023"/>
                  <a:pt x="322241" y="191601"/>
                  <a:pt x="343142" y="191601"/>
                </a:cubicBezTo>
                <a:cubicBezTo>
                  <a:pt x="359471" y="191601"/>
                  <a:pt x="376454" y="185940"/>
                  <a:pt x="387777" y="176797"/>
                </a:cubicBezTo>
                <a:cubicBezTo>
                  <a:pt x="396053" y="170046"/>
                  <a:pt x="399754" y="163079"/>
                  <a:pt x="399754" y="154806"/>
                </a:cubicBezTo>
                <a:cubicBezTo>
                  <a:pt x="399754" y="141308"/>
                  <a:pt x="389518" y="132381"/>
                  <a:pt x="373408" y="131507"/>
                </a:cubicBezTo>
                <a:lnTo>
                  <a:pt x="345321" y="130201"/>
                </a:lnTo>
                <a:cubicBezTo>
                  <a:pt x="333563" y="129766"/>
                  <a:pt x="328337" y="127806"/>
                  <a:pt x="328337" y="124324"/>
                </a:cubicBezTo>
                <a:cubicBezTo>
                  <a:pt x="328337" y="119969"/>
                  <a:pt x="335520" y="112347"/>
                  <a:pt x="341401" y="110606"/>
                </a:cubicBezTo>
                <a:cubicBezTo>
                  <a:pt x="349238" y="111261"/>
                  <a:pt x="353374" y="111696"/>
                  <a:pt x="353813" y="111696"/>
                </a:cubicBezTo>
                <a:cubicBezTo>
                  <a:pt x="361866" y="111696"/>
                  <a:pt x="370577" y="108430"/>
                  <a:pt x="377325" y="102550"/>
                </a:cubicBezTo>
                <a:cubicBezTo>
                  <a:pt x="384511" y="96453"/>
                  <a:pt x="387777" y="88832"/>
                  <a:pt x="387777" y="77948"/>
                </a:cubicBezTo>
                <a:cubicBezTo>
                  <a:pt x="387777" y="71632"/>
                  <a:pt x="386687" y="66626"/>
                  <a:pt x="383640" y="59655"/>
                </a:cubicBezTo>
                <a:lnTo>
                  <a:pt x="401711" y="59655"/>
                </a:lnTo>
                <a:moveTo>
                  <a:pt x="331384" y="144574"/>
                </a:moveTo>
                <a:cubicBezTo>
                  <a:pt x="338789" y="146095"/>
                  <a:pt x="355770" y="147404"/>
                  <a:pt x="366876" y="147404"/>
                </a:cubicBezTo>
                <a:cubicBezTo>
                  <a:pt x="386471" y="147404"/>
                  <a:pt x="393657" y="150235"/>
                  <a:pt x="393657" y="158072"/>
                </a:cubicBezTo>
                <a:cubicBezTo>
                  <a:pt x="393657" y="170700"/>
                  <a:pt x="377109" y="179192"/>
                  <a:pt x="352504" y="179192"/>
                </a:cubicBezTo>
                <a:cubicBezTo>
                  <a:pt x="333128" y="179192"/>
                  <a:pt x="320716" y="172876"/>
                  <a:pt x="320716" y="163298"/>
                </a:cubicBezTo>
                <a:cubicBezTo>
                  <a:pt x="320716" y="158288"/>
                  <a:pt x="322676" y="155022"/>
                  <a:pt x="331384" y="144574"/>
                </a:cubicBezTo>
                <a:moveTo>
                  <a:pt x="332474" y="70543"/>
                </a:moveTo>
                <a:cubicBezTo>
                  <a:pt x="332474" y="57699"/>
                  <a:pt x="338570" y="50077"/>
                  <a:pt x="348587" y="50077"/>
                </a:cubicBezTo>
                <a:cubicBezTo>
                  <a:pt x="355334" y="50077"/>
                  <a:pt x="360996" y="53778"/>
                  <a:pt x="364481" y="60310"/>
                </a:cubicBezTo>
                <a:cubicBezTo>
                  <a:pt x="368617" y="67931"/>
                  <a:pt x="371012" y="77729"/>
                  <a:pt x="371012" y="86436"/>
                </a:cubicBezTo>
                <a:cubicBezTo>
                  <a:pt x="371012" y="98629"/>
                  <a:pt x="364916" y="106251"/>
                  <a:pt x="354899" y="106251"/>
                </a:cubicBezTo>
                <a:cubicBezTo>
                  <a:pt x="341401" y="106251"/>
                  <a:pt x="332474" y="92098"/>
                  <a:pt x="332474" y="71197"/>
                </a:cubicBezTo>
                <a:lnTo>
                  <a:pt x="332474" y="70543"/>
                </a:lnTo>
                <a:close/>
                <a:moveTo>
                  <a:pt x="497077" y="108430"/>
                </a:moveTo>
                <a:cubicBezTo>
                  <a:pt x="486629" y="124975"/>
                  <a:pt x="477263" y="131291"/>
                  <a:pt x="463329" y="131291"/>
                </a:cubicBezTo>
                <a:cubicBezTo>
                  <a:pt x="450921" y="131291"/>
                  <a:pt x="441558" y="124975"/>
                  <a:pt x="435243" y="112566"/>
                </a:cubicBezTo>
                <a:cubicBezTo>
                  <a:pt x="431322" y="104291"/>
                  <a:pt x="429801" y="97324"/>
                  <a:pt x="429365" y="83825"/>
                </a:cubicBezTo>
                <a:lnTo>
                  <a:pt x="496426" y="83825"/>
                </a:lnTo>
                <a:cubicBezTo>
                  <a:pt x="494682" y="69672"/>
                  <a:pt x="492506" y="63360"/>
                  <a:pt x="487064" y="56390"/>
                </a:cubicBezTo>
                <a:cubicBezTo>
                  <a:pt x="480529" y="48552"/>
                  <a:pt x="470515" y="43981"/>
                  <a:pt x="459193" y="43981"/>
                </a:cubicBezTo>
                <a:cubicBezTo>
                  <a:pt x="448306" y="43981"/>
                  <a:pt x="438073" y="47901"/>
                  <a:pt x="429801" y="55303"/>
                </a:cubicBezTo>
                <a:cubicBezTo>
                  <a:pt x="419565" y="64230"/>
                  <a:pt x="413687" y="79689"/>
                  <a:pt x="413687" y="97543"/>
                </a:cubicBezTo>
                <a:cubicBezTo>
                  <a:pt x="413687" y="127590"/>
                  <a:pt x="429365" y="146314"/>
                  <a:pt x="454402" y="146314"/>
                </a:cubicBezTo>
                <a:cubicBezTo>
                  <a:pt x="475087" y="146314"/>
                  <a:pt x="491416" y="133467"/>
                  <a:pt x="500562" y="109952"/>
                </a:cubicBezTo>
                <a:lnTo>
                  <a:pt x="497077" y="108430"/>
                </a:lnTo>
                <a:moveTo>
                  <a:pt x="429801" y="76858"/>
                </a:moveTo>
                <a:cubicBezTo>
                  <a:pt x="432193" y="59875"/>
                  <a:pt x="439598" y="51818"/>
                  <a:pt x="452877" y="51818"/>
                </a:cubicBezTo>
                <a:cubicBezTo>
                  <a:pt x="466160" y="51818"/>
                  <a:pt x="471386" y="57914"/>
                  <a:pt x="474217" y="76858"/>
                </a:cubicBezTo>
                <a:lnTo>
                  <a:pt x="429801" y="76858"/>
                </a:lnTo>
                <a:close/>
                <a:moveTo>
                  <a:pt x="560437" y="46157"/>
                </a:moveTo>
                <a:lnTo>
                  <a:pt x="538447" y="46157"/>
                </a:lnTo>
                <a:lnTo>
                  <a:pt x="538447" y="20901"/>
                </a:lnTo>
                <a:cubicBezTo>
                  <a:pt x="538447" y="18725"/>
                  <a:pt x="538011" y="18070"/>
                  <a:pt x="536922" y="18070"/>
                </a:cubicBezTo>
                <a:cubicBezTo>
                  <a:pt x="524294" y="36359"/>
                  <a:pt x="517762" y="43761"/>
                  <a:pt x="511450" y="47462"/>
                </a:cubicBezTo>
                <a:cubicBezTo>
                  <a:pt x="509054" y="48987"/>
                  <a:pt x="507745" y="50293"/>
                  <a:pt x="507745" y="51602"/>
                </a:cubicBezTo>
                <a:cubicBezTo>
                  <a:pt x="507745" y="52253"/>
                  <a:pt x="507964" y="52688"/>
                  <a:pt x="508619" y="53124"/>
                </a:cubicBezTo>
                <a:lnTo>
                  <a:pt x="520157" y="53124"/>
                </a:lnTo>
                <a:lnTo>
                  <a:pt x="520157" y="118663"/>
                </a:lnTo>
                <a:cubicBezTo>
                  <a:pt x="520157" y="136952"/>
                  <a:pt x="526689" y="146314"/>
                  <a:pt x="539536" y="146314"/>
                </a:cubicBezTo>
                <a:cubicBezTo>
                  <a:pt x="550204" y="146314"/>
                  <a:pt x="558477" y="141088"/>
                  <a:pt x="565663" y="129766"/>
                </a:cubicBezTo>
                <a:lnTo>
                  <a:pt x="562832" y="127371"/>
                </a:lnTo>
                <a:cubicBezTo>
                  <a:pt x="558042" y="133032"/>
                  <a:pt x="554560" y="134992"/>
                  <a:pt x="549769" y="134992"/>
                </a:cubicBezTo>
                <a:cubicBezTo>
                  <a:pt x="541712" y="134992"/>
                  <a:pt x="538447" y="129115"/>
                  <a:pt x="538447" y="115397"/>
                </a:cubicBezTo>
                <a:lnTo>
                  <a:pt x="538447" y="53124"/>
                </a:lnTo>
                <a:lnTo>
                  <a:pt x="560437" y="53124"/>
                </a:lnTo>
                <a:lnTo>
                  <a:pt x="560437" y="46157"/>
                </a:lnTo>
                <a:close/>
                <a:moveTo>
                  <a:pt x="773377" y="0"/>
                </a:moveTo>
                <a:lnTo>
                  <a:pt x="722865" y="0"/>
                </a:lnTo>
                <a:lnTo>
                  <a:pt x="722865" y="4136"/>
                </a:lnTo>
                <a:cubicBezTo>
                  <a:pt x="739629" y="5223"/>
                  <a:pt x="742895" y="9578"/>
                  <a:pt x="743330" y="32004"/>
                </a:cubicBezTo>
                <a:lnTo>
                  <a:pt x="743330" y="90792"/>
                </a:lnTo>
                <a:cubicBezTo>
                  <a:pt x="743330" y="105600"/>
                  <a:pt x="742024" y="113872"/>
                  <a:pt x="738323" y="120404"/>
                </a:cubicBezTo>
                <a:cubicBezTo>
                  <a:pt x="732446" y="130856"/>
                  <a:pt x="718509" y="137603"/>
                  <a:pt x="702180" y="137603"/>
                </a:cubicBezTo>
                <a:cubicBezTo>
                  <a:pt x="686721" y="137603"/>
                  <a:pt x="676053" y="132381"/>
                  <a:pt x="670173" y="122145"/>
                </a:cubicBezTo>
                <a:cubicBezTo>
                  <a:pt x="666256" y="115178"/>
                  <a:pt x="664731" y="107121"/>
                  <a:pt x="664731" y="93407"/>
                </a:cubicBezTo>
                <a:lnTo>
                  <a:pt x="664731" y="23731"/>
                </a:lnTo>
                <a:cubicBezTo>
                  <a:pt x="664947" y="7837"/>
                  <a:pt x="667126" y="5661"/>
                  <a:pt x="684545" y="4136"/>
                </a:cubicBezTo>
                <a:lnTo>
                  <a:pt x="684545" y="0"/>
                </a:lnTo>
                <a:lnTo>
                  <a:pt x="622926" y="0"/>
                </a:lnTo>
                <a:lnTo>
                  <a:pt x="622926" y="4136"/>
                </a:lnTo>
                <a:cubicBezTo>
                  <a:pt x="640126" y="5442"/>
                  <a:pt x="642305" y="7618"/>
                  <a:pt x="642521" y="23731"/>
                </a:cubicBezTo>
                <a:lnTo>
                  <a:pt x="642521" y="91662"/>
                </a:lnTo>
                <a:cubicBezTo>
                  <a:pt x="642521" y="129331"/>
                  <a:pt x="660159" y="147185"/>
                  <a:pt x="697173" y="147185"/>
                </a:cubicBezTo>
                <a:cubicBezTo>
                  <a:pt x="720904" y="147185"/>
                  <a:pt x="737234" y="139563"/>
                  <a:pt x="745725" y="124759"/>
                </a:cubicBezTo>
                <a:cubicBezTo>
                  <a:pt x="750951" y="115613"/>
                  <a:pt x="752912" y="105600"/>
                  <a:pt x="752912" y="88832"/>
                </a:cubicBezTo>
                <a:lnTo>
                  <a:pt x="752912" y="32004"/>
                </a:lnTo>
                <a:cubicBezTo>
                  <a:pt x="753347" y="9143"/>
                  <a:pt x="755742" y="6096"/>
                  <a:pt x="773377" y="4136"/>
                </a:cubicBezTo>
                <a:lnTo>
                  <a:pt x="773377" y="0"/>
                </a:lnTo>
                <a:close/>
                <a:moveTo>
                  <a:pt x="921872" y="139999"/>
                </a:moveTo>
                <a:cubicBezTo>
                  <a:pt x="913596" y="139348"/>
                  <a:pt x="909244" y="137168"/>
                  <a:pt x="902928" y="129766"/>
                </a:cubicBezTo>
                <a:lnTo>
                  <a:pt x="858077" y="74679"/>
                </a:lnTo>
                <a:cubicBezTo>
                  <a:pt x="885728" y="69237"/>
                  <a:pt x="897486" y="58350"/>
                  <a:pt x="897486" y="38319"/>
                </a:cubicBezTo>
                <a:cubicBezTo>
                  <a:pt x="897486" y="28957"/>
                  <a:pt x="894655" y="20901"/>
                  <a:pt x="888994" y="14588"/>
                </a:cubicBezTo>
                <a:cubicBezTo>
                  <a:pt x="880718" y="5661"/>
                  <a:pt x="862429" y="0"/>
                  <a:pt x="842183" y="0"/>
                </a:cubicBezTo>
                <a:lnTo>
                  <a:pt x="782089" y="0"/>
                </a:lnTo>
                <a:lnTo>
                  <a:pt x="782089" y="4136"/>
                </a:lnTo>
                <a:cubicBezTo>
                  <a:pt x="798199" y="5877"/>
                  <a:pt x="800378" y="7837"/>
                  <a:pt x="800594" y="23731"/>
                </a:cubicBezTo>
                <a:lnTo>
                  <a:pt x="800594" y="118008"/>
                </a:lnTo>
                <a:cubicBezTo>
                  <a:pt x="800378" y="136517"/>
                  <a:pt x="798418" y="138693"/>
                  <a:pt x="782089" y="139999"/>
                </a:cubicBezTo>
                <a:lnTo>
                  <a:pt x="782089" y="144135"/>
                </a:lnTo>
                <a:lnTo>
                  <a:pt x="842399" y="144135"/>
                </a:lnTo>
                <a:lnTo>
                  <a:pt x="842399" y="139999"/>
                </a:lnTo>
                <a:cubicBezTo>
                  <a:pt x="825634" y="138912"/>
                  <a:pt x="823020" y="136298"/>
                  <a:pt x="822804" y="120404"/>
                </a:cubicBezTo>
                <a:lnTo>
                  <a:pt x="822804" y="77509"/>
                </a:lnTo>
                <a:lnTo>
                  <a:pt x="834997" y="77074"/>
                </a:lnTo>
                <a:lnTo>
                  <a:pt x="886815" y="144135"/>
                </a:lnTo>
                <a:lnTo>
                  <a:pt x="921872" y="144135"/>
                </a:lnTo>
                <a:lnTo>
                  <a:pt x="921872" y="139999"/>
                </a:lnTo>
                <a:moveTo>
                  <a:pt x="822804" y="15894"/>
                </a:moveTo>
                <a:cubicBezTo>
                  <a:pt x="822804" y="9797"/>
                  <a:pt x="825199" y="8053"/>
                  <a:pt x="833907" y="8053"/>
                </a:cubicBezTo>
                <a:cubicBezTo>
                  <a:pt x="861123" y="8053"/>
                  <a:pt x="873751" y="17416"/>
                  <a:pt x="873751" y="37884"/>
                </a:cubicBezTo>
                <a:cubicBezTo>
                  <a:pt x="873751" y="48771"/>
                  <a:pt x="869180" y="57914"/>
                  <a:pt x="861343" y="62051"/>
                </a:cubicBezTo>
                <a:cubicBezTo>
                  <a:pt x="851326" y="67712"/>
                  <a:pt x="843704" y="69021"/>
                  <a:pt x="822804" y="69456"/>
                </a:cubicBezTo>
                <a:lnTo>
                  <a:pt x="822804" y="15894"/>
                </a:lnTo>
                <a:close/>
                <a:moveTo>
                  <a:pt x="986536" y="0"/>
                </a:moveTo>
                <a:lnTo>
                  <a:pt x="925137" y="0"/>
                </a:lnTo>
                <a:lnTo>
                  <a:pt x="925137" y="4136"/>
                </a:lnTo>
                <a:cubicBezTo>
                  <a:pt x="941031" y="5223"/>
                  <a:pt x="943645" y="8053"/>
                  <a:pt x="944081" y="23731"/>
                </a:cubicBezTo>
                <a:lnTo>
                  <a:pt x="944081" y="120404"/>
                </a:lnTo>
                <a:cubicBezTo>
                  <a:pt x="943645" y="136082"/>
                  <a:pt x="940815" y="139128"/>
                  <a:pt x="925137" y="139999"/>
                </a:cubicBezTo>
                <a:lnTo>
                  <a:pt x="925137" y="144135"/>
                </a:lnTo>
                <a:lnTo>
                  <a:pt x="1042275" y="144135"/>
                </a:lnTo>
                <a:lnTo>
                  <a:pt x="1052727" y="106251"/>
                </a:lnTo>
                <a:lnTo>
                  <a:pt x="1047285" y="106251"/>
                </a:lnTo>
                <a:cubicBezTo>
                  <a:pt x="1037052" y="129115"/>
                  <a:pt x="1027686" y="134773"/>
                  <a:pt x="999600" y="135646"/>
                </a:cubicBezTo>
                <a:lnTo>
                  <a:pt x="985011" y="135646"/>
                </a:lnTo>
                <a:cubicBezTo>
                  <a:pt x="968247" y="135211"/>
                  <a:pt x="966506" y="134557"/>
                  <a:pt x="966287" y="126719"/>
                </a:cubicBezTo>
                <a:lnTo>
                  <a:pt x="966287" y="23731"/>
                </a:lnTo>
                <a:cubicBezTo>
                  <a:pt x="966722" y="7837"/>
                  <a:pt x="969553" y="5007"/>
                  <a:pt x="986536" y="4136"/>
                </a:cubicBezTo>
                <a:lnTo>
                  <a:pt x="9865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3E6D3-6FDC-4AC8-A0C8-F5C90953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66" y="1344450"/>
            <a:ext cx="1276167" cy="580070"/>
          </a:xfrm>
          <a:custGeom xmlns:a="http://schemas.openxmlformats.org/drawingml/2006/main">
            <a:pathLst>
              <a:path w="1276167" h="580070">
                <a:moveTo>
                  <a:pt x="77338" y="580070"/>
                </a:moveTo>
                <a:cubicBezTo>
                  <a:pt x="34624" y="580070"/>
                  <a:pt x="0" y="545418"/>
                  <a:pt x="0" y="502718"/>
                </a:cubicBezTo>
                <a:lnTo>
                  <a:pt x="0" y="77352"/>
                </a:lnTo>
                <a:cubicBezTo>
                  <a:pt x="0" y="34651"/>
                  <a:pt x="34624" y="0"/>
                  <a:pt x="77338" y="0"/>
                </a:cubicBezTo>
                <a:lnTo>
                  <a:pt x="1198815" y="0"/>
                </a:lnTo>
                <a:cubicBezTo>
                  <a:pt x="1241515" y="0"/>
                  <a:pt x="1276167" y="34651"/>
                  <a:pt x="1276167" y="77352"/>
                </a:cubicBezTo>
                <a:lnTo>
                  <a:pt x="1276167" y="502718"/>
                </a:lnTo>
                <a:cubicBezTo>
                  <a:pt x="1276167" y="545418"/>
                  <a:pt x="1241515" y="580070"/>
                  <a:pt x="1198815" y="580070"/>
                </a:cubicBezTo>
                <a:lnTo>
                  <a:pt x="77338" y="5800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90C52-FE0E-4C3D-B880-5BF13862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66" y="1344450"/>
            <a:ext cx="1276167" cy="580070"/>
          </a:xfrm>
          <a:custGeom xmlns:a="http://schemas.openxmlformats.org/drawingml/2006/main">
            <a:pathLst>
              <a:path w="1276167" h="580070" fill="none">
                <a:moveTo>
                  <a:pt x="77338" y="580070"/>
                </a:moveTo>
                <a:lnTo>
                  <a:pt x="1198815" y="580070"/>
                </a:lnTo>
                <a:cubicBezTo>
                  <a:pt x="1241515" y="580070"/>
                  <a:pt x="1276167" y="545418"/>
                  <a:pt x="1276167" y="502718"/>
                </a:cubicBezTo>
                <a:lnTo>
                  <a:pt x="1276167" y="77352"/>
                </a:lnTo>
                <a:cubicBezTo>
                  <a:pt x="1276167" y="34651"/>
                  <a:pt x="1241515" y="0"/>
                  <a:pt x="1198815" y="0"/>
                </a:cubicBezTo>
                <a:lnTo>
                  <a:pt x="77338" y="0"/>
                </a:lnTo>
                <a:cubicBezTo>
                  <a:pt x="34624" y="0"/>
                  <a:pt x="0" y="34651"/>
                  <a:pt x="0" y="77352"/>
                </a:cubicBezTo>
                <a:lnTo>
                  <a:pt x="0" y="502718"/>
                </a:lnTo>
                <a:cubicBezTo>
                  <a:pt x="0" y="545418"/>
                  <a:pt x="34624" y="580070"/>
                  <a:pt x="77338" y="5800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custDash>
              <a:ds d="700000" sp="500000"/>
            </a:custDash>
            <a:round/>
          </a:ln>
        </p:spPr>
      </p:sp>
      <p:sp>
        <p:nvSpPr>
          <p:cNvPr id="11" name="Text Accounts">
            <a:extLst xmlns:a="http://schemas.openxmlformats.org/drawingml/2006/main">
              <a:ext uri="{FF2B5EF4-FFF2-40B4-BE49-F238E27FC236}">
                <a16:creationId xmlns:a16="http://schemas.microsoft.com/office/drawing/2014/main" id="{2CAF64FE-A14C-487D-88FA-B5DA80F7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44" y="1554037"/>
            <a:ext cx="811917" cy="148929"/>
          </a:xfrm>
          <a:custGeom xmlns:a="http://schemas.openxmlformats.org/drawingml/2006/main">
            <a:pathLst>
              <a:path w="811917" h="148929">
                <a:moveTo>
                  <a:pt x="150451" y="142613"/>
                </a:moveTo>
                <a:cubicBezTo>
                  <a:pt x="140653" y="141962"/>
                  <a:pt x="138477" y="139783"/>
                  <a:pt x="130856" y="123673"/>
                </a:cubicBezTo>
                <a:lnTo>
                  <a:pt x="76639" y="0"/>
                </a:lnTo>
                <a:lnTo>
                  <a:pt x="72287" y="0"/>
                </a:lnTo>
                <a:lnTo>
                  <a:pt x="26997" y="106905"/>
                </a:lnTo>
                <a:cubicBezTo>
                  <a:pt x="13063" y="138696"/>
                  <a:pt x="10449" y="142178"/>
                  <a:pt x="0" y="142613"/>
                </a:cubicBezTo>
                <a:lnTo>
                  <a:pt x="0" y="146750"/>
                </a:lnTo>
                <a:lnTo>
                  <a:pt x="43110" y="146750"/>
                </a:lnTo>
                <a:lnTo>
                  <a:pt x="43110" y="142613"/>
                </a:lnTo>
                <a:cubicBezTo>
                  <a:pt x="32658" y="142613"/>
                  <a:pt x="28303" y="140002"/>
                  <a:pt x="28303" y="133686"/>
                </a:cubicBezTo>
                <a:cubicBezTo>
                  <a:pt x="28303" y="131075"/>
                  <a:pt x="28957" y="128025"/>
                  <a:pt x="30047" y="125195"/>
                </a:cubicBezTo>
                <a:lnTo>
                  <a:pt x="40060" y="99722"/>
                </a:lnTo>
                <a:lnTo>
                  <a:pt x="97108" y="99722"/>
                </a:lnTo>
                <a:lnTo>
                  <a:pt x="106035" y="120623"/>
                </a:lnTo>
                <a:cubicBezTo>
                  <a:pt x="108646" y="126503"/>
                  <a:pt x="110171" y="132165"/>
                  <a:pt x="110171" y="135211"/>
                </a:cubicBezTo>
                <a:cubicBezTo>
                  <a:pt x="110171" y="140653"/>
                  <a:pt x="106470" y="142397"/>
                  <a:pt x="94928" y="142613"/>
                </a:cubicBezTo>
                <a:lnTo>
                  <a:pt x="94928" y="146750"/>
                </a:lnTo>
                <a:lnTo>
                  <a:pt x="150451" y="146750"/>
                </a:lnTo>
                <a:lnTo>
                  <a:pt x="150451" y="142613"/>
                </a:lnTo>
                <a:moveTo>
                  <a:pt x="43761" y="90795"/>
                </a:moveTo>
                <a:lnTo>
                  <a:pt x="68802" y="30917"/>
                </a:lnTo>
                <a:lnTo>
                  <a:pt x="94058" y="90795"/>
                </a:lnTo>
                <a:lnTo>
                  <a:pt x="43761" y="90795"/>
                </a:lnTo>
                <a:close/>
                <a:moveTo>
                  <a:pt x="240592" y="112786"/>
                </a:moveTo>
                <a:cubicBezTo>
                  <a:pt x="230140" y="128025"/>
                  <a:pt x="222302" y="133251"/>
                  <a:pt x="209890" y="133251"/>
                </a:cubicBezTo>
                <a:cubicBezTo>
                  <a:pt x="189860" y="133251"/>
                  <a:pt x="176142" y="115832"/>
                  <a:pt x="176142" y="90795"/>
                </a:cubicBezTo>
                <a:cubicBezTo>
                  <a:pt x="176142" y="68150"/>
                  <a:pt x="188119" y="52908"/>
                  <a:pt x="205754" y="52908"/>
                </a:cubicBezTo>
                <a:cubicBezTo>
                  <a:pt x="213591" y="52908"/>
                  <a:pt x="216422" y="55087"/>
                  <a:pt x="218601" y="63360"/>
                </a:cubicBezTo>
                <a:lnTo>
                  <a:pt x="219907" y="68150"/>
                </a:lnTo>
                <a:cubicBezTo>
                  <a:pt x="221648" y="74466"/>
                  <a:pt x="225568" y="78167"/>
                  <a:pt x="230359" y="78167"/>
                </a:cubicBezTo>
                <a:cubicBezTo>
                  <a:pt x="236020" y="78167"/>
                  <a:pt x="240592" y="74028"/>
                  <a:pt x="240592" y="69021"/>
                </a:cubicBezTo>
                <a:cubicBezTo>
                  <a:pt x="240592" y="56828"/>
                  <a:pt x="225349" y="46595"/>
                  <a:pt x="207059" y="46595"/>
                </a:cubicBezTo>
                <a:cubicBezTo>
                  <a:pt x="196392" y="46595"/>
                  <a:pt x="185288" y="50951"/>
                  <a:pt x="176361" y="58788"/>
                </a:cubicBezTo>
                <a:cubicBezTo>
                  <a:pt x="165474" y="68366"/>
                  <a:pt x="159378" y="83174"/>
                  <a:pt x="159378" y="100593"/>
                </a:cubicBezTo>
                <a:cubicBezTo>
                  <a:pt x="159378" y="128680"/>
                  <a:pt x="176577" y="148929"/>
                  <a:pt x="200747" y="148929"/>
                </a:cubicBezTo>
                <a:cubicBezTo>
                  <a:pt x="210545" y="148929"/>
                  <a:pt x="219252" y="145444"/>
                  <a:pt x="227093" y="138696"/>
                </a:cubicBezTo>
                <a:cubicBezTo>
                  <a:pt x="232970" y="133686"/>
                  <a:pt x="237106" y="127590"/>
                  <a:pt x="243638" y="114746"/>
                </a:cubicBezTo>
                <a:lnTo>
                  <a:pt x="240592" y="112786"/>
                </a:lnTo>
                <a:close/>
                <a:moveTo>
                  <a:pt x="337264" y="112786"/>
                </a:moveTo>
                <a:cubicBezTo>
                  <a:pt x="326812" y="128025"/>
                  <a:pt x="318975" y="133251"/>
                  <a:pt x="306563" y="133251"/>
                </a:cubicBezTo>
                <a:cubicBezTo>
                  <a:pt x="286532" y="133251"/>
                  <a:pt x="272815" y="115832"/>
                  <a:pt x="272815" y="90795"/>
                </a:cubicBezTo>
                <a:cubicBezTo>
                  <a:pt x="272815" y="68150"/>
                  <a:pt x="284791" y="52908"/>
                  <a:pt x="302426" y="52908"/>
                </a:cubicBezTo>
                <a:cubicBezTo>
                  <a:pt x="310264" y="52908"/>
                  <a:pt x="313094" y="55087"/>
                  <a:pt x="315274" y="63360"/>
                </a:cubicBezTo>
                <a:lnTo>
                  <a:pt x="316579" y="68150"/>
                </a:lnTo>
                <a:cubicBezTo>
                  <a:pt x="318320" y="74466"/>
                  <a:pt x="322241" y="78167"/>
                  <a:pt x="327031" y="78167"/>
                </a:cubicBezTo>
                <a:cubicBezTo>
                  <a:pt x="332692" y="78167"/>
                  <a:pt x="337264" y="74028"/>
                  <a:pt x="337264" y="69021"/>
                </a:cubicBezTo>
                <a:cubicBezTo>
                  <a:pt x="337264" y="56828"/>
                  <a:pt x="322021" y="46595"/>
                  <a:pt x="303732" y="46595"/>
                </a:cubicBezTo>
                <a:cubicBezTo>
                  <a:pt x="293064" y="46595"/>
                  <a:pt x="281961" y="50951"/>
                  <a:pt x="273034" y="58788"/>
                </a:cubicBezTo>
                <a:cubicBezTo>
                  <a:pt x="262147" y="68366"/>
                  <a:pt x="256050" y="83174"/>
                  <a:pt x="256050" y="100593"/>
                </a:cubicBezTo>
                <a:cubicBezTo>
                  <a:pt x="256050" y="128680"/>
                  <a:pt x="273250" y="148929"/>
                  <a:pt x="297420" y="148929"/>
                </a:cubicBezTo>
                <a:cubicBezTo>
                  <a:pt x="307217" y="148929"/>
                  <a:pt x="315925" y="145444"/>
                  <a:pt x="323765" y="138696"/>
                </a:cubicBezTo>
                <a:cubicBezTo>
                  <a:pt x="329643" y="133686"/>
                  <a:pt x="333779" y="127590"/>
                  <a:pt x="340311" y="114746"/>
                </a:cubicBezTo>
                <a:lnTo>
                  <a:pt x="337264" y="112786"/>
                </a:lnTo>
                <a:close/>
                <a:moveTo>
                  <a:pt x="403020" y="46595"/>
                </a:moveTo>
                <a:cubicBezTo>
                  <a:pt x="374495" y="46595"/>
                  <a:pt x="354900" y="67496"/>
                  <a:pt x="354900" y="97543"/>
                </a:cubicBezTo>
                <a:cubicBezTo>
                  <a:pt x="354900" y="127155"/>
                  <a:pt x="375149" y="148929"/>
                  <a:pt x="402581" y="148929"/>
                </a:cubicBezTo>
                <a:cubicBezTo>
                  <a:pt x="430017" y="148929"/>
                  <a:pt x="450918" y="126068"/>
                  <a:pt x="450918" y="95802"/>
                </a:cubicBezTo>
                <a:cubicBezTo>
                  <a:pt x="450918" y="67061"/>
                  <a:pt x="430887" y="46595"/>
                  <a:pt x="403020" y="46595"/>
                </a:cubicBezTo>
                <a:moveTo>
                  <a:pt x="400189" y="52692"/>
                </a:moveTo>
                <a:cubicBezTo>
                  <a:pt x="418479" y="52692"/>
                  <a:pt x="431323" y="73592"/>
                  <a:pt x="431323" y="103423"/>
                </a:cubicBezTo>
                <a:cubicBezTo>
                  <a:pt x="431323" y="128244"/>
                  <a:pt x="421525" y="142833"/>
                  <a:pt x="405196" y="142833"/>
                </a:cubicBezTo>
                <a:cubicBezTo>
                  <a:pt x="396704" y="142833"/>
                  <a:pt x="388648" y="137607"/>
                  <a:pt x="384076" y="128899"/>
                </a:cubicBezTo>
                <a:cubicBezTo>
                  <a:pt x="377980" y="117576"/>
                  <a:pt x="374495" y="102334"/>
                  <a:pt x="374495" y="86875"/>
                </a:cubicBezTo>
                <a:cubicBezTo>
                  <a:pt x="374495" y="66190"/>
                  <a:pt x="384511" y="52692"/>
                  <a:pt x="400189" y="52692"/>
                </a:cubicBezTo>
                <a:close/>
                <a:moveTo>
                  <a:pt x="560872" y="135866"/>
                </a:moveTo>
                <a:lnTo>
                  <a:pt x="559786" y="135866"/>
                </a:lnTo>
                <a:cubicBezTo>
                  <a:pt x="549114" y="135431"/>
                  <a:pt x="547593" y="133686"/>
                  <a:pt x="547374" y="123454"/>
                </a:cubicBezTo>
                <a:lnTo>
                  <a:pt x="547374" y="48771"/>
                </a:lnTo>
                <a:lnTo>
                  <a:pt x="512971" y="48771"/>
                </a:lnTo>
                <a:lnTo>
                  <a:pt x="512971" y="52473"/>
                </a:lnTo>
                <a:cubicBezTo>
                  <a:pt x="526473" y="53127"/>
                  <a:pt x="529084" y="55303"/>
                  <a:pt x="529084" y="66190"/>
                </a:cubicBezTo>
                <a:lnTo>
                  <a:pt x="529084" y="117357"/>
                </a:lnTo>
                <a:cubicBezTo>
                  <a:pt x="529084" y="123454"/>
                  <a:pt x="527995" y="126503"/>
                  <a:pt x="524948" y="128899"/>
                </a:cubicBezTo>
                <a:cubicBezTo>
                  <a:pt x="519068" y="133686"/>
                  <a:pt x="512320" y="136301"/>
                  <a:pt x="505788" y="136301"/>
                </a:cubicBezTo>
                <a:cubicBezTo>
                  <a:pt x="497296" y="136301"/>
                  <a:pt x="490330" y="128899"/>
                  <a:pt x="490330" y="119753"/>
                </a:cubicBezTo>
                <a:lnTo>
                  <a:pt x="490330" y="48771"/>
                </a:lnTo>
                <a:lnTo>
                  <a:pt x="458538" y="48771"/>
                </a:lnTo>
                <a:lnTo>
                  <a:pt x="458538" y="51821"/>
                </a:lnTo>
                <a:cubicBezTo>
                  <a:pt x="468774" y="52257"/>
                  <a:pt x="471821" y="55303"/>
                  <a:pt x="472040" y="65755"/>
                </a:cubicBezTo>
                <a:lnTo>
                  <a:pt x="472040" y="120623"/>
                </a:lnTo>
                <a:cubicBezTo>
                  <a:pt x="472040" y="137826"/>
                  <a:pt x="482489" y="148929"/>
                  <a:pt x="498383" y="148929"/>
                </a:cubicBezTo>
                <a:cubicBezTo>
                  <a:pt x="506439" y="148929"/>
                  <a:pt x="514931" y="145444"/>
                  <a:pt x="520812" y="139567"/>
                </a:cubicBezTo>
                <a:lnTo>
                  <a:pt x="530174" y="130205"/>
                </a:lnTo>
                <a:lnTo>
                  <a:pt x="530174" y="148275"/>
                </a:lnTo>
                <a:lnTo>
                  <a:pt x="531044" y="148710"/>
                </a:lnTo>
                <a:cubicBezTo>
                  <a:pt x="541932" y="144358"/>
                  <a:pt x="549769" y="141962"/>
                  <a:pt x="560872" y="138912"/>
                </a:cubicBezTo>
                <a:lnTo>
                  <a:pt x="560872" y="135866"/>
                </a:lnTo>
                <a:close/>
                <a:moveTo>
                  <a:pt x="570017" y="146750"/>
                </a:moveTo>
                <a:lnTo>
                  <a:pt x="616177" y="146750"/>
                </a:lnTo>
                <a:lnTo>
                  <a:pt x="616177" y="143484"/>
                </a:lnTo>
                <a:cubicBezTo>
                  <a:pt x="605290" y="142833"/>
                  <a:pt x="601805" y="140002"/>
                  <a:pt x="601805" y="132165"/>
                </a:cubicBezTo>
                <a:lnTo>
                  <a:pt x="601805" y="70981"/>
                </a:lnTo>
                <a:cubicBezTo>
                  <a:pt x="612257" y="61184"/>
                  <a:pt x="617048" y="58569"/>
                  <a:pt x="624234" y="58569"/>
                </a:cubicBezTo>
                <a:cubicBezTo>
                  <a:pt x="634902" y="58569"/>
                  <a:pt x="640128" y="65320"/>
                  <a:pt x="640128" y="79689"/>
                </a:cubicBezTo>
                <a:lnTo>
                  <a:pt x="640128" y="125195"/>
                </a:lnTo>
                <a:cubicBezTo>
                  <a:pt x="639693" y="139348"/>
                  <a:pt x="637078" y="142833"/>
                  <a:pt x="626410" y="143484"/>
                </a:cubicBezTo>
                <a:lnTo>
                  <a:pt x="626410" y="146750"/>
                </a:lnTo>
                <a:lnTo>
                  <a:pt x="671700" y="146750"/>
                </a:lnTo>
                <a:lnTo>
                  <a:pt x="671700" y="143484"/>
                </a:lnTo>
                <a:cubicBezTo>
                  <a:pt x="661028" y="142397"/>
                  <a:pt x="658633" y="139783"/>
                  <a:pt x="658417" y="129115"/>
                </a:cubicBezTo>
                <a:lnTo>
                  <a:pt x="658417" y="79254"/>
                </a:lnTo>
                <a:cubicBezTo>
                  <a:pt x="658417" y="58788"/>
                  <a:pt x="648836" y="46595"/>
                  <a:pt x="632726" y="46595"/>
                </a:cubicBezTo>
                <a:cubicBezTo>
                  <a:pt x="622709" y="46595"/>
                  <a:pt x="615958" y="50296"/>
                  <a:pt x="601154" y="64230"/>
                </a:cubicBezTo>
                <a:lnTo>
                  <a:pt x="601154" y="47031"/>
                </a:lnTo>
                <a:lnTo>
                  <a:pt x="599629" y="46595"/>
                </a:lnTo>
                <a:cubicBezTo>
                  <a:pt x="588306" y="50732"/>
                  <a:pt x="580904" y="53127"/>
                  <a:pt x="569582" y="56393"/>
                </a:cubicBezTo>
                <a:lnTo>
                  <a:pt x="569582" y="60094"/>
                </a:lnTo>
                <a:cubicBezTo>
                  <a:pt x="571107" y="59443"/>
                  <a:pt x="573067" y="59223"/>
                  <a:pt x="575462" y="59223"/>
                </a:cubicBezTo>
                <a:cubicBezTo>
                  <a:pt x="581559" y="59223"/>
                  <a:pt x="583516" y="62489"/>
                  <a:pt x="583516" y="73157"/>
                </a:cubicBezTo>
                <a:lnTo>
                  <a:pt x="583516" y="127155"/>
                </a:lnTo>
                <a:cubicBezTo>
                  <a:pt x="583300" y="140002"/>
                  <a:pt x="580904" y="142833"/>
                  <a:pt x="570017" y="143484"/>
                </a:cubicBezTo>
                <a:lnTo>
                  <a:pt x="570017" y="146750"/>
                </a:lnTo>
                <a:close/>
                <a:moveTo>
                  <a:pt x="731138" y="48771"/>
                </a:moveTo>
                <a:lnTo>
                  <a:pt x="709148" y="48771"/>
                </a:lnTo>
                <a:lnTo>
                  <a:pt x="709148" y="23515"/>
                </a:lnTo>
                <a:cubicBezTo>
                  <a:pt x="709148" y="21339"/>
                  <a:pt x="708712" y="20685"/>
                  <a:pt x="707623" y="20685"/>
                </a:cubicBezTo>
                <a:cubicBezTo>
                  <a:pt x="694994" y="38974"/>
                  <a:pt x="688463" y="46376"/>
                  <a:pt x="682150" y="50077"/>
                </a:cubicBezTo>
                <a:cubicBezTo>
                  <a:pt x="679755" y="51602"/>
                  <a:pt x="678446" y="52908"/>
                  <a:pt x="678446" y="54217"/>
                </a:cubicBezTo>
                <a:cubicBezTo>
                  <a:pt x="678446" y="54868"/>
                  <a:pt x="678665" y="55303"/>
                  <a:pt x="679320" y="55738"/>
                </a:cubicBezTo>
                <a:lnTo>
                  <a:pt x="690858" y="55738"/>
                </a:lnTo>
                <a:lnTo>
                  <a:pt x="690858" y="121278"/>
                </a:lnTo>
                <a:cubicBezTo>
                  <a:pt x="690858" y="139567"/>
                  <a:pt x="697390" y="148929"/>
                  <a:pt x="710237" y="148929"/>
                </a:cubicBezTo>
                <a:cubicBezTo>
                  <a:pt x="720905" y="148929"/>
                  <a:pt x="729178" y="143703"/>
                  <a:pt x="736364" y="132381"/>
                </a:cubicBezTo>
                <a:lnTo>
                  <a:pt x="733533" y="129985"/>
                </a:lnTo>
                <a:cubicBezTo>
                  <a:pt x="728742" y="135646"/>
                  <a:pt x="725261" y="137607"/>
                  <a:pt x="720470" y="137607"/>
                </a:cubicBezTo>
                <a:cubicBezTo>
                  <a:pt x="712413" y="137607"/>
                  <a:pt x="709148" y="131729"/>
                  <a:pt x="709148" y="118012"/>
                </a:cubicBezTo>
                <a:lnTo>
                  <a:pt x="709148" y="55738"/>
                </a:lnTo>
                <a:lnTo>
                  <a:pt x="731138" y="55738"/>
                </a:lnTo>
                <a:lnTo>
                  <a:pt x="731138" y="48771"/>
                </a:lnTo>
                <a:close/>
                <a:moveTo>
                  <a:pt x="804730" y="78383"/>
                </a:moveTo>
                <a:lnTo>
                  <a:pt x="803860" y="48556"/>
                </a:lnTo>
                <a:lnTo>
                  <a:pt x="801465" y="48556"/>
                </a:lnTo>
                <a:cubicBezTo>
                  <a:pt x="800378" y="50296"/>
                  <a:pt x="799288" y="50951"/>
                  <a:pt x="797983" y="50951"/>
                </a:cubicBezTo>
                <a:cubicBezTo>
                  <a:pt x="796677" y="50951"/>
                  <a:pt x="794498" y="50516"/>
                  <a:pt x="792102" y="49426"/>
                </a:cubicBezTo>
                <a:cubicBezTo>
                  <a:pt x="787096" y="47685"/>
                  <a:pt x="782089" y="46595"/>
                  <a:pt x="776863" y="46595"/>
                </a:cubicBezTo>
                <a:cubicBezTo>
                  <a:pt x="759660" y="46595"/>
                  <a:pt x="747251" y="57918"/>
                  <a:pt x="747251" y="73592"/>
                </a:cubicBezTo>
                <a:cubicBezTo>
                  <a:pt x="747251" y="85785"/>
                  <a:pt x="754218" y="94496"/>
                  <a:pt x="772727" y="104948"/>
                </a:cubicBezTo>
                <a:lnTo>
                  <a:pt x="785355" y="112131"/>
                </a:lnTo>
                <a:cubicBezTo>
                  <a:pt x="792973" y="116487"/>
                  <a:pt x="796677" y="121713"/>
                  <a:pt x="796677" y="128460"/>
                </a:cubicBezTo>
                <a:cubicBezTo>
                  <a:pt x="796677" y="138042"/>
                  <a:pt x="789707" y="144138"/>
                  <a:pt x="778604" y="144138"/>
                </a:cubicBezTo>
                <a:cubicBezTo>
                  <a:pt x="763580" y="144138"/>
                  <a:pt x="755959" y="135866"/>
                  <a:pt x="750952" y="113656"/>
                </a:cubicBezTo>
                <a:lnTo>
                  <a:pt x="747467" y="113656"/>
                </a:lnTo>
                <a:lnTo>
                  <a:pt x="747467" y="147623"/>
                </a:lnTo>
                <a:lnTo>
                  <a:pt x="750298" y="147623"/>
                </a:lnTo>
                <a:cubicBezTo>
                  <a:pt x="751823" y="145444"/>
                  <a:pt x="752693" y="145009"/>
                  <a:pt x="755308" y="145009"/>
                </a:cubicBezTo>
                <a:cubicBezTo>
                  <a:pt x="757703" y="145009"/>
                  <a:pt x="760314" y="145444"/>
                  <a:pt x="765321" y="146750"/>
                </a:cubicBezTo>
                <a:cubicBezTo>
                  <a:pt x="771202" y="148059"/>
                  <a:pt x="776863" y="148929"/>
                  <a:pt x="781215" y="148929"/>
                </a:cubicBezTo>
                <a:cubicBezTo>
                  <a:pt x="798199" y="148929"/>
                  <a:pt x="811917" y="136301"/>
                  <a:pt x="811917" y="121058"/>
                </a:cubicBezTo>
                <a:cubicBezTo>
                  <a:pt x="811917" y="110171"/>
                  <a:pt x="806691" y="102988"/>
                  <a:pt x="793627" y="95148"/>
                </a:cubicBezTo>
                <a:lnTo>
                  <a:pt x="770112" y="81214"/>
                </a:lnTo>
                <a:cubicBezTo>
                  <a:pt x="764016" y="77513"/>
                  <a:pt x="760750" y="72287"/>
                  <a:pt x="760750" y="66410"/>
                </a:cubicBezTo>
                <a:cubicBezTo>
                  <a:pt x="760750" y="57483"/>
                  <a:pt x="767501" y="51602"/>
                  <a:pt x="777514" y="51602"/>
                </a:cubicBezTo>
                <a:cubicBezTo>
                  <a:pt x="789926" y="51602"/>
                  <a:pt x="796458" y="58788"/>
                  <a:pt x="801465" y="78383"/>
                </a:cubicBezTo>
                <a:lnTo>
                  <a:pt x="804730" y="78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nput">
            <a:extLst xmlns:a="http://schemas.openxmlformats.org/drawingml/2006/main">
              <a:ext uri="{FF2B5EF4-FFF2-40B4-BE49-F238E27FC236}">
                <a16:creationId xmlns:a16="http://schemas.microsoft.com/office/drawing/2014/main" id="{91DF8E39-D2E8-4AD3-B094-530CEE0F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4" y="135262"/>
            <a:ext cx="455929" cy="191385"/>
          </a:xfrm>
          <a:custGeom xmlns:a="http://schemas.openxmlformats.org/drawingml/2006/main">
            <a:pathLst>
              <a:path w="455929" h="191385">
                <a:moveTo>
                  <a:pt x="0" y="144135"/>
                </a:moveTo>
                <a:lnTo>
                  <a:pt x="64665" y="144135"/>
                </a:lnTo>
                <a:lnTo>
                  <a:pt x="64665" y="139999"/>
                </a:lnTo>
                <a:cubicBezTo>
                  <a:pt x="46811" y="139563"/>
                  <a:pt x="43765" y="136517"/>
                  <a:pt x="43330" y="120404"/>
                </a:cubicBezTo>
                <a:lnTo>
                  <a:pt x="43330" y="23731"/>
                </a:lnTo>
                <a:cubicBezTo>
                  <a:pt x="43765" y="7402"/>
                  <a:pt x="46595" y="4787"/>
                  <a:pt x="64665" y="4136"/>
                </a:cubicBezTo>
                <a:lnTo>
                  <a:pt x="64665" y="0"/>
                </a:lnTo>
                <a:lnTo>
                  <a:pt x="0" y="0"/>
                </a:lnTo>
                <a:lnTo>
                  <a:pt x="0" y="4136"/>
                </a:lnTo>
                <a:cubicBezTo>
                  <a:pt x="18509" y="5223"/>
                  <a:pt x="20904" y="7402"/>
                  <a:pt x="21120" y="23731"/>
                </a:cubicBezTo>
                <a:lnTo>
                  <a:pt x="21120" y="120404"/>
                </a:lnTo>
                <a:cubicBezTo>
                  <a:pt x="20904" y="136952"/>
                  <a:pt x="18289" y="139348"/>
                  <a:pt x="0" y="139999"/>
                </a:cubicBezTo>
                <a:lnTo>
                  <a:pt x="0" y="144135"/>
                </a:lnTo>
                <a:close/>
                <a:moveTo>
                  <a:pt x="72504" y="144135"/>
                </a:moveTo>
                <a:lnTo>
                  <a:pt x="118664" y="144135"/>
                </a:lnTo>
                <a:lnTo>
                  <a:pt x="118664" y="140869"/>
                </a:lnTo>
                <a:cubicBezTo>
                  <a:pt x="107777" y="140218"/>
                  <a:pt x="104292" y="137387"/>
                  <a:pt x="104292" y="129550"/>
                </a:cubicBezTo>
                <a:lnTo>
                  <a:pt x="104292" y="68366"/>
                </a:lnTo>
                <a:cubicBezTo>
                  <a:pt x="114744" y="58569"/>
                  <a:pt x="119535" y="55954"/>
                  <a:pt x="126721" y="55954"/>
                </a:cubicBezTo>
                <a:cubicBezTo>
                  <a:pt x="137389" y="55954"/>
                  <a:pt x="142615" y="62705"/>
                  <a:pt x="142615" y="77074"/>
                </a:cubicBezTo>
                <a:lnTo>
                  <a:pt x="142615" y="122580"/>
                </a:lnTo>
                <a:cubicBezTo>
                  <a:pt x="142180" y="136733"/>
                  <a:pt x="139565" y="140218"/>
                  <a:pt x="128897" y="140869"/>
                </a:cubicBezTo>
                <a:lnTo>
                  <a:pt x="128897" y="144135"/>
                </a:lnTo>
                <a:lnTo>
                  <a:pt x="174187" y="144135"/>
                </a:lnTo>
                <a:lnTo>
                  <a:pt x="174187" y="140869"/>
                </a:lnTo>
                <a:cubicBezTo>
                  <a:pt x="163516" y="139783"/>
                  <a:pt x="161120" y="137168"/>
                  <a:pt x="160904" y="126500"/>
                </a:cubicBezTo>
                <a:lnTo>
                  <a:pt x="160904" y="76639"/>
                </a:lnTo>
                <a:cubicBezTo>
                  <a:pt x="160904" y="56174"/>
                  <a:pt x="151323" y="43981"/>
                  <a:pt x="135213" y="43981"/>
                </a:cubicBezTo>
                <a:cubicBezTo>
                  <a:pt x="125196" y="43981"/>
                  <a:pt x="118445" y="47682"/>
                  <a:pt x="103641" y="61616"/>
                </a:cubicBezTo>
                <a:lnTo>
                  <a:pt x="103641" y="44416"/>
                </a:lnTo>
                <a:lnTo>
                  <a:pt x="102116" y="43981"/>
                </a:lnTo>
                <a:cubicBezTo>
                  <a:pt x="90794" y="48117"/>
                  <a:pt x="83392" y="50512"/>
                  <a:pt x="72069" y="53778"/>
                </a:cubicBezTo>
                <a:lnTo>
                  <a:pt x="72069" y="57479"/>
                </a:lnTo>
                <a:cubicBezTo>
                  <a:pt x="73594" y="56828"/>
                  <a:pt x="75554" y="56609"/>
                  <a:pt x="77950" y="56609"/>
                </a:cubicBezTo>
                <a:cubicBezTo>
                  <a:pt x="84046" y="56609"/>
                  <a:pt x="86003" y="59875"/>
                  <a:pt x="86003" y="70543"/>
                </a:cubicBezTo>
                <a:lnTo>
                  <a:pt x="86003" y="124540"/>
                </a:lnTo>
                <a:cubicBezTo>
                  <a:pt x="85787" y="137387"/>
                  <a:pt x="83392" y="140218"/>
                  <a:pt x="72504" y="140869"/>
                </a:cubicBezTo>
                <a:lnTo>
                  <a:pt x="72504" y="144135"/>
                </a:lnTo>
                <a:close/>
                <a:moveTo>
                  <a:pt x="178539" y="191385"/>
                </a:moveTo>
                <a:lnTo>
                  <a:pt x="231231" y="191385"/>
                </a:lnTo>
                <a:lnTo>
                  <a:pt x="231231" y="187465"/>
                </a:lnTo>
                <a:cubicBezTo>
                  <a:pt x="214902" y="187249"/>
                  <a:pt x="212287" y="185069"/>
                  <a:pt x="212071" y="171135"/>
                </a:cubicBezTo>
                <a:lnTo>
                  <a:pt x="212071" y="136952"/>
                </a:lnTo>
                <a:cubicBezTo>
                  <a:pt x="219908" y="144135"/>
                  <a:pt x="224915" y="146314"/>
                  <a:pt x="234061" y="146314"/>
                </a:cubicBezTo>
                <a:cubicBezTo>
                  <a:pt x="259972" y="146314"/>
                  <a:pt x="279783" y="121929"/>
                  <a:pt x="279783" y="90357"/>
                </a:cubicBezTo>
                <a:cubicBezTo>
                  <a:pt x="279783" y="63360"/>
                  <a:pt x="264544" y="43981"/>
                  <a:pt x="243424" y="43981"/>
                </a:cubicBezTo>
                <a:cubicBezTo>
                  <a:pt x="231231" y="43981"/>
                  <a:pt x="221649" y="49207"/>
                  <a:pt x="212071" y="61180"/>
                </a:cubicBezTo>
                <a:lnTo>
                  <a:pt x="212071" y="44416"/>
                </a:lnTo>
                <a:lnTo>
                  <a:pt x="210765" y="43981"/>
                </a:lnTo>
                <a:cubicBezTo>
                  <a:pt x="199008" y="48552"/>
                  <a:pt x="191386" y="51383"/>
                  <a:pt x="179410" y="55084"/>
                </a:cubicBezTo>
                <a:lnTo>
                  <a:pt x="179410" y="58569"/>
                </a:lnTo>
                <a:cubicBezTo>
                  <a:pt x="181370" y="58350"/>
                  <a:pt x="182675" y="58350"/>
                  <a:pt x="184855" y="58350"/>
                </a:cubicBezTo>
                <a:cubicBezTo>
                  <a:pt x="192257" y="58350"/>
                  <a:pt x="193782" y="60529"/>
                  <a:pt x="193782" y="70762"/>
                </a:cubicBezTo>
                <a:lnTo>
                  <a:pt x="193782" y="172660"/>
                </a:lnTo>
                <a:cubicBezTo>
                  <a:pt x="193782" y="184199"/>
                  <a:pt x="191386" y="186378"/>
                  <a:pt x="178539" y="187684"/>
                </a:cubicBezTo>
                <a:lnTo>
                  <a:pt x="178539" y="191385"/>
                </a:lnTo>
                <a:moveTo>
                  <a:pt x="212071" y="71413"/>
                </a:moveTo>
                <a:cubicBezTo>
                  <a:pt x="212071" y="64881"/>
                  <a:pt x="224264" y="57044"/>
                  <a:pt x="234277" y="57044"/>
                </a:cubicBezTo>
                <a:cubicBezTo>
                  <a:pt x="250391" y="57044"/>
                  <a:pt x="261059" y="73592"/>
                  <a:pt x="261059" y="99068"/>
                </a:cubicBezTo>
                <a:cubicBezTo>
                  <a:pt x="261059" y="123015"/>
                  <a:pt x="250391" y="139348"/>
                  <a:pt x="234716" y="139348"/>
                </a:cubicBezTo>
                <a:cubicBezTo>
                  <a:pt x="224480" y="139348"/>
                  <a:pt x="212071" y="131507"/>
                  <a:pt x="212071" y="124975"/>
                </a:cubicBezTo>
                <a:lnTo>
                  <a:pt x="212071" y="71413"/>
                </a:lnTo>
                <a:close/>
                <a:moveTo>
                  <a:pt x="391480" y="133251"/>
                </a:moveTo>
                <a:lnTo>
                  <a:pt x="390393" y="133251"/>
                </a:lnTo>
                <a:cubicBezTo>
                  <a:pt x="379722" y="132816"/>
                  <a:pt x="378200" y="131072"/>
                  <a:pt x="377981" y="120839"/>
                </a:cubicBezTo>
                <a:lnTo>
                  <a:pt x="377981" y="46157"/>
                </a:lnTo>
                <a:lnTo>
                  <a:pt x="343579" y="46157"/>
                </a:lnTo>
                <a:lnTo>
                  <a:pt x="343579" y="49858"/>
                </a:lnTo>
                <a:cubicBezTo>
                  <a:pt x="357080" y="50512"/>
                  <a:pt x="359692" y="52688"/>
                  <a:pt x="359692" y="63576"/>
                </a:cubicBezTo>
                <a:lnTo>
                  <a:pt x="359692" y="114743"/>
                </a:lnTo>
                <a:cubicBezTo>
                  <a:pt x="359692" y="120839"/>
                  <a:pt x="358602" y="123889"/>
                  <a:pt x="355555" y="126284"/>
                </a:cubicBezTo>
                <a:cubicBezTo>
                  <a:pt x="349675" y="131072"/>
                  <a:pt x="342927" y="133686"/>
                  <a:pt x="336396" y="133686"/>
                </a:cubicBezTo>
                <a:cubicBezTo>
                  <a:pt x="327904" y="133686"/>
                  <a:pt x="320937" y="126284"/>
                  <a:pt x="320937" y="117138"/>
                </a:cubicBezTo>
                <a:lnTo>
                  <a:pt x="320937" y="46157"/>
                </a:lnTo>
                <a:lnTo>
                  <a:pt x="289146" y="46157"/>
                </a:lnTo>
                <a:lnTo>
                  <a:pt x="289146" y="49207"/>
                </a:lnTo>
                <a:cubicBezTo>
                  <a:pt x="299382" y="49642"/>
                  <a:pt x="302428" y="52688"/>
                  <a:pt x="302648" y="63140"/>
                </a:cubicBezTo>
                <a:lnTo>
                  <a:pt x="302648" y="118008"/>
                </a:lnTo>
                <a:cubicBezTo>
                  <a:pt x="302648" y="135211"/>
                  <a:pt x="313096" y="146314"/>
                  <a:pt x="328990" y="146314"/>
                </a:cubicBezTo>
                <a:cubicBezTo>
                  <a:pt x="337047" y="146314"/>
                  <a:pt x="345539" y="142829"/>
                  <a:pt x="351419" y="136952"/>
                </a:cubicBezTo>
                <a:lnTo>
                  <a:pt x="360781" y="127590"/>
                </a:lnTo>
                <a:lnTo>
                  <a:pt x="360781" y="145660"/>
                </a:lnTo>
                <a:lnTo>
                  <a:pt x="361652" y="146095"/>
                </a:lnTo>
                <a:cubicBezTo>
                  <a:pt x="372539" y="141743"/>
                  <a:pt x="380376" y="139348"/>
                  <a:pt x="391480" y="136298"/>
                </a:cubicBezTo>
                <a:lnTo>
                  <a:pt x="391480" y="133251"/>
                </a:lnTo>
                <a:close/>
                <a:moveTo>
                  <a:pt x="450703" y="46157"/>
                </a:moveTo>
                <a:lnTo>
                  <a:pt x="428712" y="46157"/>
                </a:lnTo>
                <a:lnTo>
                  <a:pt x="428712" y="20901"/>
                </a:lnTo>
                <a:cubicBezTo>
                  <a:pt x="428712" y="18725"/>
                  <a:pt x="428277" y="18070"/>
                  <a:pt x="427187" y="18070"/>
                </a:cubicBezTo>
                <a:cubicBezTo>
                  <a:pt x="414559" y="36359"/>
                  <a:pt x="408028" y="43761"/>
                  <a:pt x="401715" y="47462"/>
                </a:cubicBezTo>
                <a:cubicBezTo>
                  <a:pt x="399320" y="48987"/>
                  <a:pt x="398011" y="50293"/>
                  <a:pt x="398011" y="51602"/>
                </a:cubicBezTo>
                <a:cubicBezTo>
                  <a:pt x="398011" y="52253"/>
                  <a:pt x="398230" y="52688"/>
                  <a:pt x="398885" y="53124"/>
                </a:cubicBezTo>
                <a:lnTo>
                  <a:pt x="410423" y="53124"/>
                </a:lnTo>
                <a:lnTo>
                  <a:pt x="410423" y="118663"/>
                </a:lnTo>
                <a:cubicBezTo>
                  <a:pt x="410423" y="136952"/>
                  <a:pt x="416955" y="146314"/>
                  <a:pt x="429802" y="146314"/>
                </a:cubicBezTo>
                <a:cubicBezTo>
                  <a:pt x="440470" y="146314"/>
                  <a:pt x="448742" y="141088"/>
                  <a:pt x="455929" y="129766"/>
                </a:cubicBezTo>
                <a:lnTo>
                  <a:pt x="453098" y="127371"/>
                </a:lnTo>
                <a:cubicBezTo>
                  <a:pt x="448307" y="133032"/>
                  <a:pt x="444825" y="134992"/>
                  <a:pt x="440035" y="134992"/>
                </a:cubicBezTo>
                <a:cubicBezTo>
                  <a:pt x="431978" y="134992"/>
                  <a:pt x="428712" y="129115"/>
                  <a:pt x="428712" y="115397"/>
                </a:cubicBezTo>
                <a:lnTo>
                  <a:pt x="428712" y="53124"/>
                </a:lnTo>
                <a:lnTo>
                  <a:pt x="450703" y="53124"/>
                </a:lnTo>
                <a:lnTo>
                  <a:pt x="450703" y="461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Output">
            <a:extLst xmlns:a="http://schemas.openxmlformats.org/drawingml/2006/main">
              <a:ext uri="{FF2B5EF4-FFF2-40B4-BE49-F238E27FC236}">
                <a16:creationId xmlns:a16="http://schemas.microsoft.com/office/drawing/2014/main" id="{1F00A753-329D-4CA8-9918-4E2AD4F2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53" y="2211350"/>
            <a:ext cx="600283" cy="194435"/>
          </a:xfrm>
          <a:custGeom xmlns:a="http://schemas.openxmlformats.org/drawingml/2006/main">
            <a:pathLst>
              <a:path w="600283" h="194435">
                <a:moveTo>
                  <a:pt x="71197" y="0"/>
                </a:moveTo>
                <a:cubicBezTo>
                  <a:pt x="29612" y="0"/>
                  <a:pt x="0" y="31137"/>
                  <a:pt x="0" y="75117"/>
                </a:cubicBezTo>
                <a:cubicBezTo>
                  <a:pt x="0" y="95583"/>
                  <a:pt x="6967" y="115616"/>
                  <a:pt x="18725" y="128025"/>
                </a:cubicBezTo>
                <a:cubicBezTo>
                  <a:pt x="31353" y="141743"/>
                  <a:pt x="50732" y="150235"/>
                  <a:pt x="69891" y="150235"/>
                </a:cubicBezTo>
                <a:cubicBezTo>
                  <a:pt x="112782" y="150235"/>
                  <a:pt x="142394" y="119969"/>
                  <a:pt x="142394" y="75988"/>
                </a:cubicBezTo>
                <a:cubicBezTo>
                  <a:pt x="142394" y="54433"/>
                  <a:pt x="136082" y="35708"/>
                  <a:pt x="124105" y="22861"/>
                </a:cubicBezTo>
                <a:cubicBezTo>
                  <a:pt x="110390" y="7837"/>
                  <a:pt x="92101" y="0"/>
                  <a:pt x="71197" y="0"/>
                </a:cubicBezTo>
                <a:moveTo>
                  <a:pt x="71197" y="7837"/>
                </a:moveTo>
                <a:cubicBezTo>
                  <a:pt x="81214" y="7837"/>
                  <a:pt x="91227" y="11758"/>
                  <a:pt x="99068" y="18725"/>
                </a:cubicBezTo>
                <a:cubicBezTo>
                  <a:pt x="110826" y="29392"/>
                  <a:pt x="117573" y="49861"/>
                  <a:pt x="117573" y="75772"/>
                </a:cubicBezTo>
                <a:cubicBezTo>
                  <a:pt x="117573" y="88616"/>
                  <a:pt x="114962" y="103639"/>
                  <a:pt x="110390" y="114962"/>
                </a:cubicBezTo>
                <a:cubicBezTo>
                  <a:pt x="108430" y="120407"/>
                  <a:pt x="104729" y="125849"/>
                  <a:pt x="99719" y="130856"/>
                </a:cubicBezTo>
                <a:cubicBezTo>
                  <a:pt x="92101" y="138477"/>
                  <a:pt x="82300" y="142397"/>
                  <a:pt x="70762" y="142397"/>
                </a:cubicBezTo>
                <a:cubicBezTo>
                  <a:pt x="60745" y="142397"/>
                  <a:pt x="50948" y="138477"/>
                  <a:pt x="43110" y="131726"/>
                </a:cubicBezTo>
                <a:cubicBezTo>
                  <a:pt x="32007" y="121713"/>
                  <a:pt x="24821" y="99722"/>
                  <a:pt x="24821" y="75553"/>
                </a:cubicBezTo>
                <a:cubicBezTo>
                  <a:pt x="24821" y="53343"/>
                  <a:pt x="30917" y="32223"/>
                  <a:pt x="40060" y="21990"/>
                </a:cubicBezTo>
                <a:cubicBezTo>
                  <a:pt x="48552" y="12628"/>
                  <a:pt x="59223" y="7837"/>
                  <a:pt x="71197" y="7837"/>
                </a:cubicBezTo>
                <a:close/>
                <a:moveTo>
                  <a:pt x="254090" y="136301"/>
                </a:moveTo>
                <a:lnTo>
                  <a:pt x="253004" y="136301"/>
                </a:lnTo>
                <a:cubicBezTo>
                  <a:pt x="242332" y="135866"/>
                  <a:pt x="240811" y="134122"/>
                  <a:pt x="240592" y="123889"/>
                </a:cubicBezTo>
                <a:lnTo>
                  <a:pt x="240592" y="49207"/>
                </a:lnTo>
                <a:lnTo>
                  <a:pt x="206189" y="49207"/>
                </a:lnTo>
                <a:lnTo>
                  <a:pt x="206189" y="52908"/>
                </a:lnTo>
                <a:cubicBezTo>
                  <a:pt x="219691" y="53562"/>
                  <a:pt x="222302" y="55738"/>
                  <a:pt x="222302" y="66626"/>
                </a:cubicBezTo>
                <a:lnTo>
                  <a:pt x="222302" y="117792"/>
                </a:lnTo>
                <a:cubicBezTo>
                  <a:pt x="222302" y="123889"/>
                  <a:pt x="221212" y="126939"/>
                  <a:pt x="218166" y="129334"/>
                </a:cubicBezTo>
                <a:cubicBezTo>
                  <a:pt x="212285" y="134122"/>
                  <a:pt x="205538" y="136736"/>
                  <a:pt x="199006" y="136736"/>
                </a:cubicBezTo>
                <a:cubicBezTo>
                  <a:pt x="190514" y="136736"/>
                  <a:pt x="183547" y="129334"/>
                  <a:pt x="183547" y="120188"/>
                </a:cubicBezTo>
                <a:lnTo>
                  <a:pt x="183547" y="49207"/>
                </a:lnTo>
                <a:lnTo>
                  <a:pt x="151756" y="49207"/>
                </a:lnTo>
                <a:lnTo>
                  <a:pt x="151756" y="52257"/>
                </a:lnTo>
                <a:cubicBezTo>
                  <a:pt x="161992" y="52692"/>
                  <a:pt x="165039" y="55738"/>
                  <a:pt x="165258" y="66190"/>
                </a:cubicBezTo>
                <a:lnTo>
                  <a:pt x="165258" y="121058"/>
                </a:lnTo>
                <a:cubicBezTo>
                  <a:pt x="165258" y="138261"/>
                  <a:pt x="175707" y="149364"/>
                  <a:pt x="191601" y="149364"/>
                </a:cubicBezTo>
                <a:cubicBezTo>
                  <a:pt x="199657" y="149364"/>
                  <a:pt x="208149" y="145879"/>
                  <a:pt x="214030" y="140002"/>
                </a:cubicBezTo>
                <a:lnTo>
                  <a:pt x="223392" y="130640"/>
                </a:lnTo>
                <a:lnTo>
                  <a:pt x="223392" y="148710"/>
                </a:lnTo>
                <a:lnTo>
                  <a:pt x="224262" y="149145"/>
                </a:lnTo>
                <a:cubicBezTo>
                  <a:pt x="235150" y="144793"/>
                  <a:pt x="242987" y="142397"/>
                  <a:pt x="254090" y="139348"/>
                </a:cubicBezTo>
                <a:lnTo>
                  <a:pt x="254090" y="136301"/>
                </a:lnTo>
                <a:close/>
                <a:moveTo>
                  <a:pt x="315490" y="49207"/>
                </a:moveTo>
                <a:lnTo>
                  <a:pt x="293500" y="49207"/>
                </a:lnTo>
                <a:lnTo>
                  <a:pt x="293500" y="23951"/>
                </a:lnTo>
                <a:cubicBezTo>
                  <a:pt x="293500" y="21774"/>
                  <a:pt x="293065" y="21120"/>
                  <a:pt x="291975" y="21120"/>
                </a:cubicBezTo>
                <a:cubicBezTo>
                  <a:pt x="279347" y="39409"/>
                  <a:pt x="272815" y="46811"/>
                  <a:pt x="266503" y="50512"/>
                </a:cubicBezTo>
                <a:cubicBezTo>
                  <a:pt x="264108" y="52037"/>
                  <a:pt x="262799" y="53343"/>
                  <a:pt x="262799" y="54652"/>
                </a:cubicBezTo>
                <a:cubicBezTo>
                  <a:pt x="262799" y="55303"/>
                  <a:pt x="263018" y="55738"/>
                  <a:pt x="263672" y="56174"/>
                </a:cubicBezTo>
                <a:lnTo>
                  <a:pt x="275211" y="56174"/>
                </a:lnTo>
                <a:lnTo>
                  <a:pt x="275211" y="121713"/>
                </a:lnTo>
                <a:cubicBezTo>
                  <a:pt x="275211" y="140002"/>
                  <a:pt x="281742" y="149364"/>
                  <a:pt x="294590" y="149364"/>
                </a:cubicBezTo>
                <a:cubicBezTo>
                  <a:pt x="305258" y="149364"/>
                  <a:pt x="313530" y="144138"/>
                  <a:pt x="320716" y="132816"/>
                </a:cubicBezTo>
                <a:lnTo>
                  <a:pt x="317886" y="130420"/>
                </a:lnTo>
                <a:cubicBezTo>
                  <a:pt x="313095" y="136082"/>
                  <a:pt x="309613" y="138042"/>
                  <a:pt x="304822" y="138042"/>
                </a:cubicBezTo>
                <a:cubicBezTo>
                  <a:pt x="296766" y="138042"/>
                  <a:pt x="293500" y="132165"/>
                  <a:pt x="293500" y="118447"/>
                </a:cubicBezTo>
                <a:lnTo>
                  <a:pt x="293500" y="56174"/>
                </a:lnTo>
                <a:lnTo>
                  <a:pt x="315490" y="56174"/>
                </a:lnTo>
                <a:lnTo>
                  <a:pt x="315490" y="49207"/>
                </a:lnTo>
                <a:close/>
                <a:moveTo>
                  <a:pt x="321587" y="194435"/>
                </a:moveTo>
                <a:lnTo>
                  <a:pt x="374279" y="194435"/>
                </a:lnTo>
                <a:lnTo>
                  <a:pt x="374279" y="190514"/>
                </a:lnTo>
                <a:cubicBezTo>
                  <a:pt x="357950" y="190298"/>
                  <a:pt x="355335" y="188119"/>
                  <a:pt x="355119" y="174185"/>
                </a:cubicBezTo>
                <a:lnTo>
                  <a:pt x="355119" y="140002"/>
                </a:lnTo>
                <a:cubicBezTo>
                  <a:pt x="362956" y="147185"/>
                  <a:pt x="367963" y="149364"/>
                  <a:pt x="377109" y="149364"/>
                </a:cubicBezTo>
                <a:cubicBezTo>
                  <a:pt x="403020" y="149364"/>
                  <a:pt x="422831" y="124979"/>
                  <a:pt x="422831" y="93407"/>
                </a:cubicBezTo>
                <a:cubicBezTo>
                  <a:pt x="422831" y="66410"/>
                  <a:pt x="407591" y="47031"/>
                  <a:pt x="386472" y="47031"/>
                </a:cubicBezTo>
                <a:cubicBezTo>
                  <a:pt x="374279" y="47031"/>
                  <a:pt x="364697" y="52257"/>
                  <a:pt x="355119" y="64230"/>
                </a:cubicBezTo>
                <a:lnTo>
                  <a:pt x="355119" y="47466"/>
                </a:lnTo>
                <a:lnTo>
                  <a:pt x="353813" y="47031"/>
                </a:lnTo>
                <a:cubicBezTo>
                  <a:pt x="342056" y="51602"/>
                  <a:pt x="334434" y="54433"/>
                  <a:pt x="322457" y="58134"/>
                </a:cubicBezTo>
                <a:lnTo>
                  <a:pt x="322457" y="61619"/>
                </a:lnTo>
                <a:cubicBezTo>
                  <a:pt x="324417" y="61400"/>
                  <a:pt x="325723" y="61400"/>
                  <a:pt x="327903" y="61400"/>
                </a:cubicBezTo>
                <a:cubicBezTo>
                  <a:pt x="335305" y="61400"/>
                  <a:pt x="336830" y="63579"/>
                  <a:pt x="336830" y="73812"/>
                </a:cubicBezTo>
                <a:lnTo>
                  <a:pt x="336830" y="175710"/>
                </a:lnTo>
                <a:cubicBezTo>
                  <a:pt x="336830" y="187249"/>
                  <a:pt x="334434" y="189428"/>
                  <a:pt x="321587" y="190734"/>
                </a:cubicBezTo>
                <a:lnTo>
                  <a:pt x="321587" y="194435"/>
                </a:lnTo>
                <a:moveTo>
                  <a:pt x="355119" y="74463"/>
                </a:moveTo>
                <a:cubicBezTo>
                  <a:pt x="355119" y="67931"/>
                  <a:pt x="367312" y="60094"/>
                  <a:pt x="377325" y="60094"/>
                </a:cubicBezTo>
                <a:cubicBezTo>
                  <a:pt x="393438" y="60094"/>
                  <a:pt x="404106" y="76642"/>
                  <a:pt x="404106" y="102118"/>
                </a:cubicBezTo>
                <a:cubicBezTo>
                  <a:pt x="404106" y="126065"/>
                  <a:pt x="393438" y="142397"/>
                  <a:pt x="377764" y="142397"/>
                </a:cubicBezTo>
                <a:cubicBezTo>
                  <a:pt x="367528" y="142397"/>
                  <a:pt x="355119" y="134557"/>
                  <a:pt x="355119" y="128025"/>
                </a:cubicBezTo>
                <a:lnTo>
                  <a:pt x="355119" y="74463"/>
                </a:lnTo>
                <a:close/>
                <a:moveTo>
                  <a:pt x="534963" y="136301"/>
                </a:moveTo>
                <a:lnTo>
                  <a:pt x="533876" y="136301"/>
                </a:lnTo>
                <a:cubicBezTo>
                  <a:pt x="523205" y="135866"/>
                  <a:pt x="521683" y="134122"/>
                  <a:pt x="521464" y="123889"/>
                </a:cubicBezTo>
                <a:lnTo>
                  <a:pt x="521464" y="49207"/>
                </a:lnTo>
                <a:lnTo>
                  <a:pt x="487062" y="49207"/>
                </a:lnTo>
                <a:lnTo>
                  <a:pt x="487062" y="52908"/>
                </a:lnTo>
                <a:cubicBezTo>
                  <a:pt x="500564" y="53562"/>
                  <a:pt x="503175" y="55738"/>
                  <a:pt x="503175" y="66626"/>
                </a:cubicBezTo>
                <a:lnTo>
                  <a:pt x="503175" y="117792"/>
                </a:lnTo>
                <a:cubicBezTo>
                  <a:pt x="503175" y="123889"/>
                  <a:pt x="502085" y="126939"/>
                  <a:pt x="499039" y="129334"/>
                </a:cubicBezTo>
                <a:cubicBezTo>
                  <a:pt x="493158" y="134122"/>
                  <a:pt x="486411" y="136736"/>
                  <a:pt x="479879" y="136736"/>
                </a:cubicBezTo>
                <a:cubicBezTo>
                  <a:pt x="471387" y="136736"/>
                  <a:pt x="464420" y="129334"/>
                  <a:pt x="464420" y="120188"/>
                </a:cubicBezTo>
                <a:lnTo>
                  <a:pt x="464420" y="49207"/>
                </a:lnTo>
                <a:lnTo>
                  <a:pt x="432629" y="49207"/>
                </a:lnTo>
                <a:lnTo>
                  <a:pt x="432629" y="52257"/>
                </a:lnTo>
                <a:cubicBezTo>
                  <a:pt x="442865" y="52692"/>
                  <a:pt x="445912" y="55738"/>
                  <a:pt x="446131" y="66190"/>
                </a:cubicBezTo>
                <a:lnTo>
                  <a:pt x="446131" y="121058"/>
                </a:lnTo>
                <a:cubicBezTo>
                  <a:pt x="446131" y="138261"/>
                  <a:pt x="456580" y="149364"/>
                  <a:pt x="472473" y="149364"/>
                </a:cubicBezTo>
                <a:cubicBezTo>
                  <a:pt x="480530" y="149364"/>
                  <a:pt x="489022" y="145879"/>
                  <a:pt x="494902" y="140002"/>
                </a:cubicBezTo>
                <a:lnTo>
                  <a:pt x="504265" y="130640"/>
                </a:lnTo>
                <a:lnTo>
                  <a:pt x="504265" y="148710"/>
                </a:lnTo>
                <a:lnTo>
                  <a:pt x="505135" y="149145"/>
                </a:lnTo>
                <a:cubicBezTo>
                  <a:pt x="516022" y="144793"/>
                  <a:pt x="523860" y="142397"/>
                  <a:pt x="534963" y="139348"/>
                </a:cubicBezTo>
                <a:lnTo>
                  <a:pt x="534963" y="136301"/>
                </a:lnTo>
                <a:close/>
                <a:moveTo>
                  <a:pt x="595057" y="49207"/>
                </a:moveTo>
                <a:lnTo>
                  <a:pt x="573066" y="49207"/>
                </a:lnTo>
                <a:lnTo>
                  <a:pt x="573066" y="23951"/>
                </a:lnTo>
                <a:cubicBezTo>
                  <a:pt x="573066" y="21774"/>
                  <a:pt x="572631" y="21120"/>
                  <a:pt x="571541" y="21120"/>
                </a:cubicBezTo>
                <a:cubicBezTo>
                  <a:pt x="558913" y="39409"/>
                  <a:pt x="552382" y="46811"/>
                  <a:pt x="546069" y="50512"/>
                </a:cubicBezTo>
                <a:cubicBezTo>
                  <a:pt x="543674" y="52037"/>
                  <a:pt x="542365" y="53343"/>
                  <a:pt x="542365" y="54652"/>
                </a:cubicBezTo>
                <a:cubicBezTo>
                  <a:pt x="542365" y="55303"/>
                  <a:pt x="542584" y="55738"/>
                  <a:pt x="543239" y="56174"/>
                </a:cubicBezTo>
                <a:lnTo>
                  <a:pt x="554777" y="56174"/>
                </a:lnTo>
                <a:lnTo>
                  <a:pt x="554777" y="121713"/>
                </a:lnTo>
                <a:cubicBezTo>
                  <a:pt x="554777" y="140002"/>
                  <a:pt x="561309" y="149364"/>
                  <a:pt x="574156" y="149364"/>
                </a:cubicBezTo>
                <a:cubicBezTo>
                  <a:pt x="584824" y="149364"/>
                  <a:pt x="593096" y="144138"/>
                  <a:pt x="600283" y="132816"/>
                </a:cubicBezTo>
                <a:lnTo>
                  <a:pt x="597452" y="130420"/>
                </a:lnTo>
                <a:cubicBezTo>
                  <a:pt x="592661" y="136082"/>
                  <a:pt x="589179" y="138042"/>
                  <a:pt x="584389" y="138042"/>
                </a:cubicBezTo>
                <a:cubicBezTo>
                  <a:pt x="576332" y="138042"/>
                  <a:pt x="573066" y="132165"/>
                  <a:pt x="573066" y="118447"/>
                </a:cubicBezTo>
                <a:lnTo>
                  <a:pt x="573066" y="56174"/>
                </a:lnTo>
                <a:lnTo>
                  <a:pt x="595057" y="56174"/>
                </a:lnTo>
                <a:lnTo>
                  <a:pt x="595057" y="49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IDDGConstructionModule">
            <a:extLst xmlns:a="http://schemas.openxmlformats.org/drawingml/2006/main">
              <a:ext uri="{FF2B5EF4-FFF2-40B4-BE49-F238E27FC236}">
                <a16:creationId xmlns:a16="http://schemas.microsoft.com/office/drawing/2014/main" id="{B6C00980-E3C8-49CF-B930-3A0EC40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802" y="118851"/>
            <a:ext cx="2609444" cy="154590"/>
          </a:xfrm>
          <a:custGeom xmlns:a="http://schemas.openxmlformats.org/drawingml/2006/main">
            <a:pathLst>
              <a:path w="2609444" h="154590">
                <a:moveTo>
                  <a:pt x="76207" y="145009"/>
                </a:moveTo>
                <a:cubicBezTo>
                  <a:pt x="60094" y="144138"/>
                  <a:pt x="55738" y="141088"/>
                  <a:pt x="55522" y="129550"/>
                </a:cubicBezTo>
                <a:lnTo>
                  <a:pt x="55522" y="24170"/>
                </a:lnTo>
                <a:cubicBezTo>
                  <a:pt x="55738" y="12628"/>
                  <a:pt x="60529" y="9146"/>
                  <a:pt x="76207" y="8708"/>
                </a:cubicBezTo>
                <a:lnTo>
                  <a:pt x="76207" y="3266"/>
                </a:lnTo>
                <a:lnTo>
                  <a:pt x="0" y="3266"/>
                </a:lnTo>
                <a:lnTo>
                  <a:pt x="0" y="8708"/>
                </a:lnTo>
                <a:cubicBezTo>
                  <a:pt x="15243" y="9362"/>
                  <a:pt x="19814" y="12847"/>
                  <a:pt x="20249" y="24170"/>
                </a:cubicBezTo>
                <a:lnTo>
                  <a:pt x="20249" y="129550"/>
                </a:lnTo>
                <a:cubicBezTo>
                  <a:pt x="19814" y="140653"/>
                  <a:pt x="15894" y="143919"/>
                  <a:pt x="0" y="145009"/>
                </a:cubicBezTo>
                <a:lnTo>
                  <a:pt x="0" y="150451"/>
                </a:lnTo>
                <a:lnTo>
                  <a:pt x="76207" y="150451"/>
                </a:lnTo>
                <a:lnTo>
                  <a:pt x="76207" y="145009"/>
                </a:lnTo>
                <a:close/>
                <a:moveTo>
                  <a:pt x="83549" y="150451"/>
                </a:moveTo>
                <a:lnTo>
                  <a:pt x="152351" y="150451"/>
                </a:lnTo>
                <a:cubicBezTo>
                  <a:pt x="199381" y="150451"/>
                  <a:pt x="230734" y="120407"/>
                  <a:pt x="230734" y="75337"/>
                </a:cubicBezTo>
                <a:cubicBezTo>
                  <a:pt x="230734" y="30482"/>
                  <a:pt x="200471" y="3266"/>
                  <a:pt x="149959" y="3266"/>
                </a:cubicBezTo>
                <a:lnTo>
                  <a:pt x="83549" y="3266"/>
                </a:lnTo>
                <a:lnTo>
                  <a:pt x="83549" y="8708"/>
                </a:lnTo>
                <a:cubicBezTo>
                  <a:pt x="97267" y="9797"/>
                  <a:pt x="101403" y="13063"/>
                  <a:pt x="101622" y="23296"/>
                </a:cubicBezTo>
                <a:lnTo>
                  <a:pt x="101622" y="130640"/>
                </a:lnTo>
                <a:cubicBezTo>
                  <a:pt x="101622" y="140218"/>
                  <a:pt x="95742" y="145009"/>
                  <a:pt x="83549" y="145009"/>
                </a:cubicBezTo>
                <a:lnTo>
                  <a:pt x="83549" y="150451"/>
                </a:lnTo>
                <a:moveTo>
                  <a:pt x="136892" y="18289"/>
                </a:moveTo>
                <a:cubicBezTo>
                  <a:pt x="136892" y="13283"/>
                  <a:pt x="141247" y="10668"/>
                  <a:pt x="149739" y="10668"/>
                </a:cubicBezTo>
                <a:cubicBezTo>
                  <a:pt x="165417" y="10668"/>
                  <a:pt x="176301" y="17854"/>
                  <a:pt x="183922" y="32878"/>
                </a:cubicBezTo>
                <a:cubicBezTo>
                  <a:pt x="189803" y="44200"/>
                  <a:pt x="192850" y="60094"/>
                  <a:pt x="192850" y="78602"/>
                </a:cubicBezTo>
                <a:cubicBezTo>
                  <a:pt x="192850" y="99068"/>
                  <a:pt x="188494" y="118012"/>
                  <a:pt x="181527" y="127809"/>
                </a:cubicBezTo>
                <a:cubicBezTo>
                  <a:pt x="174125" y="137823"/>
                  <a:pt x="163673" y="142833"/>
                  <a:pt x="149520" y="142833"/>
                </a:cubicBezTo>
                <a:cubicBezTo>
                  <a:pt x="139723" y="142833"/>
                  <a:pt x="136892" y="140002"/>
                  <a:pt x="136892" y="130205"/>
                </a:cubicBezTo>
                <a:lnTo>
                  <a:pt x="136892" y="18289"/>
                </a:lnTo>
                <a:close/>
                <a:moveTo>
                  <a:pt x="240751" y="150451"/>
                </a:moveTo>
                <a:lnTo>
                  <a:pt x="309552" y="150451"/>
                </a:lnTo>
                <a:cubicBezTo>
                  <a:pt x="356583" y="150451"/>
                  <a:pt x="387935" y="120407"/>
                  <a:pt x="387935" y="75337"/>
                </a:cubicBezTo>
                <a:cubicBezTo>
                  <a:pt x="387935" y="30482"/>
                  <a:pt x="357673" y="3266"/>
                  <a:pt x="307160" y="3266"/>
                </a:cubicBezTo>
                <a:lnTo>
                  <a:pt x="240751" y="3266"/>
                </a:lnTo>
                <a:lnTo>
                  <a:pt x="240751" y="8708"/>
                </a:lnTo>
                <a:cubicBezTo>
                  <a:pt x="254468" y="9797"/>
                  <a:pt x="258605" y="13063"/>
                  <a:pt x="258824" y="23296"/>
                </a:cubicBezTo>
                <a:lnTo>
                  <a:pt x="258824" y="130640"/>
                </a:lnTo>
                <a:cubicBezTo>
                  <a:pt x="258824" y="140218"/>
                  <a:pt x="252943" y="145009"/>
                  <a:pt x="240751" y="145009"/>
                </a:cubicBezTo>
                <a:lnTo>
                  <a:pt x="240751" y="150451"/>
                </a:lnTo>
                <a:moveTo>
                  <a:pt x="294094" y="18289"/>
                </a:moveTo>
                <a:cubicBezTo>
                  <a:pt x="294094" y="13283"/>
                  <a:pt x="298449" y="10668"/>
                  <a:pt x="306941" y="10668"/>
                </a:cubicBezTo>
                <a:cubicBezTo>
                  <a:pt x="322619" y="10668"/>
                  <a:pt x="333503" y="17854"/>
                  <a:pt x="341124" y="32878"/>
                </a:cubicBezTo>
                <a:cubicBezTo>
                  <a:pt x="347005" y="44200"/>
                  <a:pt x="350051" y="60094"/>
                  <a:pt x="350051" y="78602"/>
                </a:cubicBezTo>
                <a:cubicBezTo>
                  <a:pt x="350051" y="99068"/>
                  <a:pt x="345696" y="118012"/>
                  <a:pt x="338729" y="127809"/>
                </a:cubicBezTo>
                <a:cubicBezTo>
                  <a:pt x="331327" y="137823"/>
                  <a:pt x="320875" y="142833"/>
                  <a:pt x="306722" y="142833"/>
                </a:cubicBezTo>
                <a:cubicBezTo>
                  <a:pt x="296924" y="142833"/>
                  <a:pt x="294094" y="140002"/>
                  <a:pt x="294094" y="130205"/>
                </a:cubicBezTo>
                <a:lnTo>
                  <a:pt x="294094" y="18289"/>
                </a:lnTo>
                <a:close/>
                <a:moveTo>
                  <a:pt x="560597" y="87965"/>
                </a:moveTo>
                <a:lnTo>
                  <a:pt x="485914" y="87965"/>
                </a:lnTo>
                <a:lnTo>
                  <a:pt x="485914" y="93407"/>
                </a:lnTo>
                <a:cubicBezTo>
                  <a:pt x="504204" y="94277"/>
                  <a:pt x="507469" y="96457"/>
                  <a:pt x="507908" y="108649"/>
                </a:cubicBezTo>
                <a:lnTo>
                  <a:pt x="507908" y="131510"/>
                </a:lnTo>
                <a:cubicBezTo>
                  <a:pt x="507908" y="142613"/>
                  <a:pt x="501592" y="147404"/>
                  <a:pt x="487004" y="147404"/>
                </a:cubicBezTo>
                <a:cubicBezTo>
                  <a:pt x="473286" y="147404"/>
                  <a:pt x="464143" y="143268"/>
                  <a:pt x="456957" y="133906"/>
                </a:cubicBezTo>
                <a:cubicBezTo>
                  <a:pt x="447376" y="121713"/>
                  <a:pt x="442804" y="102988"/>
                  <a:pt x="442804" y="76858"/>
                </a:cubicBezTo>
                <a:cubicBezTo>
                  <a:pt x="442804" y="31137"/>
                  <a:pt x="456522" y="7186"/>
                  <a:pt x="482868" y="7186"/>
                </a:cubicBezTo>
                <a:cubicBezTo>
                  <a:pt x="493101" y="7186"/>
                  <a:pt x="502463" y="11103"/>
                  <a:pt x="511825" y="19379"/>
                </a:cubicBezTo>
                <a:cubicBezTo>
                  <a:pt x="521187" y="27652"/>
                  <a:pt x="526413" y="35273"/>
                  <a:pt x="533815" y="51602"/>
                </a:cubicBezTo>
                <a:lnTo>
                  <a:pt x="539261" y="51602"/>
                </a:lnTo>
                <a:lnTo>
                  <a:pt x="539261" y="654"/>
                </a:lnTo>
                <a:lnTo>
                  <a:pt x="533380" y="654"/>
                </a:lnTo>
                <a:cubicBezTo>
                  <a:pt x="530114" y="8492"/>
                  <a:pt x="528154" y="10668"/>
                  <a:pt x="523583" y="10668"/>
                </a:cubicBezTo>
                <a:cubicBezTo>
                  <a:pt x="521623" y="10668"/>
                  <a:pt x="518576" y="9797"/>
                  <a:pt x="513785" y="7621"/>
                </a:cubicBezTo>
                <a:cubicBezTo>
                  <a:pt x="501373" y="2395"/>
                  <a:pt x="490705" y="0"/>
                  <a:pt x="480253" y="0"/>
                </a:cubicBezTo>
                <a:cubicBezTo>
                  <a:pt x="436708" y="0"/>
                  <a:pt x="404265" y="33313"/>
                  <a:pt x="404265" y="78383"/>
                </a:cubicBezTo>
                <a:cubicBezTo>
                  <a:pt x="404265" y="123234"/>
                  <a:pt x="436057" y="154590"/>
                  <a:pt x="481778" y="154590"/>
                </a:cubicBezTo>
                <a:cubicBezTo>
                  <a:pt x="504204" y="154590"/>
                  <a:pt x="527719" y="149364"/>
                  <a:pt x="541872" y="141088"/>
                </a:cubicBezTo>
                <a:lnTo>
                  <a:pt x="541872" y="113437"/>
                </a:lnTo>
                <a:cubicBezTo>
                  <a:pt x="542307" y="97543"/>
                  <a:pt x="544703" y="94932"/>
                  <a:pt x="560597" y="93407"/>
                </a:cubicBezTo>
                <a:lnTo>
                  <a:pt x="560597" y="87965"/>
                </a:lnTo>
                <a:close/>
                <a:moveTo>
                  <a:pt x="763306" y="117357"/>
                </a:moveTo>
                <a:cubicBezTo>
                  <a:pt x="750458" y="130856"/>
                  <a:pt x="743491" y="136082"/>
                  <a:pt x="732823" y="140218"/>
                </a:cubicBezTo>
                <a:cubicBezTo>
                  <a:pt x="726508" y="142833"/>
                  <a:pt x="719322" y="144138"/>
                  <a:pt x="713225" y="144138"/>
                </a:cubicBezTo>
                <a:cubicBezTo>
                  <a:pt x="698856" y="144138"/>
                  <a:pt x="685138" y="136517"/>
                  <a:pt x="678826" y="125195"/>
                </a:cubicBezTo>
                <a:cubicBezTo>
                  <a:pt x="672510" y="113656"/>
                  <a:pt x="669464" y="98197"/>
                  <a:pt x="669464" y="76207"/>
                </a:cubicBezTo>
                <a:cubicBezTo>
                  <a:pt x="669464" y="31137"/>
                  <a:pt x="683397" y="7186"/>
                  <a:pt x="709524" y="7186"/>
                </a:cubicBezTo>
                <a:cubicBezTo>
                  <a:pt x="719760" y="7186"/>
                  <a:pt x="728903" y="11103"/>
                  <a:pt x="738485" y="19379"/>
                </a:cubicBezTo>
                <a:cubicBezTo>
                  <a:pt x="747847" y="27652"/>
                  <a:pt x="753073" y="35273"/>
                  <a:pt x="760475" y="51602"/>
                </a:cubicBezTo>
                <a:lnTo>
                  <a:pt x="765917" y="51602"/>
                </a:lnTo>
                <a:lnTo>
                  <a:pt x="765917" y="654"/>
                </a:lnTo>
                <a:lnTo>
                  <a:pt x="760040" y="654"/>
                </a:lnTo>
                <a:cubicBezTo>
                  <a:pt x="756774" y="8492"/>
                  <a:pt x="754814" y="10668"/>
                  <a:pt x="750242" y="10668"/>
                </a:cubicBezTo>
                <a:cubicBezTo>
                  <a:pt x="748282" y="10668"/>
                  <a:pt x="745232" y="9797"/>
                  <a:pt x="740441" y="7621"/>
                </a:cubicBezTo>
                <a:cubicBezTo>
                  <a:pt x="728033" y="2395"/>
                  <a:pt x="717365" y="0"/>
                  <a:pt x="706913" y="0"/>
                </a:cubicBezTo>
                <a:cubicBezTo>
                  <a:pt x="663367" y="0"/>
                  <a:pt x="630925" y="33313"/>
                  <a:pt x="630925" y="77948"/>
                </a:cubicBezTo>
                <a:cubicBezTo>
                  <a:pt x="630925" y="123018"/>
                  <a:pt x="662713" y="154590"/>
                  <a:pt x="708002" y="154590"/>
                </a:cubicBezTo>
                <a:cubicBezTo>
                  <a:pt x="733039" y="154590"/>
                  <a:pt x="747847" y="146969"/>
                  <a:pt x="769837" y="122799"/>
                </a:cubicBezTo>
                <a:lnTo>
                  <a:pt x="763306" y="117357"/>
                </a:lnTo>
                <a:close/>
                <a:moveTo>
                  <a:pt x="832107" y="47466"/>
                </a:moveTo>
                <a:cubicBezTo>
                  <a:pt x="804236" y="47466"/>
                  <a:pt x="782901" y="70327"/>
                  <a:pt x="782901" y="99938"/>
                </a:cubicBezTo>
                <a:cubicBezTo>
                  <a:pt x="782901" y="131075"/>
                  <a:pt x="803366" y="153501"/>
                  <a:pt x="832107" y="153501"/>
                </a:cubicBezTo>
                <a:cubicBezTo>
                  <a:pt x="860413" y="153501"/>
                  <a:pt x="881098" y="131075"/>
                  <a:pt x="881098" y="100593"/>
                </a:cubicBezTo>
                <a:cubicBezTo>
                  <a:pt x="881098" y="69891"/>
                  <a:pt x="860194" y="47466"/>
                  <a:pt x="832107" y="47466"/>
                </a:cubicBezTo>
                <a:moveTo>
                  <a:pt x="832327" y="54217"/>
                </a:moveTo>
                <a:cubicBezTo>
                  <a:pt x="844955" y="54217"/>
                  <a:pt x="849091" y="66190"/>
                  <a:pt x="849091" y="101898"/>
                </a:cubicBezTo>
                <a:cubicBezTo>
                  <a:pt x="849091" y="135431"/>
                  <a:pt x="844735" y="146750"/>
                  <a:pt x="832107" y="146750"/>
                </a:cubicBezTo>
                <a:cubicBezTo>
                  <a:pt x="819260" y="146750"/>
                  <a:pt x="814908" y="135646"/>
                  <a:pt x="814908" y="103639"/>
                </a:cubicBezTo>
                <a:cubicBezTo>
                  <a:pt x="814908" y="65536"/>
                  <a:pt x="818825" y="54217"/>
                  <a:pt x="832327" y="54217"/>
                </a:cubicBezTo>
                <a:close/>
                <a:moveTo>
                  <a:pt x="1004331" y="145228"/>
                </a:moveTo>
                <a:cubicBezTo>
                  <a:pt x="996277" y="144793"/>
                  <a:pt x="993447" y="141527"/>
                  <a:pt x="993663" y="132816"/>
                </a:cubicBezTo>
                <a:lnTo>
                  <a:pt x="993663" y="78167"/>
                </a:lnTo>
                <a:cubicBezTo>
                  <a:pt x="993663" y="59439"/>
                  <a:pt x="982124" y="47466"/>
                  <a:pt x="964270" y="47466"/>
                </a:cubicBezTo>
                <a:cubicBezTo>
                  <a:pt x="951207" y="47466"/>
                  <a:pt x="941190" y="53562"/>
                  <a:pt x="933134" y="66410"/>
                </a:cubicBezTo>
                <a:lnTo>
                  <a:pt x="933134" y="50077"/>
                </a:lnTo>
                <a:lnTo>
                  <a:pt x="891548" y="50077"/>
                </a:lnTo>
                <a:lnTo>
                  <a:pt x="891548" y="55303"/>
                </a:lnTo>
                <a:cubicBezTo>
                  <a:pt x="901127" y="56828"/>
                  <a:pt x="902871" y="58788"/>
                  <a:pt x="903087" y="68150"/>
                </a:cubicBezTo>
                <a:lnTo>
                  <a:pt x="903087" y="132161"/>
                </a:lnTo>
                <a:cubicBezTo>
                  <a:pt x="902871" y="141527"/>
                  <a:pt x="901127" y="143484"/>
                  <a:pt x="891548" y="145228"/>
                </a:cubicBezTo>
                <a:lnTo>
                  <a:pt x="891548" y="150451"/>
                </a:lnTo>
                <a:lnTo>
                  <a:pt x="944021" y="150451"/>
                </a:lnTo>
                <a:lnTo>
                  <a:pt x="944021" y="145228"/>
                </a:lnTo>
                <a:cubicBezTo>
                  <a:pt x="936184" y="144354"/>
                  <a:pt x="933353" y="140872"/>
                  <a:pt x="933353" y="132816"/>
                </a:cubicBezTo>
                <a:lnTo>
                  <a:pt x="933353" y="74682"/>
                </a:lnTo>
                <a:cubicBezTo>
                  <a:pt x="933353" y="74028"/>
                  <a:pt x="934875" y="71632"/>
                  <a:pt x="937054" y="69456"/>
                </a:cubicBezTo>
                <a:cubicBezTo>
                  <a:pt x="941845" y="64665"/>
                  <a:pt x="947067" y="62054"/>
                  <a:pt x="952078" y="62054"/>
                </a:cubicBezTo>
                <a:cubicBezTo>
                  <a:pt x="959699" y="62054"/>
                  <a:pt x="963400" y="67931"/>
                  <a:pt x="963400" y="80124"/>
                </a:cubicBezTo>
                <a:lnTo>
                  <a:pt x="963400" y="132816"/>
                </a:lnTo>
                <a:cubicBezTo>
                  <a:pt x="963181" y="141088"/>
                  <a:pt x="960350" y="144574"/>
                  <a:pt x="953164" y="145228"/>
                </a:cubicBezTo>
                <a:lnTo>
                  <a:pt x="953164" y="150451"/>
                </a:lnTo>
                <a:lnTo>
                  <a:pt x="1004331" y="150451"/>
                </a:lnTo>
                <a:lnTo>
                  <a:pt x="1004331" y="145228"/>
                </a:lnTo>
                <a:close/>
                <a:moveTo>
                  <a:pt x="1082063" y="79473"/>
                </a:moveTo>
                <a:lnTo>
                  <a:pt x="1082063" y="47901"/>
                </a:lnTo>
                <a:lnTo>
                  <a:pt x="1077272" y="47901"/>
                </a:lnTo>
                <a:cubicBezTo>
                  <a:pt x="1075967" y="51167"/>
                  <a:pt x="1074661" y="52257"/>
                  <a:pt x="1071830" y="52257"/>
                </a:cubicBezTo>
                <a:cubicBezTo>
                  <a:pt x="1070521" y="52257"/>
                  <a:pt x="1068565" y="51821"/>
                  <a:pt x="1065079" y="50732"/>
                </a:cubicBezTo>
                <a:cubicBezTo>
                  <a:pt x="1058113" y="48336"/>
                  <a:pt x="1053103" y="47466"/>
                  <a:pt x="1048096" y="47466"/>
                </a:cubicBezTo>
                <a:cubicBezTo>
                  <a:pt x="1028282" y="47466"/>
                  <a:pt x="1013913" y="60964"/>
                  <a:pt x="1013913" y="79254"/>
                </a:cubicBezTo>
                <a:cubicBezTo>
                  <a:pt x="1013913" y="93626"/>
                  <a:pt x="1022840" y="103639"/>
                  <a:pt x="1044830" y="113002"/>
                </a:cubicBezTo>
                <a:cubicBezTo>
                  <a:pt x="1059853" y="119533"/>
                  <a:pt x="1065734" y="124979"/>
                  <a:pt x="1065734" y="131945"/>
                </a:cubicBezTo>
                <a:cubicBezTo>
                  <a:pt x="1065734" y="140437"/>
                  <a:pt x="1059199" y="146098"/>
                  <a:pt x="1049402" y="146098"/>
                </a:cubicBezTo>
                <a:cubicBezTo>
                  <a:pt x="1034162" y="146098"/>
                  <a:pt x="1024145" y="136301"/>
                  <a:pt x="1019574" y="117357"/>
                </a:cubicBezTo>
                <a:lnTo>
                  <a:pt x="1013477" y="117357"/>
                </a:lnTo>
                <a:lnTo>
                  <a:pt x="1013477" y="153281"/>
                </a:lnTo>
                <a:lnTo>
                  <a:pt x="1018919" y="153281"/>
                </a:lnTo>
                <a:cubicBezTo>
                  <a:pt x="1021315" y="148494"/>
                  <a:pt x="1022620" y="147185"/>
                  <a:pt x="1024581" y="147185"/>
                </a:cubicBezTo>
                <a:cubicBezTo>
                  <a:pt x="1025670" y="147185"/>
                  <a:pt x="1027411" y="147623"/>
                  <a:pt x="1029591" y="148494"/>
                </a:cubicBezTo>
                <a:cubicBezTo>
                  <a:pt x="1035903" y="151105"/>
                  <a:pt x="1046790" y="153501"/>
                  <a:pt x="1053103" y="153501"/>
                </a:cubicBezTo>
                <a:cubicBezTo>
                  <a:pt x="1072917" y="153501"/>
                  <a:pt x="1086635" y="140002"/>
                  <a:pt x="1086635" y="120407"/>
                </a:cubicBezTo>
                <a:cubicBezTo>
                  <a:pt x="1086635" y="104945"/>
                  <a:pt x="1078362" y="95583"/>
                  <a:pt x="1056588" y="86440"/>
                </a:cubicBezTo>
                <a:cubicBezTo>
                  <a:pt x="1041783" y="80124"/>
                  <a:pt x="1035687" y="74682"/>
                  <a:pt x="1035687" y="67280"/>
                </a:cubicBezTo>
                <a:cubicBezTo>
                  <a:pt x="1035687" y="60094"/>
                  <a:pt x="1041783" y="54652"/>
                  <a:pt x="1050056" y="54652"/>
                </a:cubicBezTo>
                <a:cubicBezTo>
                  <a:pt x="1055933" y="54652"/>
                  <a:pt x="1061594" y="57044"/>
                  <a:pt x="1066385" y="61619"/>
                </a:cubicBezTo>
                <a:cubicBezTo>
                  <a:pt x="1070957" y="65971"/>
                  <a:pt x="1073352" y="69891"/>
                  <a:pt x="1076618" y="79473"/>
                </a:cubicBezTo>
                <a:lnTo>
                  <a:pt x="1082063" y="79473"/>
                </a:lnTo>
                <a:close/>
                <a:moveTo>
                  <a:pt x="1159139" y="50077"/>
                </a:moveTo>
                <a:lnTo>
                  <a:pt x="1138673" y="50077"/>
                </a:lnTo>
                <a:lnTo>
                  <a:pt x="1138673" y="13283"/>
                </a:lnTo>
                <a:lnTo>
                  <a:pt x="1133228" y="13283"/>
                </a:lnTo>
                <a:cubicBezTo>
                  <a:pt x="1119949" y="32007"/>
                  <a:pt x="1111238" y="41805"/>
                  <a:pt x="1097085" y="53778"/>
                </a:cubicBezTo>
                <a:lnTo>
                  <a:pt x="1097085" y="59659"/>
                </a:lnTo>
                <a:lnTo>
                  <a:pt x="1108407" y="59659"/>
                </a:lnTo>
                <a:lnTo>
                  <a:pt x="1108407" y="130205"/>
                </a:lnTo>
                <a:cubicBezTo>
                  <a:pt x="1108407" y="144354"/>
                  <a:pt x="1117770" y="153065"/>
                  <a:pt x="1132793" y="153065"/>
                </a:cubicBezTo>
                <a:cubicBezTo>
                  <a:pt x="1147381" y="153065"/>
                  <a:pt x="1156092" y="146534"/>
                  <a:pt x="1165016" y="128680"/>
                </a:cubicBezTo>
                <a:lnTo>
                  <a:pt x="1159574" y="126284"/>
                </a:lnTo>
                <a:cubicBezTo>
                  <a:pt x="1155219" y="134557"/>
                  <a:pt x="1151737" y="137607"/>
                  <a:pt x="1147165" y="137607"/>
                </a:cubicBezTo>
                <a:cubicBezTo>
                  <a:pt x="1141069" y="137607"/>
                  <a:pt x="1138673" y="133906"/>
                  <a:pt x="1138673" y="125195"/>
                </a:cubicBezTo>
                <a:lnTo>
                  <a:pt x="1138673" y="59659"/>
                </a:lnTo>
                <a:lnTo>
                  <a:pt x="1159139" y="59659"/>
                </a:lnTo>
                <a:lnTo>
                  <a:pt x="1159139" y="50077"/>
                </a:lnTo>
                <a:close/>
                <a:moveTo>
                  <a:pt x="1229467" y="145228"/>
                </a:moveTo>
                <a:cubicBezTo>
                  <a:pt x="1216185" y="144574"/>
                  <a:pt x="1213789" y="141743"/>
                  <a:pt x="1213573" y="128025"/>
                </a:cubicBezTo>
                <a:lnTo>
                  <a:pt x="1213573" y="86875"/>
                </a:lnTo>
                <a:cubicBezTo>
                  <a:pt x="1213573" y="75553"/>
                  <a:pt x="1219670" y="66190"/>
                  <a:pt x="1226853" y="66190"/>
                </a:cubicBezTo>
                <a:cubicBezTo>
                  <a:pt x="1228597" y="66190"/>
                  <a:pt x="1230554" y="67715"/>
                  <a:pt x="1232949" y="71197"/>
                </a:cubicBezTo>
                <a:cubicBezTo>
                  <a:pt x="1237085" y="77078"/>
                  <a:pt x="1240351" y="79038"/>
                  <a:pt x="1246012" y="79038"/>
                </a:cubicBezTo>
                <a:cubicBezTo>
                  <a:pt x="1254069" y="79038"/>
                  <a:pt x="1259730" y="72941"/>
                  <a:pt x="1259730" y="64665"/>
                </a:cubicBezTo>
                <a:cubicBezTo>
                  <a:pt x="1259730" y="54652"/>
                  <a:pt x="1252328" y="47466"/>
                  <a:pt x="1242095" y="47466"/>
                </a:cubicBezTo>
                <a:cubicBezTo>
                  <a:pt x="1231208" y="47466"/>
                  <a:pt x="1222936" y="53127"/>
                  <a:pt x="1212700" y="67931"/>
                </a:cubicBezTo>
                <a:lnTo>
                  <a:pt x="1212700" y="50077"/>
                </a:lnTo>
                <a:lnTo>
                  <a:pt x="1171549" y="50077"/>
                </a:lnTo>
                <a:lnTo>
                  <a:pt x="1171549" y="55303"/>
                </a:lnTo>
                <a:cubicBezTo>
                  <a:pt x="1180696" y="56393"/>
                  <a:pt x="1183088" y="59004"/>
                  <a:pt x="1183307" y="68150"/>
                </a:cubicBezTo>
                <a:lnTo>
                  <a:pt x="1183307" y="132161"/>
                </a:lnTo>
                <a:cubicBezTo>
                  <a:pt x="1183088" y="141308"/>
                  <a:pt x="1180912" y="143703"/>
                  <a:pt x="1171549" y="145228"/>
                </a:cubicBezTo>
                <a:lnTo>
                  <a:pt x="1171549" y="150451"/>
                </a:lnTo>
                <a:lnTo>
                  <a:pt x="1229467" y="150451"/>
                </a:lnTo>
                <a:lnTo>
                  <a:pt x="1229467" y="145228"/>
                </a:lnTo>
                <a:close/>
                <a:moveTo>
                  <a:pt x="1378828" y="141088"/>
                </a:moveTo>
                <a:cubicBezTo>
                  <a:pt x="1369466" y="140653"/>
                  <a:pt x="1366855" y="137823"/>
                  <a:pt x="1366635" y="128460"/>
                </a:cubicBezTo>
                <a:lnTo>
                  <a:pt x="1366635" y="50077"/>
                </a:lnTo>
                <a:lnTo>
                  <a:pt x="1322874" y="50077"/>
                </a:lnTo>
                <a:lnTo>
                  <a:pt x="1322874" y="55303"/>
                </a:lnTo>
                <a:cubicBezTo>
                  <a:pt x="1333542" y="55958"/>
                  <a:pt x="1336153" y="58569"/>
                  <a:pt x="1336372" y="68150"/>
                </a:cubicBezTo>
                <a:lnTo>
                  <a:pt x="1336372" y="129769"/>
                </a:lnTo>
                <a:cubicBezTo>
                  <a:pt x="1329186" y="136952"/>
                  <a:pt x="1324831" y="139348"/>
                  <a:pt x="1318518" y="139348"/>
                </a:cubicBezTo>
                <a:cubicBezTo>
                  <a:pt x="1309591" y="139348"/>
                  <a:pt x="1306325" y="134992"/>
                  <a:pt x="1306325" y="123889"/>
                </a:cubicBezTo>
                <a:lnTo>
                  <a:pt x="1306325" y="50077"/>
                </a:lnTo>
                <a:lnTo>
                  <a:pt x="1265391" y="50077"/>
                </a:lnTo>
                <a:lnTo>
                  <a:pt x="1265391" y="55303"/>
                </a:lnTo>
                <a:cubicBezTo>
                  <a:pt x="1274318" y="57044"/>
                  <a:pt x="1275843" y="59004"/>
                  <a:pt x="1276059" y="68150"/>
                </a:cubicBezTo>
                <a:lnTo>
                  <a:pt x="1276059" y="123018"/>
                </a:lnTo>
                <a:cubicBezTo>
                  <a:pt x="1276059" y="142178"/>
                  <a:pt x="1286946" y="153501"/>
                  <a:pt x="1305020" y="153501"/>
                </a:cubicBezTo>
                <a:cubicBezTo>
                  <a:pt x="1316342" y="153501"/>
                  <a:pt x="1323960" y="150015"/>
                  <a:pt x="1336588" y="139132"/>
                </a:cubicBezTo>
                <a:lnTo>
                  <a:pt x="1336588" y="153281"/>
                </a:lnTo>
                <a:cubicBezTo>
                  <a:pt x="1345951" y="150015"/>
                  <a:pt x="1351177" y="149145"/>
                  <a:pt x="1365330" y="147623"/>
                </a:cubicBezTo>
                <a:lnTo>
                  <a:pt x="1378828" y="146098"/>
                </a:lnTo>
                <a:lnTo>
                  <a:pt x="1378828" y="141088"/>
                </a:lnTo>
                <a:close/>
                <a:moveTo>
                  <a:pt x="1472670" y="126719"/>
                </a:moveTo>
                <a:cubicBezTo>
                  <a:pt x="1464617" y="135866"/>
                  <a:pt x="1458956" y="138912"/>
                  <a:pt x="1450029" y="138912"/>
                </a:cubicBezTo>
                <a:cubicBezTo>
                  <a:pt x="1431085" y="138912"/>
                  <a:pt x="1419108" y="119969"/>
                  <a:pt x="1419108" y="90360"/>
                </a:cubicBezTo>
                <a:cubicBezTo>
                  <a:pt x="1419108" y="67931"/>
                  <a:pt x="1426078" y="54217"/>
                  <a:pt x="1437400" y="54217"/>
                </a:cubicBezTo>
                <a:cubicBezTo>
                  <a:pt x="1440882" y="54217"/>
                  <a:pt x="1444148" y="55958"/>
                  <a:pt x="1445454" y="58353"/>
                </a:cubicBezTo>
                <a:cubicBezTo>
                  <a:pt x="1446543" y="60313"/>
                  <a:pt x="1446543" y="60313"/>
                  <a:pt x="1446543" y="69456"/>
                </a:cubicBezTo>
                <a:cubicBezTo>
                  <a:pt x="1446763" y="80343"/>
                  <a:pt x="1450464" y="85134"/>
                  <a:pt x="1458736" y="85134"/>
                </a:cubicBezTo>
                <a:cubicBezTo>
                  <a:pt x="1467883" y="85134"/>
                  <a:pt x="1473544" y="79908"/>
                  <a:pt x="1473544" y="71416"/>
                </a:cubicBezTo>
                <a:cubicBezTo>
                  <a:pt x="1473544" y="57918"/>
                  <a:pt x="1458956" y="47466"/>
                  <a:pt x="1439792" y="47466"/>
                </a:cubicBezTo>
                <a:cubicBezTo>
                  <a:pt x="1410184" y="47466"/>
                  <a:pt x="1388410" y="70546"/>
                  <a:pt x="1388410" y="101898"/>
                </a:cubicBezTo>
                <a:cubicBezTo>
                  <a:pt x="1388410" y="132161"/>
                  <a:pt x="1407789" y="153501"/>
                  <a:pt x="1435005" y="153501"/>
                </a:cubicBezTo>
                <a:cubicBezTo>
                  <a:pt x="1451769" y="153501"/>
                  <a:pt x="1463962" y="146750"/>
                  <a:pt x="1476590" y="130640"/>
                </a:cubicBezTo>
                <a:lnTo>
                  <a:pt x="1472670" y="126719"/>
                </a:lnTo>
                <a:close/>
                <a:moveTo>
                  <a:pt x="1547353" y="50077"/>
                </a:moveTo>
                <a:lnTo>
                  <a:pt x="1526888" y="50077"/>
                </a:lnTo>
                <a:lnTo>
                  <a:pt x="1526888" y="13283"/>
                </a:lnTo>
                <a:lnTo>
                  <a:pt x="1521442" y="13283"/>
                </a:lnTo>
                <a:cubicBezTo>
                  <a:pt x="1508163" y="32007"/>
                  <a:pt x="1499452" y="41805"/>
                  <a:pt x="1485299" y="53778"/>
                </a:cubicBezTo>
                <a:lnTo>
                  <a:pt x="1485299" y="59659"/>
                </a:lnTo>
                <a:lnTo>
                  <a:pt x="1496621" y="59659"/>
                </a:lnTo>
                <a:lnTo>
                  <a:pt x="1496621" y="130205"/>
                </a:lnTo>
                <a:cubicBezTo>
                  <a:pt x="1496621" y="144354"/>
                  <a:pt x="1505984" y="153065"/>
                  <a:pt x="1521007" y="153065"/>
                </a:cubicBezTo>
                <a:cubicBezTo>
                  <a:pt x="1535595" y="153065"/>
                  <a:pt x="1544307" y="146534"/>
                  <a:pt x="1553230" y="128680"/>
                </a:cubicBezTo>
                <a:lnTo>
                  <a:pt x="1547788" y="126284"/>
                </a:lnTo>
                <a:cubicBezTo>
                  <a:pt x="1543433" y="134557"/>
                  <a:pt x="1539951" y="137607"/>
                  <a:pt x="1535380" y="137607"/>
                </a:cubicBezTo>
                <a:cubicBezTo>
                  <a:pt x="1529283" y="137607"/>
                  <a:pt x="1526888" y="133906"/>
                  <a:pt x="1526888" y="125195"/>
                </a:cubicBezTo>
                <a:lnTo>
                  <a:pt x="1526888" y="59659"/>
                </a:lnTo>
                <a:lnTo>
                  <a:pt x="1547353" y="59659"/>
                </a:lnTo>
                <a:lnTo>
                  <a:pt x="1547353" y="50077"/>
                </a:lnTo>
                <a:close/>
                <a:moveTo>
                  <a:pt x="1608970" y="145228"/>
                </a:moveTo>
                <a:cubicBezTo>
                  <a:pt x="1601568" y="144354"/>
                  <a:pt x="1598737" y="141088"/>
                  <a:pt x="1598737" y="132816"/>
                </a:cubicBezTo>
                <a:lnTo>
                  <a:pt x="1598737" y="50077"/>
                </a:lnTo>
                <a:lnTo>
                  <a:pt x="1556933" y="50077"/>
                </a:lnTo>
                <a:lnTo>
                  <a:pt x="1556933" y="55303"/>
                </a:lnTo>
                <a:cubicBezTo>
                  <a:pt x="1566514" y="57044"/>
                  <a:pt x="1568255" y="59004"/>
                  <a:pt x="1568471" y="68150"/>
                </a:cubicBezTo>
                <a:lnTo>
                  <a:pt x="1568471" y="132161"/>
                </a:lnTo>
                <a:cubicBezTo>
                  <a:pt x="1568255" y="141308"/>
                  <a:pt x="1566730" y="143049"/>
                  <a:pt x="1556933" y="145228"/>
                </a:cubicBezTo>
                <a:lnTo>
                  <a:pt x="1556933" y="150451"/>
                </a:lnTo>
                <a:lnTo>
                  <a:pt x="1608970" y="150451"/>
                </a:lnTo>
                <a:lnTo>
                  <a:pt x="1608970" y="145228"/>
                </a:lnTo>
                <a:moveTo>
                  <a:pt x="1583495" y="0"/>
                </a:moveTo>
                <a:cubicBezTo>
                  <a:pt x="1574132" y="0"/>
                  <a:pt x="1566514" y="7621"/>
                  <a:pt x="1566514" y="16764"/>
                </a:cubicBezTo>
                <a:cubicBezTo>
                  <a:pt x="1566514" y="26562"/>
                  <a:pt x="1573697" y="33748"/>
                  <a:pt x="1583279" y="33748"/>
                </a:cubicBezTo>
                <a:cubicBezTo>
                  <a:pt x="1592860" y="33748"/>
                  <a:pt x="1600262" y="26562"/>
                  <a:pt x="1600262" y="16984"/>
                </a:cubicBezTo>
                <a:cubicBezTo>
                  <a:pt x="1600262" y="7402"/>
                  <a:pt x="1592860" y="0"/>
                  <a:pt x="1583495" y="0"/>
                </a:cubicBezTo>
                <a:close/>
                <a:moveTo>
                  <a:pt x="1668629" y="47466"/>
                </a:moveTo>
                <a:cubicBezTo>
                  <a:pt x="1640758" y="47466"/>
                  <a:pt x="1619422" y="70327"/>
                  <a:pt x="1619422" y="99938"/>
                </a:cubicBezTo>
                <a:cubicBezTo>
                  <a:pt x="1619422" y="131075"/>
                  <a:pt x="1639888" y="153501"/>
                  <a:pt x="1668629" y="153501"/>
                </a:cubicBezTo>
                <a:cubicBezTo>
                  <a:pt x="1696935" y="153501"/>
                  <a:pt x="1717620" y="131075"/>
                  <a:pt x="1717620" y="100593"/>
                </a:cubicBezTo>
                <a:cubicBezTo>
                  <a:pt x="1717620" y="69891"/>
                  <a:pt x="1696716" y="47466"/>
                  <a:pt x="1668629" y="47466"/>
                </a:cubicBezTo>
                <a:moveTo>
                  <a:pt x="1668848" y="54217"/>
                </a:moveTo>
                <a:cubicBezTo>
                  <a:pt x="1681476" y="54217"/>
                  <a:pt x="1685613" y="66190"/>
                  <a:pt x="1685613" y="101898"/>
                </a:cubicBezTo>
                <a:cubicBezTo>
                  <a:pt x="1685613" y="135431"/>
                  <a:pt x="1681257" y="146750"/>
                  <a:pt x="1668629" y="146750"/>
                </a:cubicBezTo>
                <a:cubicBezTo>
                  <a:pt x="1655782" y="146750"/>
                  <a:pt x="1651429" y="135646"/>
                  <a:pt x="1651429" y="103639"/>
                </a:cubicBezTo>
                <a:cubicBezTo>
                  <a:pt x="1651429" y="65536"/>
                  <a:pt x="1655346" y="54217"/>
                  <a:pt x="1668848" y="54217"/>
                </a:cubicBezTo>
                <a:close/>
                <a:moveTo>
                  <a:pt x="1840200" y="145228"/>
                </a:moveTo>
                <a:cubicBezTo>
                  <a:pt x="1832146" y="144793"/>
                  <a:pt x="1829316" y="141527"/>
                  <a:pt x="1829532" y="132816"/>
                </a:cubicBezTo>
                <a:lnTo>
                  <a:pt x="1829532" y="78167"/>
                </a:lnTo>
                <a:cubicBezTo>
                  <a:pt x="1829532" y="59439"/>
                  <a:pt x="1817993" y="47466"/>
                  <a:pt x="1800139" y="47466"/>
                </a:cubicBezTo>
                <a:cubicBezTo>
                  <a:pt x="1787076" y="47466"/>
                  <a:pt x="1777059" y="53562"/>
                  <a:pt x="1769002" y="66410"/>
                </a:cubicBezTo>
                <a:lnTo>
                  <a:pt x="1769002" y="50077"/>
                </a:lnTo>
                <a:lnTo>
                  <a:pt x="1727417" y="50077"/>
                </a:lnTo>
                <a:lnTo>
                  <a:pt x="1727417" y="55303"/>
                </a:lnTo>
                <a:cubicBezTo>
                  <a:pt x="1736995" y="56828"/>
                  <a:pt x="1738740" y="58788"/>
                  <a:pt x="1738956" y="68150"/>
                </a:cubicBezTo>
                <a:lnTo>
                  <a:pt x="1738956" y="132161"/>
                </a:lnTo>
                <a:cubicBezTo>
                  <a:pt x="1738740" y="141527"/>
                  <a:pt x="1736995" y="143484"/>
                  <a:pt x="1727417" y="145228"/>
                </a:cubicBezTo>
                <a:lnTo>
                  <a:pt x="1727417" y="150451"/>
                </a:lnTo>
                <a:lnTo>
                  <a:pt x="1779890" y="150451"/>
                </a:lnTo>
                <a:lnTo>
                  <a:pt x="1779890" y="145228"/>
                </a:lnTo>
                <a:cubicBezTo>
                  <a:pt x="1772052" y="144354"/>
                  <a:pt x="1769222" y="140872"/>
                  <a:pt x="1769222" y="132816"/>
                </a:cubicBezTo>
                <a:lnTo>
                  <a:pt x="1769222" y="74682"/>
                </a:lnTo>
                <a:cubicBezTo>
                  <a:pt x="1769222" y="74028"/>
                  <a:pt x="1770743" y="71632"/>
                  <a:pt x="1772923" y="69456"/>
                </a:cubicBezTo>
                <a:cubicBezTo>
                  <a:pt x="1777714" y="64665"/>
                  <a:pt x="1782936" y="62054"/>
                  <a:pt x="1787946" y="62054"/>
                </a:cubicBezTo>
                <a:cubicBezTo>
                  <a:pt x="1795568" y="62054"/>
                  <a:pt x="1799269" y="67931"/>
                  <a:pt x="1799269" y="80124"/>
                </a:cubicBezTo>
                <a:lnTo>
                  <a:pt x="1799269" y="132816"/>
                </a:lnTo>
                <a:cubicBezTo>
                  <a:pt x="1799049" y="141088"/>
                  <a:pt x="1796219" y="144574"/>
                  <a:pt x="1789033" y="145228"/>
                </a:cubicBezTo>
                <a:lnTo>
                  <a:pt x="1789033" y="150451"/>
                </a:lnTo>
                <a:lnTo>
                  <a:pt x="1840200" y="150451"/>
                </a:lnTo>
                <a:lnTo>
                  <a:pt x="1840200" y="145228"/>
                </a:lnTo>
                <a:close/>
                <a:moveTo>
                  <a:pt x="2098864" y="145009"/>
                </a:moveTo>
                <a:cubicBezTo>
                  <a:pt x="2082319" y="143049"/>
                  <a:pt x="2080140" y="140872"/>
                  <a:pt x="2079705" y="124979"/>
                </a:cubicBezTo>
                <a:lnTo>
                  <a:pt x="2079705" y="28741"/>
                </a:lnTo>
                <a:cubicBezTo>
                  <a:pt x="2080140" y="12628"/>
                  <a:pt x="2083190" y="9582"/>
                  <a:pt x="2098864" y="8708"/>
                </a:cubicBezTo>
                <a:lnTo>
                  <a:pt x="2098864" y="3266"/>
                </a:lnTo>
                <a:lnTo>
                  <a:pt x="2043996" y="3266"/>
                </a:lnTo>
                <a:lnTo>
                  <a:pt x="2000451" y="106035"/>
                </a:lnTo>
                <a:lnTo>
                  <a:pt x="1956905" y="3266"/>
                </a:lnTo>
                <a:lnTo>
                  <a:pt x="1901818" y="3266"/>
                </a:lnTo>
                <a:lnTo>
                  <a:pt x="1901818" y="8708"/>
                </a:lnTo>
                <a:cubicBezTo>
                  <a:pt x="1917496" y="9797"/>
                  <a:pt x="1921197" y="12847"/>
                  <a:pt x="1921197" y="24170"/>
                </a:cubicBezTo>
                <a:lnTo>
                  <a:pt x="1921197" y="127590"/>
                </a:lnTo>
                <a:cubicBezTo>
                  <a:pt x="1920978" y="140872"/>
                  <a:pt x="1918147" y="143484"/>
                  <a:pt x="1901383" y="145009"/>
                </a:cubicBezTo>
                <a:lnTo>
                  <a:pt x="1901383" y="150451"/>
                </a:lnTo>
                <a:lnTo>
                  <a:pt x="1952331" y="150451"/>
                </a:lnTo>
                <a:lnTo>
                  <a:pt x="1952331" y="145009"/>
                </a:lnTo>
                <a:cubicBezTo>
                  <a:pt x="1934696" y="143919"/>
                  <a:pt x="1930559" y="139567"/>
                  <a:pt x="1930340" y="123454"/>
                </a:cubicBezTo>
                <a:lnTo>
                  <a:pt x="1930340" y="21120"/>
                </a:lnTo>
                <a:lnTo>
                  <a:pt x="1985208" y="150451"/>
                </a:lnTo>
                <a:lnTo>
                  <a:pt x="1991089" y="150451"/>
                </a:lnTo>
                <a:lnTo>
                  <a:pt x="2045957" y="17854"/>
                </a:lnTo>
                <a:lnTo>
                  <a:pt x="2045957" y="128680"/>
                </a:lnTo>
                <a:cubicBezTo>
                  <a:pt x="2045521" y="141088"/>
                  <a:pt x="2042691" y="143703"/>
                  <a:pt x="2026578" y="145009"/>
                </a:cubicBezTo>
                <a:lnTo>
                  <a:pt x="2026578" y="150451"/>
                </a:lnTo>
                <a:lnTo>
                  <a:pt x="2098864" y="150451"/>
                </a:lnTo>
                <a:lnTo>
                  <a:pt x="2098864" y="145009"/>
                </a:lnTo>
                <a:close/>
                <a:moveTo>
                  <a:pt x="2159176" y="47466"/>
                </a:moveTo>
                <a:cubicBezTo>
                  <a:pt x="2131305" y="47466"/>
                  <a:pt x="2109970" y="70327"/>
                  <a:pt x="2109970" y="99938"/>
                </a:cubicBezTo>
                <a:cubicBezTo>
                  <a:pt x="2109970" y="131075"/>
                  <a:pt x="2130435" y="153501"/>
                  <a:pt x="2159176" y="153501"/>
                </a:cubicBezTo>
                <a:cubicBezTo>
                  <a:pt x="2187482" y="153501"/>
                  <a:pt x="2208167" y="131075"/>
                  <a:pt x="2208167" y="100593"/>
                </a:cubicBezTo>
                <a:cubicBezTo>
                  <a:pt x="2208167" y="69891"/>
                  <a:pt x="2187263" y="47466"/>
                  <a:pt x="2159176" y="47466"/>
                </a:cubicBezTo>
                <a:moveTo>
                  <a:pt x="2159396" y="54217"/>
                </a:moveTo>
                <a:cubicBezTo>
                  <a:pt x="2172024" y="54217"/>
                  <a:pt x="2176160" y="66190"/>
                  <a:pt x="2176160" y="101898"/>
                </a:cubicBezTo>
                <a:cubicBezTo>
                  <a:pt x="2176160" y="135431"/>
                  <a:pt x="2171804" y="146750"/>
                  <a:pt x="2159176" y="146750"/>
                </a:cubicBezTo>
                <a:cubicBezTo>
                  <a:pt x="2146329" y="146750"/>
                  <a:pt x="2141977" y="135646"/>
                  <a:pt x="2141977" y="103639"/>
                </a:cubicBezTo>
                <a:cubicBezTo>
                  <a:pt x="2141977" y="65536"/>
                  <a:pt x="2145894" y="54217"/>
                  <a:pt x="2159396" y="54217"/>
                </a:cubicBezTo>
                <a:close/>
                <a:moveTo>
                  <a:pt x="2330314" y="141088"/>
                </a:moveTo>
                <a:cubicBezTo>
                  <a:pt x="2320516" y="140437"/>
                  <a:pt x="2317467" y="137607"/>
                  <a:pt x="2317467" y="128460"/>
                </a:cubicBezTo>
                <a:lnTo>
                  <a:pt x="2317467" y="3266"/>
                </a:lnTo>
                <a:lnTo>
                  <a:pt x="2270655" y="3266"/>
                </a:lnTo>
                <a:lnTo>
                  <a:pt x="2270655" y="8492"/>
                </a:lnTo>
                <a:cubicBezTo>
                  <a:pt x="2284808" y="9362"/>
                  <a:pt x="2286984" y="10887"/>
                  <a:pt x="2287204" y="21120"/>
                </a:cubicBezTo>
                <a:lnTo>
                  <a:pt x="2287204" y="60964"/>
                </a:lnTo>
                <a:cubicBezTo>
                  <a:pt x="2277841" y="50948"/>
                  <a:pt x="2271310" y="47466"/>
                  <a:pt x="2261293" y="47466"/>
                </a:cubicBezTo>
                <a:cubicBezTo>
                  <a:pt x="2237342" y="47466"/>
                  <a:pt x="2219488" y="70762"/>
                  <a:pt x="2219488" y="102334"/>
                </a:cubicBezTo>
                <a:cubicBezTo>
                  <a:pt x="2219488" y="132161"/>
                  <a:pt x="2236037" y="153501"/>
                  <a:pt x="2258898" y="153501"/>
                </a:cubicBezTo>
                <a:cubicBezTo>
                  <a:pt x="2270436" y="153501"/>
                  <a:pt x="2277622" y="150015"/>
                  <a:pt x="2287855" y="139132"/>
                </a:cubicBezTo>
                <a:lnTo>
                  <a:pt x="2287855" y="153281"/>
                </a:lnTo>
                <a:cubicBezTo>
                  <a:pt x="2297872" y="150451"/>
                  <a:pt x="2303314" y="149364"/>
                  <a:pt x="2316815" y="147839"/>
                </a:cubicBezTo>
                <a:lnTo>
                  <a:pt x="2330314" y="146098"/>
                </a:lnTo>
                <a:lnTo>
                  <a:pt x="2330314" y="141088"/>
                </a:lnTo>
                <a:moveTo>
                  <a:pt x="2287204" y="126065"/>
                </a:moveTo>
                <a:cubicBezTo>
                  <a:pt x="2287204" y="127374"/>
                  <a:pt x="2285024" y="131075"/>
                  <a:pt x="2282413" y="133906"/>
                </a:cubicBezTo>
                <a:cubicBezTo>
                  <a:pt x="2278057" y="138912"/>
                  <a:pt x="2273486" y="141308"/>
                  <a:pt x="2268695" y="141308"/>
                </a:cubicBezTo>
                <a:cubicBezTo>
                  <a:pt x="2257157" y="141308"/>
                  <a:pt x="2251711" y="128460"/>
                  <a:pt x="2251711" y="100593"/>
                </a:cubicBezTo>
                <a:cubicBezTo>
                  <a:pt x="2251711" y="72506"/>
                  <a:pt x="2257592" y="59659"/>
                  <a:pt x="2270220" y="59659"/>
                </a:cubicBezTo>
                <a:cubicBezTo>
                  <a:pt x="2277406" y="59659"/>
                  <a:pt x="2284154" y="64885"/>
                  <a:pt x="2287204" y="73157"/>
                </a:cubicBezTo>
                <a:lnTo>
                  <a:pt x="2287204" y="126065"/>
                </a:lnTo>
                <a:close/>
                <a:moveTo>
                  <a:pt x="2452023" y="141088"/>
                </a:moveTo>
                <a:cubicBezTo>
                  <a:pt x="2442661" y="140653"/>
                  <a:pt x="2440050" y="137823"/>
                  <a:pt x="2439831" y="128460"/>
                </a:cubicBezTo>
                <a:lnTo>
                  <a:pt x="2439831" y="50077"/>
                </a:lnTo>
                <a:lnTo>
                  <a:pt x="2396069" y="50077"/>
                </a:lnTo>
                <a:lnTo>
                  <a:pt x="2396069" y="55303"/>
                </a:lnTo>
                <a:cubicBezTo>
                  <a:pt x="2406737" y="55958"/>
                  <a:pt x="2409348" y="58569"/>
                  <a:pt x="2409568" y="68150"/>
                </a:cubicBezTo>
                <a:lnTo>
                  <a:pt x="2409568" y="129769"/>
                </a:lnTo>
                <a:cubicBezTo>
                  <a:pt x="2402381" y="136952"/>
                  <a:pt x="2398026" y="139348"/>
                  <a:pt x="2391714" y="139348"/>
                </a:cubicBezTo>
                <a:cubicBezTo>
                  <a:pt x="2382786" y="139348"/>
                  <a:pt x="2379521" y="134992"/>
                  <a:pt x="2379521" y="123889"/>
                </a:cubicBezTo>
                <a:lnTo>
                  <a:pt x="2379521" y="50077"/>
                </a:lnTo>
                <a:lnTo>
                  <a:pt x="2338587" y="50077"/>
                </a:lnTo>
                <a:lnTo>
                  <a:pt x="2338587" y="55303"/>
                </a:lnTo>
                <a:cubicBezTo>
                  <a:pt x="2347514" y="57044"/>
                  <a:pt x="2349039" y="59004"/>
                  <a:pt x="2349254" y="68150"/>
                </a:cubicBezTo>
                <a:lnTo>
                  <a:pt x="2349254" y="123018"/>
                </a:lnTo>
                <a:cubicBezTo>
                  <a:pt x="2349254" y="142178"/>
                  <a:pt x="2360142" y="153501"/>
                  <a:pt x="2378215" y="153501"/>
                </a:cubicBezTo>
                <a:cubicBezTo>
                  <a:pt x="2389537" y="153501"/>
                  <a:pt x="2397155" y="150015"/>
                  <a:pt x="2409784" y="139132"/>
                </a:cubicBezTo>
                <a:lnTo>
                  <a:pt x="2409784" y="153281"/>
                </a:lnTo>
                <a:cubicBezTo>
                  <a:pt x="2419146" y="150015"/>
                  <a:pt x="2424372" y="149145"/>
                  <a:pt x="2438525" y="147623"/>
                </a:cubicBezTo>
                <a:lnTo>
                  <a:pt x="2452023" y="146098"/>
                </a:lnTo>
                <a:lnTo>
                  <a:pt x="2452023" y="141088"/>
                </a:lnTo>
                <a:close/>
                <a:moveTo>
                  <a:pt x="2511682" y="145228"/>
                </a:moveTo>
                <a:cubicBezTo>
                  <a:pt x="2504715" y="145228"/>
                  <a:pt x="2501230" y="140872"/>
                  <a:pt x="2501014" y="132161"/>
                </a:cubicBezTo>
                <a:lnTo>
                  <a:pt x="2501014" y="3266"/>
                </a:lnTo>
                <a:lnTo>
                  <a:pt x="2459644" y="3266"/>
                </a:lnTo>
                <a:lnTo>
                  <a:pt x="2459644" y="8492"/>
                </a:lnTo>
                <a:cubicBezTo>
                  <a:pt x="2466830" y="8708"/>
                  <a:pt x="2470531" y="12847"/>
                  <a:pt x="2470747" y="21120"/>
                </a:cubicBezTo>
                <a:lnTo>
                  <a:pt x="2470747" y="132161"/>
                </a:lnTo>
                <a:cubicBezTo>
                  <a:pt x="2470531" y="140437"/>
                  <a:pt x="2466611" y="145009"/>
                  <a:pt x="2459644" y="145228"/>
                </a:cubicBezTo>
                <a:lnTo>
                  <a:pt x="2459644" y="150451"/>
                </a:lnTo>
                <a:lnTo>
                  <a:pt x="2511682" y="150451"/>
                </a:lnTo>
                <a:lnTo>
                  <a:pt x="2511682" y="145228"/>
                </a:lnTo>
                <a:close/>
                <a:moveTo>
                  <a:pt x="2604218" y="123234"/>
                </a:moveTo>
                <a:cubicBezTo>
                  <a:pt x="2595291" y="133906"/>
                  <a:pt x="2588760" y="137823"/>
                  <a:pt x="2579397" y="137823"/>
                </a:cubicBezTo>
                <a:cubicBezTo>
                  <a:pt x="2570905" y="137823"/>
                  <a:pt x="2564590" y="133906"/>
                  <a:pt x="2560018" y="126284"/>
                </a:cubicBezTo>
                <a:cubicBezTo>
                  <a:pt x="2556101" y="119317"/>
                  <a:pt x="2554357" y="112131"/>
                  <a:pt x="2553487" y="97108"/>
                </a:cubicBezTo>
                <a:lnTo>
                  <a:pt x="2608354" y="97108"/>
                </a:lnTo>
                <a:cubicBezTo>
                  <a:pt x="2607049" y="78818"/>
                  <a:pt x="2603783" y="68586"/>
                  <a:pt x="2596816" y="60313"/>
                </a:cubicBezTo>
                <a:cubicBezTo>
                  <a:pt x="2589849" y="51821"/>
                  <a:pt x="2579613" y="47466"/>
                  <a:pt x="2567420" y="47466"/>
                </a:cubicBezTo>
                <a:cubicBezTo>
                  <a:pt x="2540423" y="47466"/>
                  <a:pt x="2522134" y="69021"/>
                  <a:pt x="2522134" y="100809"/>
                </a:cubicBezTo>
                <a:cubicBezTo>
                  <a:pt x="2522134" y="132600"/>
                  <a:pt x="2539988" y="153501"/>
                  <a:pt x="2566985" y="153501"/>
                </a:cubicBezTo>
                <a:cubicBezTo>
                  <a:pt x="2584623" y="153501"/>
                  <a:pt x="2595291" y="146750"/>
                  <a:pt x="2609444" y="126284"/>
                </a:cubicBezTo>
                <a:lnTo>
                  <a:pt x="2604218" y="123234"/>
                </a:lnTo>
                <a:moveTo>
                  <a:pt x="2552397" y="89051"/>
                </a:moveTo>
                <a:cubicBezTo>
                  <a:pt x="2553051" y="62925"/>
                  <a:pt x="2556972" y="54217"/>
                  <a:pt x="2567640" y="54217"/>
                </a:cubicBezTo>
                <a:cubicBezTo>
                  <a:pt x="2577872" y="54217"/>
                  <a:pt x="2581138" y="61619"/>
                  <a:pt x="2581573" y="85785"/>
                </a:cubicBezTo>
                <a:lnTo>
                  <a:pt x="2581573" y="89051"/>
                </a:lnTo>
                <a:lnTo>
                  <a:pt x="2552397" y="89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IDDG-basedVulnerabilityDetectionModule">
            <a:extLst xmlns:a="http://schemas.openxmlformats.org/drawingml/2006/main">
              <a:ext uri="{FF2B5EF4-FFF2-40B4-BE49-F238E27FC236}">
                <a16:creationId xmlns:a16="http://schemas.microsoft.com/office/drawing/2014/main" id="{3D734EF6-0BF6-4C5C-A684-5C4F761E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069" y="2208084"/>
            <a:ext cx="4180468" cy="195086"/>
          </a:xfrm>
          <a:custGeom xmlns:a="http://schemas.openxmlformats.org/drawingml/2006/main">
            <a:pathLst>
              <a:path w="4180468" h="195086">
                <a:moveTo>
                  <a:pt x="76207" y="145009"/>
                </a:moveTo>
                <a:cubicBezTo>
                  <a:pt x="60094" y="144138"/>
                  <a:pt x="55738" y="141088"/>
                  <a:pt x="55522" y="129550"/>
                </a:cubicBezTo>
                <a:lnTo>
                  <a:pt x="55522" y="24170"/>
                </a:lnTo>
                <a:cubicBezTo>
                  <a:pt x="55738" y="12628"/>
                  <a:pt x="60529" y="9146"/>
                  <a:pt x="76207" y="8708"/>
                </a:cubicBezTo>
                <a:lnTo>
                  <a:pt x="76207" y="3266"/>
                </a:lnTo>
                <a:lnTo>
                  <a:pt x="0" y="3266"/>
                </a:lnTo>
                <a:lnTo>
                  <a:pt x="0" y="8708"/>
                </a:lnTo>
                <a:cubicBezTo>
                  <a:pt x="15243" y="9362"/>
                  <a:pt x="19814" y="12847"/>
                  <a:pt x="20249" y="24170"/>
                </a:cubicBezTo>
                <a:lnTo>
                  <a:pt x="20249" y="129550"/>
                </a:lnTo>
                <a:cubicBezTo>
                  <a:pt x="19814" y="140653"/>
                  <a:pt x="15894" y="143919"/>
                  <a:pt x="0" y="145009"/>
                </a:cubicBezTo>
                <a:lnTo>
                  <a:pt x="0" y="150451"/>
                </a:lnTo>
                <a:lnTo>
                  <a:pt x="76207" y="150451"/>
                </a:lnTo>
                <a:lnTo>
                  <a:pt x="76207" y="145009"/>
                </a:lnTo>
                <a:close/>
                <a:moveTo>
                  <a:pt x="83391" y="150451"/>
                </a:moveTo>
                <a:lnTo>
                  <a:pt x="152193" y="150451"/>
                </a:lnTo>
                <a:cubicBezTo>
                  <a:pt x="199224" y="150451"/>
                  <a:pt x="230576" y="120407"/>
                  <a:pt x="230576" y="75337"/>
                </a:cubicBezTo>
                <a:cubicBezTo>
                  <a:pt x="230576" y="30482"/>
                  <a:pt x="200313" y="3266"/>
                  <a:pt x="149801" y="3266"/>
                </a:cubicBezTo>
                <a:lnTo>
                  <a:pt x="83391" y="3266"/>
                </a:lnTo>
                <a:lnTo>
                  <a:pt x="83391" y="8708"/>
                </a:lnTo>
                <a:cubicBezTo>
                  <a:pt x="97109" y="9797"/>
                  <a:pt x="101246" y="13063"/>
                  <a:pt x="101465" y="23296"/>
                </a:cubicBezTo>
                <a:lnTo>
                  <a:pt x="101465" y="130640"/>
                </a:lnTo>
                <a:cubicBezTo>
                  <a:pt x="101465" y="140218"/>
                  <a:pt x="95584" y="145009"/>
                  <a:pt x="83391" y="145009"/>
                </a:cubicBezTo>
                <a:lnTo>
                  <a:pt x="83391" y="150451"/>
                </a:lnTo>
                <a:moveTo>
                  <a:pt x="136734" y="18289"/>
                </a:moveTo>
                <a:cubicBezTo>
                  <a:pt x="136734" y="13283"/>
                  <a:pt x="141090" y="10668"/>
                  <a:pt x="149582" y="10668"/>
                </a:cubicBezTo>
                <a:cubicBezTo>
                  <a:pt x="165260" y="10668"/>
                  <a:pt x="176144" y="17854"/>
                  <a:pt x="183765" y="32878"/>
                </a:cubicBezTo>
                <a:cubicBezTo>
                  <a:pt x="189646" y="44200"/>
                  <a:pt x="192692" y="60094"/>
                  <a:pt x="192692" y="78602"/>
                </a:cubicBezTo>
                <a:cubicBezTo>
                  <a:pt x="192692" y="99068"/>
                  <a:pt x="188337" y="118012"/>
                  <a:pt x="181370" y="127809"/>
                </a:cubicBezTo>
                <a:cubicBezTo>
                  <a:pt x="173968" y="137823"/>
                  <a:pt x="163516" y="142833"/>
                  <a:pt x="149363" y="142833"/>
                </a:cubicBezTo>
                <a:cubicBezTo>
                  <a:pt x="139565" y="142833"/>
                  <a:pt x="136734" y="140002"/>
                  <a:pt x="136734" y="130205"/>
                </a:cubicBezTo>
                <a:lnTo>
                  <a:pt x="136734" y="18289"/>
                </a:lnTo>
                <a:close/>
                <a:moveTo>
                  <a:pt x="240593" y="150451"/>
                </a:moveTo>
                <a:lnTo>
                  <a:pt x="309395" y="150451"/>
                </a:lnTo>
                <a:cubicBezTo>
                  <a:pt x="356426" y="150451"/>
                  <a:pt x="387778" y="120407"/>
                  <a:pt x="387778" y="75337"/>
                </a:cubicBezTo>
                <a:cubicBezTo>
                  <a:pt x="387778" y="30482"/>
                  <a:pt x="357515" y="3266"/>
                  <a:pt x="307003" y="3266"/>
                </a:cubicBezTo>
                <a:lnTo>
                  <a:pt x="240593" y="3266"/>
                </a:lnTo>
                <a:lnTo>
                  <a:pt x="240593" y="8708"/>
                </a:lnTo>
                <a:cubicBezTo>
                  <a:pt x="254311" y="9797"/>
                  <a:pt x="258447" y="13063"/>
                  <a:pt x="258667" y="23296"/>
                </a:cubicBezTo>
                <a:lnTo>
                  <a:pt x="258667" y="130640"/>
                </a:lnTo>
                <a:cubicBezTo>
                  <a:pt x="258667" y="140218"/>
                  <a:pt x="252786" y="145009"/>
                  <a:pt x="240593" y="145009"/>
                </a:cubicBezTo>
                <a:lnTo>
                  <a:pt x="240593" y="150451"/>
                </a:lnTo>
                <a:moveTo>
                  <a:pt x="293936" y="18289"/>
                </a:moveTo>
                <a:cubicBezTo>
                  <a:pt x="293936" y="13283"/>
                  <a:pt x="298292" y="10668"/>
                  <a:pt x="306784" y="10668"/>
                </a:cubicBezTo>
                <a:cubicBezTo>
                  <a:pt x="322462" y="10668"/>
                  <a:pt x="333346" y="17854"/>
                  <a:pt x="340967" y="32878"/>
                </a:cubicBezTo>
                <a:cubicBezTo>
                  <a:pt x="346847" y="44200"/>
                  <a:pt x="349894" y="60094"/>
                  <a:pt x="349894" y="78602"/>
                </a:cubicBezTo>
                <a:cubicBezTo>
                  <a:pt x="349894" y="99068"/>
                  <a:pt x="345538" y="118012"/>
                  <a:pt x="338572" y="127809"/>
                </a:cubicBezTo>
                <a:cubicBezTo>
                  <a:pt x="331169" y="137823"/>
                  <a:pt x="320717" y="142833"/>
                  <a:pt x="306564" y="142833"/>
                </a:cubicBezTo>
                <a:cubicBezTo>
                  <a:pt x="296767" y="142833"/>
                  <a:pt x="293936" y="140002"/>
                  <a:pt x="293936" y="130205"/>
                </a:cubicBezTo>
                <a:lnTo>
                  <a:pt x="293936" y="18289"/>
                </a:lnTo>
                <a:close/>
                <a:moveTo>
                  <a:pt x="559133" y="87965"/>
                </a:moveTo>
                <a:lnTo>
                  <a:pt x="484451" y="87965"/>
                </a:lnTo>
                <a:lnTo>
                  <a:pt x="484451" y="93407"/>
                </a:lnTo>
                <a:cubicBezTo>
                  <a:pt x="502740" y="94277"/>
                  <a:pt x="506006" y="96457"/>
                  <a:pt x="506444" y="108649"/>
                </a:cubicBezTo>
                <a:lnTo>
                  <a:pt x="506444" y="131510"/>
                </a:lnTo>
                <a:cubicBezTo>
                  <a:pt x="506444" y="142613"/>
                  <a:pt x="500128" y="147404"/>
                  <a:pt x="485540" y="147404"/>
                </a:cubicBezTo>
                <a:cubicBezTo>
                  <a:pt x="471822" y="147404"/>
                  <a:pt x="462679" y="143268"/>
                  <a:pt x="455493" y="133906"/>
                </a:cubicBezTo>
                <a:cubicBezTo>
                  <a:pt x="445912" y="121713"/>
                  <a:pt x="441340" y="102988"/>
                  <a:pt x="441340" y="76858"/>
                </a:cubicBezTo>
                <a:cubicBezTo>
                  <a:pt x="441340" y="31137"/>
                  <a:pt x="455058" y="7186"/>
                  <a:pt x="481404" y="7186"/>
                </a:cubicBezTo>
                <a:cubicBezTo>
                  <a:pt x="491637" y="7186"/>
                  <a:pt x="500999" y="11103"/>
                  <a:pt x="510361" y="19379"/>
                </a:cubicBezTo>
                <a:cubicBezTo>
                  <a:pt x="519723" y="27652"/>
                  <a:pt x="524949" y="35273"/>
                  <a:pt x="532352" y="51602"/>
                </a:cubicBezTo>
                <a:lnTo>
                  <a:pt x="537797" y="51602"/>
                </a:lnTo>
                <a:lnTo>
                  <a:pt x="537797" y="654"/>
                </a:lnTo>
                <a:lnTo>
                  <a:pt x="531916" y="654"/>
                </a:lnTo>
                <a:cubicBezTo>
                  <a:pt x="528651" y="8492"/>
                  <a:pt x="526690" y="10668"/>
                  <a:pt x="522119" y="10668"/>
                </a:cubicBezTo>
                <a:cubicBezTo>
                  <a:pt x="520159" y="10668"/>
                  <a:pt x="517112" y="9797"/>
                  <a:pt x="512321" y="7621"/>
                </a:cubicBezTo>
                <a:cubicBezTo>
                  <a:pt x="499909" y="2395"/>
                  <a:pt x="489241" y="0"/>
                  <a:pt x="478789" y="0"/>
                </a:cubicBezTo>
                <a:cubicBezTo>
                  <a:pt x="435244" y="0"/>
                  <a:pt x="402802" y="33313"/>
                  <a:pt x="402802" y="78383"/>
                </a:cubicBezTo>
                <a:cubicBezTo>
                  <a:pt x="402802" y="123234"/>
                  <a:pt x="434593" y="154590"/>
                  <a:pt x="480314" y="154590"/>
                </a:cubicBezTo>
                <a:cubicBezTo>
                  <a:pt x="502740" y="154590"/>
                  <a:pt x="526255" y="149364"/>
                  <a:pt x="540408" y="141088"/>
                </a:cubicBezTo>
                <a:lnTo>
                  <a:pt x="540408" y="113437"/>
                </a:lnTo>
                <a:cubicBezTo>
                  <a:pt x="540843" y="97543"/>
                  <a:pt x="543239" y="94932"/>
                  <a:pt x="559133" y="93407"/>
                </a:cubicBezTo>
                <a:lnTo>
                  <a:pt x="559133" y="87965"/>
                </a:lnTo>
                <a:close/>
                <a:moveTo>
                  <a:pt x="628381" y="87965"/>
                </a:moveTo>
                <a:lnTo>
                  <a:pt x="575473" y="87965"/>
                </a:lnTo>
                <a:lnTo>
                  <a:pt x="575473" y="113221"/>
                </a:lnTo>
                <a:lnTo>
                  <a:pt x="628381" y="113221"/>
                </a:lnTo>
                <a:lnTo>
                  <a:pt x="628381" y="87965"/>
                </a:lnTo>
                <a:close/>
                <a:moveTo>
                  <a:pt x="642309" y="8492"/>
                </a:moveTo>
                <a:cubicBezTo>
                  <a:pt x="652107" y="10233"/>
                  <a:pt x="654067" y="12193"/>
                  <a:pt x="654283" y="21120"/>
                </a:cubicBezTo>
                <a:lnTo>
                  <a:pt x="654283" y="153281"/>
                </a:lnTo>
                <a:lnTo>
                  <a:pt x="656898" y="153281"/>
                </a:lnTo>
                <a:lnTo>
                  <a:pt x="674097" y="141088"/>
                </a:lnTo>
                <a:cubicBezTo>
                  <a:pt x="684114" y="150235"/>
                  <a:pt x="691951" y="153501"/>
                  <a:pt x="702839" y="153501"/>
                </a:cubicBezTo>
                <a:cubicBezTo>
                  <a:pt x="731796" y="153501"/>
                  <a:pt x="752045" y="131075"/>
                  <a:pt x="752045" y="98413"/>
                </a:cubicBezTo>
                <a:cubicBezTo>
                  <a:pt x="752045" y="68150"/>
                  <a:pt x="735281" y="47466"/>
                  <a:pt x="711111" y="47466"/>
                </a:cubicBezTo>
                <a:cubicBezTo>
                  <a:pt x="700443" y="47466"/>
                  <a:pt x="692822" y="50948"/>
                  <a:pt x="684549" y="59659"/>
                </a:cubicBezTo>
                <a:lnTo>
                  <a:pt x="684549" y="3266"/>
                </a:lnTo>
                <a:lnTo>
                  <a:pt x="642309" y="3266"/>
                </a:lnTo>
                <a:lnTo>
                  <a:pt x="642309" y="8492"/>
                </a:lnTo>
                <a:moveTo>
                  <a:pt x="684549" y="72067"/>
                </a:moveTo>
                <a:cubicBezTo>
                  <a:pt x="688466" y="62705"/>
                  <a:pt x="692603" y="59223"/>
                  <a:pt x="699789" y="59223"/>
                </a:cubicBezTo>
                <a:cubicBezTo>
                  <a:pt x="713287" y="59223"/>
                  <a:pt x="720038" y="73592"/>
                  <a:pt x="720038" y="102334"/>
                </a:cubicBezTo>
                <a:cubicBezTo>
                  <a:pt x="720038" y="132600"/>
                  <a:pt x="713506" y="146534"/>
                  <a:pt x="699573" y="146534"/>
                </a:cubicBezTo>
                <a:cubicBezTo>
                  <a:pt x="690426" y="146534"/>
                  <a:pt x="684549" y="139783"/>
                  <a:pt x="684549" y="129331"/>
                </a:cubicBezTo>
                <a:lnTo>
                  <a:pt x="684549" y="72067"/>
                </a:lnTo>
                <a:close/>
                <a:moveTo>
                  <a:pt x="862652" y="136517"/>
                </a:moveTo>
                <a:lnTo>
                  <a:pt x="860475" y="138696"/>
                </a:lnTo>
                <a:cubicBezTo>
                  <a:pt x="859821" y="139348"/>
                  <a:pt x="859170" y="139567"/>
                  <a:pt x="858080" y="139567"/>
                </a:cubicBezTo>
                <a:cubicBezTo>
                  <a:pt x="855030" y="139567"/>
                  <a:pt x="853509" y="137823"/>
                  <a:pt x="853509" y="134122"/>
                </a:cubicBezTo>
                <a:lnTo>
                  <a:pt x="853509" y="77293"/>
                </a:lnTo>
                <a:cubicBezTo>
                  <a:pt x="853509" y="58788"/>
                  <a:pt x="836960" y="47466"/>
                  <a:pt x="810395" y="47466"/>
                </a:cubicBezTo>
                <a:cubicBezTo>
                  <a:pt x="785793" y="47466"/>
                  <a:pt x="769245" y="58569"/>
                  <a:pt x="769245" y="74898"/>
                </a:cubicBezTo>
                <a:cubicBezTo>
                  <a:pt x="769245" y="84044"/>
                  <a:pt x="774471" y="89270"/>
                  <a:pt x="783398" y="89270"/>
                </a:cubicBezTo>
                <a:cubicBezTo>
                  <a:pt x="792106" y="89270"/>
                  <a:pt x="798202" y="84044"/>
                  <a:pt x="798202" y="76642"/>
                </a:cubicBezTo>
                <a:cubicBezTo>
                  <a:pt x="798202" y="73592"/>
                  <a:pt x="797116" y="70762"/>
                  <a:pt x="794285" y="67280"/>
                </a:cubicBezTo>
                <a:cubicBezTo>
                  <a:pt x="792325" y="65101"/>
                  <a:pt x="791670" y="63795"/>
                  <a:pt x="791670" y="62489"/>
                </a:cubicBezTo>
                <a:cubicBezTo>
                  <a:pt x="791670" y="57918"/>
                  <a:pt x="797551" y="54433"/>
                  <a:pt x="805388" y="54433"/>
                </a:cubicBezTo>
                <a:cubicBezTo>
                  <a:pt x="818236" y="54433"/>
                  <a:pt x="823678" y="60313"/>
                  <a:pt x="823678" y="73592"/>
                </a:cubicBezTo>
                <a:lnTo>
                  <a:pt x="823678" y="89486"/>
                </a:lnTo>
                <a:cubicBezTo>
                  <a:pt x="797767" y="97327"/>
                  <a:pt x="787099" y="101463"/>
                  <a:pt x="779042" y="107124"/>
                </a:cubicBezTo>
                <a:cubicBezTo>
                  <a:pt x="769464" y="113656"/>
                  <a:pt x="765109" y="121058"/>
                  <a:pt x="765109" y="130420"/>
                </a:cubicBezTo>
                <a:cubicBezTo>
                  <a:pt x="765109" y="143703"/>
                  <a:pt x="775125" y="153501"/>
                  <a:pt x="789275" y="153501"/>
                </a:cubicBezTo>
                <a:cubicBezTo>
                  <a:pt x="801687" y="153501"/>
                  <a:pt x="811704" y="149145"/>
                  <a:pt x="823678" y="138258"/>
                </a:cubicBezTo>
                <a:cubicBezTo>
                  <a:pt x="826073" y="149364"/>
                  <a:pt x="830864" y="153501"/>
                  <a:pt x="841532" y="153501"/>
                </a:cubicBezTo>
                <a:cubicBezTo>
                  <a:pt x="850894" y="153501"/>
                  <a:pt x="857645" y="150015"/>
                  <a:pt x="865917" y="141088"/>
                </a:cubicBezTo>
                <a:lnTo>
                  <a:pt x="862652" y="136517"/>
                </a:lnTo>
                <a:moveTo>
                  <a:pt x="823462" y="128680"/>
                </a:moveTo>
                <a:cubicBezTo>
                  <a:pt x="817581" y="135431"/>
                  <a:pt x="813226" y="138042"/>
                  <a:pt x="808003" y="138042"/>
                </a:cubicBezTo>
                <a:cubicBezTo>
                  <a:pt x="801468" y="138042"/>
                  <a:pt x="796896" y="132161"/>
                  <a:pt x="796896" y="123454"/>
                </a:cubicBezTo>
                <a:cubicBezTo>
                  <a:pt x="796896" y="110826"/>
                  <a:pt x="806043" y="101679"/>
                  <a:pt x="823462" y="97108"/>
                </a:cubicBezTo>
                <a:lnTo>
                  <a:pt x="823462" y="128680"/>
                </a:lnTo>
                <a:close/>
                <a:moveTo>
                  <a:pt x="943213" y="79473"/>
                </a:moveTo>
                <a:lnTo>
                  <a:pt x="943213" y="47901"/>
                </a:lnTo>
                <a:lnTo>
                  <a:pt x="938422" y="47901"/>
                </a:lnTo>
                <a:cubicBezTo>
                  <a:pt x="937116" y="51167"/>
                  <a:pt x="935811" y="52257"/>
                  <a:pt x="932980" y="52257"/>
                </a:cubicBezTo>
                <a:cubicBezTo>
                  <a:pt x="931671" y="52257"/>
                  <a:pt x="929714" y="51821"/>
                  <a:pt x="926229" y="50732"/>
                </a:cubicBezTo>
                <a:cubicBezTo>
                  <a:pt x="919262" y="48336"/>
                  <a:pt x="914252" y="47466"/>
                  <a:pt x="909246" y="47466"/>
                </a:cubicBezTo>
                <a:cubicBezTo>
                  <a:pt x="889431" y="47466"/>
                  <a:pt x="875062" y="60964"/>
                  <a:pt x="875062" y="79254"/>
                </a:cubicBezTo>
                <a:cubicBezTo>
                  <a:pt x="875062" y="93626"/>
                  <a:pt x="883989" y="103639"/>
                  <a:pt x="905980" y="113002"/>
                </a:cubicBezTo>
                <a:cubicBezTo>
                  <a:pt x="921003" y="119533"/>
                  <a:pt x="926884" y="124979"/>
                  <a:pt x="926884" y="131945"/>
                </a:cubicBezTo>
                <a:cubicBezTo>
                  <a:pt x="926884" y="140437"/>
                  <a:pt x="920349" y="146098"/>
                  <a:pt x="910551" y="146098"/>
                </a:cubicBezTo>
                <a:cubicBezTo>
                  <a:pt x="895312" y="146098"/>
                  <a:pt x="885295" y="136301"/>
                  <a:pt x="880724" y="117357"/>
                </a:cubicBezTo>
                <a:lnTo>
                  <a:pt x="874627" y="117357"/>
                </a:lnTo>
                <a:lnTo>
                  <a:pt x="874627" y="153281"/>
                </a:lnTo>
                <a:lnTo>
                  <a:pt x="880069" y="153281"/>
                </a:lnTo>
                <a:cubicBezTo>
                  <a:pt x="882465" y="148494"/>
                  <a:pt x="883770" y="147185"/>
                  <a:pt x="885730" y="147185"/>
                </a:cubicBezTo>
                <a:cubicBezTo>
                  <a:pt x="886820" y="147185"/>
                  <a:pt x="888561" y="147623"/>
                  <a:pt x="890740" y="148494"/>
                </a:cubicBezTo>
                <a:cubicBezTo>
                  <a:pt x="897053" y="151105"/>
                  <a:pt x="907940" y="153501"/>
                  <a:pt x="914252" y="153501"/>
                </a:cubicBezTo>
                <a:cubicBezTo>
                  <a:pt x="934067" y="153501"/>
                  <a:pt x="947784" y="140002"/>
                  <a:pt x="947784" y="120407"/>
                </a:cubicBezTo>
                <a:cubicBezTo>
                  <a:pt x="947784" y="104945"/>
                  <a:pt x="939512" y="95583"/>
                  <a:pt x="917737" y="86440"/>
                </a:cubicBezTo>
                <a:cubicBezTo>
                  <a:pt x="902933" y="80124"/>
                  <a:pt x="896837" y="74682"/>
                  <a:pt x="896837" y="67280"/>
                </a:cubicBezTo>
                <a:cubicBezTo>
                  <a:pt x="896837" y="60094"/>
                  <a:pt x="902933" y="54652"/>
                  <a:pt x="911206" y="54652"/>
                </a:cubicBezTo>
                <a:cubicBezTo>
                  <a:pt x="917083" y="54652"/>
                  <a:pt x="922744" y="57044"/>
                  <a:pt x="927535" y="61619"/>
                </a:cubicBezTo>
                <a:cubicBezTo>
                  <a:pt x="932106" y="65971"/>
                  <a:pt x="934502" y="69891"/>
                  <a:pt x="937768" y="79473"/>
                </a:cubicBezTo>
                <a:lnTo>
                  <a:pt x="943213" y="79473"/>
                </a:lnTo>
                <a:close/>
                <a:moveTo>
                  <a:pt x="1041409" y="123234"/>
                </a:moveTo>
                <a:cubicBezTo>
                  <a:pt x="1032481" y="133906"/>
                  <a:pt x="1025950" y="137823"/>
                  <a:pt x="1016588" y="137823"/>
                </a:cubicBezTo>
                <a:cubicBezTo>
                  <a:pt x="1008096" y="137823"/>
                  <a:pt x="1001780" y="133906"/>
                  <a:pt x="997209" y="126284"/>
                </a:cubicBezTo>
                <a:cubicBezTo>
                  <a:pt x="993292" y="119317"/>
                  <a:pt x="991547" y="112131"/>
                  <a:pt x="990677" y="97108"/>
                </a:cubicBezTo>
                <a:lnTo>
                  <a:pt x="1045545" y="97108"/>
                </a:lnTo>
                <a:cubicBezTo>
                  <a:pt x="1044239" y="78818"/>
                  <a:pt x="1040973" y="68586"/>
                  <a:pt x="1034006" y="60313"/>
                </a:cubicBezTo>
                <a:cubicBezTo>
                  <a:pt x="1027040" y="51821"/>
                  <a:pt x="1016804" y="47466"/>
                  <a:pt x="1004611" y="47466"/>
                </a:cubicBezTo>
                <a:cubicBezTo>
                  <a:pt x="977614" y="47466"/>
                  <a:pt x="959324" y="69021"/>
                  <a:pt x="959324" y="100809"/>
                </a:cubicBezTo>
                <a:cubicBezTo>
                  <a:pt x="959324" y="132600"/>
                  <a:pt x="977178" y="153501"/>
                  <a:pt x="1004175" y="153501"/>
                </a:cubicBezTo>
                <a:cubicBezTo>
                  <a:pt x="1021814" y="153501"/>
                  <a:pt x="1032481" y="146750"/>
                  <a:pt x="1046635" y="126284"/>
                </a:cubicBezTo>
                <a:lnTo>
                  <a:pt x="1041409" y="123234"/>
                </a:lnTo>
                <a:moveTo>
                  <a:pt x="989587" y="89051"/>
                </a:moveTo>
                <a:cubicBezTo>
                  <a:pt x="990242" y="62925"/>
                  <a:pt x="994162" y="54217"/>
                  <a:pt x="1004830" y="54217"/>
                </a:cubicBezTo>
                <a:cubicBezTo>
                  <a:pt x="1015063" y="54217"/>
                  <a:pt x="1018328" y="61619"/>
                  <a:pt x="1018764" y="85785"/>
                </a:cubicBezTo>
                <a:lnTo>
                  <a:pt x="1018764" y="89051"/>
                </a:lnTo>
                <a:lnTo>
                  <a:pt x="989587" y="89051"/>
                </a:lnTo>
                <a:close/>
                <a:moveTo>
                  <a:pt x="1166822" y="141088"/>
                </a:moveTo>
                <a:cubicBezTo>
                  <a:pt x="1157025" y="140437"/>
                  <a:pt x="1153975" y="137607"/>
                  <a:pt x="1153975" y="128460"/>
                </a:cubicBezTo>
                <a:lnTo>
                  <a:pt x="1153975" y="3266"/>
                </a:lnTo>
                <a:lnTo>
                  <a:pt x="1107164" y="3266"/>
                </a:lnTo>
                <a:lnTo>
                  <a:pt x="1107164" y="8492"/>
                </a:lnTo>
                <a:cubicBezTo>
                  <a:pt x="1121317" y="9362"/>
                  <a:pt x="1123493" y="10887"/>
                  <a:pt x="1123712" y="21120"/>
                </a:cubicBezTo>
                <a:lnTo>
                  <a:pt x="1123712" y="60964"/>
                </a:lnTo>
                <a:cubicBezTo>
                  <a:pt x="1114350" y="50948"/>
                  <a:pt x="1107818" y="47466"/>
                  <a:pt x="1097801" y="47466"/>
                </a:cubicBezTo>
                <a:cubicBezTo>
                  <a:pt x="1073851" y="47466"/>
                  <a:pt x="1055997" y="70762"/>
                  <a:pt x="1055997" y="102334"/>
                </a:cubicBezTo>
                <a:cubicBezTo>
                  <a:pt x="1055997" y="132161"/>
                  <a:pt x="1072545" y="153501"/>
                  <a:pt x="1095406" y="153501"/>
                </a:cubicBezTo>
                <a:cubicBezTo>
                  <a:pt x="1106944" y="153501"/>
                  <a:pt x="1114130" y="150015"/>
                  <a:pt x="1124363" y="139132"/>
                </a:cubicBezTo>
                <a:lnTo>
                  <a:pt x="1124363" y="153281"/>
                </a:lnTo>
                <a:cubicBezTo>
                  <a:pt x="1134380" y="150451"/>
                  <a:pt x="1139822" y="149364"/>
                  <a:pt x="1153324" y="147839"/>
                </a:cubicBezTo>
                <a:lnTo>
                  <a:pt x="1166822" y="146098"/>
                </a:lnTo>
                <a:lnTo>
                  <a:pt x="1166822" y="141088"/>
                </a:lnTo>
                <a:moveTo>
                  <a:pt x="1123712" y="126065"/>
                </a:moveTo>
                <a:cubicBezTo>
                  <a:pt x="1123712" y="127374"/>
                  <a:pt x="1121533" y="131075"/>
                  <a:pt x="1118921" y="133906"/>
                </a:cubicBezTo>
                <a:cubicBezTo>
                  <a:pt x="1114566" y="138912"/>
                  <a:pt x="1109994" y="141308"/>
                  <a:pt x="1105203" y="141308"/>
                </a:cubicBezTo>
                <a:cubicBezTo>
                  <a:pt x="1093665" y="141308"/>
                  <a:pt x="1088220" y="128460"/>
                  <a:pt x="1088220" y="100593"/>
                </a:cubicBezTo>
                <a:cubicBezTo>
                  <a:pt x="1088220" y="72506"/>
                  <a:pt x="1094100" y="59659"/>
                  <a:pt x="1106728" y="59659"/>
                </a:cubicBezTo>
                <a:cubicBezTo>
                  <a:pt x="1113914" y="59659"/>
                  <a:pt x="1120662" y="64885"/>
                  <a:pt x="1123712" y="73157"/>
                </a:cubicBezTo>
                <a:lnTo>
                  <a:pt x="1123712" y="126065"/>
                </a:lnTo>
                <a:close/>
                <a:moveTo>
                  <a:pt x="1378673" y="3266"/>
                </a:moveTo>
                <a:lnTo>
                  <a:pt x="1332297" y="3266"/>
                </a:lnTo>
                <a:lnTo>
                  <a:pt x="1332297" y="8708"/>
                </a:lnTo>
                <a:cubicBezTo>
                  <a:pt x="1347539" y="9582"/>
                  <a:pt x="1351021" y="11322"/>
                  <a:pt x="1351021" y="18289"/>
                </a:cubicBezTo>
                <a:cubicBezTo>
                  <a:pt x="1351021" y="21774"/>
                  <a:pt x="1350370" y="24386"/>
                  <a:pt x="1346669" y="33748"/>
                </a:cubicBezTo>
                <a:lnTo>
                  <a:pt x="1319014" y="105384"/>
                </a:lnTo>
                <a:lnTo>
                  <a:pt x="1288967" y="32658"/>
                </a:lnTo>
                <a:cubicBezTo>
                  <a:pt x="1284831" y="22645"/>
                  <a:pt x="1283960" y="20249"/>
                  <a:pt x="1283960" y="16984"/>
                </a:cubicBezTo>
                <a:cubicBezTo>
                  <a:pt x="1283960" y="11977"/>
                  <a:pt x="1287226" y="9582"/>
                  <a:pt x="1295502" y="9146"/>
                </a:cubicBezTo>
                <a:cubicBezTo>
                  <a:pt x="1296588" y="9146"/>
                  <a:pt x="1299419" y="8927"/>
                  <a:pt x="1302685" y="8708"/>
                </a:cubicBezTo>
                <a:lnTo>
                  <a:pt x="1302685" y="3266"/>
                </a:lnTo>
                <a:lnTo>
                  <a:pt x="1229528" y="3266"/>
                </a:lnTo>
                <a:lnTo>
                  <a:pt x="1229528" y="8708"/>
                </a:lnTo>
                <a:cubicBezTo>
                  <a:pt x="1240415" y="10233"/>
                  <a:pt x="1242375" y="11977"/>
                  <a:pt x="1247817" y="23951"/>
                </a:cubicBezTo>
                <a:lnTo>
                  <a:pt x="1303555" y="154371"/>
                </a:lnTo>
                <a:lnTo>
                  <a:pt x="1309436" y="154371"/>
                </a:lnTo>
                <a:lnTo>
                  <a:pt x="1359078" y="26562"/>
                </a:lnTo>
                <a:cubicBezTo>
                  <a:pt x="1364304" y="13063"/>
                  <a:pt x="1367350" y="10233"/>
                  <a:pt x="1378673" y="8708"/>
                </a:cubicBezTo>
                <a:lnTo>
                  <a:pt x="1378673" y="3266"/>
                </a:lnTo>
                <a:close/>
                <a:moveTo>
                  <a:pt x="1501473" y="141088"/>
                </a:moveTo>
                <a:cubicBezTo>
                  <a:pt x="1492110" y="140653"/>
                  <a:pt x="1489499" y="137823"/>
                  <a:pt x="1489280" y="128460"/>
                </a:cubicBezTo>
                <a:lnTo>
                  <a:pt x="1489280" y="50077"/>
                </a:lnTo>
                <a:lnTo>
                  <a:pt x="1445518" y="50077"/>
                </a:lnTo>
                <a:lnTo>
                  <a:pt x="1445518" y="55303"/>
                </a:lnTo>
                <a:cubicBezTo>
                  <a:pt x="1456186" y="55958"/>
                  <a:pt x="1458798" y="58569"/>
                  <a:pt x="1459017" y="68150"/>
                </a:cubicBezTo>
                <a:lnTo>
                  <a:pt x="1459017" y="129769"/>
                </a:lnTo>
                <a:cubicBezTo>
                  <a:pt x="1451831" y="136952"/>
                  <a:pt x="1447475" y="139348"/>
                  <a:pt x="1441163" y="139348"/>
                </a:cubicBezTo>
                <a:cubicBezTo>
                  <a:pt x="1432236" y="139348"/>
                  <a:pt x="1428970" y="134992"/>
                  <a:pt x="1428970" y="123889"/>
                </a:cubicBezTo>
                <a:lnTo>
                  <a:pt x="1428970" y="50077"/>
                </a:lnTo>
                <a:lnTo>
                  <a:pt x="1388036" y="50077"/>
                </a:lnTo>
                <a:lnTo>
                  <a:pt x="1388036" y="55303"/>
                </a:lnTo>
                <a:cubicBezTo>
                  <a:pt x="1396963" y="57044"/>
                  <a:pt x="1398488" y="59004"/>
                  <a:pt x="1398704" y="68150"/>
                </a:cubicBezTo>
                <a:lnTo>
                  <a:pt x="1398704" y="123018"/>
                </a:lnTo>
                <a:cubicBezTo>
                  <a:pt x="1398704" y="142178"/>
                  <a:pt x="1409591" y="153501"/>
                  <a:pt x="1427664" y="153501"/>
                </a:cubicBezTo>
                <a:cubicBezTo>
                  <a:pt x="1438987" y="153501"/>
                  <a:pt x="1446605" y="150015"/>
                  <a:pt x="1459233" y="139132"/>
                </a:cubicBezTo>
                <a:lnTo>
                  <a:pt x="1459233" y="153281"/>
                </a:lnTo>
                <a:cubicBezTo>
                  <a:pt x="1468595" y="150015"/>
                  <a:pt x="1473821" y="149145"/>
                  <a:pt x="1487974" y="147623"/>
                </a:cubicBezTo>
                <a:lnTo>
                  <a:pt x="1501473" y="146098"/>
                </a:lnTo>
                <a:lnTo>
                  <a:pt x="1501473" y="141088"/>
                </a:lnTo>
                <a:close/>
                <a:moveTo>
                  <a:pt x="1561503" y="145228"/>
                </a:moveTo>
                <a:cubicBezTo>
                  <a:pt x="1554536" y="145228"/>
                  <a:pt x="1551051" y="140872"/>
                  <a:pt x="1550835" y="132161"/>
                </a:cubicBezTo>
                <a:lnTo>
                  <a:pt x="1550835" y="3266"/>
                </a:lnTo>
                <a:lnTo>
                  <a:pt x="1509466" y="3266"/>
                </a:lnTo>
                <a:lnTo>
                  <a:pt x="1509466" y="8492"/>
                </a:lnTo>
                <a:cubicBezTo>
                  <a:pt x="1516652" y="8708"/>
                  <a:pt x="1520353" y="12847"/>
                  <a:pt x="1520569" y="21120"/>
                </a:cubicBezTo>
                <a:lnTo>
                  <a:pt x="1520569" y="132161"/>
                </a:lnTo>
                <a:cubicBezTo>
                  <a:pt x="1520353" y="140437"/>
                  <a:pt x="1516433" y="145009"/>
                  <a:pt x="1509466" y="145228"/>
                </a:cubicBezTo>
                <a:lnTo>
                  <a:pt x="1509466" y="150451"/>
                </a:lnTo>
                <a:lnTo>
                  <a:pt x="1561503" y="150451"/>
                </a:lnTo>
                <a:lnTo>
                  <a:pt x="1561503" y="145228"/>
                </a:lnTo>
                <a:close/>
                <a:moveTo>
                  <a:pt x="1684183" y="145228"/>
                </a:moveTo>
                <a:cubicBezTo>
                  <a:pt x="1676129" y="144793"/>
                  <a:pt x="1673299" y="141527"/>
                  <a:pt x="1673515" y="132816"/>
                </a:cubicBezTo>
                <a:lnTo>
                  <a:pt x="1673515" y="78167"/>
                </a:lnTo>
                <a:cubicBezTo>
                  <a:pt x="1673515" y="59439"/>
                  <a:pt x="1661976" y="47466"/>
                  <a:pt x="1644122" y="47466"/>
                </a:cubicBezTo>
                <a:cubicBezTo>
                  <a:pt x="1631059" y="47466"/>
                  <a:pt x="1621042" y="53562"/>
                  <a:pt x="1612986" y="66410"/>
                </a:cubicBezTo>
                <a:lnTo>
                  <a:pt x="1612986" y="50077"/>
                </a:lnTo>
                <a:lnTo>
                  <a:pt x="1571400" y="50077"/>
                </a:lnTo>
                <a:lnTo>
                  <a:pt x="1571400" y="55303"/>
                </a:lnTo>
                <a:cubicBezTo>
                  <a:pt x="1580978" y="56828"/>
                  <a:pt x="1582723" y="58788"/>
                  <a:pt x="1582939" y="68150"/>
                </a:cubicBezTo>
                <a:lnTo>
                  <a:pt x="1582939" y="132161"/>
                </a:lnTo>
                <a:cubicBezTo>
                  <a:pt x="1582723" y="141527"/>
                  <a:pt x="1580978" y="143484"/>
                  <a:pt x="1571400" y="145228"/>
                </a:cubicBezTo>
                <a:lnTo>
                  <a:pt x="1571400" y="150451"/>
                </a:lnTo>
                <a:lnTo>
                  <a:pt x="1623873" y="150451"/>
                </a:lnTo>
                <a:lnTo>
                  <a:pt x="1623873" y="145228"/>
                </a:lnTo>
                <a:cubicBezTo>
                  <a:pt x="1616035" y="144354"/>
                  <a:pt x="1613205" y="140872"/>
                  <a:pt x="1613205" y="132816"/>
                </a:cubicBezTo>
                <a:lnTo>
                  <a:pt x="1613205" y="74682"/>
                </a:lnTo>
                <a:cubicBezTo>
                  <a:pt x="1613205" y="74028"/>
                  <a:pt x="1614726" y="71632"/>
                  <a:pt x="1616906" y="69456"/>
                </a:cubicBezTo>
                <a:cubicBezTo>
                  <a:pt x="1621697" y="64665"/>
                  <a:pt x="1626919" y="62054"/>
                  <a:pt x="1631929" y="62054"/>
                </a:cubicBezTo>
                <a:cubicBezTo>
                  <a:pt x="1639551" y="62054"/>
                  <a:pt x="1643252" y="67931"/>
                  <a:pt x="1643252" y="80124"/>
                </a:cubicBezTo>
                <a:lnTo>
                  <a:pt x="1643252" y="132816"/>
                </a:lnTo>
                <a:cubicBezTo>
                  <a:pt x="1643032" y="141088"/>
                  <a:pt x="1640202" y="144574"/>
                  <a:pt x="1633016" y="145228"/>
                </a:cubicBezTo>
                <a:lnTo>
                  <a:pt x="1633016" y="150451"/>
                </a:lnTo>
                <a:lnTo>
                  <a:pt x="1684183" y="150451"/>
                </a:lnTo>
                <a:lnTo>
                  <a:pt x="1684183" y="145228"/>
                </a:lnTo>
                <a:close/>
                <a:moveTo>
                  <a:pt x="1775413" y="123234"/>
                </a:moveTo>
                <a:cubicBezTo>
                  <a:pt x="1766486" y="133906"/>
                  <a:pt x="1759954" y="137823"/>
                  <a:pt x="1750592" y="137823"/>
                </a:cubicBezTo>
                <a:cubicBezTo>
                  <a:pt x="1742100" y="137823"/>
                  <a:pt x="1735785" y="133906"/>
                  <a:pt x="1731213" y="126284"/>
                </a:cubicBezTo>
                <a:cubicBezTo>
                  <a:pt x="1727296" y="119317"/>
                  <a:pt x="1725552" y="112131"/>
                  <a:pt x="1724682" y="97108"/>
                </a:cubicBezTo>
                <a:lnTo>
                  <a:pt x="1779549" y="97108"/>
                </a:lnTo>
                <a:cubicBezTo>
                  <a:pt x="1778244" y="78818"/>
                  <a:pt x="1774978" y="68586"/>
                  <a:pt x="1768011" y="60313"/>
                </a:cubicBezTo>
                <a:cubicBezTo>
                  <a:pt x="1761044" y="51821"/>
                  <a:pt x="1750808" y="47466"/>
                  <a:pt x="1738615" y="47466"/>
                </a:cubicBezTo>
                <a:cubicBezTo>
                  <a:pt x="1711618" y="47466"/>
                  <a:pt x="1693329" y="69021"/>
                  <a:pt x="1693329" y="100809"/>
                </a:cubicBezTo>
                <a:cubicBezTo>
                  <a:pt x="1693329" y="132600"/>
                  <a:pt x="1711183" y="153501"/>
                  <a:pt x="1738180" y="153501"/>
                </a:cubicBezTo>
                <a:cubicBezTo>
                  <a:pt x="1755818" y="153501"/>
                  <a:pt x="1766486" y="146750"/>
                  <a:pt x="1780639" y="126284"/>
                </a:cubicBezTo>
                <a:lnTo>
                  <a:pt x="1775413" y="123234"/>
                </a:lnTo>
                <a:moveTo>
                  <a:pt x="1723592" y="89051"/>
                </a:moveTo>
                <a:cubicBezTo>
                  <a:pt x="1724246" y="62925"/>
                  <a:pt x="1728167" y="54217"/>
                  <a:pt x="1738835" y="54217"/>
                </a:cubicBezTo>
                <a:cubicBezTo>
                  <a:pt x="1749067" y="54217"/>
                  <a:pt x="1752333" y="61619"/>
                  <a:pt x="1752768" y="85785"/>
                </a:cubicBezTo>
                <a:lnTo>
                  <a:pt x="1752768" y="89051"/>
                </a:lnTo>
                <a:lnTo>
                  <a:pt x="1723592" y="89051"/>
                </a:lnTo>
                <a:close/>
                <a:moveTo>
                  <a:pt x="1848790" y="145228"/>
                </a:moveTo>
                <a:cubicBezTo>
                  <a:pt x="1835507" y="144574"/>
                  <a:pt x="1833112" y="141743"/>
                  <a:pt x="1832896" y="128025"/>
                </a:cubicBezTo>
                <a:lnTo>
                  <a:pt x="1832896" y="86875"/>
                </a:lnTo>
                <a:cubicBezTo>
                  <a:pt x="1832896" y="75553"/>
                  <a:pt x="1838992" y="66190"/>
                  <a:pt x="1846175" y="66190"/>
                </a:cubicBezTo>
                <a:cubicBezTo>
                  <a:pt x="1847919" y="66190"/>
                  <a:pt x="1849876" y="67715"/>
                  <a:pt x="1852272" y="71197"/>
                </a:cubicBezTo>
                <a:cubicBezTo>
                  <a:pt x="1856408" y="77078"/>
                  <a:pt x="1859674" y="79038"/>
                  <a:pt x="1865335" y="79038"/>
                </a:cubicBezTo>
                <a:cubicBezTo>
                  <a:pt x="1873391" y="79038"/>
                  <a:pt x="1879053" y="72941"/>
                  <a:pt x="1879053" y="64665"/>
                </a:cubicBezTo>
                <a:cubicBezTo>
                  <a:pt x="1879053" y="54652"/>
                  <a:pt x="1871651" y="47466"/>
                  <a:pt x="1861418" y="47466"/>
                </a:cubicBezTo>
                <a:cubicBezTo>
                  <a:pt x="1850531" y="47466"/>
                  <a:pt x="1842258" y="53127"/>
                  <a:pt x="1832022" y="67931"/>
                </a:cubicBezTo>
                <a:lnTo>
                  <a:pt x="1832022" y="50077"/>
                </a:lnTo>
                <a:lnTo>
                  <a:pt x="1790872" y="50077"/>
                </a:lnTo>
                <a:lnTo>
                  <a:pt x="1790872" y="55303"/>
                </a:lnTo>
                <a:cubicBezTo>
                  <a:pt x="1800018" y="56393"/>
                  <a:pt x="1802410" y="59004"/>
                  <a:pt x="1802630" y="68150"/>
                </a:cubicBezTo>
                <a:lnTo>
                  <a:pt x="1802630" y="132161"/>
                </a:lnTo>
                <a:cubicBezTo>
                  <a:pt x="1802410" y="141308"/>
                  <a:pt x="1800234" y="143703"/>
                  <a:pt x="1790872" y="145228"/>
                </a:cubicBezTo>
                <a:lnTo>
                  <a:pt x="1790872" y="150451"/>
                </a:lnTo>
                <a:lnTo>
                  <a:pt x="1848790" y="150451"/>
                </a:lnTo>
                <a:lnTo>
                  <a:pt x="1848790" y="145228"/>
                </a:lnTo>
                <a:close/>
                <a:moveTo>
                  <a:pt x="1985523" y="136517"/>
                </a:moveTo>
                <a:lnTo>
                  <a:pt x="1983347" y="138696"/>
                </a:lnTo>
                <a:cubicBezTo>
                  <a:pt x="1982693" y="139348"/>
                  <a:pt x="1982042" y="139567"/>
                  <a:pt x="1980952" y="139567"/>
                </a:cubicBezTo>
                <a:cubicBezTo>
                  <a:pt x="1977902" y="139567"/>
                  <a:pt x="1976380" y="137823"/>
                  <a:pt x="1976380" y="134122"/>
                </a:cubicBezTo>
                <a:lnTo>
                  <a:pt x="1976380" y="77293"/>
                </a:lnTo>
                <a:cubicBezTo>
                  <a:pt x="1976380" y="58788"/>
                  <a:pt x="1959832" y="47466"/>
                  <a:pt x="1933267" y="47466"/>
                </a:cubicBezTo>
                <a:cubicBezTo>
                  <a:pt x="1908665" y="47466"/>
                  <a:pt x="1892117" y="58569"/>
                  <a:pt x="1892117" y="74898"/>
                </a:cubicBezTo>
                <a:cubicBezTo>
                  <a:pt x="1892117" y="84044"/>
                  <a:pt x="1897343" y="89270"/>
                  <a:pt x="1906270" y="89270"/>
                </a:cubicBezTo>
                <a:cubicBezTo>
                  <a:pt x="1914977" y="89270"/>
                  <a:pt x="1921074" y="84044"/>
                  <a:pt x="1921074" y="76642"/>
                </a:cubicBezTo>
                <a:cubicBezTo>
                  <a:pt x="1921074" y="73592"/>
                  <a:pt x="1919988" y="70762"/>
                  <a:pt x="1917157" y="67280"/>
                </a:cubicBezTo>
                <a:cubicBezTo>
                  <a:pt x="1915197" y="65101"/>
                  <a:pt x="1914542" y="63795"/>
                  <a:pt x="1914542" y="62489"/>
                </a:cubicBezTo>
                <a:cubicBezTo>
                  <a:pt x="1914542" y="57918"/>
                  <a:pt x="1920423" y="54433"/>
                  <a:pt x="1928260" y="54433"/>
                </a:cubicBezTo>
                <a:cubicBezTo>
                  <a:pt x="1941107" y="54433"/>
                  <a:pt x="1946549" y="60313"/>
                  <a:pt x="1946549" y="73592"/>
                </a:cubicBezTo>
                <a:lnTo>
                  <a:pt x="1946549" y="89486"/>
                </a:lnTo>
                <a:cubicBezTo>
                  <a:pt x="1920639" y="97327"/>
                  <a:pt x="1909971" y="101463"/>
                  <a:pt x="1901914" y="107124"/>
                </a:cubicBezTo>
                <a:cubicBezTo>
                  <a:pt x="1892336" y="113656"/>
                  <a:pt x="1887980" y="121058"/>
                  <a:pt x="1887980" y="130420"/>
                </a:cubicBezTo>
                <a:cubicBezTo>
                  <a:pt x="1887980" y="143703"/>
                  <a:pt x="1897997" y="153501"/>
                  <a:pt x="1912147" y="153501"/>
                </a:cubicBezTo>
                <a:cubicBezTo>
                  <a:pt x="1924559" y="153501"/>
                  <a:pt x="1934576" y="149145"/>
                  <a:pt x="1946549" y="138258"/>
                </a:cubicBezTo>
                <a:cubicBezTo>
                  <a:pt x="1948945" y="149364"/>
                  <a:pt x="1953736" y="153501"/>
                  <a:pt x="1964403" y="153501"/>
                </a:cubicBezTo>
                <a:cubicBezTo>
                  <a:pt x="1973766" y="153501"/>
                  <a:pt x="1980517" y="150015"/>
                  <a:pt x="1988789" y="141088"/>
                </a:cubicBezTo>
                <a:lnTo>
                  <a:pt x="1985523" y="136517"/>
                </a:lnTo>
                <a:moveTo>
                  <a:pt x="1946333" y="128680"/>
                </a:moveTo>
                <a:cubicBezTo>
                  <a:pt x="1940453" y="135431"/>
                  <a:pt x="1936097" y="138042"/>
                  <a:pt x="1930875" y="138042"/>
                </a:cubicBezTo>
                <a:cubicBezTo>
                  <a:pt x="1924340" y="138042"/>
                  <a:pt x="1919768" y="132161"/>
                  <a:pt x="1919768" y="123454"/>
                </a:cubicBezTo>
                <a:cubicBezTo>
                  <a:pt x="1919768" y="110826"/>
                  <a:pt x="1928915" y="101679"/>
                  <a:pt x="1946333" y="97108"/>
                </a:cubicBezTo>
                <a:lnTo>
                  <a:pt x="1946333" y="128680"/>
                </a:lnTo>
                <a:close/>
                <a:moveTo>
                  <a:pt x="1994234" y="8492"/>
                </a:moveTo>
                <a:cubicBezTo>
                  <a:pt x="2004032" y="10233"/>
                  <a:pt x="2005992" y="12193"/>
                  <a:pt x="2006208" y="21120"/>
                </a:cubicBezTo>
                <a:lnTo>
                  <a:pt x="2006208" y="153281"/>
                </a:lnTo>
                <a:lnTo>
                  <a:pt x="2008822" y="153281"/>
                </a:lnTo>
                <a:lnTo>
                  <a:pt x="2026022" y="141088"/>
                </a:lnTo>
                <a:cubicBezTo>
                  <a:pt x="2036039" y="150235"/>
                  <a:pt x="2043876" y="153501"/>
                  <a:pt x="2054763" y="153501"/>
                </a:cubicBezTo>
                <a:cubicBezTo>
                  <a:pt x="2083721" y="153501"/>
                  <a:pt x="2103970" y="131075"/>
                  <a:pt x="2103970" y="98413"/>
                </a:cubicBezTo>
                <a:cubicBezTo>
                  <a:pt x="2103970" y="68150"/>
                  <a:pt x="2087206" y="47466"/>
                  <a:pt x="2063036" y="47466"/>
                </a:cubicBezTo>
                <a:cubicBezTo>
                  <a:pt x="2052368" y="47466"/>
                  <a:pt x="2044747" y="50948"/>
                  <a:pt x="2036474" y="59659"/>
                </a:cubicBezTo>
                <a:lnTo>
                  <a:pt x="2036474" y="3266"/>
                </a:lnTo>
                <a:lnTo>
                  <a:pt x="1994234" y="3266"/>
                </a:lnTo>
                <a:lnTo>
                  <a:pt x="1994234" y="8492"/>
                </a:lnTo>
                <a:moveTo>
                  <a:pt x="2036474" y="72067"/>
                </a:moveTo>
                <a:cubicBezTo>
                  <a:pt x="2040391" y="62705"/>
                  <a:pt x="2044527" y="59223"/>
                  <a:pt x="2051713" y="59223"/>
                </a:cubicBezTo>
                <a:cubicBezTo>
                  <a:pt x="2065212" y="59223"/>
                  <a:pt x="2071963" y="73592"/>
                  <a:pt x="2071963" y="102334"/>
                </a:cubicBezTo>
                <a:cubicBezTo>
                  <a:pt x="2071963" y="132600"/>
                  <a:pt x="2065431" y="146534"/>
                  <a:pt x="2051497" y="146534"/>
                </a:cubicBezTo>
                <a:cubicBezTo>
                  <a:pt x="2042351" y="146534"/>
                  <a:pt x="2036474" y="139783"/>
                  <a:pt x="2036474" y="129331"/>
                </a:cubicBezTo>
                <a:lnTo>
                  <a:pt x="2036474" y="72067"/>
                </a:lnTo>
                <a:close/>
                <a:moveTo>
                  <a:pt x="2167110" y="145228"/>
                </a:moveTo>
                <a:cubicBezTo>
                  <a:pt x="2159708" y="144354"/>
                  <a:pt x="2156877" y="141088"/>
                  <a:pt x="2156877" y="132816"/>
                </a:cubicBezTo>
                <a:lnTo>
                  <a:pt x="2156877" y="50077"/>
                </a:lnTo>
                <a:lnTo>
                  <a:pt x="2115073" y="50077"/>
                </a:lnTo>
                <a:lnTo>
                  <a:pt x="2115073" y="55303"/>
                </a:lnTo>
                <a:cubicBezTo>
                  <a:pt x="2124654" y="57044"/>
                  <a:pt x="2126395" y="59004"/>
                  <a:pt x="2126611" y="68150"/>
                </a:cubicBezTo>
                <a:lnTo>
                  <a:pt x="2126611" y="132161"/>
                </a:lnTo>
                <a:cubicBezTo>
                  <a:pt x="2126395" y="141308"/>
                  <a:pt x="2124870" y="143049"/>
                  <a:pt x="2115073" y="145228"/>
                </a:cubicBezTo>
                <a:lnTo>
                  <a:pt x="2115073" y="150451"/>
                </a:lnTo>
                <a:lnTo>
                  <a:pt x="2167110" y="150451"/>
                </a:lnTo>
                <a:lnTo>
                  <a:pt x="2167110" y="145228"/>
                </a:lnTo>
                <a:moveTo>
                  <a:pt x="2141635" y="0"/>
                </a:moveTo>
                <a:cubicBezTo>
                  <a:pt x="2132272" y="0"/>
                  <a:pt x="2124654" y="7621"/>
                  <a:pt x="2124654" y="16764"/>
                </a:cubicBezTo>
                <a:cubicBezTo>
                  <a:pt x="2124654" y="26562"/>
                  <a:pt x="2131837" y="33748"/>
                  <a:pt x="2141419" y="33748"/>
                </a:cubicBezTo>
                <a:cubicBezTo>
                  <a:pt x="2151000" y="33748"/>
                  <a:pt x="2158402" y="26562"/>
                  <a:pt x="2158402" y="16984"/>
                </a:cubicBezTo>
                <a:cubicBezTo>
                  <a:pt x="2158402" y="7402"/>
                  <a:pt x="2151000" y="0"/>
                  <a:pt x="2141635" y="0"/>
                </a:cubicBezTo>
                <a:close/>
                <a:moveTo>
                  <a:pt x="2227639" y="145228"/>
                </a:moveTo>
                <a:cubicBezTo>
                  <a:pt x="2220673" y="145228"/>
                  <a:pt x="2217187" y="140872"/>
                  <a:pt x="2216972" y="132161"/>
                </a:cubicBezTo>
                <a:lnTo>
                  <a:pt x="2216972" y="3266"/>
                </a:lnTo>
                <a:lnTo>
                  <a:pt x="2175602" y="3266"/>
                </a:lnTo>
                <a:lnTo>
                  <a:pt x="2175602" y="8492"/>
                </a:lnTo>
                <a:cubicBezTo>
                  <a:pt x="2182788" y="8708"/>
                  <a:pt x="2186489" y="12847"/>
                  <a:pt x="2186705" y="21120"/>
                </a:cubicBezTo>
                <a:lnTo>
                  <a:pt x="2186705" y="132161"/>
                </a:lnTo>
                <a:cubicBezTo>
                  <a:pt x="2186489" y="140437"/>
                  <a:pt x="2182569" y="145009"/>
                  <a:pt x="2175602" y="145228"/>
                </a:cubicBezTo>
                <a:lnTo>
                  <a:pt x="2175602" y="150451"/>
                </a:lnTo>
                <a:lnTo>
                  <a:pt x="2227639" y="150451"/>
                </a:lnTo>
                <a:lnTo>
                  <a:pt x="2227639" y="145228"/>
                </a:lnTo>
                <a:close/>
                <a:moveTo>
                  <a:pt x="2288169" y="145228"/>
                </a:moveTo>
                <a:cubicBezTo>
                  <a:pt x="2280767" y="144354"/>
                  <a:pt x="2277936" y="141088"/>
                  <a:pt x="2277936" y="132816"/>
                </a:cubicBezTo>
                <a:lnTo>
                  <a:pt x="2277936" y="50077"/>
                </a:lnTo>
                <a:lnTo>
                  <a:pt x="2236131" y="50077"/>
                </a:lnTo>
                <a:lnTo>
                  <a:pt x="2236131" y="55303"/>
                </a:lnTo>
                <a:cubicBezTo>
                  <a:pt x="2245713" y="57044"/>
                  <a:pt x="2247454" y="59004"/>
                  <a:pt x="2247670" y="68150"/>
                </a:cubicBezTo>
                <a:lnTo>
                  <a:pt x="2247670" y="132161"/>
                </a:lnTo>
                <a:cubicBezTo>
                  <a:pt x="2247454" y="141308"/>
                  <a:pt x="2245929" y="143049"/>
                  <a:pt x="2236131" y="145228"/>
                </a:cubicBezTo>
                <a:lnTo>
                  <a:pt x="2236131" y="150451"/>
                </a:lnTo>
                <a:lnTo>
                  <a:pt x="2288169" y="150451"/>
                </a:lnTo>
                <a:lnTo>
                  <a:pt x="2288169" y="145228"/>
                </a:lnTo>
                <a:moveTo>
                  <a:pt x="2262693" y="0"/>
                </a:moveTo>
                <a:cubicBezTo>
                  <a:pt x="2253331" y="0"/>
                  <a:pt x="2245713" y="7621"/>
                  <a:pt x="2245713" y="16764"/>
                </a:cubicBezTo>
                <a:cubicBezTo>
                  <a:pt x="2245713" y="26562"/>
                  <a:pt x="2252896" y="33748"/>
                  <a:pt x="2262477" y="33748"/>
                </a:cubicBezTo>
                <a:cubicBezTo>
                  <a:pt x="2272059" y="33748"/>
                  <a:pt x="2279461" y="26562"/>
                  <a:pt x="2279461" y="16984"/>
                </a:cubicBezTo>
                <a:cubicBezTo>
                  <a:pt x="2279461" y="7402"/>
                  <a:pt x="2272059" y="0"/>
                  <a:pt x="2262693" y="0"/>
                </a:cubicBezTo>
                <a:close/>
                <a:moveTo>
                  <a:pt x="2359585" y="50077"/>
                </a:moveTo>
                <a:lnTo>
                  <a:pt x="2339120" y="50077"/>
                </a:lnTo>
                <a:lnTo>
                  <a:pt x="2339120" y="13283"/>
                </a:lnTo>
                <a:lnTo>
                  <a:pt x="2333675" y="13283"/>
                </a:lnTo>
                <a:cubicBezTo>
                  <a:pt x="2320395" y="32007"/>
                  <a:pt x="2311684" y="41805"/>
                  <a:pt x="2297531" y="53778"/>
                </a:cubicBezTo>
                <a:lnTo>
                  <a:pt x="2297531" y="59659"/>
                </a:lnTo>
                <a:lnTo>
                  <a:pt x="2308854" y="59659"/>
                </a:lnTo>
                <a:lnTo>
                  <a:pt x="2308854" y="130205"/>
                </a:lnTo>
                <a:cubicBezTo>
                  <a:pt x="2308854" y="144354"/>
                  <a:pt x="2318216" y="153065"/>
                  <a:pt x="2333239" y="153065"/>
                </a:cubicBezTo>
                <a:cubicBezTo>
                  <a:pt x="2347828" y="153065"/>
                  <a:pt x="2356539" y="146534"/>
                  <a:pt x="2365462" y="128680"/>
                </a:cubicBezTo>
                <a:lnTo>
                  <a:pt x="2360020" y="126284"/>
                </a:lnTo>
                <a:cubicBezTo>
                  <a:pt x="2355665" y="134557"/>
                  <a:pt x="2352183" y="137607"/>
                  <a:pt x="2347612" y="137607"/>
                </a:cubicBezTo>
                <a:cubicBezTo>
                  <a:pt x="2341515" y="137607"/>
                  <a:pt x="2339120" y="133906"/>
                  <a:pt x="2339120" y="125195"/>
                </a:cubicBezTo>
                <a:lnTo>
                  <a:pt x="2339120" y="59659"/>
                </a:lnTo>
                <a:lnTo>
                  <a:pt x="2359585" y="59659"/>
                </a:lnTo>
                <a:lnTo>
                  <a:pt x="2359585" y="50077"/>
                </a:lnTo>
                <a:close/>
                <a:moveTo>
                  <a:pt x="2471281" y="50077"/>
                </a:moveTo>
                <a:lnTo>
                  <a:pt x="2438404" y="50077"/>
                </a:lnTo>
                <a:lnTo>
                  <a:pt x="2438404" y="55303"/>
                </a:lnTo>
                <a:cubicBezTo>
                  <a:pt x="2447766" y="55738"/>
                  <a:pt x="2450377" y="57263"/>
                  <a:pt x="2450377" y="62489"/>
                </a:cubicBezTo>
                <a:cubicBezTo>
                  <a:pt x="2450377" y="64885"/>
                  <a:pt x="2449942" y="66845"/>
                  <a:pt x="2447982" y="72287"/>
                </a:cubicBezTo>
                <a:lnTo>
                  <a:pt x="2433178" y="114091"/>
                </a:lnTo>
                <a:lnTo>
                  <a:pt x="2417500" y="73812"/>
                </a:lnTo>
                <a:cubicBezTo>
                  <a:pt x="2413148" y="62705"/>
                  <a:pt x="2413148" y="62705"/>
                  <a:pt x="2413148" y="60964"/>
                </a:cubicBezTo>
                <a:cubicBezTo>
                  <a:pt x="2413148" y="57699"/>
                  <a:pt x="2415759" y="56174"/>
                  <a:pt x="2421204" y="55522"/>
                </a:cubicBezTo>
                <a:lnTo>
                  <a:pt x="2424686" y="55303"/>
                </a:lnTo>
                <a:lnTo>
                  <a:pt x="2424686" y="50077"/>
                </a:lnTo>
                <a:lnTo>
                  <a:pt x="2370253" y="50077"/>
                </a:lnTo>
                <a:lnTo>
                  <a:pt x="2370253" y="55303"/>
                </a:lnTo>
                <a:cubicBezTo>
                  <a:pt x="2375260" y="55958"/>
                  <a:pt x="2376569" y="56609"/>
                  <a:pt x="2377875" y="58569"/>
                </a:cubicBezTo>
                <a:cubicBezTo>
                  <a:pt x="2378526" y="58788"/>
                  <a:pt x="2388543" y="80124"/>
                  <a:pt x="2392028" y="89051"/>
                </a:cubicBezTo>
                <a:lnTo>
                  <a:pt x="2418154" y="153281"/>
                </a:lnTo>
                <a:lnTo>
                  <a:pt x="2414234" y="164823"/>
                </a:lnTo>
                <a:cubicBezTo>
                  <a:pt x="2410533" y="175710"/>
                  <a:pt x="2405091" y="182677"/>
                  <a:pt x="2399865" y="182677"/>
                </a:cubicBezTo>
                <a:cubicBezTo>
                  <a:pt x="2397905" y="182677"/>
                  <a:pt x="2396164" y="180936"/>
                  <a:pt x="2396164" y="178976"/>
                </a:cubicBezTo>
                <a:cubicBezTo>
                  <a:pt x="2396164" y="178757"/>
                  <a:pt x="2396164" y="178322"/>
                  <a:pt x="2396380" y="177670"/>
                </a:cubicBezTo>
                <a:cubicBezTo>
                  <a:pt x="2396599" y="176581"/>
                  <a:pt x="2396815" y="175491"/>
                  <a:pt x="2396815" y="174620"/>
                </a:cubicBezTo>
                <a:cubicBezTo>
                  <a:pt x="2396815" y="168305"/>
                  <a:pt x="2391808" y="163953"/>
                  <a:pt x="2384187" y="163953"/>
                </a:cubicBezTo>
                <a:cubicBezTo>
                  <a:pt x="2375915" y="163953"/>
                  <a:pt x="2370253" y="169614"/>
                  <a:pt x="2370253" y="177886"/>
                </a:cubicBezTo>
                <a:cubicBezTo>
                  <a:pt x="2370253" y="188119"/>
                  <a:pt x="2378964" y="195086"/>
                  <a:pt x="2391373" y="195086"/>
                </a:cubicBezTo>
                <a:cubicBezTo>
                  <a:pt x="2398775" y="195086"/>
                  <a:pt x="2405091" y="192694"/>
                  <a:pt x="2409663" y="187903"/>
                </a:cubicBezTo>
                <a:cubicBezTo>
                  <a:pt x="2414234" y="182893"/>
                  <a:pt x="2418590" y="174185"/>
                  <a:pt x="2426211" y="153720"/>
                </a:cubicBezTo>
                <a:lnTo>
                  <a:pt x="2458653" y="67280"/>
                </a:lnTo>
                <a:cubicBezTo>
                  <a:pt x="2462354" y="58134"/>
                  <a:pt x="2464530" y="55958"/>
                  <a:pt x="2471281" y="55303"/>
                </a:cubicBezTo>
                <a:lnTo>
                  <a:pt x="2471281" y="50077"/>
                </a:lnTo>
                <a:close/>
                <a:moveTo>
                  <a:pt x="2533769" y="150451"/>
                </a:moveTo>
                <a:lnTo>
                  <a:pt x="2602571" y="150451"/>
                </a:lnTo>
                <a:cubicBezTo>
                  <a:pt x="2649602" y="150451"/>
                  <a:pt x="2680954" y="120407"/>
                  <a:pt x="2680954" y="75337"/>
                </a:cubicBezTo>
                <a:cubicBezTo>
                  <a:pt x="2680954" y="30482"/>
                  <a:pt x="2650691" y="3266"/>
                  <a:pt x="2600179" y="3266"/>
                </a:cubicBezTo>
                <a:lnTo>
                  <a:pt x="2533769" y="3266"/>
                </a:lnTo>
                <a:lnTo>
                  <a:pt x="2533769" y="8708"/>
                </a:lnTo>
                <a:cubicBezTo>
                  <a:pt x="2547487" y="9797"/>
                  <a:pt x="2551624" y="13063"/>
                  <a:pt x="2551843" y="23296"/>
                </a:cubicBezTo>
                <a:lnTo>
                  <a:pt x="2551843" y="130640"/>
                </a:lnTo>
                <a:cubicBezTo>
                  <a:pt x="2551843" y="140218"/>
                  <a:pt x="2545962" y="145009"/>
                  <a:pt x="2533769" y="145009"/>
                </a:cubicBezTo>
                <a:lnTo>
                  <a:pt x="2533769" y="150451"/>
                </a:lnTo>
                <a:moveTo>
                  <a:pt x="2587112" y="18289"/>
                </a:moveTo>
                <a:cubicBezTo>
                  <a:pt x="2587112" y="13283"/>
                  <a:pt x="2591468" y="10668"/>
                  <a:pt x="2599960" y="10668"/>
                </a:cubicBezTo>
                <a:cubicBezTo>
                  <a:pt x="2615638" y="10668"/>
                  <a:pt x="2626522" y="17854"/>
                  <a:pt x="2634143" y="32878"/>
                </a:cubicBezTo>
                <a:cubicBezTo>
                  <a:pt x="2640023" y="44200"/>
                  <a:pt x="2643070" y="60094"/>
                  <a:pt x="2643070" y="78602"/>
                </a:cubicBezTo>
                <a:cubicBezTo>
                  <a:pt x="2643070" y="99068"/>
                  <a:pt x="2638715" y="118012"/>
                  <a:pt x="2631748" y="127809"/>
                </a:cubicBezTo>
                <a:cubicBezTo>
                  <a:pt x="2624346" y="137823"/>
                  <a:pt x="2613894" y="142833"/>
                  <a:pt x="2599741" y="142833"/>
                </a:cubicBezTo>
                <a:cubicBezTo>
                  <a:pt x="2589943" y="142833"/>
                  <a:pt x="2587112" y="140002"/>
                  <a:pt x="2587112" y="130205"/>
                </a:cubicBezTo>
                <a:lnTo>
                  <a:pt x="2587112" y="18289"/>
                </a:lnTo>
                <a:close/>
                <a:moveTo>
                  <a:pt x="2775451" y="123234"/>
                </a:moveTo>
                <a:cubicBezTo>
                  <a:pt x="2766524" y="133906"/>
                  <a:pt x="2759992" y="137823"/>
                  <a:pt x="2750630" y="137823"/>
                </a:cubicBezTo>
                <a:cubicBezTo>
                  <a:pt x="2742138" y="137823"/>
                  <a:pt x="2735823" y="133906"/>
                  <a:pt x="2731251" y="126284"/>
                </a:cubicBezTo>
                <a:cubicBezTo>
                  <a:pt x="2727334" y="119317"/>
                  <a:pt x="2725590" y="112131"/>
                  <a:pt x="2724719" y="97108"/>
                </a:cubicBezTo>
                <a:lnTo>
                  <a:pt x="2779587" y="97108"/>
                </a:lnTo>
                <a:cubicBezTo>
                  <a:pt x="2778282" y="78818"/>
                  <a:pt x="2775016" y="68586"/>
                  <a:pt x="2768049" y="60313"/>
                </a:cubicBezTo>
                <a:cubicBezTo>
                  <a:pt x="2761082" y="51821"/>
                  <a:pt x="2750846" y="47466"/>
                  <a:pt x="2738653" y="47466"/>
                </a:cubicBezTo>
                <a:cubicBezTo>
                  <a:pt x="2711656" y="47466"/>
                  <a:pt x="2693367" y="69021"/>
                  <a:pt x="2693367" y="100809"/>
                </a:cubicBezTo>
                <a:cubicBezTo>
                  <a:pt x="2693367" y="132600"/>
                  <a:pt x="2711221" y="153501"/>
                  <a:pt x="2738218" y="153501"/>
                </a:cubicBezTo>
                <a:cubicBezTo>
                  <a:pt x="2755856" y="153501"/>
                  <a:pt x="2766524" y="146750"/>
                  <a:pt x="2780677" y="126284"/>
                </a:cubicBezTo>
                <a:lnTo>
                  <a:pt x="2775451" y="123234"/>
                </a:lnTo>
                <a:moveTo>
                  <a:pt x="2723630" y="89051"/>
                </a:moveTo>
                <a:cubicBezTo>
                  <a:pt x="2724284" y="62925"/>
                  <a:pt x="2728204" y="54217"/>
                  <a:pt x="2738872" y="54217"/>
                </a:cubicBezTo>
                <a:cubicBezTo>
                  <a:pt x="2749105" y="54217"/>
                  <a:pt x="2752371" y="61619"/>
                  <a:pt x="2752806" y="85785"/>
                </a:cubicBezTo>
                <a:lnTo>
                  <a:pt x="2752806" y="89051"/>
                </a:lnTo>
                <a:lnTo>
                  <a:pt x="2723630" y="89051"/>
                </a:lnTo>
                <a:close/>
                <a:moveTo>
                  <a:pt x="2851003" y="50077"/>
                </a:moveTo>
                <a:lnTo>
                  <a:pt x="2830538" y="50077"/>
                </a:lnTo>
                <a:lnTo>
                  <a:pt x="2830538" y="13283"/>
                </a:lnTo>
                <a:lnTo>
                  <a:pt x="2825093" y="13283"/>
                </a:lnTo>
                <a:cubicBezTo>
                  <a:pt x="2811814" y="32007"/>
                  <a:pt x="2803102" y="41805"/>
                  <a:pt x="2788949" y="53778"/>
                </a:cubicBezTo>
                <a:lnTo>
                  <a:pt x="2788949" y="59659"/>
                </a:lnTo>
                <a:lnTo>
                  <a:pt x="2800272" y="59659"/>
                </a:lnTo>
                <a:lnTo>
                  <a:pt x="2800272" y="130205"/>
                </a:lnTo>
                <a:cubicBezTo>
                  <a:pt x="2800272" y="144354"/>
                  <a:pt x="2809634" y="153065"/>
                  <a:pt x="2824658" y="153065"/>
                </a:cubicBezTo>
                <a:cubicBezTo>
                  <a:pt x="2839246" y="153065"/>
                  <a:pt x="2847957" y="146534"/>
                  <a:pt x="2856881" y="128680"/>
                </a:cubicBezTo>
                <a:lnTo>
                  <a:pt x="2851439" y="126284"/>
                </a:lnTo>
                <a:cubicBezTo>
                  <a:pt x="2847083" y="134557"/>
                  <a:pt x="2843601" y="137607"/>
                  <a:pt x="2839030" y="137607"/>
                </a:cubicBezTo>
                <a:cubicBezTo>
                  <a:pt x="2832933" y="137607"/>
                  <a:pt x="2830538" y="133906"/>
                  <a:pt x="2830538" y="125195"/>
                </a:cubicBezTo>
                <a:lnTo>
                  <a:pt x="2830538" y="59659"/>
                </a:lnTo>
                <a:lnTo>
                  <a:pt x="2851003" y="59659"/>
                </a:lnTo>
                <a:lnTo>
                  <a:pt x="2851003" y="50077"/>
                </a:lnTo>
                <a:close/>
                <a:moveTo>
                  <a:pt x="2944628" y="123234"/>
                </a:moveTo>
                <a:cubicBezTo>
                  <a:pt x="2935701" y="133906"/>
                  <a:pt x="2929169" y="137823"/>
                  <a:pt x="2919807" y="137823"/>
                </a:cubicBezTo>
                <a:cubicBezTo>
                  <a:pt x="2911315" y="137823"/>
                  <a:pt x="2904999" y="133906"/>
                  <a:pt x="2900428" y="126284"/>
                </a:cubicBezTo>
                <a:cubicBezTo>
                  <a:pt x="2896511" y="119317"/>
                  <a:pt x="2894766" y="112131"/>
                  <a:pt x="2893896" y="97108"/>
                </a:cubicBezTo>
                <a:lnTo>
                  <a:pt x="2948764" y="97108"/>
                </a:lnTo>
                <a:cubicBezTo>
                  <a:pt x="2947458" y="78818"/>
                  <a:pt x="2944192" y="68586"/>
                  <a:pt x="2937226" y="60313"/>
                </a:cubicBezTo>
                <a:cubicBezTo>
                  <a:pt x="2930259" y="51821"/>
                  <a:pt x="2920023" y="47466"/>
                  <a:pt x="2907830" y="47466"/>
                </a:cubicBezTo>
                <a:cubicBezTo>
                  <a:pt x="2880833" y="47466"/>
                  <a:pt x="2862543" y="69021"/>
                  <a:pt x="2862543" y="100809"/>
                </a:cubicBezTo>
                <a:cubicBezTo>
                  <a:pt x="2862543" y="132600"/>
                  <a:pt x="2880397" y="153501"/>
                  <a:pt x="2907395" y="153501"/>
                </a:cubicBezTo>
                <a:cubicBezTo>
                  <a:pt x="2925033" y="153501"/>
                  <a:pt x="2935701" y="146750"/>
                  <a:pt x="2949854" y="126284"/>
                </a:cubicBezTo>
                <a:lnTo>
                  <a:pt x="2944628" y="123234"/>
                </a:lnTo>
                <a:moveTo>
                  <a:pt x="2892806" y="89051"/>
                </a:moveTo>
                <a:cubicBezTo>
                  <a:pt x="2893461" y="62925"/>
                  <a:pt x="2897381" y="54217"/>
                  <a:pt x="2908049" y="54217"/>
                </a:cubicBezTo>
                <a:cubicBezTo>
                  <a:pt x="2918282" y="54217"/>
                  <a:pt x="2921548" y="61619"/>
                  <a:pt x="2921983" y="85785"/>
                </a:cubicBezTo>
                <a:lnTo>
                  <a:pt x="2921983" y="89051"/>
                </a:lnTo>
                <a:lnTo>
                  <a:pt x="2892806" y="89051"/>
                </a:lnTo>
                <a:close/>
                <a:moveTo>
                  <a:pt x="3043476" y="126719"/>
                </a:moveTo>
                <a:cubicBezTo>
                  <a:pt x="3035423" y="135866"/>
                  <a:pt x="3029762" y="138912"/>
                  <a:pt x="3020835" y="138912"/>
                </a:cubicBezTo>
                <a:cubicBezTo>
                  <a:pt x="3001891" y="138912"/>
                  <a:pt x="2989914" y="119969"/>
                  <a:pt x="2989914" y="90360"/>
                </a:cubicBezTo>
                <a:cubicBezTo>
                  <a:pt x="2989914" y="67931"/>
                  <a:pt x="2996884" y="54217"/>
                  <a:pt x="3008206" y="54217"/>
                </a:cubicBezTo>
                <a:cubicBezTo>
                  <a:pt x="3011688" y="54217"/>
                  <a:pt x="3014954" y="55958"/>
                  <a:pt x="3016260" y="58353"/>
                </a:cubicBezTo>
                <a:cubicBezTo>
                  <a:pt x="3017349" y="60313"/>
                  <a:pt x="3017349" y="60313"/>
                  <a:pt x="3017349" y="69456"/>
                </a:cubicBezTo>
                <a:cubicBezTo>
                  <a:pt x="3017569" y="80343"/>
                  <a:pt x="3021270" y="85134"/>
                  <a:pt x="3029542" y="85134"/>
                </a:cubicBezTo>
                <a:cubicBezTo>
                  <a:pt x="3038689" y="85134"/>
                  <a:pt x="3044350" y="79908"/>
                  <a:pt x="3044350" y="71416"/>
                </a:cubicBezTo>
                <a:cubicBezTo>
                  <a:pt x="3044350" y="57918"/>
                  <a:pt x="3029762" y="47466"/>
                  <a:pt x="3010599" y="47466"/>
                </a:cubicBezTo>
                <a:cubicBezTo>
                  <a:pt x="2980990" y="47466"/>
                  <a:pt x="2959216" y="70546"/>
                  <a:pt x="2959216" y="101898"/>
                </a:cubicBezTo>
                <a:cubicBezTo>
                  <a:pt x="2959216" y="132161"/>
                  <a:pt x="2978595" y="153501"/>
                  <a:pt x="3005811" y="153501"/>
                </a:cubicBezTo>
                <a:cubicBezTo>
                  <a:pt x="3022575" y="153501"/>
                  <a:pt x="3034768" y="146750"/>
                  <a:pt x="3047396" y="130640"/>
                </a:cubicBezTo>
                <a:lnTo>
                  <a:pt x="3043476" y="126719"/>
                </a:lnTo>
                <a:close/>
                <a:moveTo>
                  <a:pt x="3116853" y="50077"/>
                </a:moveTo>
                <a:lnTo>
                  <a:pt x="3096387" y="50077"/>
                </a:lnTo>
                <a:lnTo>
                  <a:pt x="3096387" y="13283"/>
                </a:lnTo>
                <a:lnTo>
                  <a:pt x="3090942" y="13283"/>
                </a:lnTo>
                <a:cubicBezTo>
                  <a:pt x="3077663" y="32007"/>
                  <a:pt x="3068952" y="41805"/>
                  <a:pt x="3054799" y="53778"/>
                </a:cubicBezTo>
                <a:lnTo>
                  <a:pt x="3054799" y="59659"/>
                </a:lnTo>
                <a:lnTo>
                  <a:pt x="3066121" y="59659"/>
                </a:lnTo>
                <a:lnTo>
                  <a:pt x="3066121" y="130205"/>
                </a:lnTo>
                <a:cubicBezTo>
                  <a:pt x="3066121" y="144354"/>
                  <a:pt x="3075483" y="153065"/>
                  <a:pt x="3090507" y="153065"/>
                </a:cubicBezTo>
                <a:cubicBezTo>
                  <a:pt x="3105095" y="153065"/>
                  <a:pt x="3113806" y="146534"/>
                  <a:pt x="3122730" y="128680"/>
                </a:cubicBezTo>
                <a:lnTo>
                  <a:pt x="3117288" y="126284"/>
                </a:lnTo>
                <a:cubicBezTo>
                  <a:pt x="3112932" y="134557"/>
                  <a:pt x="3109451" y="137607"/>
                  <a:pt x="3104879" y="137607"/>
                </a:cubicBezTo>
                <a:cubicBezTo>
                  <a:pt x="3098783" y="137607"/>
                  <a:pt x="3096387" y="133906"/>
                  <a:pt x="3096387" y="125195"/>
                </a:cubicBezTo>
                <a:lnTo>
                  <a:pt x="3096387" y="59659"/>
                </a:lnTo>
                <a:lnTo>
                  <a:pt x="3116853" y="59659"/>
                </a:lnTo>
                <a:lnTo>
                  <a:pt x="3116853" y="50077"/>
                </a:lnTo>
                <a:close/>
                <a:moveTo>
                  <a:pt x="3178470" y="145228"/>
                </a:moveTo>
                <a:cubicBezTo>
                  <a:pt x="3171068" y="144354"/>
                  <a:pt x="3168237" y="141088"/>
                  <a:pt x="3168237" y="132816"/>
                </a:cubicBezTo>
                <a:lnTo>
                  <a:pt x="3168237" y="50077"/>
                </a:lnTo>
                <a:lnTo>
                  <a:pt x="3126432" y="50077"/>
                </a:lnTo>
                <a:lnTo>
                  <a:pt x="3126432" y="55303"/>
                </a:lnTo>
                <a:cubicBezTo>
                  <a:pt x="3136014" y="57044"/>
                  <a:pt x="3137755" y="59004"/>
                  <a:pt x="3137971" y="68150"/>
                </a:cubicBezTo>
                <a:lnTo>
                  <a:pt x="3137971" y="132161"/>
                </a:lnTo>
                <a:cubicBezTo>
                  <a:pt x="3137755" y="141308"/>
                  <a:pt x="3136230" y="143049"/>
                  <a:pt x="3126432" y="145228"/>
                </a:cubicBezTo>
                <a:lnTo>
                  <a:pt x="3126432" y="150451"/>
                </a:lnTo>
                <a:lnTo>
                  <a:pt x="3178470" y="150451"/>
                </a:lnTo>
                <a:lnTo>
                  <a:pt x="3178470" y="145228"/>
                </a:lnTo>
                <a:moveTo>
                  <a:pt x="3152994" y="0"/>
                </a:moveTo>
                <a:cubicBezTo>
                  <a:pt x="3143632" y="0"/>
                  <a:pt x="3136014" y="7621"/>
                  <a:pt x="3136014" y="16764"/>
                </a:cubicBezTo>
                <a:cubicBezTo>
                  <a:pt x="3136014" y="26562"/>
                  <a:pt x="3143197" y="33748"/>
                  <a:pt x="3152778" y="33748"/>
                </a:cubicBezTo>
                <a:cubicBezTo>
                  <a:pt x="3162360" y="33748"/>
                  <a:pt x="3169762" y="26562"/>
                  <a:pt x="3169762" y="16984"/>
                </a:cubicBezTo>
                <a:cubicBezTo>
                  <a:pt x="3169762" y="7402"/>
                  <a:pt x="3162360" y="0"/>
                  <a:pt x="3152994" y="0"/>
                </a:cubicBezTo>
                <a:close/>
                <a:moveTo>
                  <a:pt x="3239653" y="47466"/>
                </a:moveTo>
                <a:cubicBezTo>
                  <a:pt x="3211782" y="47466"/>
                  <a:pt x="3190446" y="70327"/>
                  <a:pt x="3190446" y="99938"/>
                </a:cubicBezTo>
                <a:cubicBezTo>
                  <a:pt x="3190446" y="131075"/>
                  <a:pt x="3210911" y="153501"/>
                  <a:pt x="3239653" y="153501"/>
                </a:cubicBezTo>
                <a:cubicBezTo>
                  <a:pt x="3267959" y="153501"/>
                  <a:pt x="3288643" y="131075"/>
                  <a:pt x="3288643" y="100593"/>
                </a:cubicBezTo>
                <a:cubicBezTo>
                  <a:pt x="3288643" y="69891"/>
                  <a:pt x="3267740" y="47466"/>
                  <a:pt x="3239653" y="47466"/>
                </a:cubicBezTo>
                <a:moveTo>
                  <a:pt x="3239872" y="54217"/>
                </a:moveTo>
                <a:cubicBezTo>
                  <a:pt x="3252500" y="54217"/>
                  <a:pt x="3256636" y="66190"/>
                  <a:pt x="3256636" y="101898"/>
                </a:cubicBezTo>
                <a:cubicBezTo>
                  <a:pt x="3256636" y="135431"/>
                  <a:pt x="3252281" y="146750"/>
                  <a:pt x="3239653" y="146750"/>
                </a:cubicBezTo>
                <a:cubicBezTo>
                  <a:pt x="3226805" y="146750"/>
                  <a:pt x="3222453" y="135646"/>
                  <a:pt x="3222453" y="103639"/>
                </a:cubicBezTo>
                <a:cubicBezTo>
                  <a:pt x="3222453" y="65536"/>
                  <a:pt x="3226370" y="54217"/>
                  <a:pt x="3239872" y="54217"/>
                </a:cubicBezTo>
                <a:close/>
                <a:moveTo>
                  <a:pt x="3410353" y="145228"/>
                </a:moveTo>
                <a:cubicBezTo>
                  <a:pt x="3402299" y="144793"/>
                  <a:pt x="3399469" y="141527"/>
                  <a:pt x="3399685" y="132816"/>
                </a:cubicBezTo>
                <a:lnTo>
                  <a:pt x="3399685" y="78167"/>
                </a:lnTo>
                <a:cubicBezTo>
                  <a:pt x="3399685" y="59439"/>
                  <a:pt x="3388146" y="47466"/>
                  <a:pt x="3370292" y="47466"/>
                </a:cubicBezTo>
                <a:cubicBezTo>
                  <a:pt x="3357229" y="47466"/>
                  <a:pt x="3347212" y="53562"/>
                  <a:pt x="3339156" y="66410"/>
                </a:cubicBezTo>
                <a:lnTo>
                  <a:pt x="3339156" y="50077"/>
                </a:lnTo>
                <a:lnTo>
                  <a:pt x="3297570" y="50077"/>
                </a:lnTo>
                <a:lnTo>
                  <a:pt x="3297570" y="55303"/>
                </a:lnTo>
                <a:cubicBezTo>
                  <a:pt x="3307148" y="56828"/>
                  <a:pt x="3308893" y="58788"/>
                  <a:pt x="3309109" y="68150"/>
                </a:cubicBezTo>
                <a:lnTo>
                  <a:pt x="3309109" y="132161"/>
                </a:lnTo>
                <a:cubicBezTo>
                  <a:pt x="3308893" y="141527"/>
                  <a:pt x="3307148" y="143484"/>
                  <a:pt x="3297570" y="145228"/>
                </a:cubicBezTo>
                <a:lnTo>
                  <a:pt x="3297570" y="150451"/>
                </a:lnTo>
                <a:lnTo>
                  <a:pt x="3350043" y="150451"/>
                </a:lnTo>
                <a:lnTo>
                  <a:pt x="3350043" y="145228"/>
                </a:lnTo>
                <a:cubicBezTo>
                  <a:pt x="3342205" y="144354"/>
                  <a:pt x="3339375" y="140872"/>
                  <a:pt x="3339375" y="132816"/>
                </a:cubicBezTo>
                <a:lnTo>
                  <a:pt x="3339375" y="74682"/>
                </a:lnTo>
                <a:cubicBezTo>
                  <a:pt x="3339375" y="74028"/>
                  <a:pt x="3340896" y="71632"/>
                  <a:pt x="3343076" y="69456"/>
                </a:cubicBezTo>
                <a:cubicBezTo>
                  <a:pt x="3347867" y="64665"/>
                  <a:pt x="3353089" y="62054"/>
                  <a:pt x="3358099" y="62054"/>
                </a:cubicBezTo>
                <a:cubicBezTo>
                  <a:pt x="3365721" y="62054"/>
                  <a:pt x="3369422" y="67931"/>
                  <a:pt x="3369422" y="80124"/>
                </a:cubicBezTo>
                <a:lnTo>
                  <a:pt x="3369422" y="132816"/>
                </a:lnTo>
                <a:cubicBezTo>
                  <a:pt x="3369203" y="141088"/>
                  <a:pt x="3366372" y="144574"/>
                  <a:pt x="3359186" y="145228"/>
                </a:cubicBezTo>
                <a:lnTo>
                  <a:pt x="3359186" y="150451"/>
                </a:lnTo>
                <a:lnTo>
                  <a:pt x="3410353" y="150451"/>
                </a:lnTo>
                <a:lnTo>
                  <a:pt x="3410353" y="145228"/>
                </a:lnTo>
                <a:close/>
                <a:moveTo>
                  <a:pt x="3670106" y="145009"/>
                </a:moveTo>
                <a:cubicBezTo>
                  <a:pt x="3653561" y="143049"/>
                  <a:pt x="3651381" y="140872"/>
                  <a:pt x="3650946" y="124979"/>
                </a:cubicBezTo>
                <a:lnTo>
                  <a:pt x="3650946" y="28741"/>
                </a:lnTo>
                <a:cubicBezTo>
                  <a:pt x="3651381" y="12628"/>
                  <a:pt x="3654431" y="9582"/>
                  <a:pt x="3670106" y="8708"/>
                </a:cubicBezTo>
                <a:lnTo>
                  <a:pt x="3670106" y="3266"/>
                </a:lnTo>
                <a:lnTo>
                  <a:pt x="3615238" y="3266"/>
                </a:lnTo>
                <a:lnTo>
                  <a:pt x="3571692" y="106035"/>
                </a:lnTo>
                <a:lnTo>
                  <a:pt x="3528147" y="3266"/>
                </a:lnTo>
                <a:lnTo>
                  <a:pt x="3473060" y="3266"/>
                </a:lnTo>
                <a:lnTo>
                  <a:pt x="3473060" y="8708"/>
                </a:lnTo>
                <a:cubicBezTo>
                  <a:pt x="3488738" y="9797"/>
                  <a:pt x="3492439" y="12847"/>
                  <a:pt x="3492439" y="24170"/>
                </a:cubicBezTo>
                <a:lnTo>
                  <a:pt x="3492439" y="127590"/>
                </a:lnTo>
                <a:cubicBezTo>
                  <a:pt x="3492219" y="140872"/>
                  <a:pt x="3489389" y="143484"/>
                  <a:pt x="3472625" y="145009"/>
                </a:cubicBezTo>
                <a:lnTo>
                  <a:pt x="3472625" y="150451"/>
                </a:lnTo>
                <a:lnTo>
                  <a:pt x="3523572" y="150451"/>
                </a:lnTo>
                <a:lnTo>
                  <a:pt x="3523572" y="145009"/>
                </a:lnTo>
                <a:cubicBezTo>
                  <a:pt x="3505937" y="143919"/>
                  <a:pt x="3501801" y="139567"/>
                  <a:pt x="3501582" y="123454"/>
                </a:cubicBezTo>
                <a:lnTo>
                  <a:pt x="3501582" y="21120"/>
                </a:lnTo>
                <a:lnTo>
                  <a:pt x="3556450" y="150451"/>
                </a:lnTo>
                <a:lnTo>
                  <a:pt x="3562330" y="150451"/>
                </a:lnTo>
                <a:lnTo>
                  <a:pt x="3617198" y="17854"/>
                </a:lnTo>
                <a:lnTo>
                  <a:pt x="3617198" y="128680"/>
                </a:lnTo>
                <a:cubicBezTo>
                  <a:pt x="3616763" y="141088"/>
                  <a:pt x="3613932" y="143703"/>
                  <a:pt x="3597819" y="145009"/>
                </a:cubicBezTo>
                <a:lnTo>
                  <a:pt x="3597819" y="150451"/>
                </a:lnTo>
                <a:lnTo>
                  <a:pt x="3670106" y="150451"/>
                </a:lnTo>
                <a:lnTo>
                  <a:pt x="3670106" y="145009"/>
                </a:lnTo>
                <a:close/>
                <a:moveTo>
                  <a:pt x="3730200" y="47466"/>
                </a:moveTo>
                <a:cubicBezTo>
                  <a:pt x="3702330" y="47466"/>
                  <a:pt x="3680994" y="70327"/>
                  <a:pt x="3680994" y="99938"/>
                </a:cubicBezTo>
                <a:cubicBezTo>
                  <a:pt x="3680994" y="131075"/>
                  <a:pt x="3701459" y="153501"/>
                  <a:pt x="3730200" y="153501"/>
                </a:cubicBezTo>
                <a:cubicBezTo>
                  <a:pt x="3758506" y="153501"/>
                  <a:pt x="3779191" y="131075"/>
                  <a:pt x="3779191" y="100593"/>
                </a:cubicBezTo>
                <a:cubicBezTo>
                  <a:pt x="3779191" y="69891"/>
                  <a:pt x="3758287" y="47466"/>
                  <a:pt x="3730200" y="47466"/>
                </a:cubicBezTo>
                <a:moveTo>
                  <a:pt x="3730420" y="54217"/>
                </a:moveTo>
                <a:cubicBezTo>
                  <a:pt x="3743048" y="54217"/>
                  <a:pt x="3747184" y="66190"/>
                  <a:pt x="3747184" y="101898"/>
                </a:cubicBezTo>
                <a:cubicBezTo>
                  <a:pt x="3747184" y="135431"/>
                  <a:pt x="3742828" y="146750"/>
                  <a:pt x="3730200" y="146750"/>
                </a:cubicBezTo>
                <a:cubicBezTo>
                  <a:pt x="3717353" y="146750"/>
                  <a:pt x="3713001" y="135646"/>
                  <a:pt x="3713001" y="103639"/>
                </a:cubicBezTo>
                <a:cubicBezTo>
                  <a:pt x="3713001" y="65536"/>
                  <a:pt x="3716918" y="54217"/>
                  <a:pt x="3730420" y="54217"/>
                </a:cubicBezTo>
                <a:close/>
                <a:moveTo>
                  <a:pt x="3899814" y="141088"/>
                </a:moveTo>
                <a:cubicBezTo>
                  <a:pt x="3890016" y="140437"/>
                  <a:pt x="3886966" y="137607"/>
                  <a:pt x="3886966" y="128460"/>
                </a:cubicBezTo>
                <a:lnTo>
                  <a:pt x="3886966" y="3266"/>
                </a:lnTo>
                <a:lnTo>
                  <a:pt x="3840155" y="3266"/>
                </a:lnTo>
                <a:lnTo>
                  <a:pt x="3840155" y="8492"/>
                </a:lnTo>
                <a:cubicBezTo>
                  <a:pt x="3854308" y="9362"/>
                  <a:pt x="3856484" y="10887"/>
                  <a:pt x="3856703" y="21120"/>
                </a:cubicBezTo>
                <a:lnTo>
                  <a:pt x="3856703" y="60964"/>
                </a:lnTo>
                <a:cubicBezTo>
                  <a:pt x="3847341" y="50948"/>
                  <a:pt x="3840809" y="47466"/>
                  <a:pt x="3830793" y="47466"/>
                </a:cubicBezTo>
                <a:cubicBezTo>
                  <a:pt x="3806842" y="47466"/>
                  <a:pt x="3788988" y="70762"/>
                  <a:pt x="3788988" y="102334"/>
                </a:cubicBezTo>
                <a:cubicBezTo>
                  <a:pt x="3788988" y="132161"/>
                  <a:pt x="3805536" y="153501"/>
                  <a:pt x="3828397" y="153501"/>
                </a:cubicBezTo>
                <a:cubicBezTo>
                  <a:pt x="3839936" y="153501"/>
                  <a:pt x="3847122" y="150015"/>
                  <a:pt x="3857354" y="139132"/>
                </a:cubicBezTo>
                <a:lnTo>
                  <a:pt x="3857354" y="153281"/>
                </a:lnTo>
                <a:cubicBezTo>
                  <a:pt x="3867371" y="150451"/>
                  <a:pt x="3872813" y="149364"/>
                  <a:pt x="3886315" y="147839"/>
                </a:cubicBezTo>
                <a:lnTo>
                  <a:pt x="3899814" y="146098"/>
                </a:lnTo>
                <a:lnTo>
                  <a:pt x="3899814" y="141088"/>
                </a:lnTo>
                <a:moveTo>
                  <a:pt x="3856703" y="126065"/>
                </a:moveTo>
                <a:cubicBezTo>
                  <a:pt x="3856703" y="127374"/>
                  <a:pt x="3854524" y="131075"/>
                  <a:pt x="3851913" y="133906"/>
                </a:cubicBezTo>
                <a:cubicBezTo>
                  <a:pt x="3847557" y="138912"/>
                  <a:pt x="3842985" y="141308"/>
                  <a:pt x="3838195" y="141308"/>
                </a:cubicBezTo>
                <a:cubicBezTo>
                  <a:pt x="3826656" y="141308"/>
                  <a:pt x="3821211" y="128460"/>
                  <a:pt x="3821211" y="100593"/>
                </a:cubicBezTo>
                <a:cubicBezTo>
                  <a:pt x="3821211" y="72506"/>
                  <a:pt x="3827092" y="59659"/>
                  <a:pt x="3839720" y="59659"/>
                </a:cubicBezTo>
                <a:cubicBezTo>
                  <a:pt x="3846906" y="59659"/>
                  <a:pt x="3853653" y="64885"/>
                  <a:pt x="3856703" y="73157"/>
                </a:cubicBezTo>
                <a:lnTo>
                  <a:pt x="3856703" y="126065"/>
                </a:lnTo>
                <a:close/>
                <a:moveTo>
                  <a:pt x="4021523" y="141088"/>
                </a:moveTo>
                <a:cubicBezTo>
                  <a:pt x="4012161" y="140653"/>
                  <a:pt x="4009549" y="137823"/>
                  <a:pt x="4009330" y="128460"/>
                </a:cubicBezTo>
                <a:lnTo>
                  <a:pt x="4009330" y="50077"/>
                </a:lnTo>
                <a:lnTo>
                  <a:pt x="3965569" y="50077"/>
                </a:lnTo>
                <a:lnTo>
                  <a:pt x="3965569" y="55303"/>
                </a:lnTo>
                <a:cubicBezTo>
                  <a:pt x="3976237" y="55958"/>
                  <a:pt x="3978848" y="58569"/>
                  <a:pt x="3979067" y="68150"/>
                </a:cubicBezTo>
                <a:lnTo>
                  <a:pt x="3979067" y="129769"/>
                </a:lnTo>
                <a:cubicBezTo>
                  <a:pt x="3971881" y="136952"/>
                  <a:pt x="3967526" y="139348"/>
                  <a:pt x="3961213" y="139348"/>
                </a:cubicBezTo>
                <a:cubicBezTo>
                  <a:pt x="3952286" y="139348"/>
                  <a:pt x="3949020" y="134992"/>
                  <a:pt x="3949020" y="123889"/>
                </a:cubicBezTo>
                <a:lnTo>
                  <a:pt x="3949020" y="50077"/>
                </a:lnTo>
                <a:lnTo>
                  <a:pt x="3908086" y="50077"/>
                </a:lnTo>
                <a:lnTo>
                  <a:pt x="3908086" y="55303"/>
                </a:lnTo>
                <a:cubicBezTo>
                  <a:pt x="3917013" y="57044"/>
                  <a:pt x="3918538" y="59004"/>
                  <a:pt x="3918754" y="68150"/>
                </a:cubicBezTo>
                <a:lnTo>
                  <a:pt x="3918754" y="123018"/>
                </a:lnTo>
                <a:cubicBezTo>
                  <a:pt x="3918754" y="142178"/>
                  <a:pt x="3929641" y="153501"/>
                  <a:pt x="3947715" y="153501"/>
                </a:cubicBezTo>
                <a:cubicBezTo>
                  <a:pt x="3959037" y="153501"/>
                  <a:pt x="3966655" y="150015"/>
                  <a:pt x="3979283" y="139132"/>
                </a:cubicBezTo>
                <a:lnTo>
                  <a:pt x="3979283" y="153281"/>
                </a:lnTo>
                <a:cubicBezTo>
                  <a:pt x="3988645" y="150015"/>
                  <a:pt x="3993871" y="149145"/>
                  <a:pt x="4008024" y="147623"/>
                </a:cubicBezTo>
                <a:lnTo>
                  <a:pt x="4021523" y="146098"/>
                </a:lnTo>
                <a:lnTo>
                  <a:pt x="4021523" y="141088"/>
                </a:lnTo>
                <a:close/>
                <a:moveTo>
                  <a:pt x="4082706" y="145228"/>
                </a:moveTo>
                <a:cubicBezTo>
                  <a:pt x="4075739" y="145228"/>
                  <a:pt x="4072254" y="140872"/>
                  <a:pt x="4072038" y="132161"/>
                </a:cubicBezTo>
                <a:lnTo>
                  <a:pt x="4072038" y="3266"/>
                </a:lnTo>
                <a:lnTo>
                  <a:pt x="4030668" y="3266"/>
                </a:lnTo>
                <a:lnTo>
                  <a:pt x="4030668" y="8492"/>
                </a:lnTo>
                <a:cubicBezTo>
                  <a:pt x="4037854" y="8708"/>
                  <a:pt x="4041555" y="12847"/>
                  <a:pt x="4041771" y="21120"/>
                </a:cubicBezTo>
                <a:lnTo>
                  <a:pt x="4041771" y="132161"/>
                </a:lnTo>
                <a:cubicBezTo>
                  <a:pt x="4041555" y="140437"/>
                  <a:pt x="4037635" y="145009"/>
                  <a:pt x="4030668" y="145228"/>
                </a:cubicBezTo>
                <a:lnTo>
                  <a:pt x="4030668" y="150451"/>
                </a:lnTo>
                <a:lnTo>
                  <a:pt x="4082706" y="150451"/>
                </a:lnTo>
                <a:lnTo>
                  <a:pt x="4082706" y="145228"/>
                </a:lnTo>
                <a:close/>
                <a:moveTo>
                  <a:pt x="4175242" y="123234"/>
                </a:moveTo>
                <a:cubicBezTo>
                  <a:pt x="4166315" y="133906"/>
                  <a:pt x="4159783" y="137823"/>
                  <a:pt x="4150421" y="137823"/>
                </a:cubicBezTo>
                <a:cubicBezTo>
                  <a:pt x="4141929" y="137823"/>
                  <a:pt x="4135613" y="133906"/>
                  <a:pt x="4131042" y="126284"/>
                </a:cubicBezTo>
                <a:cubicBezTo>
                  <a:pt x="4127125" y="119317"/>
                  <a:pt x="4125381" y="112131"/>
                  <a:pt x="4124510" y="97108"/>
                </a:cubicBezTo>
                <a:lnTo>
                  <a:pt x="4179378" y="97108"/>
                </a:lnTo>
                <a:cubicBezTo>
                  <a:pt x="4178072" y="78818"/>
                  <a:pt x="4174806" y="68586"/>
                  <a:pt x="4167840" y="60313"/>
                </a:cubicBezTo>
                <a:cubicBezTo>
                  <a:pt x="4160873" y="51821"/>
                  <a:pt x="4150637" y="47466"/>
                  <a:pt x="4138444" y="47466"/>
                </a:cubicBezTo>
                <a:cubicBezTo>
                  <a:pt x="4111447" y="47466"/>
                  <a:pt x="4093157" y="69021"/>
                  <a:pt x="4093157" y="100809"/>
                </a:cubicBezTo>
                <a:cubicBezTo>
                  <a:pt x="4093157" y="132600"/>
                  <a:pt x="4111012" y="153501"/>
                  <a:pt x="4138009" y="153501"/>
                </a:cubicBezTo>
                <a:cubicBezTo>
                  <a:pt x="4155647" y="153501"/>
                  <a:pt x="4166315" y="146750"/>
                  <a:pt x="4180468" y="126284"/>
                </a:cubicBezTo>
                <a:lnTo>
                  <a:pt x="4175242" y="123234"/>
                </a:lnTo>
                <a:moveTo>
                  <a:pt x="4123420" y="89051"/>
                </a:moveTo>
                <a:cubicBezTo>
                  <a:pt x="4124075" y="62925"/>
                  <a:pt x="4127995" y="54217"/>
                  <a:pt x="4138663" y="54217"/>
                </a:cubicBezTo>
                <a:cubicBezTo>
                  <a:pt x="4148896" y="54217"/>
                  <a:pt x="4152162" y="61619"/>
                  <a:pt x="4152597" y="85785"/>
                </a:cubicBezTo>
                <a:lnTo>
                  <a:pt x="4152597" y="89051"/>
                </a:lnTo>
                <a:lnTo>
                  <a:pt x="4123420" y="890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86F00-7126-473C-81AE-04ED6631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45" y="458930"/>
            <a:ext cx="1063415" cy="500944"/>
          </a:xfrm>
          <a:custGeom xmlns:a="http://schemas.openxmlformats.org/drawingml/2006/main">
            <a:pathLst>
              <a:path w="1063415" h="500944">
                <a:moveTo>
                  <a:pt x="77352" y="500944"/>
                </a:moveTo>
                <a:cubicBezTo>
                  <a:pt x="34651" y="500944"/>
                  <a:pt x="0" y="466293"/>
                  <a:pt x="0" y="423593"/>
                </a:cubicBezTo>
                <a:lnTo>
                  <a:pt x="0" y="77352"/>
                </a:lnTo>
                <a:cubicBezTo>
                  <a:pt x="0" y="34651"/>
                  <a:pt x="34651" y="0"/>
                  <a:pt x="77352" y="0"/>
                </a:cubicBezTo>
                <a:lnTo>
                  <a:pt x="986200" y="0"/>
                </a:lnTo>
                <a:cubicBezTo>
                  <a:pt x="1028900" y="0"/>
                  <a:pt x="1063415" y="34651"/>
                  <a:pt x="1063415" y="77352"/>
                </a:cubicBezTo>
                <a:lnTo>
                  <a:pt x="1063415" y="423593"/>
                </a:lnTo>
                <a:cubicBezTo>
                  <a:pt x="1063415" y="466293"/>
                  <a:pt x="1028900" y="500944"/>
                  <a:pt x="986200" y="500944"/>
                </a:cubicBezTo>
                <a:lnTo>
                  <a:pt x="77352" y="5009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0A6CF-DE45-47B1-A8A8-D28A7463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45" y="458930"/>
            <a:ext cx="1063415" cy="500944"/>
          </a:xfrm>
          <a:custGeom xmlns:a="http://schemas.openxmlformats.org/drawingml/2006/main">
            <a:pathLst>
              <a:path w="1063415" h="500944" fill="none">
                <a:moveTo>
                  <a:pt x="77352" y="500944"/>
                </a:moveTo>
                <a:lnTo>
                  <a:pt x="986200" y="500944"/>
                </a:lnTo>
                <a:cubicBezTo>
                  <a:pt x="1028900" y="500944"/>
                  <a:pt x="1063415" y="466293"/>
                  <a:pt x="1063415" y="423593"/>
                </a:cubicBezTo>
                <a:lnTo>
                  <a:pt x="1063415" y="77352"/>
                </a:lnTo>
                <a:cubicBezTo>
                  <a:pt x="1063415" y="34651"/>
                  <a:pt x="1028900" y="0"/>
                  <a:pt x="986200" y="0"/>
                </a:cubicBezTo>
                <a:lnTo>
                  <a:pt x="77352" y="0"/>
                </a:lnTo>
                <a:cubicBezTo>
                  <a:pt x="34651" y="0"/>
                  <a:pt x="0" y="34651"/>
                  <a:pt x="0" y="77352"/>
                </a:cubicBezTo>
                <a:lnTo>
                  <a:pt x="0" y="423593"/>
                </a:lnTo>
                <a:cubicBezTo>
                  <a:pt x="0" y="466293"/>
                  <a:pt x="34651" y="500944"/>
                  <a:pt x="77352" y="5009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18" name="Text Crawler">
            <a:extLst xmlns:a="http://schemas.openxmlformats.org/drawingml/2006/main">
              <a:ext uri="{FF2B5EF4-FFF2-40B4-BE49-F238E27FC236}">
                <a16:creationId xmlns:a16="http://schemas.microsoft.com/office/drawing/2014/main" id="{D919F72E-0F7E-42BD-8C1F-E05AA53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347" y="626224"/>
            <a:ext cx="697566" cy="151988"/>
          </a:xfrm>
          <a:custGeom xmlns:a="http://schemas.openxmlformats.org/drawingml/2006/main">
            <a:pathLst>
              <a:path w="697566" h="151988">
                <a:moveTo>
                  <a:pt x="129089" y="50592"/>
                </a:moveTo>
                <a:lnTo>
                  <a:pt x="127126" y="1527"/>
                </a:lnTo>
                <a:lnTo>
                  <a:pt x="122548" y="1527"/>
                </a:lnTo>
                <a:cubicBezTo>
                  <a:pt x="121240" y="6106"/>
                  <a:pt x="117750" y="8724"/>
                  <a:pt x="113388" y="8724"/>
                </a:cubicBezTo>
                <a:cubicBezTo>
                  <a:pt x="111425" y="8724"/>
                  <a:pt x="108154" y="8069"/>
                  <a:pt x="104883" y="6977"/>
                </a:cubicBezTo>
                <a:cubicBezTo>
                  <a:pt x="94199" y="3271"/>
                  <a:pt x="83296" y="1527"/>
                  <a:pt x="73048" y="1527"/>
                </a:cubicBezTo>
                <a:cubicBezTo>
                  <a:pt x="55167" y="1527"/>
                  <a:pt x="37069" y="8288"/>
                  <a:pt x="23547" y="20280"/>
                </a:cubicBezTo>
                <a:cubicBezTo>
                  <a:pt x="8285" y="33799"/>
                  <a:pt x="0" y="53862"/>
                  <a:pt x="0" y="77849"/>
                </a:cubicBezTo>
                <a:cubicBezTo>
                  <a:pt x="0" y="122332"/>
                  <a:pt x="29001" y="151988"/>
                  <a:pt x="72395" y="151988"/>
                </a:cubicBezTo>
                <a:cubicBezTo>
                  <a:pt x="97034" y="151988"/>
                  <a:pt x="118841" y="141956"/>
                  <a:pt x="131924" y="124295"/>
                </a:cubicBezTo>
                <a:lnTo>
                  <a:pt x="127998" y="120369"/>
                </a:lnTo>
                <a:cubicBezTo>
                  <a:pt x="112080" y="135850"/>
                  <a:pt x="97470" y="142392"/>
                  <a:pt x="79373" y="142392"/>
                </a:cubicBezTo>
                <a:cubicBezTo>
                  <a:pt x="65634" y="142392"/>
                  <a:pt x="53423" y="138033"/>
                  <a:pt x="44047" y="129745"/>
                </a:cubicBezTo>
                <a:cubicBezTo>
                  <a:pt x="32052" y="119061"/>
                  <a:pt x="25294" y="99436"/>
                  <a:pt x="25294" y="75014"/>
                </a:cubicBezTo>
                <a:cubicBezTo>
                  <a:pt x="25294" y="35546"/>
                  <a:pt x="45574" y="10251"/>
                  <a:pt x="77190" y="10251"/>
                </a:cubicBezTo>
                <a:cubicBezTo>
                  <a:pt x="89621" y="10251"/>
                  <a:pt x="100960" y="14830"/>
                  <a:pt x="109681" y="23334"/>
                </a:cubicBezTo>
                <a:cubicBezTo>
                  <a:pt x="116659" y="30312"/>
                  <a:pt x="119929" y="36417"/>
                  <a:pt x="124075" y="50592"/>
                </a:cubicBezTo>
                <a:lnTo>
                  <a:pt x="129089" y="50592"/>
                </a:lnTo>
                <a:close/>
                <a:moveTo>
                  <a:pt x="140427" y="148933"/>
                </a:moveTo>
                <a:lnTo>
                  <a:pt x="192762" y="148933"/>
                </a:lnTo>
                <a:lnTo>
                  <a:pt x="192762" y="145663"/>
                </a:lnTo>
                <a:cubicBezTo>
                  <a:pt x="178152" y="145227"/>
                  <a:pt x="174662" y="142176"/>
                  <a:pt x="174226" y="129309"/>
                </a:cubicBezTo>
                <a:lnTo>
                  <a:pt x="174226" y="80248"/>
                </a:lnTo>
                <a:cubicBezTo>
                  <a:pt x="174226" y="73267"/>
                  <a:pt x="183386" y="62367"/>
                  <a:pt x="189492" y="62367"/>
                </a:cubicBezTo>
                <a:cubicBezTo>
                  <a:pt x="190799" y="62367"/>
                  <a:pt x="192762" y="63455"/>
                  <a:pt x="195161" y="65638"/>
                </a:cubicBezTo>
                <a:cubicBezTo>
                  <a:pt x="198432" y="68908"/>
                  <a:pt x="201047" y="69996"/>
                  <a:pt x="203882" y="69996"/>
                </a:cubicBezTo>
                <a:cubicBezTo>
                  <a:pt x="209116" y="69996"/>
                  <a:pt x="212387" y="66290"/>
                  <a:pt x="212387" y="60184"/>
                </a:cubicBezTo>
                <a:cubicBezTo>
                  <a:pt x="212387" y="52991"/>
                  <a:pt x="207808" y="48629"/>
                  <a:pt x="200395" y="48629"/>
                </a:cubicBezTo>
                <a:cubicBezTo>
                  <a:pt x="191235" y="48629"/>
                  <a:pt x="185130" y="53427"/>
                  <a:pt x="174226" y="69125"/>
                </a:cubicBezTo>
                <a:lnTo>
                  <a:pt x="174226" y="49064"/>
                </a:lnTo>
                <a:lnTo>
                  <a:pt x="173138" y="48629"/>
                </a:lnTo>
                <a:cubicBezTo>
                  <a:pt x="160927" y="53427"/>
                  <a:pt x="153074" y="56478"/>
                  <a:pt x="140863" y="60404"/>
                </a:cubicBezTo>
                <a:lnTo>
                  <a:pt x="140863" y="63891"/>
                </a:lnTo>
                <a:cubicBezTo>
                  <a:pt x="143918" y="63239"/>
                  <a:pt x="145881" y="63019"/>
                  <a:pt x="148496" y="63019"/>
                </a:cubicBezTo>
                <a:cubicBezTo>
                  <a:pt x="153946" y="63019"/>
                  <a:pt x="155909" y="66509"/>
                  <a:pt x="155909" y="76102"/>
                </a:cubicBezTo>
                <a:lnTo>
                  <a:pt x="155909" y="130617"/>
                </a:lnTo>
                <a:cubicBezTo>
                  <a:pt x="155473" y="141956"/>
                  <a:pt x="154166" y="143267"/>
                  <a:pt x="140427" y="145663"/>
                </a:cubicBezTo>
                <a:lnTo>
                  <a:pt x="140427" y="148933"/>
                </a:lnTo>
                <a:close/>
                <a:moveTo>
                  <a:pt x="308331" y="134543"/>
                </a:moveTo>
                <a:cubicBezTo>
                  <a:pt x="304625" y="137597"/>
                  <a:pt x="302009" y="138685"/>
                  <a:pt x="298739" y="138685"/>
                </a:cubicBezTo>
                <a:cubicBezTo>
                  <a:pt x="293724" y="138685"/>
                  <a:pt x="292197" y="135634"/>
                  <a:pt x="292197" y="126038"/>
                </a:cubicBezTo>
                <a:lnTo>
                  <a:pt x="292197" y="83519"/>
                </a:lnTo>
                <a:cubicBezTo>
                  <a:pt x="292197" y="72179"/>
                  <a:pt x="291106" y="65854"/>
                  <a:pt x="287835" y="60620"/>
                </a:cubicBezTo>
                <a:cubicBezTo>
                  <a:pt x="283037" y="52771"/>
                  <a:pt x="273661" y="48629"/>
                  <a:pt x="260797" y="48629"/>
                </a:cubicBezTo>
                <a:cubicBezTo>
                  <a:pt x="240298" y="48629"/>
                  <a:pt x="224164" y="59313"/>
                  <a:pt x="224164" y="73051"/>
                </a:cubicBezTo>
                <a:cubicBezTo>
                  <a:pt x="224164" y="78065"/>
                  <a:pt x="228306" y="82427"/>
                  <a:pt x="233540" y="82427"/>
                </a:cubicBezTo>
                <a:cubicBezTo>
                  <a:pt x="238771" y="82427"/>
                  <a:pt x="243352" y="78065"/>
                  <a:pt x="243352" y="73267"/>
                </a:cubicBezTo>
                <a:cubicBezTo>
                  <a:pt x="243352" y="72395"/>
                  <a:pt x="243133" y="71307"/>
                  <a:pt x="242916" y="69780"/>
                </a:cubicBezTo>
                <a:cubicBezTo>
                  <a:pt x="242481" y="67817"/>
                  <a:pt x="242261" y="66074"/>
                  <a:pt x="242261" y="64546"/>
                </a:cubicBezTo>
                <a:cubicBezTo>
                  <a:pt x="242261" y="58660"/>
                  <a:pt x="249238" y="53862"/>
                  <a:pt x="257963" y="53862"/>
                </a:cubicBezTo>
                <a:cubicBezTo>
                  <a:pt x="268647" y="53862"/>
                  <a:pt x="274533" y="60184"/>
                  <a:pt x="274533" y="71960"/>
                </a:cubicBezTo>
                <a:lnTo>
                  <a:pt x="274533" y="85262"/>
                </a:lnTo>
                <a:cubicBezTo>
                  <a:pt x="241170" y="98565"/>
                  <a:pt x="237247" y="100524"/>
                  <a:pt x="227870" y="108813"/>
                </a:cubicBezTo>
                <a:cubicBezTo>
                  <a:pt x="223072" y="113175"/>
                  <a:pt x="220018" y="120588"/>
                  <a:pt x="220018" y="127782"/>
                </a:cubicBezTo>
                <a:cubicBezTo>
                  <a:pt x="220018" y="141520"/>
                  <a:pt x="229614" y="151116"/>
                  <a:pt x="242916" y="151116"/>
                </a:cubicBezTo>
                <a:cubicBezTo>
                  <a:pt x="252509" y="151116"/>
                  <a:pt x="261450" y="146538"/>
                  <a:pt x="274752" y="135198"/>
                </a:cubicBezTo>
                <a:cubicBezTo>
                  <a:pt x="275843" y="146754"/>
                  <a:pt x="279766" y="151116"/>
                  <a:pt x="288707" y="151116"/>
                </a:cubicBezTo>
                <a:cubicBezTo>
                  <a:pt x="296120" y="151116"/>
                  <a:pt x="300702" y="148498"/>
                  <a:pt x="308331" y="140213"/>
                </a:cubicBezTo>
                <a:lnTo>
                  <a:pt x="308331" y="134543"/>
                </a:lnTo>
                <a:moveTo>
                  <a:pt x="274533" y="122115"/>
                </a:moveTo>
                <a:cubicBezTo>
                  <a:pt x="274533" y="128657"/>
                  <a:pt x="273444" y="131056"/>
                  <a:pt x="268863" y="133671"/>
                </a:cubicBezTo>
                <a:cubicBezTo>
                  <a:pt x="263413" y="136722"/>
                  <a:pt x="257527" y="138469"/>
                  <a:pt x="252945" y="138469"/>
                </a:cubicBezTo>
                <a:cubicBezTo>
                  <a:pt x="245315" y="138469"/>
                  <a:pt x="239210" y="131056"/>
                  <a:pt x="239210" y="121676"/>
                </a:cubicBezTo>
                <a:lnTo>
                  <a:pt x="239210" y="120804"/>
                </a:lnTo>
                <a:cubicBezTo>
                  <a:pt x="239426" y="107721"/>
                  <a:pt x="249022" y="99436"/>
                  <a:pt x="274533" y="90496"/>
                </a:cubicBezTo>
                <a:lnTo>
                  <a:pt x="274533" y="122115"/>
                </a:lnTo>
                <a:close/>
                <a:moveTo>
                  <a:pt x="434154" y="50808"/>
                </a:moveTo>
                <a:lnTo>
                  <a:pt x="434154" y="54079"/>
                </a:lnTo>
                <a:cubicBezTo>
                  <a:pt x="441567" y="55606"/>
                  <a:pt x="443746" y="57133"/>
                  <a:pt x="443746" y="60840"/>
                </a:cubicBezTo>
                <a:cubicBezTo>
                  <a:pt x="443746" y="64110"/>
                  <a:pt x="442439" y="69344"/>
                  <a:pt x="440040" y="75230"/>
                </a:cubicBezTo>
                <a:lnTo>
                  <a:pt x="420415" y="123639"/>
                </a:lnTo>
                <a:lnTo>
                  <a:pt x="402099" y="74794"/>
                </a:lnTo>
                <a:cubicBezTo>
                  <a:pt x="398392" y="64766"/>
                  <a:pt x="398392" y="64766"/>
                  <a:pt x="398392" y="61931"/>
                </a:cubicBezTo>
                <a:cubicBezTo>
                  <a:pt x="398392" y="57133"/>
                  <a:pt x="400791" y="55606"/>
                  <a:pt x="411039" y="54079"/>
                </a:cubicBezTo>
                <a:lnTo>
                  <a:pt x="411039" y="50808"/>
                </a:lnTo>
                <a:lnTo>
                  <a:pt x="366773" y="50808"/>
                </a:lnTo>
                <a:lnTo>
                  <a:pt x="366773" y="54079"/>
                </a:lnTo>
                <a:cubicBezTo>
                  <a:pt x="374841" y="54950"/>
                  <a:pt x="377457" y="57569"/>
                  <a:pt x="381819" y="69125"/>
                </a:cubicBezTo>
                <a:cubicBezTo>
                  <a:pt x="382910" y="72179"/>
                  <a:pt x="384870" y="77629"/>
                  <a:pt x="386181" y="81336"/>
                </a:cubicBezTo>
                <a:lnTo>
                  <a:pt x="366337" y="124731"/>
                </a:lnTo>
                <a:lnTo>
                  <a:pt x="344749" y="67817"/>
                </a:lnTo>
                <a:cubicBezTo>
                  <a:pt x="343877" y="65638"/>
                  <a:pt x="343442" y="63455"/>
                  <a:pt x="343442" y="61276"/>
                </a:cubicBezTo>
                <a:cubicBezTo>
                  <a:pt x="343442" y="56697"/>
                  <a:pt x="345837" y="54950"/>
                  <a:pt x="353470" y="54079"/>
                </a:cubicBezTo>
                <a:lnTo>
                  <a:pt x="353470" y="50808"/>
                </a:lnTo>
                <a:lnTo>
                  <a:pt x="314221" y="50808"/>
                </a:lnTo>
                <a:lnTo>
                  <a:pt x="314221" y="54079"/>
                </a:lnTo>
                <a:cubicBezTo>
                  <a:pt x="319235" y="54515"/>
                  <a:pt x="320979" y="56697"/>
                  <a:pt x="325777" y="67817"/>
                </a:cubicBezTo>
                <a:lnTo>
                  <a:pt x="355217" y="142392"/>
                </a:lnTo>
                <a:cubicBezTo>
                  <a:pt x="357832" y="149153"/>
                  <a:pt x="359576" y="151988"/>
                  <a:pt x="360883" y="151988"/>
                </a:cubicBezTo>
                <a:cubicBezTo>
                  <a:pt x="361975" y="151988"/>
                  <a:pt x="363718" y="149373"/>
                  <a:pt x="366337" y="143483"/>
                </a:cubicBezTo>
                <a:lnTo>
                  <a:pt x="390759" y="91148"/>
                </a:lnTo>
                <a:lnTo>
                  <a:pt x="410603" y="142612"/>
                </a:lnTo>
                <a:cubicBezTo>
                  <a:pt x="413874" y="150897"/>
                  <a:pt x="414310" y="151988"/>
                  <a:pt x="415837" y="151988"/>
                </a:cubicBezTo>
                <a:cubicBezTo>
                  <a:pt x="417361" y="151988"/>
                  <a:pt x="418452" y="150025"/>
                  <a:pt x="421943" y="141304"/>
                </a:cubicBezTo>
                <a:lnTo>
                  <a:pt x="452035" y="65854"/>
                </a:lnTo>
                <a:cubicBezTo>
                  <a:pt x="455958" y="56697"/>
                  <a:pt x="456613" y="55606"/>
                  <a:pt x="460975" y="54079"/>
                </a:cubicBezTo>
                <a:lnTo>
                  <a:pt x="460975" y="50808"/>
                </a:lnTo>
                <a:lnTo>
                  <a:pt x="434154" y="50808"/>
                </a:lnTo>
                <a:close/>
                <a:moveTo>
                  <a:pt x="471659" y="148933"/>
                </a:moveTo>
                <a:lnTo>
                  <a:pt x="523119" y="148933"/>
                </a:lnTo>
                <a:lnTo>
                  <a:pt x="523119" y="145663"/>
                </a:lnTo>
                <a:cubicBezTo>
                  <a:pt x="509384" y="145011"/>
                  <a:pt x="506985" y="142828"/>
                  <a:pt x="506765" y="130617"/>
                </a:cubicBezTo>
                <a:lnTo>
                  <a:pt x="506765" y="436"/>
                </a:lnTo>
                <a:lnTo>
                  <a:pt x="505893" y="0"/>
                </a:lnTo>
                <a:cubicBezTo>
                  <a:pt x="494774" y="3490"/>
                  <a:pt x="486705" y="5889"/>
                  <a:pt x="471223" y="9596"/>
                </a:cubicBezTo>
                <a:lnTo>
                  <a:pt x="471223" y="13083"/>
                </a:lnTo>
                <a:lnTo>
                  <a:pt x="472531" y="13083"/>
                </a:lnTo>
                <a:cubicBezTo>
                  <a:pt x="474930" y="12867"/>
                  <a:pt x="477545" y="12647"/>
                  <a:pt x="479292" y="12647"/>
                </a:cubicBezTo>
                <a:cubicBezTo>
                  <a:pt x="486269" y="12647"/>
                  <a:pt x="488448" y="15702"/>
                  <a:pt x="488448" y="25950"/>
                </a:cubicBezTo>
                <a:lnTo>
                  <a:pt x="488448" y="129964"/>
                </a:lnTo>
                <a:cubicBezTo>
                  <a:pt x="488232" y="141740"/>
                  <a:pt x="485178" y="144791"/>
                  <a:pt x="471659" y="145663"/>
                </a:cubicBezTo>
                <a:lnTo>
                  <a:pt x="471659" y="148933"/>
                </a:lnTo>
                <a:close/>
                <a:moveTo>
                  <a:pt x="616666" y="113175"/>
                </a:moveTo>
                <a:cubicBezTo>
                  <a:pt x="606202" y="129745"/>
                  <a:pt x="596822" y="136070"/>
                  <a:pt x="582868" y="136070"/>
                </a:cubicBezTo>
                <a:cubicBezTo>
                  <a:pt x="570440" y="136070"/>
                  <a:pt x="561064" y="129745"/>
                  <a:pt x="554739" y="117317"/>
                </a:cubicBezTo>
                <a:cubicBezTo>
                  <a:pt x="550812" y="109029"/>
                  <a:pt x="549288" y="102052"/>
                  <a:pt x="548853" y="88533"/>
                </a:cubicBezTo>
                <a:lnTo>
                  <a:pt x="616014" y="88533"/>
                </a:lnTo>
                <a:cubicBezTo>
                  <a:pt x="614267" y="74359"/>
                  <a:pt x="612088" y="68037"/>
                  <a:pt x="606638" y="61056"/>
                </a:cubicBezTo>
                <a:cubicBezTo>
                  <a:pt x="600093" y="53207"/>
                  <a:pt x="590065" y="48629"/>
                  <a:pt x="578725" y="48629"/>
                </a:cubicBezTo>
                <a:cubicBezTo>
                  <a:pt x="567822" y="48629"/>
                  <a:pt x="557573" y="52555"/>
                  <a:pt x="549288" y="59968"/>
                </a:cubicBezTo>
                <a:cubicBezTo>
                  <a:pt x="539037" y="68908"/>
                  <a:pt x="533151" y="84390"/>
                  <a:pt x="533151" y="102271"/>
                </a:cubicBezTo>
                <a:cubicBezTo>
                  <a:pt x="533151" y="132363"/>
                  <a:pt x="548853" y="151116"/>
                  <a:pt x="573927" y="151116"/>
                </a:cubicBezTo>
                <a:cubicBezTo>
                  <a:pt x="594643" y="151116"/>
                  <a:pt x="610997" y="138249"/>
                  <a:pt x="620157" y="114699"/>
                </a:cubicBezTo>
                <a:lnTo>
                  <a:pt x="616666" y="113175"/>
                </a:lnTo>
                <a:moveTo>
                  <a:pt x="549288" y="81556"/>
                </a:moveTo>
                <a:cubicBezTo>
                  <a:pt x="551684" y="64546"/>
                  <a:pt x="559101" y="56478"/>
                  <a:pt x="572400" y="56478"/>
                </a:cubicBezTo>
                <a:cubicBezTo>
                  <a:pt x="585702" y="56478"/>
                  <a:pt x="590936" y="62583"/>
                  <a:pt x="593771" y="81556"/>
                </a:cubicBezTo>
                <a:lnTo>
                  <a:pt x="549288" y="81556"/>
                </a:lnTo>
                <a:close/>
                <a:moveTo>
                  <a:pt x="625607" y="148933"/>
                </a:moveTo>
                <a:lnTo>
                  <a:pt x="677942" y="148933"/>
                </a:lnTo>
                <a:lnTo>
                  <a:pt x="677942" y="145663"/>
                </a:lnTo>
                <a:cubicBezTo>
                  <a:pt x="663332" y="145227"/>
                  <a:pt x="659841" y="142176"/>
                  <a:pt x="659405" y="129309"/>
                </a:cubicBezTo>
                <a:lnTo>
                  <a:pt x="659405" y="80248"/>
                </a:lnTo>
                <a:cubicBezTo>
                  <a:pt x="659405" y="73267"/>
                  <a:pt x="668566" y="62367"/>
                  <a:pt x="674671" y="62367"/>
                </a:cubicBezTo>
                <a:cubicBezTo>
                  <a:pt x="675979" y="62367"/>
                  <a:pt x="677942" y="63455"/>
                  <a:pt x="680341" y="65638"/>
                </a:cubicBezTo>
                <a:cubicBezTo>
                  <a:pt x="683612" y="68908"/>
                  <a:pt x="686227" y="69996"/>
                  <a:pt x="689062" y="69996"/>
                </a:cubicBezTo>
                <a:cubicBezTo>
                  <a:pt x="694296" y="69996"/>
                  <a:pt x="697566" y="66290"/>
                  <a:pt x="697566" y="60184"/>
                </a:cubicBezTo>
                <a:cubicBezTo>
                  <a:pt x="697566" y="52991"/>
                  <a:pt x="692988" y="48629"/>
                  <a:pt x="685575" y="48629"/>
                </a:cubicBezTo>
                <a:cubicBezTo>
                  <a:pt x="676415" y="48629"/>
                  <a:pt x="670309" y="53427"/>
                  <a:pt x="659405" y="69125"/>
                </a:cubicBezTo>
                <a:lnTo>
                  <a:pt x="659405" y="49064"/>
                </a:lnTo>
                <a:lnTo>
                  <a:pt x="658317" y="48629"/>
                </a:lnTo>
                <a:cubicBezTo>
                  <a:pt x="646106" y="53427"/>
                  <a:pt x="638254" y="56478"/>
                  <a:pt x="626043" y="60404"/>
                </a:cubicBezTo>
                <a:lnTo>
                  <a:pt x="626043" y="63891"/>
                </a:lnTo>
                <a:cubicBezTo>
                  <a:pt x="629097" y="63239"/>
                  <a:pt x="631060" y="63019"/>
                  <a:pt x="633675" y="63019"/>
                </a:cubicBezTo>
                <a:cubicBezTo>
                  <a:pt x="639126" y="63019"/>
                  <a:pt x="641089" y="66509"/>
                  <a:pt x="641089" y="76102"/>
                </a:cubicBezTo>
                <a:lnTo>
                  <a:pt x="641089" y="130617"/>
                </a:lnTo>
                <a:cubicBezTo>
                  <a:pt x="640653" y="141956"/>
                  <a:pt x="639345" y="143267"/>
                  <a:pt x="625607" y="145663"/>
                </a:cubicBezTo>
                <a:lnTo>
                  <a:pt x="625607" y="148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0C9C0-888E-4D23-961B-AA22B2C3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717" y="2562624"/>
            <a:ext cx="1914148" cy="599401"/>
          </a:xfrm>
          <a:custGeom xmlns:a="http://schemas.openxmlformats.org/drawingml/2006/main">
            <a:pathLst>
              <a:path w="1914148" h="599401">
                <a:moveTo>
                  <a:pt x="116096" y="599401"/>
                </a:moveTo>
                <a:cubicBezTo>
                  <a:pt x="51977" y="599401"/>
                  <a:pt x="0" y="547465"/>
                  <a:pt x="0" y="483387"/>
                </a:cubicBezTo>
                <a:lnTo>
                  <a:pt x="0" y="116014"/>
                </a:lnTo>
                <a:cubicBezTo>
                  <a:pt x="0" y="51936"/>
                  <a:pt x="51977" y="0"/>
                  <a:pt x="116096" y="0"/>
                </a:cubicBezTo>
                <a:lnTo>
                  <a:pt x="1798188" y="0"/>
                </a:lnTo>
                <a:cubicBezTo>
                  <a:pt x="1862171" y="0"/>
                  <a:pt x="1914148" y="51936"/>
                  <a:pt x="1914148" y="116014"/>
                </a:cubicBezTo>
                <a:lnTo>
                  <a:pt x="1914148" y="483387"/>
                </a:lnTo>
                <a:cubicBezTo>
                  <a:pt x="1914148" y="547465"/>
                  <a:pt x="1862171" y="599401"/>
                  <a:pt x="1798188" y="599401"/>
                </a:cubicBezTo>
                <a:lnTo>
                  <a:pt x="116096" y="59940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2D378-FBBA-41E7-AF25-56CD9CE4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717" y="2562624"/>
            <a:ext cx="1914148" cy="599401"/>
          </a:xfrm>
          <a:custGeom xmlns:a="http://schemas.openxmlformats.org/drawingml/2006/main">
            <a:pathLst>
              <a:path w="1914148" h="599401" fill="none">
                <a:moveTo>
                  <a:pt x="116096" y="599401"/>
                </a:moveTo>
                <a:lnTo>
                  <a:pt x="1798188" y="599401"/>
                </a:lnTo>
                <a:cubicBezTo>
                  <a:pt x="1862171" y="599401"/>
                  <a:pt x="1914148" y="547465"/>
                  <a:pt x="1914148" y="483387"/>
                </a:cubicBezTo>
                <a:lnTo>
                  <a:pt x="1914148" y="116014"/>
                </a:lnTo>
                <a:cubicBezTo>
                  <a:pt x="1914148" y="51936"/>
                  <a:pt x="1862171" y="0"/>
                  <a:pt x="1798188" y="0"/>
                </a:cubicBezTo>
                <a:lnTo>
                  <a:pt x="116096" y="0"/>
                </a:lnTo>
                <a:cubicBezTo>
                  <a:pt x="51977" y="0"/>
                  <a:pt x="0" y="51936"/>
                  <a:pt x="0" y="116014"/>
                </a:cubicBezTo>
                <a:lnTo>
                  <a:pt x="0" y="483387"/>
                </a:lnTo>
                <a:cubicBezTo>
                  <a:pt x="0" y="547465"/>
                  <a:pt x="51977" y="599401"/>
                  <a:pt x="116096" y="5994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21" name="Text OracleValidation">
            <a:extLst xmlns:a="http://schemas.openxmlformats.org/drawingml/2006/main">
              <a:ext uri="{FF2B5EF4-FFF2-40B4-BE49-F238E27FC236}">
                <a16:creationId xmlns:a16="http://schemas.microsoft.com/office/drawing/2014/main" id="{E6B22AA7-E3AC-4705-9618-78BFA5D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105" y="2780509"/>
            <a:ext cx="1546325" cy="151760"/>
          </a:xfrm>
          <a:custGeom xmlns:a="http://schemas.openxmlformats.org/drawingml/2006/main">
            <a:pathLst>
              <a:path w="1546325" h="151760">
                <a:moveTo>
                  <a:pt x="71197" y="1525"/>
                </a:moveTo>
                <a:cubicBezTo>
                  <a:pt x="29612" y="1525"/>
                  <a:pt x="0" y="32662"/>
                  <a:pt x="0" y="76642"/>
                </a:cubicBezTo>
                <a:cubicBezTo>
                  <a:pt x="0" y="97108"/>
                  <a:pt x="6967" y="117141"/>
                  <a:pt x="18725" y="129550"/>
                </a:cubicBezTo>
                <a:cubicBezTo>
                  <a:pt x="31353" y="143268"/>
                  <a:pt x="50732" y="151760"/>
                  <a:pt x="69891" y="151760"/>
                </a:cubicBezTo>
                <a:cubicBezTo>
                  <a:pt x="112782" y="151760"/>
                  <a:pt x="142394" y="121493"/>
                  <a:pt x="142394" y="77513"/>
                </a:cubicBezTo>
                <a:cubicBezTo>
                  <a:pt x="142394" y="55958"/>
                  <a:pt x="136082" y="37233"/>
                  <a:pt x="124105" y="24386"/>
                </a:cubicBezTo>
                <a:cubicBezTo>
                  <a:pt x="110390" y="9362"/>
                  <a:pt x="92101" y="1525"/>
                  <a:pt x="71197" y="1525"/>
                </a:cubicBezTo>
                <a:moveTo>
                  <a:pt x="71197" y="9362"/>
                </a:moveTo>
                <a:cubicBezTo>
                  <a:pt x="81214" y="9362"/>
                  <a:pt x="91227" y="13283"/>
                  <a:pt x="99068" y="20249"/>
                </a:cubicBezTo>
                <a:cubicBezTo>
                  <a:pt x="110826" y="30917"/>
                  <a:pt x="117573" y="51386"/>
                  <a:pt x="117573" y="77297"/>
                </a:cubicBezTo>
                <a:cubicBezTo>
                  <a:pt x="117573" y="90141"/>
                  <a:pt x="114962" y="105164"/>
                  <a:pt x="110390" y="116487"/>
                </a:cubicBezTo>
                <a:cubicBezTo>
                  <a:pt x="108430" y="121932"/>
                  <a:pt x="104729" y="127374"/>
                  <a:pt x="99719" y="132381"/>
                </a:cubicBezTo>
                <a:cubicBezTo>
                  <a:pt x="92101" y="140002"/>
                  <a:pt x="82300" y="143922"/>
                  <a:pt x="70762" y="143922"/>
                </a:cubicBezTo>
                <a:cubicBezTo>
                  <a:pt x="60745" y="143922"/>
                  <a:pt x="50948" y="140002"/>
                  <a:pt x="43110" y="133251"/>
                </a:cubicBezTo>
                <a:cubicBezTo>
                  <a:pt x="32007" y="123238"/>
                  <a:pt x="24821" y="101247"/>
                  <a:pt x="24821" y="77078"/>
                </a:cubicBezTo>
                <a:cubicBezTo>
                  <a:pt x="24821" y="54868"/>
                  <a:pt x="30917" y="33748"/>
                  <a:pt x="40060" y="23515"/>
                </a:cubicBezTo>
                <a:cubicBezTo>
                  <a:pt x="48552" y="14153"/>
                  <a:pt x="59223" y="9362"/>
                  <a:pt x="71197" y="9362"/>
                </a:cubicBezTo>
                <a:close/>
                <a:moveTo>
                  <a:pt x="150886" y="148710"/>
                </a:moveTo>
                <a:lnTo>
                  <a:pt x="203143" y="148710"/>
                </a:lnTo>
                <a:lnTo>
                  <a:pt x="203143" y="145444"/>
                </a:lnTo>
                <a:cubicBezTo>
                  <a:pt x="188554" y="145009"/>
                  <a:pt x="185069" y="141962"/>
                  <a:pt x="184634" y="129115"/>
                </a:cubicBezTo>
                <a:lnTo>
                  <a:pt x="184634" y="80127"/>
                </a:lnTo>
                <a:cubicBezTo>
                  <a:pt x="184634" y="73157"/>
                  <a:pt x="193780" y="62273"/>
                  <a:pt x="199877" y="62273"/>
                </a:cubicBezTo>
                <a:cubicBezTo>
                  <a:pt x="201182" y="62273"/>
                  <a:pt x="203143" y="63360"/>
                  <a:pt x="205538" y="65539"/>
                </a:cubicBezTo>
                <a:cubicBezTo>
                  <a:pt x="208804" y="68805"/>
                  <a:pt x="211415" y="69891"/>
                  <a:pt x="214246" y="69891"/>
                </a:cubicBezTo>
                <a:cubicBezTo>
                  <a:pt x="219472" y="69891"/>
                  <a:pt x="222737" y="66190"/>
                  <a:pt x="222737" y="60094"/>
                </a:cubicBezTo>
                <a:cubicBezTo>
                  <a:pt x="222737" y="52911"/>
                  <a:pt x="218166" y="48556"/>
                  <a:pt x="210764" y="48556"/>
                </a:cubicBezTo>
                <a:cubicBezTo>
                  <a:pt x="201618" y="48556"/>
                  <a:pt x="195521" y="53346"/>
                  <a:pt x="184634" y="69021"/>
                </a:cubicBezTo>
                <a:lnTo>
                  <a:pt x="184634" y="48991"/>
                </a:lnTo>
                <a:lnTo>
                  <a:pt x="183548" y="48556"/>
                </a:lnTo>
                <a:cubicBezTo>
                  <a:pt x="171355" y="53346"/>
                  <a:pt x="163514" y="56393"/>
                  <a:pt x="151321" y="60313"/>
                </a:cubicBezTo>
                <a:lnTo>
                  <a:pt x="151321" y="63795"/>
                </a:lnTo>
                <a:cubicBezTo>
                  <a:pt x="154371" y="63144"/>
                  <a:pt x="156331" y="62925"/>
                  <a:pt x="158943" y="62925"/>
                </a:cubicBezTo>
                <a:cubicBezTo>
                  <a:pt x="164384" y="62925"/>
                  <a:pt x="166345" y="66410"/>
                  <a:pt x="166345" y="75988"/>
                </a:cubicBezTo>
                <a:lnTo>
                  <a:pt x="166345" y="130420"/>
                </a:lnTo>
                <a:cubicBezTo>
                  <a:pt x="165909" y="141743"/>
                  <a:pt x="164604" y="143052"/>
                  <a:pt x="150886" y="145444"/>
                </a:cubicBezTo>
                <a:lnTo>
                  <a:pt x="150886" y="148710"/>
                </a:lnTo>
                <a:close/>
                <a:moveTo>
                  <a:pt x="319409" y="134341"/>
                </a:moveTo>
                <a:cubicBezTo>
                  <a:pt x="315708" y="137391"/>
                  <a:pt x="313097" y="138477"/>
                  <a:pt x="309831" y="138477"/>
                </a:cubicBezTo>
                <a:cubicBezTo>
                  <a:pt x="304824" y="138477"/>
                  <a:pt x="303299" y="135431"/>
                  <a:pt x="303299" y="125849"/>
                </a:cubicBezTo>
                <a:lnTo>
                  <a:pt x="303299" y="83393"/>
                </a:lnTo>
                <a:cubicBezTo>
                  <a:pt x="303299" y="72071"/>
                  <a:pt x="302209" y="65755"/>
                  <a:pt x="298944" y="60529"/>
                </a:cubicBezTo>
                <a:cubicBezTo>
                  <a:pt x="294153" y="52692"/>
                  <a:pt x="284791" y="48556"/>
                  <a:pt x="271946" y="48556"/>
                </a:cubicBezTo>
                <a:cubicBezTo>
                  <a:pt x="251478" y="48556"/>
                  <a:pt x="235368" y="59223"/>
                  <a:pt x="235368" y="72941"/>
                </a:cubicBezTo>
                <a:cubicBezTo>
                  <a:pt x="235368" y="77948"/>
                  <a:pt x="239504" y="82304"/>
                  <a:pt x="244730" y="82304"/>
                </a:cubicBezTo>
                <a:cubicBezTo>
                  <a:pt x="249953" y="82304"/>
                  <a:pt x="254528" y="77948"/>
                  <a:pt x="254528" y="73157"/>
                </a:cubicBezTo>
                <a:cubicBezTo>
                  <a:pt x="254528" y="72287"/>
                  <a:pt x="254308" y="71200"/>
                  <a:pt x="254092" y="69675"/>
                </a:cubicBezTo>
                <a:cubicBezTo>
                  <a:pt x="253657" y="67715"/>
                  <a:pt x="253438" y="65974"/>
                  <a:pt x="253438" y="64449"/>
                </a:cubicBezTo>
                <a:cubicBezTo>
                  <a:pt x="253438" y="58572"/>
                  <a:pt x="260405" y="53782"/>
                  <a:pt x="269116" y="53782"/>
                </a:cubicBezTo>
                <a:cubicBezTo>
                  <a:pt x="279784" y="53782"/>
                  <a:pt x="285661" y="60094"/>
                  <a:pt x="285661" y="71852"/>
                </a:cubicBezTo>
                <a:lnTo>
                  <a:pt x="285661" y="85134"/>
                </a:lnTo>
                <a:cubicBezTo>
                  <a:pt x="252348" y="98417"/>
                  <a:pt x="248431" y="100374"/>
                  <a:pt x="239069" y="108649"/>
                </a:cubicBezTo>
                <a:cubicBezTo>
                  <a:pt x="234278" y="113005"/>
                  <a:pt x="231228" y="120407"/>
                  <a:pt x="231228" y="127590"/>
                </a:cubicBezTo>
                <a:cubicBezTo>
                  <a:pt x="231228" y="141308"/>
                  <a:pt x="240810" y="150889"/>
                  <a:pt x="254092" y="150889"/>
                </a:cubicBezTo>
                <a:cubicBezTo>
                  <a:pt x="263671" y="150889"/>
                  <a:pt x="272598" y="146318"/>
                  <a:pt x="285880" y="134995"/>
                </a:cubicBezTo>
                <a:cubicBezTo>
                  <a:pt x="286970" y="146534"/>
                  <a:pt x="290887" y="150889"/>
                  <a:pt x="299814" y="150889"/>
                </a:cubicBezTo>
                <a:cubicBezTo>
                  <a:pt x="307216" y="150889"/>
                  <a:pt x="311791" y="148275"/>
                  <a:pt x="319409" y="140002"/>
                </a:cubicBezTo>
                <a:lnTo>
                  <a:pt x="319409" y="134341"/>
                </a:lnTo>
                <a:moveTo>
                  <a:pt x="285661" y="121932"/>
                </a:moveTo>
                <a:cubicBezTo>
                  <a:pt x="285661" y="128464"/>
                  <a:pt x="284575" y="130859"/>
                  <a:pt x="280000" y="133470"/>
                </a:cubicBezTo>
                <a:cubicBezTo>
                  <a:pt x="274558" y="136517"/>
                  <a:pt x="268681" y="138261"/>
                  <a:pt x="264106" y="138261"/>
                </a:cubicBezTo>
                <a:cubicBezTo>
                  <a:pt x="256488" y="138261"/>
                  <a:pt x="250391" y="130859"/>
                  <a:pt x="250391" y="121493"/>
                </a:cubicBezTo>
                <a:lnTo>
                  <a:pt x="250391" y="120623"/>
                </a:lnTo>
                <a:cubicBezTo>
                  <a:pt x="250607" y="107560"/>
                  <a:pt x="260189" y="99287"/>
                  <a:pt x="285661" y="90360"/>
                </a:cubicBezTo>
                <a:lnTo>
                  <a:pt x="285661" y="121932"/>
                </a:lnTo>
                <a:close/>
                <a:moveTo>
                  <a:pt x="406503" y="114746"/>
                </a:moveTo>
                <a:cubicBezTo>
                  <a:pt x="396051" y="129985"/>
                  <a:pt x="388214" y="135211"/>
                  <a:pt x="375802" y="135211"/>
                </a:cubicBezTo>
                <a:cubicBezTo>
                  <a:pt x="355771" y="135211"/>
                  <a:pt x="342054" y="117792"/>
                  <a:pt x="342054" y="92755"/>
                </a:cubicBezTo>
                <a:cubicBezTo>
                  <a:pt x="342054" y="70111"/>
                  <a:pt x="354031" y="54868"/>
                  <a:pt x="371665" y="54868"/>
                </a:cubicBezTo>
                <a:cubicBezTo>
                  <a:pt x="379503" y="54868"/>
                  <a:pt x="382333" y="57047"/>
                  <a:pt x="384513" y="65320"/>
                </a:cubicBezTo>
                <a:lnTo>
                  <a:pt x="385818" y="70111"/>
                </a:lnTo>
                <a:cubicBezTo>
                  <a:pt x="387559" y="76426"/>
                  <a:pt x="391480" y="80127"/>
                  <a:pt x="396270" y="80127"/>
                </a:cubicBezTo>
                <a:cubicBezTo>
                  <a:pt x="401932" y="80127"/>
                  <a:pt x="406503" y="75988"/>
                  <a:pt x="406503" y="70981"/>
                </a:cubicBezTo>
                <a:cubicBezTo>
                  <a:pt x="406503" y="58788"/>
                  <a:pt x="391260" y="48556"/>
                  <a:pt x="372971" y="48556"/>
                </a:cubicBezTo>
                <a:cubicBezTo>
                  <a:pt x="362303" y="48556"/>
                  <a:pt x="351200" y="52911"/>
                  <a:pt x="342273" y="60748"/>
                </a:cubicBezTo>
                <a:cubicBezTo>
                  <a:pt x="331386" y="70327"/>
                  <a:pt x="325289" y="85134"/>
                  <a:pt x="325289" y="102553"/>
                </a:cubicBezTo>
                <a:cubicBezTo>
                  <a:pt x="325289" y="130640"/>
                  <a:pt x="342489" y="150889"/>
                  <a:pt x="366659" y="150889"/>
                </a:cubicBezTo>
                <a:cubicBezTo>
                  <a:pt x="376456" y="150889"/>
                  <a:pt x="385164" y="147404"/>
                  <a:pt x="393005" y="140657"/>
                </a:cubicBezTo>
                <a:cubicBezTo>
                  <a:pt x="398882" y="135646"/>
                  <a:pt x="403018" y="129550"/>
                  <a:pt x="409550" y="116706"/>
                </a:cubicBezTo>
                <a:lnTo>
                  <a:pt x="406503" y="114746"/>
                </a:lnTo>
                <a:close/>
                <a:moveTo>
                  <a:pt x="421091" y="148710"/>
                </a:moveTo>
                <a:lnTo>
                  <a:pt x="472474" y="148710"/>
                </a:lnTo>
                <a:lnTo>
                  <a:pt x="472474" y="145444"/>
                </a:lnTo>
                <a:cubicBezTo>
                  <a:pt x="458760" y="144793"/>
                  <a:pt x="456364" y="142613"/>
                  <a:pt x="456145" y="130420"/>
                </a:cubicBezTo>
                <a:lnTo>
                  <a:pt x="456145" y="435"/>
                </a:lnTo>
                <a:lnTo>
                  <a:pt x="455275" y="0"/>
                </a:lnTo>
                <a:cubicBezTo>
                  <a:pt x="444172" y="3485"/>
                  <a:pt x="436115" y="5880"/>
                  <a:pt x="420656" y="9582"/>
                </a:cubicBezTo>
                <a:lnTo>
                  <a:pt x="420656" y="13063"/>
                </a:lnTo>
                <a:lnTo>
                  <a:pt x="421962" y="13063"/>
                </a:lnTo>
                <a:cubicBezTo>
                  <a:pt x="424357" y="12847"/>
                  <a:pt x="426969" y="12628"/>
                  <a:pt x="428713" y="12628"/>
                </a:cubicBezTo>
                <a:cubicBezTo>
                  <a:pt x="435680" y="12628"/>
                  <a:pt x="437856" y="15678"/>
                  <a:pt x="437856" y="25911"/>
                </a:cubicBezTo>
                <a:lnTo>
                  <a:pt x="437856" y="129769"/>
                </a:lnTo>
                <a:cubicBezTo>
                  <a:pt x="437640" y="141527"/>
                  <a:pt x="434590" y="144574"/>
                  <a:pt x="421091" y="145444"/>
                </a:cubicBezTo>
                <a:lnTo>
                  <a:pt x="421091" y="148710"/>
                </a:lnTo>
                <a:close/>
                <a:moveTo>
                  <a:pt x="565881" y="113005"/>
                </a:moveTo>
                <a:cubicBezTo>
                  <a:pt x="555432" y="129550"/>
                  <a:pt x="546066" y="135866"/>
                  <a:pt x="532133" y="135866"/>
                </a:cubicBezTo>
                <a:cubicBezTo>
                  <a:pt x="519724" y="135866"/>
                  <a:pt x="510362" y="129550"/>
                  <a:pt x="504046" y="117141"/>
                </a:cubicBezTo>
                <a:cubicBezTo>
                  <a:pt x="500125" y="108865"/>
                  <a:pt x="498604" y="101898"/>
                  <a:pt x="498169" y="88400"/>
                </a:cubicBezTo>
                <a:lnTo>
                  <a:pt x="565229" y="88400"/>
                </a:lnTo>
                <a:cubicBezTo>
                  <a:pt x="563485" y="74247"/>
                  <a:pt x="561309" y="67935"/>
                  <a:pt x="555867" y="60964"/>
                </a:cubicBezTo>
                <a:cubicBezTo>
                  <a:pt x="549332" y="53127"/>
                  <a:pt x="539319" y="48556"/>
                  <a:pt x="527996" y="48556"/>
                </a:cubicBezTo>
                <a:cubicBezTo>
                  <a:pt x="517109" y="48556"/>
                  <a:pt x="506876" y="52476"/>
                  <a:pt x="498604" y="59878"/>
                </a:cubicBezTo>
                <a:cubicBezTo>
                  <a:pt x="488368" y="68805"/>
                  <a:pt x="482491" y="84264"/>
                  <a:pt x="482491" y="102118"/>
                </a:cubicBezTo>
                <a:cubicBezTo>
                  <a:pt x="482491" y="132165"/>
                  <a:pt x="498169" y="150889"/>
                  <a:pt x="523206" y="150889"/>
                </a:cubicBezTo>
                <a:cubicBezTo>
                  <a:pt x="543890" y="150889"/>
                  <a:pt x="560219" y="138042"/>
                  <a:pt x="569366" y="114527"/>
                </a:cubicBezTo>
                <a:lnTo>
                  <a:pt x="565881" y="113005"/>
                </a:lnTo>
                <a:moveTo>
                  <a:pt x="498604" y="81433"/>
                </a:moveTo>
                <a:cubicBezTo>
                  <a:pt x="500996" y="64449"/>
                  <a:pt x="508401" y="56393"/>
                  <a:pt x="521681" y="56393"/>
                </a:cubicBezTo>
                <a:cubicBezTo>
                  <a:pt x="534963" y="56393"/>
                  <a:pt x="540189" y="62489"/>
                  <a:pt x="543020" y="81433"/>
                </a:cubicBezTo>
                <a:lnTo>
                  <a:pt x="498604" y="81433"/>
                </a:lnTo>
                <a:close/>
                <a:moveTo>
                  <a:pt x="780782" y="4575"/>
                </a:moveTo>
                <a:lnTo>
                  <a:pt x="736146" y="4575"/>
                </a:lnTo>
                <a:lnTo>
                  <a:pt x="736146" y="8711"/>
                </a:lnTo>
                <a:cubicBezTo>
                  <a:pt x="748123" y="9582"/>
                  <a:pt x="752040" y="11758"/>
                  <a:pt x="752040" y="17854"/>
                </a:cubicBezTo>
                <a:cubicBezTo>
                  <a:pt x="752040" y="21339"/>
                  <a:pt x="750519" y="27216"/>
                  <a:pt x="747904" y="33748"/>
                </a:cubicBezTo>
                <a:lnTo>
                  <a:pt x="715897" y="113656"/>
                </a:lnTo>
                <a:lnTo>
                  <a:pt x="683019" y="40064"/>
                </a:lnTo>
                <a:cubicBezTo>
                  <a:pt x="675836" y="23951"/>
                  <a:pt x="674092" y="19163"/>
                  <a:pt x="674092" y="15894"/>
                </a:cubicBezTo>
                <a:cubicBezTo>
                  <a:pt x="674092" y="11542"/>
                  <a:pt x="677142" y="9582"/>
                  <a:pt x="684109" y="9146"/>
                </a:cubicBezTo>
                <a:cubicBezTo>
                  <a:pt x="685199" y="9146"/>
                  <a:pt x="687594" y="8927"/>
                  <a:pt x="690425" y="8711"/>
                </a:cubicBezTo>
                <a:lnTo>
                  <a:pt x="690425" y="4575"/>
                </a:lnTo>
                <a:lnTo>
                  <a:pt x="632507" y="4575"/>
                </a:lnTo>
                <a:lnTo>
                  <a:pt x="632507" y="8711"/>
                </a:lnTo>
                <a:cubicBezTo>
                  <a:pt x="643175" y="9146"/>
                  <a:pt x="646225" y="12193"/>
                  <a:pt x="655587" y="31572"/>
                </a:cubicBezTo>
                <a:lnTo>
                  <a:pt x="709149" y="151105"/>
                </a:lnTo>
                <a:lnTo>
                  <a:pt x="712415" y="151105"/>
                </a:lnTo>
                <a:lnTo>
                  <a:pt x="760751" y="28961"/>
                </a:lnTo>
                <a:cubicBezTo>
                  <a:pt x="767937" y="11758"/>
                  <a:pt x="770330" y="9362"/>
                  <a:pt x="780782" y="8711"/>
                </a:cubicBezTo>
                <a:lnTo>
                  <a:pt x="780782" y="4575"/>
                </a:lnTo>
                <a:close/>
                <a:moveTo>
                  <a:pt x="882460" y="134341"/>
                </a:moveTo>
                <a:cubicBezTo>
                  <a:pt x="878759" y="137391"/>
                  <a:pt x="876148" y="138477"/>
                  <a:pt x="872882" y="138477"/>
                </a:cubicBezTo>
                <a:cubicBezTo>
                  <a:pt x="867876" y="138477"/>
                  <a:pt x="866351" y="135431"/>
                  <a:pt x="866351" y="125849"/>
                </a:cubicBezTo>
                <a:lnTo>
                  <a:pt x="866351" y="83393"/>
                </a:lnTo>
                <a:cubicBezTo>
                  <a:pt x="866351" y="72071"/>
                  <a:pt x="865261" y="65755"/>
                  <a:pt x="861995" y="60529"/>
                </a:cubicBezTo>
                <a:cubicBezTo>
                  <a:pt x="857204" y="52692"/>
                  <a:pt x="847842" y="48556"/>
                  <a:pt x="834998" y="48556"/>
                </a:cubicBezTo>
                <a:cubicBezTo>
                  <a:pt x="814529" y="48556"/>
                  <a:pt x="798419" y="59223"/>
                  <a:pt x="798419" y="72941"/>
                </a:cubicBezTo>
                <a:cubicBezTo>
                  <a:pt x="798419" y="77948"/>
                  <a:pt x="802556" y="82304"/>
                  <a:pt x="807782" y="82304"/>
                </a:cubicBezTo>
                <a:cubicBezTo>
                  <a:pt x="813004" y="82304"/>
                  <a:pt x="817579" y="77948"/>
                  <a:pt x="817579" y="73157"/>
                </a:cubicBezTo>
                <a:cubicBezTo>
                  <a:pt x="817579" y="72287"/>
                  <a:pt x="817360" y="71200"/>
                  <a:pt x="817144" y="69675"/>
                </a:cubicBezTo>
                <a:cubicBezTo>
                  <a:pt x="816709" y="67715"/>
                  <a:pt x="816489" y="65974"/>
                  <a:pt x="816489" y="64449"/>
                </a:cubicBezTo>
                <a:cubicBezTo>
                  <a:pt x="816489" y="58572"/>
                  <a:pt x="823456" y="53782"/>
                  <a:pt x="832167" y="53782"/>
                </a:cubicBezTo>
                <a:cubicBezTo>
                  <a:pt x="842835" y="53782"/>
                  <a:pt x="848712" y="60094"/>
                  <a:pt x="848712" y="71852"/>
                </a:cubicBezTo>
                <a:lnTo>
                  <a:pt x="848712" y="85134"/>
                </a:lnTo>
                <a:cubicBezTo>
                  <a:pt x="815400" y="98417"/>
                  <a:pt x="811483" y="100374"/>
                  <a:pt x="802120" y="108649"/>
                </a:cubicBezTo>
                <a:cubicBezTo>
                  <a:pt x="797330" y="113005"/>
                  <a:pt x="794280" y="120407"/>
                  <a:pt x="794280" y="127590"/>
                </a:cubicBezTo>
                <a:cubicBezTo>
                  <a:pt x="794280" y="141308"/>
                  <a:pt x="803861" y="150889"/>
                  <a:pt x="817144" y="150889"/>
                </a:cubicBezTo>
                <a:cubicBezTo>
                  <a:pt x="826722" y="150889"/>
                  <a:pt x="835649" y="146318"/>
                  <a:pt x="848932" y="134995"/>
                </a:cubicBezTo>
                <a:cubicBezTo>
                  <a:pt x="850021" y="146534"/>
                  <a:pt x="853938" y="150889"/>
                  <a:pt x="862866" y="150889"/>
                </a:cubicBezTo>
                <a:cubicBezTo>
                  <a:pt x="870268" y="150889"/>
                  <a:pt x="874842" y="148275"/>
                  <a:pt x="882460" y="140002"/>
                </a:cubicBezTo>
                <a:lnTo>
                  <a:pt x="882460" y="134341"/>
                </a:lnTo>
                <a:moveTo>
                  <a:pt x="848712" y="121932"/>
                </a:moveTo>
                <a:cubicBezTo>
                  <a:pt x="848712" y="128464"/>
                  <a:pt x="847626" y="130859"/>
                  <a:pt x="843051" y="133470"/>
                </a:cubicBezTo>
                <a:cubicBezTo>
                  <a:pt x="837609" y="136517"/>
                  <a:pt x="831732" y="138261"/>
                  <a:pt x="827157" y="138261"/>
                </a:cubicBezTo>
                <a:cubicBezTo>
                  <a:pt x="819539" y="138261"/>
                  <a:pt x="813443" y="130859"/>
                  <a:pt x="813443" y="121493"/>
                </a:cubicBezTo>
                <a:lnTo>
                  <a:pt x="813443" y="120623"/>
                </a:lnTo>
                <a:cubicBezTo>
                  <a:pt x="813659" y="107560"/>
                  <a:pt x="823240" y="99287"/>
                  <a:pt x="848712" y="90360"/>
                </a:cubicBezTo>
                <a:lnTo>
                  <a:pt x="848712" y="121932"/>
                </a:lnTo>
                <a:close/>
                <a:moveTo>
                  <a:pt x="887471" y="148710"/>
                </a:moveTo>
                <a:lnTo>
                  <a:pt x="938853" y="148710"/>
                </a:lnTo>
                <a:lnTo>
                  <a:pt x="938853" y="145444"/>
                </a:lnTo>
                <a:cubicBezTo>
                  <a:pt x="925139" y="144793"/>
                  <a:pt x="922744" y="142613"/>
                  <a:pt x="922524" y="130420"/>
                </a:cubicBezTo>
                <a:lnTo>
                  <a:pt x="922524" y="435"/>
                </a:lnTo>
                <a:lnTo>
                  <a:pt x="921654" y="0"/>
                </a:lnTo>
                <a:cubicBezTo>
                  <a:pt x="910551" y="3485"/>
                  <a:pt x="902494" y="5880"/>
                  <a:pt x="887035" y="9582"/>
                </a:cubicBezTo>
                <a:lnTo>
                  <a:pt x="887035" y="13063"/>
                </a:lnTo>
                <a:lnTo>
                  <a:pt x="888341" y="13063"/>
                </a:lnTo>
                <a:cubicBezTo>
                  <a:pt x="890736" y="12847"/>
                  <a:pt x="893348" y="12628"/>
                  <a:pt x="895092" y="12628"/>
                </a:cubicBezTo>
                <a:cubicBezTo>
                  <a:pt x="902059" y="12628"/>
                  <a:pt x="904235" y="15678"/>
                  <a:pt x="904235" y="25911"/>
                </a:cubicBezTo>
                <a:lnTo>
                  <a:pt x="904235" y="129769"/>
                </a:lnTo>
                <a:cubicBezTo>
                  <a:pt x="904019" y="141527"/>
                  <a:pt x="900969" y="144574"/>
                  <a:pt x="887471" y="145444"/>
                </a:cubicBezTo>
                <a:lnTo>
                  <a:pt x="887471" y="148710"/>
                </a:lnTo>
                <a:close/>
                <a:moveTo>
                  <a:pt x="946910" y="148710"/>
                </a:moveTo>
                <a:lnTo>
                  <a:pt x="998512" y="148710"/>
                </a:lnTo>
                <a:lnTo>
                  <a:pt x="998512" y="145444"/>
                </a:lnTo>
                <a:cubicBezTo>
                  <a:pt x="984143" y="144358"/>
                  <a:pt x="982618" y="142397"/>
                  <a:pt x="982399" y="126503"/>
                </a:cubicBezTo>
                <a:lnTo>
                  <a:pt x="982399" y="49207"/>
                </a:lnTo>
                <a:lnTo>
                  <a:pt x="981528" y="48556"/>
                </a:lnTo>
                <a:lnTo>
                  <a:pt x="947780" y="60529"/>
                </a:lnTo>
                <a:lnTo>
                  <a:pt x="947780" y="63795"/>
                </a:lnTo>
                <a:lnTo>
                  <a:pt x="949525" y="63579"/>
                </a:lnTo>
                <a:cubicBezTo>
                  <a:pt x="952136" y="63144"/>
                  <a:pt x="954747" y="62925"/>
                  <a:pt x="956927" y="62925"/>
                </a:cubicBezTo>
                <a:cubicBezTo>
                  <a:pt x="962153" y="62925"/>
                  <a:pt x="964110" y="66410"/>
                  <a:pt x="964110" y="75988"/>
                </a:cubicBezTo>
                <a:lnTo>
                  <a:pt x="964110" y="126503"/>
                </a:lnTo>
                <a:cubicBezTo>
                  <a:pt x="963674" y="142613"/>
                  <a:pt x="961717" y="144793"/>
                  <a:pt x="946910" y="145444"/>
                </a:cubicBezTo>
                <a:lnTo>
                  <a:pt x="946910" y="148710"/>
                </a:lnTo>
                <a:moveTo>
                  <a:pt x="971296" y="0"/>
                </a:moveTo>
                <a:cubicBezTo>
                  <a:pt x="965419" y="0"/>
                  <a:pt x="960408" y="5010"/>
                  <a:pt x="960408" y="11106"/>
                </a:cubicBezTo>
                <a:cubicBezTo>
                  <a:pt x="960408" y="17419"/>
                  <a:pt x="965199" y="22210"/>
                  <a:pt x="971296" y="22210"/>
                </a:cubicBezTo>
                <a:cubicBezTo>
                  <a:pt x="977827" y="22210"/>
                  <a:pt x="982618" y="17419"/>
                  <a:pt x="982618" y="11106"/>
                </a:cubicBezTo>
                <a:cubicBezTo>
                  <a:pt x="982618" y="4791"/>
                  <a:pt x="977611" y="0"/>
                  <a:pt x="971296" y="0"/>
                </a:cubicBezTo>
                <a:close/>
                <a:moveTo>
                  <a:pt x="1110862" y="136082"/>
                </a:moveTo>
                <a:cubicBezTo>
                  <a:pt x="1108032" y="136301"/>
                  <a:pt x="1106726" y="136301"/>
                  <a:pt x="1105852" y="136301"/>
                </a:cubicBezTo>
                <a:cubicBezTo>
                  <a:pt x="1098234" y="136301"/>
                  <a:pt x="1096274" y="133906"/>
                  <a:pt x="1096274" y="123889"/>
                </a:cubicBezTo>
                <a:lnTo>
                  <a:pt x="1096274" y="435"/>
                </a:lnTo>
                <a:lnTo>
                  <a:pt x="1095184" y="0"/>
                </a:lnTo>
                <a:cubicBezTo>
                  <a:pt x="1084952" y="3485"/>
                  <a:pt x="1077550" y="5880"/>
                  <a:pt x="1063177" y="9582"/>
                </a:cubicBezTo>
                <a:lnTo>
                  <a:pt x="1063177" y="13063"/>
                </a:lnTo>
                <a:cubicBezTo>
                  <a:pt x="1064922" y="12847"/>
                  <a:pt x="1066008" y="12847"/>
                  <a:pt x="1067968" y="12847"/>
                </a:cubicBezTo>
                <a:cubicBezTo>
                  <a:pt x="1076025" y="12847"/>
                  <a:pt x="1077985" y="15023"/>
                  <a:pt x="1077985" y="23951"/>
                </a:cubicBezTo>
                <a:lnTo>
                  <a:pt x="1077985" y="57918"/>
                </a:lnTo>
                <a:cubicBezTo>
                  <a:pt x="1069709" y="50951"/>
                  <a:pt x="1063832" y="48556"/>
                  <a:pt x="1055121" y="48556"/>
                </a:cubicBezTo>
                <a:cubicBezTo>
                  <a:pt x="1030084" y="48556"/>
                  <a:pt x="1009834" y="73157"/>
                  <a:pt x="1009834" y="104078"/>
                </a:cubicBezTo>
                <a:cubicBezTo>
                  <a:pt x="1009834" y="131945"/>
                  <a:pt x="1025948" y="150889"/>
                  <a:pt x="1050114" y="150889"/>
                </a:cubicBezTo>
                <a:cubicBezTo>
                  <a:pt x="1062307" y="150889"/>
                  <a:pt x="1070583" y="146534"/>
                  <a:pt x="1077985" y="136301"/>
                </a:cubicBezTo>
                <a:lnTo>
                  <a:pt x="1077985" y="150235"/>
                </a:lnTo>
                <a:lnTo>
                  <a:pt x="1078855" y="150889"/>
                </a:lnTo>
                <a:lnTo>
                  <a:pt x="1110862" y="139567"/>
                </a:lnTo>
                <a:lnTo>
                  <a:pt x="1110862" y="136082"/>
                </a:lnTo>
                <a:moveTo>
                  <a:pt x="1077985" y="126503"/>
                </a:moveTo>
                <a:cubicBezTo>
                  <a:pt x="1077985" y="128028"/>
                  <a:pt x="1076460" y="130640"/>
                  <a:pt x="1074284" y="133035"/>
                </a:cubicBezTo>
                <a:cubicBezTo>
                  <a:pt x="1070583" y="137391"/>
                  <a:pt x="1064922" y="139567"/>
                  <a:pt x="1058606" y="139567"/>
                </a:cubicBezTo>
                <a:cubicBezTo>
                  <a:pt x="1040316" y="139567"/>
                  <a:pt x="1028559" y="122148"/>
                  <a:pt x="1028559" y="95151"/>
                </a:cubicBezTo>
                <a:cubicBezTo>
                  <a:pt x="1028559" y="70765"/>
                  <a:pt x="1039227" y="54652"/>
                  <a:pt x="1055775" y="54652"/>
                </a:cubicBezTo>
                <a:cubicBezTo>
                  <a:pt x="1067533" y="54652"/>
                  <a:pt x="1077985" y="64885"/>
                  <a:pt x="1077985" y="76426"/>
                </a:cubicBezTo>
                <a:lnTo>
                  <a:pt x="1077985" y="126503"/>
                </a:lnTo>
                <a:close/>
                <a:moveTo>
                  <a:pt x="1209710" y="134341"/>
                </a:moveTo>
                <a:cubicBezTo>
                  <a:pt x="1206009" y="137391"/>
                  <a:pt x="1203398" y="138477"/>
                  <a:pt x="1200132" y="138477"/>
                </a:cubicBezTo>
                <a:cubicBezTo>
                  <a:pt x="1195125" y="138477"/>
                  <a:pt x="1193600" y="135431"/>
                  <a:pt x="1193600" y="125849"/>
                </a:cubicBezTo>
                <a:lnTo>
                  <a:pt x="1193600" y="83393"/>
                </a:lnTo>
                <a:cubicBezTo>
                  <a:pt x="1193600" y="72071"/>
                  <a:pt x="1192510" y="65755"/>
                  <a:pt x="1189245" y="60529"/>
                </a:cubicBezTo>
                <a:cubicBezTo>
                  <a:pt x="1184454" y="52692"/>
                  <a:pt x="1175091" y="48556"/>
                  <a:pt x="1162247" y="48556"/>
                </a:cubicBezTo>
                <a:cubicBezTo>
                  <a:pt x="1141779" y="48556"/>
                  <a:pt x="1125669" y="59223"/>
                  <a:pt x="1125669" y="72941"/>
                </a:cubicBezTo>
                <a:cubicBezTo>
                  <a:pt x="1125669" y="77948"/>
                  <a:pt x="1129805" y="82304"/>
                  <a:pt x="1135031" y="82304"/>
                </a:cubicBezTo>
                <a:cubicBezTo>
                  <a:pt x="1140254" y="82304"/>
                  <a:pt x="1144829" y="77948"/>
                  <a:pt x="1144829" y="73157"/>
                </a:cubicBezTo>
                <a:cubicBezTo>
                  <a:pt x="1144829" y="72287"/>
                  <a:pt x="1144609" y="71200"/>
                  <a:pt x="1144393" y="69675"/>
                </a:cubicBezTo>
                <a:cubicBezTo>
                  <a:pt x="1143958" y="67715"/>
                  <a:pt x="1143739" y="65974"/>
                  <a:pt x="1143739" y="64449"/>
                </a:cubicBezTo>
                <a:cubicBezTo>
                  <a:pt x="1143739" y="58572"/>
                  <a:pt x="1150706" y="53782"/>
                  <a:pt x="1159417" y="53782"/>
                </a:cubicBezTo>
                <a:cubicBezTo>
                  <a:pt x="1170085" y="53782"/>
                  <a:pt x="1175962" y="60094"/>
                  <a:pt x="1175962" y="71852"/>
                </a:cubicBezTo>
                <a:lnTo>
                  <a:pt x="1175962" y="85134"/>
                </a:lnTo>
                <a:cubicBezTo>
                  <a:pt x="1142649" y="98417"/>
                  <a:pt x="1138732" y="100374"/>
                  <a:pt x="1129370" y="108649"/>
                </a:cubicBezTo>
                <a:cubicBezTo>
                  <a:pt x="1124579" y="113005"/>
                  <a:pt x="1121529" y="120407"/>
                  <a:pt x="1121529" y="127590"/>
                </a:cubicBezTo>
                <a:cubicBezTo>
                  <a:pt x="1121529" y="141308"/>
                  <a:pt x="1131111" y="150889"/>
                  <a:pt x="1144393" y="150889"/>
                </a:cubicBezTo>
                <a:cubicBezTo>
                  <a:pt x="1153972" y="150889"/>
                  <a:pt x="1162899" y="146318"/>
                  <a:pt x="1176181" y="134995"/>
                </a:cubicBezTo>
                <a:cubicBezTo>
                  <a:pt x="1177271" y="146534"/>
                  <a:pt x="1181188" y="150889"/>
                  <a:pt x="1190115" y="150889"/>
                </a:cubicBezTo>
                <a:cubicBezTo>
                  <a:pt x="1197517" y="150889"/>
                  <a:pt x="1202092" y="148275"/>
                  <a:pt x="1209710" y="140002"/>
                </a:cubicBezTo>
                <a:lnTo>
                  <a:pt x="1209710" y="134341"/>
                </a:lnTo>
                <a:moveTo>
                  <a:pt x="1175962" y="121932"/>
                </a:moveTo>
                <a:cubicBezTo>
                  <a:pt x="1175962" y="128464"/>
                  <a:pt x="1174876" y="130859"/>
                  <a:pt x="1170301" y="133470"/>
                </a:cubicBezTo>
                <a:cubicBezTo>
                  <a:pt x="1164859" y="136517"/>
                  <a:pt x="1158982" y="138261"/>
                  <a:pt x="1154407" y="138261"/>
                </a:cubicBezTo>
                <a:cubicBezTo>
                  <a:pt x="1146789" y="138261"/>
                  <a:pt x="1140692" y="130859"/>
                  <a:pt x="1140692" y="121493"/>
                </a:cubicBezTo>
                <a:lnTo>
                  <a:pt x="1140692" y="120623"/>
                </a:lnTo>
                <a:cubicBezTo>
                  <a:pt x="1140908" y="107560"/>
                  <a:pt x="1150490" y="99287"/>
                  <a:pt x="1175962" y="90360"/>
                </a:cubicBezTo>
                <a:lnTo>
                  <a:pt x="1175962" y="121932"/>
                </a:lnTo>
                <a:close/>
                <a:moveTo>
                  <a:pt x="1265667" y="50732"/>
                </a:moveTo>
                <a:lnTo>
                  <a:pt x="1243677" y="50732"/>
                </a:lnTo>
                <a:lnTo>
                  <a:pt x="1243677" y="25475"/>
                </a:lnTo>
                <a:cubicBezTo>
                  <a:pt x="1243677" y="23299"/>
                  <a:pt x="1243242" y="22645"/>
                  <a:pt x="1242152" y="22645"/>
                </a:cubicBezTo>
                <a:cubicBezTo>
                  <a:pt x="1229524" y="40934"/>
                  <a:pt x="1222992" y="48336"/>
                  <a:pt x="1216680" y="52037"/>
                </a:cubicBezTo>
                <a:cubicBezTo>
                  <a:pt x="1214285" y="53562"/>
                  <a:pt x="1212976" y="54868"/>
                  <a:pt x="1212976" y="56177"/>
                </a:cubicBezTo>
                <a:cubicBezTo>
                  <a:pt x="1212976" y="56828"/>
                  <a:pt x="1213195" y="57263"/>
                  <a:pt x="1213849" y="57699"/>
                </a:cubicBezTo>
                <a:lnTo>
                  <a:pt x="1225388" y="57699"/>
                </a:lnTo>
                <a:lnTo>
                  <a:pt x="1225388" y="123238"/>
                </a:lnTo>
                <a:cubicBezTo>
                  <a:pt x="1225388" y="141527"/>
                  <a:pt x="1231919" y="150889"/>
                  <a:pt x="1244767" y="150889"/>
                </a:cubicBezTo>
                <a:cubicBezTo>
                  <a:pt x="1255435" y="150889"/>
                  <a:pt x="1263707" y="145663"/>
                  <a:pt x="1270893" y="134341"/>
                </a:cubicBezTo>
                <a:lnTo>
                  <a:pt x="1268063" y="131945"/>
                </a:lnTo>
                <a:cubicBezTo>
                  <a:pt x="1263272" y="137607"/>
                  <a:pt x="1259790" y="139567"/>
                  <a:pt x="1254999" y="139567"/>
                </a:cubicBezTo>
                <a:cubicBezTo>
                  <a:pt x="1246943" y="139567"/>
                  <a:pt x="1243677" y="133690"/>
                  <a:pt x="1243677" y="119972"/>
                </a:cubicBezTo>
                <a:lnTo>
                  <a:pt x="1243677" y="57699"/>
                </a:lnTo>
                <a:lnTo>
                  <a:pt x="1265667" y="57699"/>
                </a:lnTo>
                <a:lnTo>
                  <a:pt x="1265667" y="50732"/>
                </a:lnTo>
                <a:close/>
                <a:moveTo>
                  <a:pt x="1274159" y="148710"/>
                </a:moveTo>
                <a:lnTo>
                  <a:pt x="1325761" y="148710"/>
                </a:lnTo>
                <a:lnTo>
                  <a:pt x="1325761" y="145444"/>
                </a:lnTo>
                <a:cubicBezTo>
                  <a:pt x="1311393" y="144358"/>
                  <a:pt x="1309868" y="142397"/>
                  <a:pt x="1309648" y="126503"/>
                </a:cubicBezTo>
                <a:lnTo>
                  <a:pt x="1309648" y="49207"/>
                </a:lnTo>
                <a:lnTo>
                  <a:pt x="1308778" y="48556"/>
                </a:lnTo>
                <a:lnTo>
                  <a:pt x="1275030" y="60529"/>
                </a:lnTo>
                <a:lnTo>
                  <a:pt x="1275030" y="63795"/>
                </a:lnTo>
                <a:lnTo>
                  <a:pt x="1276774" y="63579"/>
                </a:lnTo>
                <a:cubicBezTo>
                  <a:pt x="1279385" y="63144"/>
                  <a:pt x="1281997" y="62925"/>
                  <a:pt x="1284176" y="62925"/>
                </a:cubicBezTo>
                <a:cubicBezTo>
                  <a:pt x="1289402" y="62925"/>
                  <a:pt x="1291359" y="66410"/>
                  <a:pt x="1291359" y="75988"/>
                </a:cubicBezTo>
                <a:lnTo>
                  <a:pt x="1291359" y="126503"/>
                </a:lnTo>
                <a:cubicBezTo>
                  <a:pt x="1290924" y="142613"/>
                  <a:pt x="1288967" y="144793"/>
                  <a:pt x="1274159" y="145444"/>
                </a:cubicBezTo>
                <a:lnTo>
                  <a:pt x="1274159" y="148710"/>
                </a:lnTo>
                <a:moveTo>
                  <a:pt x="1298545" y="0"/>
                </a:moveTo>
                <a:cubicBezTo>
                  <a:pt x="1292668" y="0"/>
                  <a:pt x="1287658" y="5010"/>
                  <a:pt x="1287658" y="11106"/>
                </a:cubicBezTo>
                <a:cubicBezTo>
                  <a:pt x="1287658" y="17419"/>
                  <a:pt x="1292449" y="22210"/>
                  <a:pt x="1298545" y="22210"/>
                </a:cubicBezTo>
                <a:cubicBezTo>
                  <a:pt x="1305077" y="22210"/>
                  <a:pt x="1309868" y="17419"/>
                  <a:pt x="1309868" y="11106"/>
                </a:cubicBezTo>
                <a:cubicBezTo>
                  <a:pt x="1309868" y="4791"/>
                  <a:pt x="1304861" y="0"/>
                  <a:pt x="1298545" y="0"/>
                </a:cubicBezTo>
                <a:close/>
                <a:moveTo>
                  <a:pt x="1385640" y="48556"/>
                </a:moveTo>
                <a:cubicBezTo>
                  <a:pt x="1357114" y="48556"/>
                  <a:pt x="1337519" y="69456"/>
                  <a:pt x="1337519" y="99503"/>
                </a:cubicBezTo>
                <a:cubicBezTo>
                  <a:pt x="1337519" y="129115"/>
                  <a:pt x="1357769" y="150889"/>
                  <a:pt x="1385201" y="150889"/>
                </a:cubicBezTo>
                <a:cubicBezTo>
                  <a:pt x="1412637" y="150889"/>
                  <a:pt x="1433537" y="128028"/>
                  <a:pt x="1433537" y="97762"/>
                </a:cubicBezTo>
                <a:cubicBezTo>
                  <a:pt x="1433537" y="69021"/>
                  <a:pt x="1413507" y="48556"/>
                  <a:pt x="1385640" y="48556"/>
                </a:cubicBezTo>
                <a:moveTo>
                  <a:pt x="1382809" y="54652"/>
                </a:moveTo>
                <a:cubicBezTo>
                  <a:pt x="1401098" y="54652"/>
                  <a:pt x="1413942" y="75553"/>
                  <a:pt x="1413942" y="105384"/>
                </a:cubicBezTo>
                <a:cubicBezTo>
                  <a:pt x="1413942" y="130205"/>
                  <a:pt x="1404145" y="144793"/>
                  <a:pt x="1387816" y="144793"/>
                </a:cubicBezTo>
                <a:cubicBezTo>
                  <a:pt x="1379324" y="144793"/>
                  <a:pt x="1371267" y="139567"/>
                  <a:pt x="1366696" y="130859"/>
                </a:cubicBezTo>
                <a:cubicBezTo>
                  <a:pt x="1360599" y="119537"/>
                  <a:pt x="1357114" y="104294"/>
                  <a:pt x="1357114" y="88835"/>
                </a:cubicBezTo>
                <a:cubicBezTo>
                  <a:pt x="1357114" y="68150"/>
                  <a:pt x="1367131" y="54652"/>
                  <a:pt x="1382809" y="54652"/>
                </a:cubicBezTo>
                <a:close/>
                <a:moveTo>
                  <a:pt x="1444643" y="148710"/>
                </a:moveTo>
                <a:lnTo>
                  <a:pt x="1490803" y="148710"/>
                </a:lnTo>
                <a:lnTo>
                  <a:pt x="1490803" y="145444"/>
                </a:lnTo>
                <a:cubicBezTo>
                  <a:pt x="1479916" y="144793"/>
                  <a:pt x="1476431" y="141962"/>
                  <a:pt x="1476431" y="134125"/>
                </a:cubicBezTo>
                <a:lnTo>
                  <a:pt x="1476431" y="72941"/>
                </a:lnTo>
                <a:cubicBezTo>
                  <a:pt x="1486883" y="63144"/>
                  <a:pt x="1491673" y="60529"/>
                  <a:pt x="1498859" y="60529"/>
                </a:cubicBezTo>
                <a:cubicBezTo>
                  <a:pt x="1509527" y="60529"/>
                  <a:pt x="1514753" y="67280"/>
                  <a:pt x="1514753" y="81649"/>
                </a:cubicBezTo>
                <a:lnTo>
                  <a:pt x="1514753" y="127155"/>
                </a:lnTo>
                <a:cubicBezTo>
                  <a:pt x="1514318" y="141308"/>
                  <a:pt x="1511704" y="144793"/>
                  <a:pt x="1501036" y="145444"/>
                </a:cubicBezTo>
                <a:lnTo>
                  <a:pt x="1501036" y="148710"/>
                </a:lnTo>
                <a:lnTo>
                  <a:pt x="1546325" y="148710"/>
                </a:lnTo>
                <a:lnTo>
                  <a:pt x="1546325" y="145444"/>
                </a:lnTo>
                <a:cubicBezTo>
                  <a:pt x="1535654" y="144358"/>
                  <a:pt x="1533259" y="141743"/>
                  <a:pt x="1533043" y="131075"/>
                </a:cubicBezTo>
                <a:lnTo>
                  <a:pt x="1533043" y="81214"/>
                </a:lnTo>
                <a:cubicBezTo>
                  <a:pt x="1533043" y="60748"/>
                  <a:pt x="1523461" y="48556"/>
                  <a:pt x="1507351" y="48556"/>
                </a:cubicBezTo>
                <a:cubicBezTo>
                  <a:pt x="1497335" y="48556"/>
                  <a:pt x="1490584" y="52257"/>
                  <a:pt x="1475779" y="66190"/>
                </a:cubicBezTo>
                <a:lnTo>
                  <a:pt x="1475779" y="48991"/>
                </a:lnTo>
                <a:lnTo>
                  <a:pt x="1474254" y="48556"/>
                </a:lnTo>
                <a:cubicBezTo>
                  <a:pt x="1462932" y="52692"/>
                  <a:pt x="1455530" y="55087"/>
                  <a:pt x="1444208" y="58353"/>
                </a:cubicBezTo>
                <a:lnTo>
                  <a:pt x="1444208" y="62054"/>
                </a:lnTo>
                <a:cubicBezTo>
                  <a:pt x="1445732" y="61403"/>
                  <a:pt x="1447693" y="61184"/>
                  <a:pt x="1450088" y="61184"/>
                </a:cubicBezTo>
                <a:cubicBezTo>
                  <a:pt x="1456184" y="61184"/>
                  <a:pt x="1458141" y="64449"/>
                  <a:pt x="1458141" y="75117"/>
                </a:cubicBezTo>
                <a:lnTo>
                  <a:pt x="1458141" y="129115"/>
                </a:lnTo>
                <a:cubicBezTo>
                  <a:pt x="1457925" y="141962"/>
                  <a:pt x="1455530" y="144793"/>
                  <a:pt x="1444643" y="145444"/>
                </a:cubicBezTo>
                <a:lnTo>
                  <a:pt x="1444643" y="148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79CF8-FB75-4473-B976-7915AFE1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917" y="2562624"/>
            <a:ext cx="1798325" cy="599401"/>
          </a:xfrm>
          <a:custGeom xmlns:a="http://schemas.openxmlformats.org/drawingml/2006/main">
            <a:pathLst>
              <a:path w="1798325" h="599401">
                <a:moveTo>
                  <a:pt x="116096" y="599401"/>
                </a:moveTo>
                <a:cubicBezTo>
                  <a:pt x="51977" y="599401"/>
                  <a:pt x="0" y="547465"/>
                  <a:pt x="0" y="483387"/>
                </a:cubicBezTo>
                <a:lnTo>
                  <a:pt x="0" y="116014"/>
                </a:lnTo>
                <a:cubicBezTo>
                  <a:pt x="0" y="51936"/>
                  <a:pt x="51977" y="0"/>
                  <a:pt x="116096" y="0"/>
                </a:cubicBezTo>
                <a:lnTo>
                  <a:pt x="1682229" y="0"/>
                </a:lnTo>
                <a:cubicBezTo>
                  <a:pt x="1746348" y="0"/>
                  <a:pt x="1798325" y="51936"/>
                  <a:pt x="1798325" y="116014"/>
                </a:cubicBezTo>
                <a:lnTo>
                  <a:pt x="1798325" y="483387"/>
                </a:lnTo>
                <a:cubicBezTo>
                  <a:pt x="1798325" y="547465"/>
                  <a:pt x="1746348" y="599401"/>
                  <a:pt x="1682229" y="599401"/>
                </a:cubicBezTo>
                <a:lnTo>
                  <a:pt x="116096" y="59940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AF90C-FCD9-4637-9566-51BF87AE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917" y="2562624"/>
            <a:ext cx="1798325" cy="599401"/>
          </a:xfrm>
          <a:custGeom xmlns:a="http://schemas.openxmlformats.org/drawingml/2006/main">
            <a:pathLst>
              <a:path w="1798325" h="599401" fill="none">
                <a:moveTo>
                  <a:pt x="116096" y="599401"/>
                </a:moveTo>
                <a:lnTo>
                  <a:pt x="1682229" y="599401"/>
                </a:lnTo>
                <a:cubicBezTo>
                  <a:pt x="1746348" y="599401"/>
                  <a:pt x="1798325" y="547465"/>
                  <a:pt x="1798325" y="483387"/>
                </a:cubicBezTo>
                <a:lnTo>
                  <a:pt x="1798325" y="116014"/>
                </a:lnTo>
                <a:cubicBezTo>
                  <a:pt x="1798325" y="51936"/>
                  <a:pt x="1746348" y="0"/>
                  <a:pt x="1682229" y="0"/>
                </a:cubicBezTo>
                <a:lnTo>
                  <a:pt x="116096" y="0"/>
                </a:lnTo>
                <a:cubicBezTo>
                  <a:pt x="51977" y="0"/>
                  <a:pt x="0" y="51936"/>
                  <a:pt x="0" y="116014"/>
                </a:cubicBezTo>
                <a:lnTo>
                  <a:pt x="0" y="483387"/>
                </a:lnTo>
                <a:cubicBezTo>
                  <a:pt x="0" y="547465"/>
                  <a:pt x="51977" y="599401"/>
                  <a:pt x="116096" y="5994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24" name="Text RequestReplay">
            <a:extLst xmlns:a="http://schemas.openxmlformats.org/drawingml/2006/main">
              <a:ext uri="{FF2B5EF4-FFF2-40B4-BE49-F238E27FC236}">
                <a16:creationId xmlns:a16="http://schemas.microsoft.com/office/drawing/2014/main" id="{FD76D918-B077-43AC-9565-B0D470DD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892" y="2780509"/>
            <a:ext cx="1368873" cy="196176"/>
          </a:xfrm>
          <a:custGeom xmlns:a="http://schemas.openxmlformats.org/drawingml/2006/main">
            <a:pathLst>
              <a:path w="1368873" h="196176">
                <a:moveTo>
                  <a:pt x="139783" y="144574"/>
                </a:moveTo>
                <a:cubicBezTo>
                  <a:pt x="131507" y="143922"/>
                  <a:pt x="127155" y="141743"/>
                  <a:pt x="120839" y="134341"/>
                </a:cubicBezTo>
                <a:lnTo>
                  <a:pt x="75988" y="79254"/>
                </a:lnTo>
                <a:cubicBezTo>
                  <a:pt x="103639" y="73812"/>
                  <a:pt x="115397" y="62925"/>
                  <a:pt x="115397" y="42894"/>
                </a:cubicBezTo>
                <a:cubicBezTo>
                  <a:pt x="115397" y="33532"/>
                  <a:pt x="112566" y="25475"/>
                  <a:pt x="106905" y="19163"/>
                </a:cubicBezTo>
                <a:cubicBezTo>
                  <a:pt x="98629" y="10236"/>
                  <a:pt x="80340" y="4575"/>
                  <a:pt x="60094" y="4575"/>
                </a:cubicBezTo>
                <a:lnTo>
                  <a:pt x="0" y="4575"/>
                </a:lnTo>
                <a:lnTo>
                  <a:pt x="0" y="8711"/>
                </a:lnTo>
                <a:cubicBezTo>
                  <a:pt x="16110" y="10452"/>
                  <a:pt x="18289" y="12412"/>
                  <a:pt x="18505" y="28306"/>
                </a:cubicBezTo>
                <a:lnTo>
                  <a:pt x="18505" y="122583"/>
                </a:lnTo>
                <a:cubicBezTo>
                  <a:pt x="18289" y="141092"/>
                  <a:pt x="16329" y="143268"/>
                  <a:pt x="0" y="144574"/>
                </a:cubicBezTo>
                <a:lnTo>
                  <a:pt x="0" y="148710"/>
                </a:lnTo>
                <a:lnTo>
                  <a:pt x="60310" y="148710"/>
                </a:lnTo>
                <a:lnTo>
                  <a:pt x="60310" y="144574"/>
                </a:lnTo>
                <a:cubicBezTo>
                  <a:pt x="43545" y="143487"/>
                  <a:pt x="40931" y="140872"/>
                  <a:pt x="40715" y="124979"/>
                </a:cubicBezTo>
                <a:lnTo>
                  <a:pt x="40715" y="82084"/>
                </a:lnTo>
                <a:lnTo>
                  <a:pt x="52908" y="81649"/>
                </a:lnTo>
                <a:lnTo>
                  <a:pt x="104726" y="148710"/>
                </a:lnTo>
                <a:lnTo>
                  <a:pt x="139783" y="148710"/>
                </a:lnTo>
                <a:lnTo>
                  <a:pt x="139783" y="144574"/>
                </a:lnTo>
                <a:moveTo>
                  <a:pt x="40715" y="20469"/>
                </a:moveTo>
                <a:cubicBezTo>
                  <a:pt x="40715" y="14372"/>
                  <a:pt x="43110" y="12628"/>
                  <a:pt x="51818" y="12628"/>
                </a:cubicBezTo>
                <a:cubicBezTo>
                  <a:pt x="79034" y="12628"/>
                  <a:pt x="91662" y="21990"/>
                  <a:pt x="91662" y="42459"/>
                </a:cubicBezTo>
                <a:cubicBezTo>
                  <a:pt x="91662" y="53346"/>
                  <a:pt x="87091" y="62489"/>
                  <a:pt x="79254" y="66626"/>
                </a:cubicBezTo>
                <a:cubicBezTo>
                  <a:pt x="69237" y="72287"/>
                  <a:pt x="61616" y="73596"/>
                  <a:pt x="40715" y="74031"/>
                </a:cubicBezTo>
                <a:lnTo>
                  <a:pt x="40715" y="20469"/>
                </a:lnTo>
                <a:close/>
                <a:moveTo>
                  <a:pt x="231010" y="113005"/>
                </a:moveTo>
                <a:cubicBezTo>
                  <a:pt x="220562" y="129550"/>
                  <a:pt x="211196" y="135866"/>
                  <a:pt x="197262" y="135866"/>
                </a:cubicBezTo>
                <a:cubicBezTo>
                  <a:pt x="184854" y="135866"/>
                  <a:pt x="175491" y="129550"/>
                  <a:pt x="169176" y="117141"/>
                </a:cubicBezTo>
                <a:cubicBezTo>
                  <a:pt x="165255" y="108865"/>
                  <a:pt x="163734" y="101898"/>
                  <a:pt x="163299" y="88400"/>
                </a:cubicBezTo>
                <a:lnTo>
                  <a:pt x="230359" y="88400"/>
                </a:lnTo>
                <a:cubicBezTo>
                  <a:pt x="228615" y="74247"/>
                  <a:pt x="226439" y="67935"/>
                  <a:pt x="220997" y="60964"/>
                </a:cubicBezTo>
                <a:cubicBezTo>
                  <a:pt x="214462" y="53127"/>
                  <a:pt x="204449" y="48556"/>
                  <a:pt x="193126" y="48556"/>
                </a:cubicBezTo>
                <a:cubicBezTo>
                  <a:pt x="182239" y="48556"/>
                  <a:pt x="172006" y="52476"/>
                  <a:pt x="163734" y="59878"/>
                </a:cubicBezTo>
                <a:cubicBezTo>
                  <a:pt x="153498" y="68805"/>
                  <a:pt x="147621" y="84264"/>
                  <a:pt x="147621" y="102118"/>
                </a:cubicBezTo>
                <a:cubicBezTo>
                  <a:pt x="147621" y="132165"/>
                  <a:pt x="163299" y="150889"/>
                  <a:pt x="188335" y="150889"/>
                </a:cubicBezTo>
                <a:cubicBezTo>
                  <a:pt x="209020" y="150889"/>
                  <a:pt x="225349" y="138042"/>
                  <a:pt x="234496" y="114527"/>
                </a:cubicBezTo>
                <a:lnTo>
                  <a:pt x="231010" y="113005"/>
                </a:lnTo>
                <a:moveTo>
                  <a:pt x="163734" y="81433"/>
                </a:moveTo>
                <a:cubicBezTo>
                  <a:pt x="166126" y="64449"/>
                  <a:pt x="173531" y="56393"/>
                  <a:pt x="186810" y="56393"/>
                </a:cubicBezTo>
                <a:cubicBezTo>
                  <a:pt x="200093" y="56393"/>
                  <a:pt x="205319" y="62489"/>
                  <a:pt x="208150" y="81433"/>
                </a:cubicBezTo>
                <a:lnTo>
                  <a:pt x="163734" y="81433"/>
                </a:lnTo>
                <a:close/>
                <a:moveTo>
                  <a:pt x="317234" y="56177"/>
                </a:moveTo>
                <a:cubicBezTo>
                  <a:pt x="307433" y="50516"/>
                  <a:pt x="300902" y="48556"/>
                  <a:pt x="292194" y="48556"/>
                </a:cubicBezTo>
                <a:cubicBezTo>
                  <a:pt x="264758" y="48556"/>
                  <a:pt x="244074" y="72722"/>
                  <a:pt x="244074" y="104294"/>
                </a:cubicBezTo>
                <a:cubicBezTo>
                  <a:pt x="244074" y="131510"/>
                  <a:pt x="258446" y="150889"/>
                  <a:pt x="278911" y="150889"/>
                </a:cubicBezTo>
                <a:cubicBezTo>
                  <a:pt x="291539" y="150889"/>
                  <a:pt x="303516" y="145228"/>
                  <a:pt x="313095" y="134776"/>
                </a:cubicBezTo>
                <a:lnTo>
                  <a:pt x="313095" y="175710"/>
                </a:lnTo>
                <a:cubicBezTo>
                  <a:pt x="312879" y="187903"/>
                  <a:pt x="308958" y="191388"/>
                  <a:pt x="293719" y="192259"/>
                </a:cubicBezTo>
                <a:lnTo>
                  <a:pt x="293719" y="195960"/>
                </a:lnTo>
                <a:lnTo>
                  <a:pt x="345102" y="195960"/>
                </a:lnTo>
                <a:lnTo>
                  <a:pt x="345102" y="192910"/>
                </a:lnTo>
                <a:cubicBezTo>
                  <a:pt x="333344" y="190298"/>
                  <a:pt x="331819" y="188774"/>
                  <a:pt x="331384" y="179411"/>
                </a:cubicBezTo>
                <a:lnTo>
                  <a:pt x="331384" y="49426"/>
                </a:lnTo>
                <a:lnTo>
                  <a:pt x="328988" y="49207"/>
                </a:lnTo>
                <a:lnTo>
                  <a:pt x="317234" y="56177"/>
                </a:lnTo>
                <a:moveTo>
                  <a:pt x="313095" y="121058"/>
                </a:moveTo>
                <a:cubicBezTo>
                  <a:pt x="313095" y="126284"/>
                  <a:pt x="312224" y="129115"/>
                  <a:pt x="310048" y="131075"/>
                </a:cubicBezTo>
                <a:cubicBezTo>
                  <a:pt x="305257" y="134995"/>
                  <a:pt x="298071" y="137607"/>
                  <a:pt x="291324" y="137607"/>
                </a:cubicBezTo>
                <a:cubicBezTo>
                  <a:pt x="284573" y="137607"/>
                  <a:pt x="278695" y="135431"/>
                  <a:pt x="274340" y="131294"/>
                </a:cubicBezTo>
                <a:cubicBezTo>
                  <a:pt x="267373" y="124763"/>
                  <a:pt x="262798" y="110826"/>
                  <a:pt x="262798" y="96237"/>
                </a:cubicBezTo>
                <a:cubicBezTo>
                  <a:pt x="262798" y="70546"/>
                  <a:pt x="274340" y="54652"/>
                  <a:pt x="292845" y="54652"/>
                </a:cubicBezTo>
                <a:cubicBezTo>
                  <a:pt x="306347" y="54652"/>
                  <a:pt x="313095" y="61838"/>
                  <a:pt x="313095" y="76207"/>
                </a:cubicBezTo>
                <a:lnTo>
                  <a:pt x="313095" y="121058"/>
                </a:lnTo>
                <a:close/>
                <a:moveTo>
                  <a:pt x="453096" y="137826"/>
                </a:moveTo>
                <a:lnTo>
                  <a:pt x="452009" y="137826"/>
                </a:lnTo>
                <a:cubicBezTo>
                  <a:pt x="441338" y="137391"/>
                  <a:pt x="439817" y="135646"/>
                  <a:pt x="439597" y="125414"/>
                </a:cubicBezTo>
                <a:lnTo>
                  <a:pt x="439597" y="50732"/>
                </a:lnTo>
                <a:lnTo>
                  <a:pt x="405195" y="50732"/>
                </a:lnTo>
                <a:lnTo>
                  <a:pt x="405195" y="54433"/>
                </a:lnTo>
                <a:cubicBezTo>
                  <a:pt x="418697" y="55087"/>
                  <a:pt x="421308" y="57263"/>
                  <a:pt x="421308" y="68150"/>
                </a:cubicBezTo>
                <a:lnTo>
                  <a:pt x="421308" y="119317"/>
                </a:lnTo>
                <a:cubicBezTo>
                  <a:pt x="421308" y="125414"/>
                  <a:pt x="420218" y="128464"/>
                  <a:pt x="417172" y="130859"/>
                </a:cubicBezTo>
                <a:cubicBezTo>
                  <a:pt x="411291" y="135646"/>
                  <a:pt x="404544" y="138261"/>
                  <a:pt x="398012" y="138261"/>
                </a:cubicBezTo>
                <a:cubicBezTo>
                  <a:pt x="389520" y="138261"/>
                  <a:pt x="382553" y="130859"/>
                  <a:pt x="382553" y="121713"/>
                </a:cubicBezTo>
                <a:lnTo>
                  <a:pt x="382553" y="50732"/>
                </a:lnTo>
                <a:lnTo>
                  <a:pt x="350762" y="50732"/>
                </a:lnTo>
                <a:lnTo>
                  <a:pt x="350762" y="53782"/>
                </a:lnTo>
                <a:cubicBezTo>
                  <a:pt x="360998" y="54217"/>
                  <a:pt x="364045" y="57263"/>
                  <a:pt x="364264" y="67715"/>
                </a:cubicBezTo>
                <a:lnTo>
                  <a:pt x="364264" y="122583"/>
                </a:lnTo>
                <a:cubicBezTo>
                  <a:pt x="364264" y="139786"/>
                  <a:pt x="374713" y="150889"/>
                  <a:pt x="390607" y="150889"/>
                </a:cubicBezTo>
                <a:cubicBezTo>
                  <a:pt x="398663" y="150889"/>
                  <a:pt x="407155" y="147404"/>
                  <a:pt x="413035" y="141527"/>
                </a:cubicBezTo>
                <a:lnTo>
                  <a:pt x="422398" y="132165"/>
                </a:lnTo>
                <a:lnTo>
                  <a:pt x="422398" y="150235"/>
                </a:lnTo>
                <a:lnTo>
                  <a:pt x="423268" y="150670"/>
                </a:lnTo>
                <a:cubicBezTo>
                  <a:pt x="434155" y="146318"/>
                  <a:pt x="441993" y="143922"/>
                  <a:pt x="453096" y="140872"/>
                </a:cubicBezTo>
                <a:lnTo>
                  <a:pt x="453096" y="137826"/>
                </a:lnTo>
                <a:close/>
                <a:moveTo>
                  <a:pt x="546502" y="113005"/>
                </a:moveTo>
                <a:cubicBezTo>
                  <a:pt x="536054" y="129550"/>
                  <a:pt x="526688" y="135866"/>
                  <a:pt x="512754" y="135866"/>
                </a:cubicBezTo>
                <a:cubicBezTo>
                  <a:pt x="500346" y="135866"/>
                  <a:pt x="490983" y="129550"/>
                  <a:pt x="484668" y="117141"/>
                </a:cubicBezTo>
                <a:cubicBezTo>
                  <a:pt x="480747" y="108865"/>
                  <a:pt x="479226" y="101898"/>
                  <a:pt x="478791" y="88400"/>
                </a:cubicBezTo>
                <a:lnTo>
                  <a:pt x="545851" y="88400"/>
                </a:lnTo>
                <a:cubicBezTo>
                  <a:pt x="544107" y="74247"/>
                  <a:pt x="541931" y="67935"/>
                  <a:pt x="536489" y="60964"/>
                </a:cubicBezTo>
                <a:cubicBezTo>
                  <a:pt x="529954" y="53127"/>
                  <a:pt x="519941" y="48556"/>
                  <a:pt x="508618" y="48556"/>
                </a:cubicBezTo>
                <a:cubicBezTo>
                  <a:pt x="497731" y="48556"/>
                  <a:pt x="487498" y="52476"/>
                  <a:pt x="479226" y="59878"/>
                </a:cubicBezTo>
                <a:cubicBezTo>
                  <a:pt x="468990" y="68805"/>
                  <a:pt x="463113" y="84264"/>
                  <a:pt x="463113" y="102118"/>
                </a:cubicBezTo>
                <a:cubicBezTo>
                  <a:pt x="463113" y="132165"/>
                  <a:pt x="478791" y="150889"/>
                  <a:pt x="503827" y="150889"/>
                </a:cubicBezTo>
                <a:cubicBezTo>
                  <a:pt x="524512" y="150889"/>
                  <a:pt x="540841" y="138042"/>
                  <a:pt x="549988" y="114527"/>
                </a:cubicBezTo>
                <a:lnTo>
                  <a:pt x="546502" y="113005"/>
                </a:lnTo>
                <a:moveTo>
                  <a:pt x="479226" y="81433"/>
                </a:moveTo>
                <a:cubicBezTo>
                  <a:pt x="481618" y="64449"/>
                  <a:pt x="489023" y="56393"/>
                  <a:pt x="502302" y="56393"/>
                </a:cubicBezTo>
                <a:cubicBezTo>
                  <a:pt x="515585" y="56393"/>
                  <a:pt x="520811" y="62489"/>
                  <a:pt x="523642" y="81433"/>
                </a:cubicBezTo>
                <a:lnTo>
                  <a:pt x="479226" y="81433"/>
                </a:lnTo>
                <a:close/>
                <a:moveTo>
                  <a:pt x="624014" y="80343"/>
                </a:moveTo>
                <a:lnTo>
                  <a:pt x="623144" y="50516"/>
                </a:lnTo>
                <a:lnTo>
                  <a:pt x="620749" y="50516"/>
                </a:lnTo>
                <a:cubicBezTo>
                  <a:pt x="619662" y="52257"/>
                  <a:pt x="618572" y="52911"/>
                  <a:pt x="617267" y="52911"/>
                </a:cubicBezTo>
                <a:cubicBezTo>
                  <a:pt x="615961" y="52911"/>
                  <a:pt x="613782" y="52476"/>
                  <a:pt x="611386" y="51386"/>
                </a:cubicBezTo>
                <a:cubicBezTo>
                  <a:pt x="606380" y="49645"/>
                  <a:pt x="601373" y="48556"/>
                  <a:pt x="596147" y="48556"/>
                </a:cubicBezTo>
                <a:cubicBezTo>
                  <a:pt x="578944" y="48556"/>
                  <a:pt x="566535" y="59878"/>
                  <a:pt x="566535" y="75553"/>
                </a:cubicBezTo>
                <a:cubicBezTo>
                  <a:pt x="566535" y="87745"/>
                  <a:pt x="573502" y="96457"/>
                  <a:pt x="592011" y="106909"/>
                </a:cubicBezTo>
                <a:lnTo>
                  <a:pt x="604639" y="114091"/>
                </a:lnTo>
                <a:cubicBezTo>
                  <a:pt x="612257" y="118447"/>
                  <a:pt x="615961" y="123673"/>
                  <a:pt x="615961" y="130420"/>
                </a:cubicBezTo>
                <a:cubicBezTo>
                  <a:pt x="615961" y="140002"/>
                  <a:pt x="608991" y="146098"/>
                  <a:pt x="597888" y="146098"/>
                </a:cubicBezTo>
                <a:cubicBezTo>
                  <a:pt x="582864" y="146098"/>
                  <a:pt x="575243" y="137826"/>
                  <a:pt x="570236" y="115616"/>
                </a:cubicBezTo>
                <a:lnTo>
                  <a:pt x="566751" y="115616"/>
                </a:lnTo>
                <a:lnTo>
                  <a:pt x="566751" y="149584"/>
                </a:lnTo>
                <a:lnTo>
                  <a:pt x="569582" y="149584"/>
                </a:lnTo>
                <a:cubicBezTo>
                  <a:pt x="571107" y="147404"/>
                  <a:pt x="571977" y="146969"/>
                  <a:pt x="574592" y="146969"/>
                </a:cubicBezTo>
                <a:cubicBezTo>
                  <a:pt x="576987" y="146969"/>
                  <a:pt x="579598" y="147404"/>
                  <a:pt x="584605" y="148710"/>
                </a:cubicBezTo>
                <a:cubicBezTo>
                  <a:pt x="590486" y="150019"/>
                  <a:pt x="596147" y="150889"/>
                  <a:pt x="600499" y="150889"/>
                </a:cubicBezTo>
                <a:cubicBezTo>
                  <a:pt x="617483" y="150889"/>
                  <a:pt x="631201" y="138261"/>
                  <a:pt x="631201" y="123018"/>
                </a:cubicBezTo>
                <a:cubicBezTo>
                  <a:pt x="631201" y="112131"/>
                  <a:pt x="625975" y="104948"/>
                  <a:pt x="612911" y="97108"/>
                </a:cubicBezTo>
                <a:lnTo>
                  <a:pt x="589396" y="83174"/>
                </a:lnTo>
                <a:cubicBezTo>
                  <a:pt x="583299" y="79473"/>
                  <a:pt x="580034" y="74247"/>
                  <a:pt x="580034" y="68370"/>
                </a:cubicBezTo>
                <a:cubicBezTo>
                  <a:pt x="580034" y="59443"/>
                  <a:pt x="586785" y="53562"/>
                  <a:pt x="596798" y="53562"/>
                </a:cubicBezTo>
                <a:cubicBezTo>
                  <a:pt x="609210" y="53562"/>
                  <a:pt x="615742" y="60748"/>
                  <a:pt x="620749" y="80343"/>
                </a:cubicBezTo>
                <a:lnTo>
                  <a:pt x="624014" y="80343"/>
                </a:lnTo>
                <a:close/>
                <a:moveTo>
                  <a:pt x="696084" y="50732"/>
                </a:moveTo>
                <a:lnTo>
                  <a:pt x="674093" y="50732"/>
                </a:lnTo>
                <a:lnTo>
                  <a:pt x="674093" y="25475"/>
                </a:lnTo>
                <a:cubicBezTo>
                  <a:pt x="674093" y="23299"/>
                  <a:pt x="673658" y="22645"/>
                  <a:pt x="672568" y="22645"/>
                </a:cubicBezTo>
                <a:cubicBezTo>
                  <a:pt x="659940" y="40934"/>
                  <a:pt x="653409" y="48336"/>
                  <a:pt x="647096" y="52037"/>
                </a:cubicBezTo>
                <a:cubicBezTo>
                  <a:pt x="644701" y="53562"/>
                  <a:pt x="643392" y="54868"/>
                  <a:pt x="643392" y="56177"/>
                </a:cubicBezTo>
                <a:cubicBezTo>
                  <a:pt x="643392" y="56828"/>
                  <a:pt x="643611" y="57263"/>
                  <a:pt x="644266" y="57699"/>
                </a:cubicBezTo>
                <a:lnTo>
                  <a:pt x="655804" y="57699"/>
                </a:lnTo>
                <a:lnTo>
                  <a:pt x="655804" y="123238"/>
                </a:lnTo>
                <a:cubicBezTo>
                  <a:pt x="655804" y="141527"/>
                  <a:pt x="662336" y="150889"/>
                  <a:pt x="675183" y="150889"/>
                </a:cubicBezTo>
                <a:cubicBezTo>
                  <a:pt x="685851" y="150889"/>
                  <a:pt x="694124" y="145663"/>
                  <a:pt x="701310" y="134341"/>
                </a:cubicBezTo>
                <a:lnTo>
                  <a:pt x="698479" y="131945"/>
                </a:lnTo>
                <a:cubicBezTo>
                  <a:pt x="693688" y="137607"/>
                  <a:pt x="690207" y="139567"/>
                  <a:pt x="685416" y="139567"/>
                </a:cubicBezTo>
                <a:cubicBezTo>
                  <a:pt x="677359" y="139567"/>
                  <a:pt x="674093" y="133690"/>
                  <a:pt x="674093" y="119972"/>
                </a:cubicBezTo>
                <a:lnTo>
                  <a:pt x="674093" y="57699"/>
                </a:lnTo>
                <a:lnTo>
                  <a:pt x="696084" y="57699"/>
                </a:lnTo>
                <a:lnTo>
                  <a:pt x="696084" y="50732"/>
                </a:lnTo>
                <a:close/>
                <a:moveTo>
                  <a:pt x="899010" y="144574"/>
                </a:moveTo>
                <a:cubicBezTo>
                  <a:pt x="890734" y="143922"/>
                  <a:pt x="886382" y="141743"/>
                  <a:pt x="880066" y="134341"/>
                </a:cubicBezTo>
                <a:lnTo>
                  <a:pt x="835215" y="79254"/>
                </a:lnTo>
                <a:cubicBezTo>
                  <a:pt x="862867" y="73812"/>
                  <a:pt x="874624" y="62925"/>
                  <a:pt x="874624" y="42894"/>
                </a:cubicBezTo>
                <a:cubicBezTo>
                  <a:pt x="874624" y="33532"/>
                  <a:pt x="871794" y="25475"/>
                  <a:pt x="866133" y="19163"/>
                </a:cubicBezTo>
                <a:cubicBezTo>
                  <a:pt x="857857" y="10236"/>
                  <a:pt x="839567" y="4575"/>
                  <a:pt x="819321" y="4575"/>
                </a:cubicBezTo>
                <a:lnTo>
                  <a:pt x="759227" y="4575"/>
                </a:lnTo>
                <a:lnTo>
                  <a:pt x="759227" y="8711"/>
                </a:lnTo>
                <a:cubicBezTo>
                  <a:pt x="775337" y="10452"/>
                  <a:pt x="777517" y="12412"/>
                  <a:pt x="777733" y="28306"/>
                </a:cubicBezTo>
                <a:lnTo>
                  <a:pt x="777733" y="122583"/>
                </a:lnTo>
                <a:cubicBezTo>
                  <a:pt x="777517" y="141092"/>
                  <a:pt x="775557" y="143268"/>
                  <a:pt x="759227" y="144574"/>
                </a:cubicBezTo>
                <a:lnTo>
                  <a:pt x="759227" y="148710"/>
                </a:lnTo>
                <a:lnTo>
                  <a:pt x="819537" y="148710"/>
                </a:lnTo>
                <a:lnTo>
                  <a:pt x="819537" y="144574"/>
                </a:lnTo>
                <a:cubicBezTo>
                  <a:pt x="802773" y="143487"/>
                  <a:pt x="800158" y="140872"/>
                  <a:pt x="799942" y="124979"/>
                </a:cubicBezTo>
                <a:lnTo>
                  <a:pt x="799942" y="82084"/>
                </a:lnTo>
                <a:lnTo>
                  <a:pt x="812135" y="81649"/>
                </a:lnTo>
                <a:lnTo>
                  <a:pt x="863953" y="148710"/>
                </a:lnTo>
                <a:lnTo>
                  <a:pt x="899010" y="148710"/>
                </a:lnTo>
                <a:lnTo>
                  <a:pt x="899010" y="144574"/>
                </a:lnTo>
                <a:moveTo>
                  <a:pt x="799942" y="20469"/>
                </a:moveTo>
                <a:cubicBezTo>
                  <a:pt x="799942" y="14372"/>
                  <a:pt x="802338" y="12628"/>
                  <a:pt x="811045" y="12628"/>
                </a:cubicBezTo>
                <a:cubicBezTo>
                  <a:pt x="838262" y="12628"/>
                  <a:pt x="850890" y="21990"/>
                  <a:pt x="850890" y="42459"/>
                </a:cubicBezTo>
                <a:cubicBezTo>
                  <a:pt x="850890" y="53346"/>
                  <a:pt x="846318" y="62489"/>
                  <a:pt x="838481" y="66626"/>
                </a:cubicBezTo>
                <a:cubicBezTo>
                  <a:pt x="828464" y="72287"/>
                  <a:pt x="820843" y="73596"/>
                  <a:pt x="799942" y="74031"/>
                </a:cubicBezTo>
                <a:lnTo>
                  <a:pt x="799942" y="20469"/>
                </a:lnTo>
                <a:close/>
                <a:moveTo>
                  <a:pt x="990456" y="113005"/>
                </a:moveTo>
                <a:cubicBezTo>
                  <a:pt x="980007" y="129550"/>
                  <a:pt x="970642" y="135866"/>
                  <a:pt x="956708" y="135866"/>
                </a:cubicBezTo>
                <a:cubicBezTo>
                  <a:pt x="944299" y="135866"/>
                  <a:pt x="934937" y="129550"/>
                  <a:pt x="928621" y="117141"/>
                </a:cubicBezTo>
                <a:cubicBezTo>
                  <a:pt x="924701" y="108865"/>
                  <a:pt x="923179" y="101898"/>
                  <a:pt x="922744" y="88400"/>
                </a:cubicBezTo>
                <a:lnTo>
                  <a:pt x="989805" y="88400"/>
                </a:lnTo>
                <a:cubicBezTo>
                  <a:pt x="988061" y="74247"/>
                  <a:pt x="985884" y="67935"/>
                  <a:pt x="980443" y="60964"/>
                </a:cubicBezTo>
                <a:cubicBezTo>
                  <a:pt x="973908" y="53127"/>
                  <a:pt x="963894" y="48556"/>
                  <a:pt x="952572" y="48556"/>
                </a:cubicBezTo>
                <a:cubicBezTo>
                  <a:pt x="941684" y="48556"/>
                  <a:pt x="931452" y="52476"/>
                  <a:pt x="923179" y="59878"/>
                </a:cubicBezTo>
                <a:cubicBezTo>
                  <a:pt x="912943" y="68805"/>
                  <a:pt x="907066" y="84264"/>
                  <a:pt x="907066" y="102118"/>
                </a:cubicBezTo>
                <a:cubicBezTo>
                  <a:pt x="907066" y="132165"/>
                  <a:pt x="922744" y="150889"/>
                  <a:pt x="947781" y="150889"/>
                </a:cubicBezTo>
                <a:cubicBezTo>
                  <a:pt x="968466" y="150889"/>
                  <a:pt x="984795" y="138042"/>
                  <a:pt x="993941" y="114527"/>
                </a:cubicBezTo>
                <a:lnTo>
                  <a:pt x="990456" y="113005"/>
                </a:lnTo>
                <a:moveTo>
                  <a:pt x="923179" y="81433"/>
                </a:moveTo>
                <a:cubicBezTo>
                  <a:pt x="925571" y="64449"/>
                  <a:pt x="932977" y="56393"/>
                  <a:pt x="946256" y="56393"/>
                </a:cubicBezTo>
                <a:cubicBezTo>
                  <a:pt x="959539" y="56393"/>
                  <a:pt x="964765" y="62489"/>
                  <a:pt x="967595" y="81433"/>
                </a:cubicBezTo>
                <a:lnTo>
                  <a:pt x="923179" y="81433"/>
                </a:lnTo>
                <a:close/>
                <a:moveTo>
                  <a:pt x="999383" y="195960"/>
                </a:moveTo>
                <a:lnTo>
                  <a:pt x="1052075" y="195960"/>
                </a:lnTo>
                <a:lnTo>
                  <a:pt x="1052075" y="192039"/>
                </a:lnTo>
                <a:cubicBezTo>
                  <a:pt x="1035746" y="191823"/>
                  <a:pt x="1033131" y="189644"/>
                  <a:pt x="1032915" y="175710"/>
                </a:cubicBezTo>
                <a:lnTo>
                  <a:pt x="1032915" y="141527"/>
                </a:lnTo>
                <a:cubicBezTo>
                  <a:pt x="1040752" y="148710"/>
                  <a:pt x="1045759" y="150889"/>
                  <a:pt x="1054905" y="150889"/>
                </a:cubicBezTo>
                <a:cubicBezTo>
                  <a:pt x="1080816" y="150889"/>
                  <a:pt x="1100627" y="126503"/>
                  <a:pt x="1100627" y="94932"/>
                </a:cubicBezTo>
                <a:cubicBezTo>
                  <a:pt x="1100627" y="67935"/>
                  <a:pt x="1085387" y="48556"/>
                  <a:pt x="1064268" y="48556"/>
                </a:cubicBezTo>
                <a:cubicBezTo>
                  <a:pt x="1052075" y="48556"/>
                  <a:pt x="1042493" y="53782"/>
                  <a:pt x="1032915" y="65755"/>
                </a:cubicBezTo>
                <a:lnTo>
                  <a:pt x="1032915" y="48991"/>
                </a:lnTo>
                <a:lnTo>
                  <a:pt x="1031609" y="48556"/>
                </a:lnTo>
                <a:cubicBezTo>
                  <a:pt x="1019852" y="53127"/>
                  <a:pt x="1012230" y="55958"/>
                  <a:pt x="1000253" y="59659"/>
                </a:cubicBezTo>
                <a:lnTo>
                  <a:pt x="1000253" y="63144"/>
                </a:lnTo>
                <a:cubicBezTo>
                  <a:pt x="1002213" y="62925"/>
                  <a:pt x="1003519" y="62925"/>
                  <a:pt x="1005699" y="62925"/>
                </a:cubicBezTo>
                <a:cubicBezTo>
                  <a:pt x="1013101" y="62925"/>
                  <a:pt x="1014626" y="65104"/>
                  <a:pt x="1014626" y="75337"/>
                </a:cubicBezTo>
                <a:lnTo>
                  <a:pt x="1014626" y="177235"/>
                </a:lnTo>
                <a:cubicBezTo>
                  <a:pt x="1014626" y="188774"/>
                  <a:pt x="1012230" y="190953"/>
                  <a:pt x="999383" y="192259"/>
                </a:cubicBezTo>
                <a:lnTo>
                  <a:pt x="999383" y="195960"/>
                </a:lnTo>
                <a:moveTo>
                  <a:pt x="1032915" y="75988"/>
                </a:moveTo>
                <a:cubicBezTo>
                  <a:pt x="1032915" y="69456"/>
                  <a:pt x="1045108" y="61619"/>
                  <a:pt x="1055121" y="61619"/>
                </a:cubicBezTo>
                <a:cubicBezTo>
                  <a:pt x="1071234" y="61619"/>
                  <a:pt x="1081902" y="78167"/>
                  <a:pt x="1081902" y="103643"/>
                </a:cubicBezTo>
                <a:cubicBezTo>
                  <a:pt x="1081902" y="127590"/>
                  <a:pt x="1071234" y="143922"/>
                  <a:pt x="1055560" y="143922"/>
                </a:cubicBezTo>
                <a:cubicBezTo>
                  <a:pt x="1045324" y="143922"/>
                  <a:pt x="1032915" y="136082"/>
                  <a:pt x="1032915" y="129550"/>
                </a:cubicBezTo>
                <a:lnTo>
                  <a:pt x="1032915" y="75988"/>
                </a:lnTo>
                <a:close/>
                <a:moveTo>
                  <a:pt x="1112822" y="148710"/>
                </a:moveTo>
                <a:lnTo>
                  <a:pt x="1164205" y="148710"/>
                </a:lnTo>
                <a:lnTo>
                  <a:pt x="1164205" y="145444"/>
                </a:lnTo>
                <a:cubicBezTo>
                  <a:pt x="1150491" y="144793"/>
                  <a:pt x="1148095" y="142613"/>
                  <a:pt x="1147876" y="130420"/>
                </a:cubicBezTo>
                <a:lnTo>
                  <a:pt x="1147876" y="435"/>
                </a:lnTo>
                <a:lnTo>
                  <a:pt x="1147005" y="0"/>
                </a:lnTo>
                <a:cubicBezTo>
                  <a:pt x="1135902" y="3485"/>
                  <a:pt x="1127846" y="5880"/>
                  <a:pt x="1112387" y="9582"/>
                </a:cubicBezTo>
                <a:lnTo>
                  <a:pt x="1112387" y="13063"/>
                </a:lnTo>
                <a:lnTo>
                  <a:pt x="1113693" y="13063"/>
                </a:lnTo>
                <a:cubicBezTo>
                  <a:pt x="1116088" y="12847"/>
                  <a:pt x="1118699" y="12628"/>
                  <a:pt x="1120444" y="12628"/>
                </a:cubicBezTo>
                <a:cubicBezTo>
                  <a:pt x="1127411" y="12628"/>
                  <a:pt x="1129587" y="15678"/>
                  <a:pt x="1129587" y="25911"/>
                </a:cubicBezTo>
                <a:lnTo>
                  <a:pt x="1129587" y="129769"/>
                </a:lnTo>
                <a:cubicBezTo>
                  <a:pt x="1129371" y="141527"/>
                  <a:pt x="1126321" y="144574"/>
                  <a:pt x="1112822" y="145444"/>
                </a:cubicBezTo>
                <a:lnTo>
                  <a:pt x="1112822" y="148710"/>
                </a:lnTo>
                <a:close/>
                <a:moveTo>
                  <a:pt x="1265014" y="134341"/>
                </a:moveTo>
                <a:cubicBezTo>
                  <a:pt x="1261313" y="137391"/>
                  <a:pt x="1258702" y="138477"/>
                  <a:pt x="1255436" y="138477"/>
                </a:cubicBezTo>
                <a:cubicBezTo>
                  <a:pt x="1250429" y="138477"/>
                  <a:pt x="1248904" y="135431"/>
                  <a:pt x="1248904" y="125849"/>
                </a:cubicBezTo>
                <a:lnTo>
                  <a:pt x="1248904" y="83393"/>
                </a:lnTo>
                <a:cubicBezTo>
                  <a:pt x="1248904" y="72071"/>
                  <a:pt x="1247814" y="65755"/>
                  <a:pt x="1244549" y="60529"/>
                </a:cubicBezTo>
                <a:cubicBezTo>
                  <a:pt x="1239758" y="52692"/>
                  <a:pt x="1230396" y="48556"/>
                  <a:pt x="1217552" y="48556"/>
                </a:cubicBezTo>
                <a:cubicBezTo>
                  <a:pt x="1197083" y="48556"/>
                  <a:pt x="1180973" y="59223"/>
                  <a:pt x="1180973" y="72941"/>
                </a:cubicBezTo>
                <a:cubicBezTo>
                  <a:pt x="1180973" y="77948"/>
                  <a:pt x="1185109" y="82304"/>
                  <a:pt x="1190335" y="82304"/>
                </a:cubicBezTo>
                <a:cubicBezTo>
                  <a:pt x="1195558" y="82304"/>
                  <a:pt x="1200133" y="77948"/>
                  <a:pt x="1200133" y="73157"/>
                </a:cubicBezTo>
                <a:cubicBezTo>
                  <a:pt x="1200133" y="72287"/>
                  <a:pt x="1199913" y="71200"/>
                  <a:pt x="1199697" y="69675"/>
                </a:cubicBezTo>
                <a:cubicBezTo>
                  <a:pt x="1199262" y="67715"/>
                  <a:pt x="1199043" y="65974"/>
                  <a:pt x="1199043" y="64449"/>
                </a:cubicBezTo>
                <a:cubicBezTo>
                  <a:pt x="1199043" y="58572"/>
                  <a:pt x="1206010" y="53782"/>
                  <a:pt x="1214721" y="53782"/>
                </a:cubicBezTo>
                <a:cubicBezTo>
                  <a:pt x="1225389" y="53782"/>
                  <a:pt x="1231266" y="60094"/>
                  <a:pt x="1231266" y="71852"/>
                </a:cubicBezTo>
                <a:lnTo>
                  <a:pt x="1231266" y="85134"/>
                </a:lnTo>
                <a:cubicBezTo>
                  <a:pt x="1197953" y="98417"/>
                  <a:pt x="1194036" y="100374"/>
                  <a:pt x="1184674" y="108649"/>
                </a:cubicBezTo>
                <a:cubicBezTo>
                  <a:pt x="1179883" y="113005"/>
                  <a:pt x="1176833" y="120407"/>
                  <a:pt x="1176833" y="127590"/>
                </a:cubicBezTo>
                <a:cubicBezTo>
                  <a:pt x="1176833" y="141308"/>
                  <a:pt x="1186415" y="150889"/>
                  <a:pt x="1199697" y="150889"/>
                </a:cubicBezTo>
                <a:cubicBezTo>
                  <a:pt x="1209276" y="150889"/>
                  <a:pt x="1218203" y="146318"/>
                  <a:pt x="1231485" y="134995"/>
                </a:cubicBezTo>
                <a:cubicBezTo>
                  <a:pt x="1232575" y="146534"/>
                  <a:pt x="1236492" y="150889"/>
                  <a:pt x="1245419" y="150889"/>
                </a:cubicBezTo>
                <a:cubicBezTo>
                  <a:pt x="1252821" y="150889"/>
                  <a:pt x="1257396" y="148275"/>
                  <a:pt x="1265014" y="140002"/>
                </a:cubicBezTo>
                <a:lnTo>
                  <a:pt x="1265014" y="134341"/>
                </a:lnTo>
                <a:moveTo>
                  <a:pt x="1231266" y="121932"/>
                </a:moveTo>
                <a:cubicBezTo>
                  <a:pt x="1231266" y="128464"/>
                  <a:pt x="1230180" y="130859"/>
                  <a:pt x="1225605" y="133470"/>
                </a:cubicBezTo>
                <a:cubicBezTo>
                  <a:pt x="1220163" y="136517"/>
                  <a:pt x="1214286" y="138261"/>
                  <a:pt x="1209711" y="138261"/>
                </a:cubicBezTo>
                <a:cubicBezTo>
                  <a:pt x="1202093" y="138261"/>
                  <a:pt x="1195996" y="130859"/>
                  <a:pt x="1195996" y="121493"/>
                </a:cubicBezTo>
                <a:lnTo>
                  <a:pt x="1195996" y="120623"/>
                </a:lnTo>
                <a:cubicBezTo>
                  <a:pt x="1196212" y="107560"/>
                  <a:pt x="1205794" y="99287"/>
                  <a:pt x="1231266" y="90360"/>
                </a:cubicBezTo>
                <a:lnTo>
                  <a:pt x="1231266" y="121932"/>
                </a:lnTo>
                <a:close/>
                <a:moveTo>
                  <a:pt x="1368873" y="50732"/>
                </a:moveTo>
                <a:lnTo>
                  <a:pt x="1339480" y="50732"/>
                </a:lnTo>
                <a:lnTo>
                  <a:pt x="1339480" y="53997"/>
                </a:lnTo>
                <a:cubicBezTo>
                  <a:pt x="1346447" y="53997"/>
                  <a:pt x="1349932" y="55958"/>
                  <a:pt x="1349932" y="59443"/>
                </a:cubicBezTo>
                <a:cubicBezTo>
                  <a:pt x="1349932" y="60313"/>
                  <a:pt x="1349713" y="61619"/>
                  <a:pt x="1349058" y="63144"/>
                </a:cubicBezTo>
                <a:lnTo>
                  <a:pt x="1327938" y="123238"/>
                </a:lnTo>
                <a:lnTo>
                  <a:pt x="1302901" y="68150"/>
                </a:lnTo>
                <a:cubicBezTo>
                  <a:pt x="1301592" y="65104"/>
                  <a:pt x="1300722" y="62054"/>
                  <a:pt x="1300722" y="59878"/>
                </a:cubicBezTo>
                <a:cubicBezTo>
                  <a:pt x="1300722" y="55958"/>
                  <a:pt x="1303988" y="54433"/>
                  <a:pt x="1313350" y="53997"/>
                </a:cubicBezTo>
                <a:lnTo>
                  <a:pt x="1313350" y="50732"/>
                </a:lnTo>
                <a:lnTo>
                  <a:pt x="1268499" y="50732"/>
                </a:lnTo>
                <a:lnTo>
                  <a:pt x="1268499" y="53782"/>
                </a:lnTo>
                <a:cubicBezTo>
                  <a:pt x="1274160" y="54652"/>
                  <a:pt x="1277861" y="57047"/>
                  <a:pt x="1279602" y="60748"/>
                </a:cubicBezTo>
                <a:lnTo>
                  <a:pt x="1304423" y="114311"/>
                </a:lnTo>
                <a:cubicBezTo>
                  <a:pt x="1307038" y="120188"/>
                  <a:pt x="1307254" y="120407"/>
                  <a:pt x="1308343" y="122583"/>
                </a:cubicBezTo>
                <a:cubicBezTo>
                  <a:pt x="1314440" y="133470"/>
                  <a:pt x="1317925" y="141527"/>
                  <a:pt x="1317925" y="144793"/>
                </a:cubicBezTo>
                <a:cubicBezTo>
                  <a:pt x="1317925" y="148275"/>
                  <a:pt x="1312915" y="161557"/>
                  <a:pt x="1309214" y="168308"/>
                </a:cubicBezTo>
                <a:cubicBezTo>
                  <a:pt x="1305948" y="173750"/>
                  <a:pt x="1301377" y="177886"/>
                  <a:pt x="1298327" y="177886"/>
                </a:cubicBezTo>
                <a:cubicBezTo>
                  <a:pt x="1297021" y="177886"/>
                  <a:pt x="1295061" y="177451"/>
                  <a:pt x="1292669" y="176365"/>
                </a:cubicBezTo>
                <a:cubicBezTo>
                  <a:pt x="1288748" y="174840"/>
                  <a:pt x="1284828" y="173969"/>
                  <a:pt x="1281346" y="173969"/>
                </a:cubicBezTo>
                <a:cubicBezTo>
                  <a:pt x="1276120" y="173969"/>
                  <a:pt x="1271984" y="178106"/>
                  <a:pt x="1271984" y="183548"/>
                </a:cubicBezTo>
                <a:cubicBezTo>
                  <a:pt x="1271984" y="190734"/>
                  <a:pt x="1278732" y="196176"/>
                  <a:pt x="1288094" y="196176"/>
                </a:cubicBezTo>
                <a:cubicBezTo>
                  <a:pt x="1302901" y="196176"/>
                  <a:pt x="1312915" y="184202"/>
                  <a:pt x="1324892" y="152630"/>
                </a:cubicBezTo>
                <a:lnTo>
                  <a:pt x="1358421" y="63795"/>
                </a:lnTo>
                <a:cubicBezTo>
                  <a:pt x="1361251" y="56828"/>
                  <a:pt x="1363647" y="54652"/>
                  <a:pt x="1368873" y="53997"/>
                </a:cubicBezTo>
                <a:lnTo>
                  <a:pt x="1368873" y="50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3CD84-97EC-44B3-97B7-79F44593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399" y="418549"/>
            <a:ext cx="1276099" cy="580070"/>
          </a:xfrm>
          <a:custGeom xmlns:a="http://schemas.openxmlformats.org/drawingml/2006/main">
            <a:pathLst>
              <a:path w="1276099" h="580070">
                <a:moveTo>
                  <a:pt x="115959" y="580070"/>
                </a:moveTo>
                <a:cubicBezTo>
                  <a:pt x="51841" y="580070"/>
                  <a:pt x="0" y="528093"/>
                  <a:pt x="0" y="463974"/>
                </a:cubicBezTo>
                <a:lnTo>
                  <a:pt x="0" y="115959"/>
                </a:lnTo>
                <a:cubicBezTo>
                  <a:pt x="0" y="51841"/>
                  <a:pt x="51841" y="0"/>
                  <a:pt x="115959" y="0"/>
                </a:cubicBezTo>
                <a:lnTo>
                  <a:pt x="1160139" y="0"/>
                </a:lnTo>
                <a:cubicBezTo>
                  <a:pt x="1224121" y="0"/>
                  <a:pt x="1276099" y="51841"/>
                  <a:pt x="1276099" y="115959"/>
                </a:cubicBezTo>
                <a:lnTo>
                  <a:pt x="1276099" y="463974"/>
                </a:lnTo>
                <a:cubicBezTo>
                  <a:pt x="1276099" y="528093"/>
                  <a:pt x="1224121" y="580070"/>
                  <a:pt x="1160139" y="580070"/>
                </a:cubicBezTo>
                <a:lnTo>
                  <a:pt x="115959" y="580070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516AA-2AE6-45DB-86AE-875C95D8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399" y="418549"/>
            <a:ext cx="1276099" cy="580070"/>
          </a:xfrm>
          <a:custGeom xmlns:a="http://schemas.openxmlformats.org/drawingml/2006/main">
            <a:pathLst>
              <a:path w="1276099" h="580070" fill="none">
                <a:moveTo>
                  <a:pt x="115959" y="580070"/>
                </a:moveTo>
                <a:lnTo>
                  <a:pt x="1160139" y="580070"/>
                </a:lnTo>
                <a:cubicBezTo>
                  <a:pt x="1224121" y="580070"/>
                  <a:pt x="1276099" y="528093"/>
                  <a:pt x="1276099" y="463974"/>
                </a:cubicBezTo>
                <a:lnTo>
                  <a:pt x="1276099" y="115959"/>
                </a:lnTo>
                <a:cubicBezTo>
                  <a:pt x="1276099" y="51841"/>
                  <a:pt x="1224121" y="0"/>
                  <a:pt x="1160139" y="0"/>
                </a:cubicBezTo>
                <a:lnTo>
                  <a:pt x="115959" y="0"/>
                </a:lnTo>
                <a:cubicBezTo>
                  <a:pt x="51841" y="0"/>
                  <a:pt x="0" y="51841"/>
                  <a:pt x="0" y="115959"/>
                </a:cubicBezTo>
                <a:lnTo>
                  <a:pt x="0" y="463974"/>
                </a:lnTo>
                <a:cubicBezTo>
                  <a:pt x="0" y="528093"/>
                  <a:pt x="51841" y="580070"/>
                  <a:pt x="115959" y="5800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27" name="Text NavGraph">
            <a:extLst xmlns:a="http://schemas.openxmlformats.org/drawingml/2006/main">
              <a:ext uri="{FF2B5EF4-FFF2-40B4-BE49-F238E27FC236}">
                <a16:creationId xmlns:a16="http://schemas.microsoft.com/office/drawing/2014/main" id="{8D07B1F9-317D-472F-AF22-F95664D6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004" y="494304"/>
            <a:ext cx="903416" cy="196254"/>
          </a:xfrm>
          <a:custGeom xmlns:a="http://schemas.openxmlformats.org/drawingml/2006/main">
            <a:pathLst>
              <a:path w="903416" h="196254">
                <a:moveTo>
                  <a:pt x="151552" y="4582"/>
                </a:moveTo>
                <a:lnTo>
                  <a:pt x="100308" y="4582"/>
                </a:lnTo>
                <a:lnTo>
                  <a:pt x="100308" y="8724"/>
                </a:lnTo>
                <a:cubicBezTo>
                  <a:pt x="117750" y="9812"/>
                  <a:pt x="120585" y="13522"/>
                  <a:pt x="121240" y="36634"/>
                </a:cubicBezTo>
                <a:lnTo>
                  <a:pt x="121240" y="110120"/>
                </a:lnTo>
                <a:lnTo>
                  <a:pt x="37289" y="4582"/>
                </a:lnTo>
                <a:lnTo>
                  <a:pt x="0" y="4582"/>
                </a:lnTo>
                <a:lnTo>
                  <a:pt x="0" y="8724"/>
                </a:lnTo>
                <a:cubicBezTo>
                  <a:pt x="9376" y="8724"/>
                  <a:pt x="12427" y="10468"/>
                  <a:pt x="21152" y="20716"/>
                </a:cubicBezTo>
                <a:lnTo>
                  <a:pt x="21152" y="116882"/>
                </a:lnTo>
                <a:cubicBezTo>
                  <a:pt x="20716" y="139996"/>
                  <a:pt x="17881" y="143703"/>
                  <a:pt x="0" y="144791"/>
                </a:cubicBezTo>
                <a:lnTo>
                  <a:pt x="0" y="148933"/>
                </a:lnTo>
                <a:lnTo>
                  <a:pt x="51244" y="148933"/>
                </a:lnTo>
                <a:lnTo>
                  <a:pt x="51244" y="144791"/>
                </a:lnTo>
                <a:cubicBezTo>
                  <a:pt x="34454" y="143919"/>
                  <a:pt x="31183" y="139341"/>
                  <a:pt x="30748" y="116882"/>
                </a:cubicBezTo>
                <a:lnTo>
                  <a:pt x="30748" y="31403"/>
                </a:lnTo>
                <a:lnTo>
                  <a:pt x="127126" y="151332"/>
                </a:lnTo>
                <a:lnTo>
                  <a:pt x="130836" y="151332"/>
                </a:lnTo>
                <a:lnTo>
                  <a:pt x="130836" y="36634"/>
                </a:lnTo>
                <a:cubicBezTo>
                  <a:pt x="131488" y="13958"/>
                  <a:pt x="134323" y="10251"/>
                  <a:pt x="151552" y="8724"/>
                </a:cubicBezTo>
                <a:lnTo>
                  <a:pt x="151552" y="4582"/>
                </a:lnTo>
                <a:close/>
                <a:moveTo>
                  <a:pt x="251201" y="134543"/>
                </a:moveTo>
                <a:cubicBezTo>
                  <a:pt x="247494" y="137597"/>
                  <a:pt x="244879" y="138685"/>
                  <a:pt x="241608" y="138685"/>
                </a:cubicBezTo>
                <a:cubicBezTo>
                  <a:pt x="236594" y="138685"/>
                  <a:pt x="235067" y="135634"/>
                  <a:pt x="235067" y="126038"/>
                </a:cubicBezTo>
                <a:lnTo>
                  <a:pt x="235067" y="83519"/>
                </a:lnTo>
                <a:cubicBezTo>
                  <a:pt x="235067" y="72179"/>
                  <a:pt x="233976" y="65854"/>
                  <a:pt x="230705" y="60620"/>
                </a:cubicBezTo>
                <a:cubicBezTo>
                  <a:pt x="225907" y="52771"/>
                  <a:pt x="216531" y="48629"/>
                  <a:pt x="203667" y="48629"/>
                </a:cubicBezTo>
                <a:cubicBezTo>
                  <a:pt x="183168" y="48629"/>
                  <a:pt x="167034" y="59313"/>
                  <a:pt x="167034" y="73051"/>
                </a:cubicBezTo>
                <a:cubicBezTo>
                  <a:pt x="167034" y="78065"/>
                  <a:pt x="171176" y="82427"/>
                  <a:pt x="176410" y="82427"/>
                </a:cubicBezTo>
                <a:cubicBezTo>
                  <a:pt x="181640" y="82427"/>
                  <a:pt x="186222" y="78065"/>
                  <a:pt x="186222" y="73267"/>
                </a:cubicBezTo>
                <a:cubicBezTo>
                  <a:pt x="186222" y="72395"/>
                  <a:pt x="186003" y="71307"/>
                  <a:pt x="185786" y="69780"/>
                </a:cubicBezTo>
                <a:cubicBezTo>
                  <a:pt x="185350" y="67817"/>
                  <a:pt x="185131" y="66074"/>
                  <a:pt x="185131" y="64546"/>
                </a:cubicBezTo>
                <a:cubicBezTo>
                  <a:pt x="185131" y="58660"/>
                  <a:pt x="192108" y="53862"/>
                  <a:pt x="200832" y="53862"/>
                </a:cubicBezTo>
                <a:cubicBezTo>
                  <a:pt x="211516" y="53862"/>
                  <a:pt x="217402" y="60184"/>
                  <a:pt x="217402" y="71960"/>
                </a:cubicBezTo>
                <a:lnTo>
                  <a:pt x="217402" y="85262"/>
                </a:lnTo>
                <a:cubicBezTo>
                  <a:pt x="184039" y="98565"/>
                  <a:pt x="180117" y="100524"/>
                  <a:pt x="170740" y="108813"/>
                </a:cubicBezTo>
                <a:cubicBezTo>
                  <a:pt x="165942" y="113175"/>
                  <a:pt x="162888" y="120588"/>
                  <a:pt x="162888" y="127782"/>
                </a:cubicBezTo>
                <a:cubicBezTo>
                  <a:pt x="162888" y="141520"/>
                  <a:pt x="172484" y="151116"/>
                  <a:pt x="185786" y="151116"/>
                </a:cubicBezTo>
                <a:cubicBezTo>
                  <a:pt x="195379" y="151116"/>
                  <a:pt x="204319" y="146538"/>
                  <a:pt x="217622" y="135198"/>
                </a:cubicBezTo>
                <a:cubicBezTo>
                  <a:pt x="218713" y="146754"/>
                  <a:pt x="222636" y="151116"/>
                  <a:pt x="231577" y="151116"/>
                </a:cubicBezTo>
                <a:cubicBezTo>
                  <a:pt x="238990" y="151116"/>
                  <a:pt x="243572" y="148498"/>
                  <a:pt x="251201" y="140213"/>
                </a:cubicBezTo>
                <a:lnTo>
                  <a:pt x="251201" y="134543"/>
                </a:lnTo>
                <a:moveTo>
                  <a:pt x="217402" y="122115"/>
                </a:moveTo>
                <a:cubicBezTo>
                  <a:pt x="217402" y="128657"/>
                  <a:pt x="216314" y="131056"/>
                  <a:pt x="211733" y="133671"/>
                </a:cubicBezTo>
                <a:cubicBezTo>
                  <a:pt x="206282" y="136722"/>
                  <a:pt x="200396" y="138469"/>
                  <a:pt x="195815" y="138469"/>
                </a:cubicBezTo>
                <a:cubicBezTo>
                  <a:pt x="188185" y="138469"/>
                  <a:pt x="182080" y="131056"/>
                  <a:pt x="182080" y="121676"/>
                </a:cubicBezTo>
                <a:lnTo>
                  <a:pt x="182080" y="120804"/>
                </a:lnTo>
                <a:cubicBezTo>
                  <a:pt x="182296" y="107721"/>
                  <a:pt x="191892" y="99436"/>
                  <a:pt x="217402" y="90496"/>
                </a:cubicBezTo>
                <a:lnTo>
                  <a:pt x="217402" y="122115"/>
                </a:lnTo>
                <a:close/>
                <a:moveTo>
                  <a:pt x="355652" y="50808"/>
                </a:moveTo>
                <a:lnTo>
                  <a:pt x="325343" y="50808"/>
                </a:lnTo>
                <a:lnTo>
                  <a:pt x="325343" y="54079"/>
                </a:lnTo>
                <a:cubicBezTo>
                  <a:pt x="332321" y="54734"/>
                  <a:pt x="335591" y="56914"/>
                  <a:pt x="335591" y="61056"/>
                </a:cubicBezTo>
                <a:cubicBezTo>
                  <a:pt x="335591" y="63239"/>
                  <a:pt x="335156" y="65418"/>
                  <a:pt x="334284" y="67601"/>
                </a:cubicBezTo>
                <a:lnTo>
                  <a:pt x="312696" y="124075"/>
                </a:lnTo>
                <a:lnTo>
                  <a:pt x="290453" y="68253"/>
                </a:lnTo>
                <a:cubicBezTo>
                  <a:pt x="289146" y="65202"/>
                  <a:pt x="288490" y="62147"/>
                  <a:pt x="288490" y="60184"/>
                </a:cubicBezTo>
                <a:cubicBezTo>
                  <a:pt x="288490" y="56261"/>
                  <a:pt x="290889" y="54734"/>
                  <a:pt x="298522" y="54079"/>
                </a:cubicBezTo>
                <a:lnTo>
                  <a:pt x="298522" y="50808"/>
                </a:lnTo>
                <a:lnTo>
                  <a:pt x="255783" y="50808"/>
                </a:lnTo>
                <a:lnTo>
                  <a:pt x="255783" y="54079"/>
                </a:lnTo>
                <a:cubicBezTo>
                  <a:pt x="264068" y="54515"/>
                  <a:pt x="265595" y="56697"/>
                  <a:pt x="275623" y="79157"/>
                </a:cubicBezTo>
                <a:lnTo>
                  <a:pt x="301793" y="141740"/>
                </a:lnTo>
                <a:cubicBezTo>
                  <a:pt x="302229" y="143047"/>
                  <a:pt x="302881" y="144575"/>
                  <a:pt x="303536" y="146318"/>
                </a:cubicBezTo>
                <a:cubicBezTo>
                  <a:pt x="304192" y="148062"/>
                  <a:pt x="304844" y="149589"/>
                  <a:pt x="305499" y="150680"/>
                </a:cubicBezTo>
                <a:cubicBezTo>
                  <a:pt x="305935" y="151552"/>
                  <a:pt x="306807" y="151988"/>
                  <a:pt x="307462" y="151988"/>
                </a:cubicBezTo>
                <a:cubicBezTo>
                  <a:pt x="308770" y="151988"/>
                  <a:pt x="310297" y="149153"/>
                  <a:pt x="313568" y="141084"/>
                </a:cubicBezTo>
                <a:lnTo>
                  <a:pt x="341477" y="71088"/>
                </a:lnTo>
                <a:cubicBezTo>
                  <a:pt x="347803" y="56261"/>
                  <a:pt x="349110" y="54734"/>
                  <a:pt x="355652" y="54079"/>
                </a:cubicBezTo>
                <a:lnTo>
                  <a:pt x="355652" y="50808"/>
                </a:lnTo>
                <a:close/>
                <a:moveTo>
                  <a:pt x="515272" y="71743"/>
                </a:moveTo>
                <a:lnTo>
                  <a:pt x="459667" y="71743"/>
                </a:lnTo>
                <a:lnTo>
                  <a:pt x="459667" y="75666"/>
                </a:lnTo>
                <a:cubicBezTo>
                  <a:pt x="476676" y="76758"/>
                  <a:pt x="478419" y="78501"/>
                  <a:pt x="478855" y="95074"/>
                </a:cubicBezTo>
                <a:lnTo>
                  <a:pt x="478855" y="130400"/>
                </a:lnTo>
                <a:cubicBezTo>
                  <a:pt x="478855" y="137378"/>
                  <a:pt x="465772" y="143267"/>
                  <a:pt x="449854" y="143267"/>
                </a:cubicBezTo>
                <a:cubicBezTo>
                  <a:pt x="414309" y="143267"/>
                  <a:pt x="392505" y="118405"/>
                  <a:pt x="392505" y="77849"/>
                </a:cubicBezTo>
                <a:cubicBezTo>
                  <a:pt x="392505" y="57349"/>
                  <a:pt x="398611" y="37509"/>
                  <a:pt x="408203" y="26821"/>
                </a:cubicBezTo>
                <a:cubicBezTo>
                  <a:pt x="417579" y="16137"/>
                  <a:pt x="431318" y="10251"/>
                  <a:pt x="446148" y="10251"/>
                </a:cubicBezTo>
                <a:cubicBezTo>
                  <a:pt x="458359" y="10251"/>
                  <a:pt x="469259" y="14394"/>
                  <a:pt x="477547" y="22243"/>
                </a:cubicBezTo>
                <a:cubicBezTo>
                  <a:pt x="484089" y="28568"/>
                  <a:pt x="487579" y="34235"/>
                  <a:pt x="493029" y="47537"/>
                </a:cubicBezTo>
                <a:lnTo>
                  <a:pt x="498044" y="47537"/>
                </a:lnTo>
                <a:lnTo>
                  <a:pt x="496300" y="1527"/>
                </a:lnTo>
                <a:lnTo>
                  <a:pt x="491502" y="1527"/>
                </a:lnTo>
                <a:cubicBezTo>
                  <a:pt x="490195" y="5889"/>
                  <a:pt x="486268" y="8724"/>
                  <a:pt x="481690" y="8724"/>
                </a:cubicBezTo>
                <a:cubicBezTo>
                  <a:pt x="479511" y="8724"/>
                  <a:pt x="476020" y="8069"/>
                  <a:pt x="472094" y="6541"/>
                </a:cubicBezTo>
                <a:cubicBezTo>
                  <a:pt x="462282" y="3271"/>
                  <a:pt x="452034" y="1527"/>
                  <a:pt x="442221" y="1527"/>
                </a:cubicBezTo>
                <a:cubicBezTo>
                  <a:pt x="398827" y="1527"/>
                  <a:pt x="367647" y="33582"/>
                  <a:pt x="367647" y="78065"/>
                </a:cubicBezTo>
                <a:cubicBezTo>
                  <a:pt x="367647" y="99436"/>
                  <a:pt x="373533" y="115790"/>
                  <a:pt x="385744" y="128657"/>
                </a:cubicBezTo>
                <a:cubicBezTo>
                  <a:pt x="400138" y="143703"/>
                  <a:pt x="421289" y="151988"/>
                  <a:pt x="445276" y="151988"/>
                </a:cubicBezTo>
                <a:cubicBezTo>
                  <a:pt x="464245" y="151988"/>
                  <a:pt x="491286" y="144355"/>
                  <a:pt x="500007" y="136722"/>
                </a:cubicBezTo>
                <a:lnTo>
                  <a:pt x="500007" y="92459"/>
                </a:lnTo>
                <a:cubicBezTo>
                  <a:pt x="500443" y="79157"/>
                  <a:pt x="502842" y="76541"/>
                  <a:pt x="515272" y="75666"/>
                </a:cubicBezTo>
                <a:lnTo>
                  <a:pt x="515272" y="71743"/>
                </a:lnTo>
                <a:close/>
                <a:moveTo>
                  <a:pt x="519195" y="148933"/>
                </a:moveTo>
                <a:lnTo>
                  <a:pt x="571530" y="148933"/>
                </a:lnTo>
                <a:lnTo>
                  <a:pt x="571530" y="145663"/>
                </a:lnTo>
                <a:cubicBezTo>
                  <a:pt x="556920" y="145227"/>
                  <a:pt x="553430" y="142176"/>
                  <a:pt x="552994" y="129309"/>
                </a:cubicBezTo>
                <a:lnTo>
                  <a:pt x="552994" y="80248"/>
                </a:lnTo>
                <a:cubicBezTo>
                  <a:pt x="552994" y="73267"/>
                  <a:pt x="562154" y="62367"/>
                  <a:pt x="568260" y="62367"/>
                </a:cubicBezTo>
                <a:cubicBezTo>
                  <a:pt x="569567" y="62367"/>
                  <a:pt x="571530" y="63455"/>
                  <a:pt x="573929" y="65638"/>
                </a:cubicBezTo>
                <a:cubicBezTo>
                  <a:pt x="577200" y="68908"/>
                  <a:pt x="579815" y="69996"/>
                  <a:pt x="582650" y="69996"/>
                </a:cubicBezTo>
                <a:cubicBezTo>
                  <a:pt x="587884" y="69996"/>
                  <a:pt x="591155" y="66290"/>
                  <a:pt x="591155" y="60184"/>
                </a:cubicBezTo>
                <a:cubicBezTo>
                  <a:pt x="591155" y="52991"/>
                  <a:pt x="586577" y="48629"/>
                  <a:pt x="579163" y="48629"/>
                </a:cubicBezTo>
                <a:cubicBezTo>
                  <a:pt x="570003" y="48629"/>
                  <a:pt x="563898" y="53427"/>
                  <a:pt x="552994" y="69125"/>
                </a:cubicBezTo>
                <a:lnTo>
                  <a:pt x="552994" y="49064"/>
                </a:lnTo>
                <a:lnTo>
                  <a:pt x="551906" y="48629"/>
                </a:lnTo>
                <a:cubicBezTo>
                  <a:pt x="539695" y="53427"/>
                  <a:pt x="531842" y="56478"/>
                  <a:pt x="519631" y="60404"/>
                </a:cubicBezTo>
                <a:lnTo>
                  <a:pt x="519631" y="63891"/>
                </a:lnTo>
                <a:cubicBezTo>
                  <a:pt x="522686" y="63239"/>
                  <a:pt x="524649" y="63019"/>
                  <a:pt x="527264" y="63019"/>
                </a:cubicBezTo>
                <a:cubicBezTo>
                  <a:pt x="532714" y="63019"/>
                  <a:pt x="534677" y="66509"/>
                  <a:pt x="534677" y="76102"/>
                </a:cubicBezTo>
                <a:lnTo>
                  <a:pt x="534677" y="130617"/>
                </a:lnTo>
                <a:cubicBezTo>
                  <a:pt x="534241" y="141956"/>
                  <a:pt x="532934" y="143267"/>
                  <a:pt x="519195" y="145663"/>
                </a:cubicBezTo>
                <a:lnTo>
                  <a:pt x="519195" y="148933"/>
                </a:lnTo>
                <a:close/>
                <a:moveTo>
                  <a:pt x="687753" y="134543"/>
                </a:moveTo>
                <a:cubicBezTo>
                  <a:pt x="684046" y="137597"/>
                  <a:pt x="681431" y="138685"/>
                  <a:pt x="678160" y="138685"/>
                </a:cubicBezTo>
                <a:cubicBezTo>
                  <a:pt x="673146" y="138685"/>
                  <a:pt x="671619" y="135634"/>
                  <a:pt x="671619" y="126038"/>
                </a:cubicBezTo>
                <a:lnTo>
                  <a:pt x="671619" y="83519"/>
                </a:lnTo>
                <a:cubicBezTo>
                  <a:pt x="671619" y="72179"/>
                  <a:pt x="670527" y="65854"/>
                  <a:pt x="667257" y="60620"/>
                </a:cubicBezTo>
                <a:cubicBezTo>
                  <a:pt x="662459" y="52771"/>
                  <a:pt x="653082" y="48629"/>
                  <a:pt x="640219" y="48629"/>
                </a:cubicBezTo>
                <a:cubicBezTo>
                  <a:pt x="619719" y="48629"/>
                  <a:pt x="603585" y="59313"/>
                  <a:pt x="603585" y="73051"/>
                </a:cubicBezTo>
                <a:cubicBezTo>
                  <a:pt x="603585" y="78065"/>
                  <a:pt x="607728" y="82427"/>
                  <a:pt x="612962" y="82427"/>
                </a:cubicBezTo>
                <a:cubicBezTo>
                  <a:pt x="618192" y="82427"/>
                  <a:pt x="622774" y="78065"/>
                  <a:pt x="622774" y="73267"/>
                </a:cubicBezTo>
                <a:cubicBezTo>
                  <a:pt x="622774" y="72395"/>
                  <a:pt x="622554" y="71307"/>
                  <a:pt x="622338" y="69780"/>
                </a:cubicBezTo>
                <a:cubicBezTo>
                  <a:pt x="621902" y="67817"/>
                  <a:pt x="621683" y="66074"/>
                  <a:pt x="621683" y="64546"/>
                </a:cubicBezTo>
                <a:cubicBezTo>
                  <a:pt x="621683" y="58660"/>
                  <a:pt x="628660" y="53862"/>
                  <a:pt x="637384" y="53862"/>
                </a:cubicBezTo>
                <a:cubicBezTo>
                  <a:pt x="648068" y="53862"/>
                  <a:pt x="653954" y="60184"/>
                  <a:pt x="653954" y="71960"/>
                </a:cubicBezTo>
                <a:lnTo>
                  <a:pt x="653954" y="85262"/>
                </a:lnTo>
                <a:cubicBezTo>
                  <a:pt x="620591" y="98565"/>
                  <a:pt x="616668" y="100524"/>
                  <a:pt x="607292" y="108813"/>
                </a:cubicBezTo>
                <a:cubicBezTo>
                  <a:pt x="602494" y="113175"/>
                  <a:pt x="599440" y="120588"/>
                  <a:pt x="599440" y="127782"/>
                </a:cubicBezTo>
                <a:cubicBezTo>
                  <a:pt x="599440" y="141520"/>
                  <a:pt x="609035" y="151116"/>
                  <a:pt x="622338" y="151116"/>
                </a:cubicBezTo>
                <a:cubicBezTo>
                  <a:pt x="631931" y="151116"/>
                  <a:pt x="640871" y="146538"/>
                  <a:pt x="654174" y="135198"/>
                </a:cubicBezTo>
                <a:cubicBezTo>
                  <a:pt x="655265" y="146754"/>
                  <a:pt x="659188" y="151116"/>
                  <a:pt x="668128" y="151116"/>
                </a:cubicBezTo>
                <a:cubicBezTo>
                  <a:pt x="675542" y="151116"/>
                  <a:pt x="680123" y="148498"/>
                  <a:pt x="687753" y="140213"/>
                </a:cubicBezTo>
                <a:lnTo>
                  <a:pt x="687753" y="134543"/>
                </a:lnTo>
                <a:moveTo>
                  <a:pt x="653954" y="122115"/>
                </a:moveTo>
                <a:cubicBezTo>
                  <a:pt x="653954" y="128657"/>
                  <a:pt x="652866" y="131056"/>
                  <a:pt x="648284" y="133671"/>
                </a:cubicBezTo>
                <a:cubicBezTo>
                  <a:pt x="642834" y="136722"/>
                  <a:pt x="636948" y="138469"/>
                  <a:pt x="632367" y="138469"/>
                </a:cubicBezTo>
                <a:cubicBezTo>
                  <a:pt x="624737" y="138469"/>
                  <a:pt x="618631" y="131056"/>
                  <a:pt x="618631" y="121676"/>
                </a:cubicBezTo>
                <a:lnTo>
                  <a:pt x="618631" y="120804"/>
                </a:lnTo>
                <a:cubicBezTo>
                  <a:pt x="618848" y="107721"/>
                  <a:pt x="628444" y="99436"/>
                  <a:pt x="653954" y="90496"/>
                </a:cubicBezTo>
                <a:lnTo>
                  <a:pt x="653954" y="122115"/>
                </a:lnTo>
                <a:close/>
                <a:moveTo>
                  <a:pt x="689280" y="196254"/>
                </a:moveTo>
                <a:lnTo>
                  <a:pt x="742051" y="196254"/>
                </a:lnTo>
                <a:lnTo>
                  <a:pt x="742051" y="192328"/>
                </a:lnTo>
                <a:cubicBezTo>
                  <a:pt x="725697" y="192112"/>
                  <a:pt x="723079" y="189929"/>
                  <a:pt x="722862" y="175974"/>
                </a:cubicBezTo>
                <a:lnTo>
                  <a:pt x="722862" y="141740"/>
                </a:lnTo>
                <a:cubicBezTo>
                  <a:pt x="730712" y="148933"/>
                  <a:pt x="735726" y="151116"/>
                  <a:pt x="744886" y="151116"/>
                </a:cubicBezTo>
                <a:cubicBezTo>
                  <a:pt x="770836" y="151116"/>
                  <a:pt x="790676" y="126694"/>
                  <a:pt x="790676" y="95074"/>
                </a:cubicBezTo>
                <a:cubicBezTo>
                  <a:pt x="790676" y="68037"/>
                  <a:pt x="775414" y="48629"/>
                  <a:pt x="754262" y="48629"/>
                </a:cubicBezTo>
                <a:cubicBezTo>
                  <a:pt x="742051" y="48629"/>
                  <a:pt x="732455" y="53862"/>
                  <a:pt x="722862" y="65854"/>
                </a:cubicBezTo>
                <a:lnTo>
                  <a:pt x="722862" y="49064"/>
                </a:lnTo>
                <a:lnTo>
                  <a:pt x="721555" y="48629"/>
                </a:lnTo>
                <a:cubicBezTo>
                  <a:pt x="709779" y="53207"/>
                  <a:pt x="702147" y="56042"/>
                  <a:pt x="690152" y="59748"/>
                </a:cubicBezTo>
                <a:lnTo>
                  <a:pt x="690152" y="63239"/>
                </a:lnTo>
                <a:cubicBezTo>
                  <a:pt x="692115" y="63019"/>
                  <a:pt x="693422" y="63019"/>
                  <a:pt x="695605" y="63019"/>
                </a:cubicBezTo>
                <a:cubicBezTo>
                  <a:pt x="703018" y="63019"/>
                  <a:pt x="704546" y="65202"/>
                  <a:pt x="704546" y="75450"/>
                </a:cubicBezTo>
                <a:lnTo>
                  <a:pt x="704546" y="177502"/>
                </a:lnTo>
                <a:cubicBezTo>
                  <a:pt x="704546" y="189057"/>
                  <a:pt x="702147" y="191240"/>
                  <a:pt x="689280" y="192548"/>
                </a:cubicBezTo>
                <a:lnTo>
                  <a:pt x="689280" y="196254"/>
                </a:lnTo>
                <a:moveTo>
                  <a:pt x="722862" y="76102"/>
                </a:moveTo>
                <a:cubicBezTo>
                  <a:pt x="722862" y="69561"/>
                  <a:pt x="735074" y="61712"/>
                  <a:pt x="745102" y="61712"/>
                </a:cubicBezTo>
                <a:cubicBezTo>
                  <a:pt x="761240" y="61712"/>
                  <a:pt x="771924" y="78285"/>
                  <a:pt x="771924" y="103799"/>
                </a:cubicBezTo>
                <a:cubicBezTo>
                  <a:pt x="771924" y="127782"/>
                  <a:pt x="761240" y="144139"/>
                  <a:pt x="745541" y="144139"/>
                </a:cubicBezTo>
                <a:cubicBezTo>
                  <a:pt x="735290" y="144139"/>
                  <a:pt x="722862" y="136286"/>
                  <a:pt x="722862" y="129745"/>
                </a:cubicBezTo>
                <a:lnTo>
                  <a:pt x="722862" y="76102"/>
                </a:lnTo>
                <a:close/>
                <a:moveTo>
                  <a:pt x="903416" y="145663"/>
                </a:moveTo>
                <a:cubicBezTo>
                  <a:pt x="891640" y="143703"/>
                  <a:pt x="890549" y="142176"/>
                  <a:pt x="890329" y="126694"/>
                </a:cubicBezTo>
                <a:lnTo>
                  <a:pt x="890329" y="83299"/>
                </a:lnTo>
                <a:cubicBezTo>
                  <a:pt x="890329" y="60404"/>
                  <a:pt x="881389" y="48629"/>
                  <a:pt x="863508" y="48629"/>
                </a:cubicBezTo>
                <a:cubicBezTo>
                  <a:pt x="850645" y="48629"/>
                  <a:pt x="841485" y="53862"/>
                  <a:pt x="831456" y="66945"/>
                </a:cubicBezTo>
                <a:lnTo>
                  <a:pt x="831456" y="655"/>
                </a:lnTo>
                <a:lnTo>
                  <a:pt x="830365" y="0"/>
                </a:lnTo>
                <a:cubicBezTo>
                  <a:pt x="822732" y="2619"/>
                  <a:pt x="817282" y="4362"/>
                  <a:pt x="805287" y="7852"/>
                </a:cubicBezTo>
                <a:lnTo>
                  <a:pt x="799401" y="9596"/>
                </a:lnTo>
                <a:lnTo>
                  <a:pt x="799401" y="13083"/>
                </a:lnTo>
                <a:cubicBezTo>
                  <a:pt x="800273" y="12867"/>
                  <a:pt x="800709" y="12867"/>
                  <a:pt x="802016" y="12867"/>
                </a:cubicBezTo>
                <a:cubicBezTo>
                  <a:pt x="811393" y="12867"/>
                  <a:pt x="813139" y="14610"/>
                  <a:pt x="813139" y="23987"/>
                </a:cubicBezTo>
                <a:lnTo>
                  <a:pt x="813139" y="126694"/>
                </a:lnTo>
                <a:cubicBezTo>
                  <a:pt x="812704" y="142392"/>
                  <a:pt x="811612" y="144139"/>
                  <a:pt x="799181" y="145663"/>
                </a:cubicBezTo>
                <a:lnTo>
                  <a:pt x="799181" y="148933"/>
                </a:lnTo>
                <a:lnTo>
                  <a:pt x="846283" y="148933"/>
                </a:lnTo>
                <a:lnTo>
                  <a:pt x="846283" y="145663"/>
                </a:lnTo>
                <a:cubicBezTo>
                  <a:pt x="833636" y="144575"/>
                  <a:pt x="831892" y="142176"/>
                  <a:pt x="831456" y="126694"/>
                </a:cubicBezTo>
                <a:lnTo>
                  <a:pt x="831456" y="74142"/>
                </a:lnTo>
                <a:cubicBezTo>
                  <a:pt x="840613" y="64110"/>
                  <a:pt x="847154" y="60404"/>
                  <a:pt x="855879" y="60404"/>
                </a:cubicBezTo>
                <a:cubicBezTo>
                  <a:pt x="866563" y="60404"/>
                  <a:pt x="872013" y="68253"/>
                  <a:pt x="872013" y="83519"/>
                </a:cubicBezTo>
                <a:lnTo>
                  <a:pt x="872013" y="126694"/>
                </a:lnTo>
                <a:cubicBezTo>
                  <a:pt x="871577" y="142176"/>
                  <a:pt x="869614" y="144575"/>
                  <a:pt x="857186" y="145663"/>
                </a:cubicBezTo>
                <a:lnTo>
                  <a:pt x="857186" y="148933"/>
                </a:lnTo>
                <a:lnTo>
                  <a:pt x="903416" y="148933"/>
                </a:lnTo>
                <a:lnTo>
                  <a:pt x="903416" y="1456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Traversal">
            <a:extLst xmlns:a="http://schemas.openxmlformats.org/drawingml/2006/main">
              <a:ext uri="{FF2B5EF4-FFF2-40B4-BE49-F238E27FC236}">
                <a16:creationId xmlns:a16="http://schemas.microsoft.com/office/drawing/2014/main" id="{BD139FC8-F3F8-42CA-B2A0-61CE40D7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653" y="756732"/>
            <a:ext cx="815401" cy="151760"/>
          </a:xfrm>
          <a:custGeom xmlns:a="http://schemas.openxmlformats.org/drawingml/2006/main">
            <a:pathLst>
              <a:path w="815401" h="151760">
                <a:moveTo>
                  <a:pt x="94712" y="144574"/>
                </a:moveTo>
                <a:cubicBezTo>
                  <a:pt x="76858" y="143703"/>
                  <a:pt x="74028" y="141092"/>
                  <a:pt x="73808" y="124979"/>
                </a:cubicBezTo>
                <a:lnTo>
                  <a:pt x="73808" y="13718"/>
                </a:lnTo>
                <a:lnTo>
                  <a:pt x="85566" y="13718"/>
                </a:lnTo>
                <a:cubicBezTo>
                  <a:pt x="110826" y="14153"/>
                  <a:pt x="115397" y="17854"/>
                  <a:pt x="120188" y="41589"/>
                </a:cubicBezTo>
                <a:lnTo>
                  <a:pt x="125410" y="41589"/>
                </a:lnTo>
                <a:lnTo>
                  <a:pt x="124105" y="4575"/>
                </a:lnTo>
                <a:lnTo>
                  <a:pt x="1306" y="4575"/>
                </a:lnTo>
                <a:lnTo>
                  <a:pt x="0" y="41589"/>
                </a:lnTo>
                <a:lnTo>
                  <a:pt x="5223" y="41589"/>
                </a:lnTo>
                <a:cubicBezTo>
                  <a:pt x="10233" y="17854"/>
                  <a:pt x="14804" y="14153"/>
                  <a:pt x="39844" y="13718"/>
                </a:cubicBezTo>
                <a:lnTo>
                  <a:pt x="51602" y="13718"/>
                </a:lnTo>
                <a:lnTo>
                  <a:pt x="51602" y="122583"/>
                </a:lnTo>
                <a:cubicBezTo>
                  <a:pt x="51383" y="141308"/>
                  <a:pt x="49423" y="143487"/>
                  <a:pt x="31133" y="144574"/>
                </a:cubicBezTo>
                <a:lnTo>
                  <a:pt x="31133" y="148710"/>
                </a:lnTo>
                <a:lnTo>
                  <a:pt x="94712" y="148710"/>
                </a:lnTo>
                <a:lnTo>
                  <a:pt x="94712" y="144574"/>
                </a:lnTo>
                <a:close/>
                <a:moveTo>
                  <a:pt x="130419" y="148710"/>
                </a:moveTo>
                <a:lnTo>
                  <a:pt x="182675" y="148710"/>
                </a:lnTo>
                <a:lnTo>
                  <a:pt x="182675" y="145444"/>
                </a:lnTo>
                <a:cubicBezTo>
                  <a:pt x="168087" y="145009"/>
                  <a:pt x="164602" y="141962"/>
                  <a:pt x="164167" y="129115"/>
                </a:cubicBezTo>
                <a:lnTo>
                  <a:pt x="164167" y="80127"/>
                </a:lnTo>
                <a:cubicBezTo>
                  <a:pt x="164167" y="73157"/>
                  <a:pt x="173313" y="62273"/>
                  <a:pt x="179409" y="62273"/>
                </a:cubicBezTo>
                <a:cubicBezTo>
                  <a:pt x="180715" y="62273"/>
                  <a:pt x="182675" y="63360"/>
                  <a:pt x="185070" y="65539"/>
                </a:cubicBezTo>
                <a:cubicBezTo>
                  <a:pt x="188336" y="68805"/>
                  <a:pt x="190948" y="69891"/>
                  <a:pt x="193778" y="69891"/>
                </a:cubicBezTo>
                <a:cubicBezTo>
                  <a:pt x="199004" y="69891"/>
                  <a:pt x="202270" y="66190"/>
                  <a:pt x="202270" y="60094"/>
                </a:cubicBezTo>
                <a:cubicBezTo>
                  <a:pt x="202270" y="52911"/>
                  <a:pt x="197699" y="48556"/>
                  <a:pt x="190296" y="48556"/>
                </a:cubicBezTo>
                <a:cubicBezTo>
                  <a:pt x="181150" y="48556"/>
                  <a:pt x="175054" y="53346"/>
                  <a:pt x="164167" y="69021"/>
                </a:cubicBezTo>
                <a:lnTo>
                  <a:pt x="164167" y="48991"/>
                </a:lnTo>
                <a:lnTo>
                  <a:pt x="163080" y="48556"/>
                </a:lnTo>
                <a:cubicBezTo>
                  <a:pt x="150887" y="53346"/>
                  <a:pt x="143047" y="56393"/>
                  <a:pt x="130854" y="60313"/>
                </a:cubicBezTo>
                <a:lnTo>
                  <a:pt x="130854" y="63795"/>
                </a:lnTo>
                <a:cubicBezTo>
                  <a:pt x="133904" y="63144"/>
                  <a:pt x="135864" y="62925"/>
                  <a:pt x="138475" y="62925"/>
                </a:cubicBezTo>
                <a:cubicBezTo>
                  <a:pt x="143917" y="62925"/>
                  <a:pt x="145877" y="66410"/>
                  <a:pt x="145877" y="75988"/>
                </a:cubicBezTo>
                <a:lnTo>
                  <a:pt x="145877" y="130420"/>
                </a:lnTo>
                <a:cubicBezTo>
                  <a:pt x="145442" y="141743"/>
                  <a:pt x="144136" y="143052"/>
                  <a:pt x="130419" y="145444"/>
                </a:cubicBezTo>
                <a:lnTo>
                  <a:pt x="130419" y="148710"/>
                </a:lnTo>
                <a:close/>
                <a:moveTo>
                  <a:pt x="298506" y="134341"/>
                </a:moveTo>
                <a:cubicBezTo>
                  <a:pt x="294805" y="137391"/>
                  <a:pt x="292193" y="138477"/>
                  <a:pt x="288928" y="138477"/>
                </a:cubicBezTo>
                <a:cubicBezTo>
                  <a:pt x="283921" y="138477"/>
                  <a:pt x="282396" y="135431"/>
                  <a:pt x="282396" y="125849"/>
                </a:cubicBezTo>
                <a:lnTo>
                  <a:pt x="282396" y="83393"/>
                </a:lnTo>
                <a:cubicBezTo>
                  <a:pt x="282396" y="72071"/>
                  <a:pt x="281306" y="65755"/>
                  <a:pt x="278040" y="60529"/>
                </a:cubicBezTo>
                <a:cubicBezTo>
                  <a:pt x="273250" y="52692"/>
                  <a:pt x="263887" y="48556"/>
                  <a:pt x="251043" y="48556"/>
                </a:cubicBezTo>
                <a:cubicBezTo>
                  <a:pt x="230575" y="48556"/>
                  <a:pt x="214465" y="59223"/>
                  <a:pt x="214465" y="72941"/>
                </a:cubicBezTo>
                <a:cubicBezTo>
                  <a:pt x="214465" y="77948"/>
                  <a:pt x="218601" y="82304"/>
                  <a:pt x="223827" y="82304"/>
                </a:cubicBezTo>
                <a:cubicBezTo>
                  <a:pt x="229050" y="82304"/>
                  <a:pt x="233624" y="77948"/>
                  <a:pt x="233624" y="73157"/>
                </a:cubicBezTo>
                <a:cubicBezTo>
                  <a:pt x="233624" y="72287"/>
                  <a:pt x="233405" y="71200"/>
                  <a:pt x="233189" y="69675"/>
                </a:cubicBezTo>
                <a:cubicBezTo>
                  <a:pt x="232754" y="67715"/>
                  <a:pt x="232535" y="65974"/>
                  <a:pt x="232535" y="64449"/>
                </a:cubicBezTo>
                <a:cubicBezTo>
                  <a:pt x="232535" y="58572"/>
                  <a:pt x="239502" y="53782"/>
                  <a:pt x="248213" y="53782"/>
                </a:cubicBezTo>
                <a:cubicBezTo>
                  <a:pt x="258881" y="53782"/>
                  <a:pt x="264758" y="60094"/>
                  <a:pt x="264758" y="71852"/>
                </a:cubicBezTo>
                <a:lnTo>
                  <a:pt x="264758" y="85134"/>
                </a:lnTo>
                <a:cubicBezTo>
                  <a:pt x="231445" y="98417"/>
                  <a:pt x="227528" y="100374"/>
                  <a:pt x="218166" y="108649"/>
                </a:cubicBezTo>
                <a:cubicBezTo>
                  <a:pt x="213375" y="113005"/>
                  <a:pt x="210325" y="120407"/>
                  <a:pt x="210325" y="127590"/>
                </a:cubicBezTo>
                <a:cubicBezTo>
                  <a:pt x="210325" y="141308"/>
                  <a:pt x="219907" y="150889"/>
                  <a:pt x="233189" y="150889"/>
                </a:cubicBezTo>
                <a:cubicBezTo>
                  <a:pt x="242767" y="150889"/>
                  <a:pt x="251694" y="146318"/>
                  <a:pt x="264977" y="134995"/>
                </a:cubicBezTo>
                <a:cubicBezTo>
                  <a:pt x="266067" y="146534"/>
                  <a:pt x="269984" y="150889"/>
                  <a:pt x="278911" y="150889"/>
                </a:cubicBezTo>
                <a:cubicBezTo>
                  <a:pt x="286313" y="150889"/>
                  <a:pt x="290888" y="148275"/>
                  <a:pt x="298506" y="140002"/>
                </a:cubicBezTo>
                <a:lnTo>
                  <a:pt x="298506" y="134341"/>
                </a:lnTo>
                <a:moveTo>
                  <a:pt x="264758" y="121932"/>
                </a:moveTo>
                <a:cubicBezTo>
                  <a:pt x="264758" y="128464"/>
                  <a:pt x="263671" y="130859"/>
                  <a:pt x="259097" y="133470"/>
                </a:cubicBezTo>
                <a:cubicBezTo>
                  <a:pt x="253655" y="136517"/>
                  <a:pt x="247777" y="138261"/>
                  <a:pt x="243203" y="138261"/>
                </a:cubicBezTo>
                <a:cubicBezTo>
                  <a:pt x="235585" y="138261"/>
                  <a:pt x="229488" y="130859"/>
                  <a:pt x="229488" y="121493"/>
                </a:cubicBezTo>
                <a:lnTo>
                  <a:pt x="229488" y="120623"/>
                </a:lnTo>
                <a:cubicBezTo>
                  <a:pt x="229704" y="107560"/>
                  <a:pt x="239286" y="99287"/>
                  <a:pt x="264758" y="90360"/>
                </a:cubicBezTo>
                <a:lnTo>
                  <a:pt x="264758" y="121932"/>
                </a:lnTo>
                <a:close/>
                <a:moveTo>
                  <a:pt x="402800" y="50732"/>
                </a:moveTo>
                <a:lnTo>
                  <a:pt x="372537" y="50732"/>
                </a:lnTo>
                <a:lnTo>
                  <a:pt x="372537" y="53997"/>
                </a:lnTo>
                <a:cubicBezTo>
                  <a:pt x="379504" y="54652"/>
                  <a:pt x="382769" y="56828"/>
                  <a:pt x="382769" y="60964"/>
                </a:cubicBezTo>
                <a:cubicBezTo>
                  <a:pt x="382769" y="63144"/>
                  <a:pt x="382334" y="65320"/>
                  <a:pt x="381464" y="67499"/>
                </a:cubicBezTo>
                <a:lnTo>
                  <a:pt x="359909" y="123889"/>
                </a:lnTo>
                <a:lnTo>
                  <a:pt x="337699" y="68150"/>
                </a:lnTo>
                <a:cubicBezTo>
                  <a:pt x="336393" y="65104"/>
                  <a:pt x="335739" y="62054"/>
                  <a:pt x="335739" y="60094"/>
                </a:cubicBezTo>
                <a:cubicBezTo>
                  <a:pt x="335739" y="56177"/>
                  <a:pt x="338134" y="54652"/>
                  <a:pt x="345756" y="53997"/>
                </a:cubicBezTo>
                <a:lnTo>
                  <a:pt x="345756" y="50732"/>
                </a:lnTo>
                <a:lnTo>
                  <a:pt x="303080" y="50732"/>
                </a:lnTo>
                <a:lnTo>
                  <a:pt x="303080" y="53997"/>
                </a:lnTo>
                <a:cubicBezTo>
                  <a:pt x="311353" y="54433"/>
                  <a:pt x="312878" y="56612"/>
                  <a:pt x="322891" y="79038"/>
                </a:cubicBezTo>
                <a:lnTo>
                  <a:pt x="349021" y="141527"/>
                </a:lnTo>
                <a:cubicBezTo>
                  <a:pt x="349457" y="142833"/>
                  <a:pt x="350108" y="144358"/>
                  <a:pt x="350762" y="146098"/>
                </a:cubicBezTo>
                <a:cubicBezTo>
                  <a:pt x="351417" y="147839"/>
                  <a:pt x="352068" y="149364"/>
                  <a:pt x="352722" y="150454"/>
                </a:cubicBezTo>
                <a:cubicBezTo>
                  <a:pt x="353158" y="151324"/>
                  <a:pt x="354028" y="151760"/>
                  <a:pt x="354683" y="151760"/>
                </a:cubicBezTo>
                <a:cubicBezTo>
                  <a:pt x="355988" y="151760"/>
                  <a:pt x="357513" y="148929"/>
                  <a:pt x="360779" y="140872"/>
                </a:cubicBezTo>
                <a:lnTo>
                  <a:pt x="388646" y="70981"/>
                </a:lnTo>
                <a:cubicBezTo>
                  <a:pt x="394962" y="56177"/>
                  <a:pt x="396268" y="54652"/>
                  <a:pt x="402800" y="53997"/>
                </a:cubicBezTo>
                <a:lnTo>
                  <a:pt x="402800" y="50732"/>
                </a:lnTo>
                <a:close/>
                <a:moveTo>
                  <a:pt x="497077" y="113005"/>
                </a:moveTo>
                <a:cubicBezTo>
                  <a:pt x="486628" y="129550"/>
                  <a:pt x="477263" y="135866"/>
                  <a:pt x="463329" y="135866"/>
                </a:cubicBezTo>
                <a:cubicBezTo>
                  <a:pt x="450920" y="135866"/>
                  <a:pt x="441558" y="129550"/>
                  <a:pt x="435242" y="117141"/>
                </a:cubicBezTo>
                <a:cubicBezTo>
                  <a:pt x="431322" y="108865"/>
                  <a:pt x="429800" y="101898"/>
                  <a:pt x="429365" y="88400"/>
                </a:cubicBezTo>
                <a:lnTo>
                  <a:pt x="496426" y="88400"/>
                </a:lnTo>
                <a:cubicBezTo>
                  <a:pt x="494682" y="74247"/>
                  <a:pt x="492506" y="67935"/>
                  <a:pt x="487064" y="60964"/>
                </a:cubicBezTo>
                <a:cubicBezTo>
                  <a:pt x="480529" y="53127"/>
                  <a:pt x="470515" y="48556"/>
                  <a:pt x="459193" y="48556"/>
                </a:cubicBezTo>
                <a:cubicBezTo>
                  <a:pt x="448306" y="48556"/>
                  <a:pt x="438073" y="52476"/>
                  <a:pt x="429800" y="59878"/>
                </a:cubicBezTo>
                <a:cubicBezTo>
                  <a:pt x="419564" y="68805"/>
                  <a:pt x="413687" y="84264"/>
                  <a:pt x="413687" y="102118"/>
                </a:cubicBezTo>
                <a:cubicBezTo>
                  <a:pt x="413687" y="132165"/>
                  <a:pt x="429365" y="150889"/>
                  <a:pt x="454402" y="150889"/>
                </a:cubicBezTo>
                <a:cubicBezTo>
                  <a:pt x="475087" y="150889"/>
                  <a:pt x="491416" y="138042"/>
                  <a:pt x="500562" y="114527"/>
                </a:cubicBezTo>
                <a:lnTo>
                  <a:pt x="497077" y="113005"/>
                </a:lnTo>
                <a:moveTo>
                  <a:pt x="429800" y="81433"/>
                </a:moveTo>
                <a:cubicBezTo>
                  <a:pt x="432192" y="64449"/>
                  <a:pt x="439598" y="56393"/>
                  <a:pt x="452877" y="56393"/>
                </a:cubicBezTo>
                <a:cubicBezTo>
                  <a:pt x="466160" y="56393"/>
                  <a:pt x="471386" y="62489"/>
                  <a:pt x="474216" y="81433"/>
                </a:cubicBezTo>
                <a:lnTo>
                  <a:pt x="429800" y="81433"/>
                </a:lnTo>
                <a:close/>
                <a:moveTo>
                  <a:pt x="506004" y="148710"/>
                </a:moveTo>
                <a:lnTo>
                  <a:pt x="558261" y="148710"/>
                </a:lnTo>
                <a:lnTo>
                  <a:pt x="558261" y="145444"/>
                </a:lnTo>
                <a:cubicBezTo>
                  <a:pt x="543673" y="145009"/>
                  <a:pt x="540188" y="141962"/>
                  <a:pt x="539752" y="129115"/>
                </a:cubicBezTo>
                <a:lnTo>
                  <a:pt x="539752" y="80127"/>
                </a:lnTo>
                <a:cubicBezTo>
                  <a:pt x="539752" y="73157"/>
                  <a:pt x="548899" y="62273"/>
                  <a:pt x="554995" y="62273"/>
                </a:cubicBezTo>
                <a:cubicBezTo>
                  <a:pt x="556301" y="62273"/>
                  <a:pt x="558261" y="63360"/>
                  <a:pt x="560656" y="65539"/>
                </a:cubicBezTo>
                <a:cubicBezTo>
                  <a:pt x="563922" y="68805"/>
                  <a:pt x="566533" y="69891"/>
                  <a:pt x="569364" y="69891"/>
                </a:cubicBezTo>
                <a:cubicBezTo>
                  <a:pt x="574590" y="69891"/>
                  <a:pt x="577856" y="66190"/>
                  <a:pt x="577856" y="60094"/>
                </a:cubicBezTo>
                <a:cubicBezTo>
                  <a:pt x="577856" y="52911"/>
                  <a:pt x="573284" y="48556"/>
                  <a:pt x="565882" y="48556"/>
                </a:cubicBezTo>
                <a:cubicBezTo>
                  <a:pt x="556736" y="48556"/>
                  <a:pt x="550640" y="53346"/>
                  <a:pt x="539752" y="69021"/>
                </a:cubicBezTo>
                <a:lnTo>
                  <a:pt x="539752" y="48991"/>
                </a:lnTo>
                <a:lnTo>
                  <a:pt x="538666" y="48556"/>
                </a:lnTo>
                <a:cubicBezTo>
                  <a:pt x="526473" y="53346"/>
                  <a:pt x="518632" y="56393"/>
                  <a:pt x="506440" y="60313"/>
                </a:cubicBezTo>
                <a:lnTo>
                  <a:pt x="506440" y="63795"/>
                </a:lnTo>
                <a:cubicBezTo>
                  <a:pt x="509489" y="63144"/>
                  <a:pt x="511450" y="62925"/>
                  <a:pt x="514061" y="62925"/>
                </a:cubicBezTo>
                <a:cubicBezTo>
                  <a:pt x="519503" y="62925"/>
                  <a:pt x="521463" y="66410"/>
                  <a:pt x="521463" y="75988"/>
                </a:cubicBezTo>
                <a:lnTo>
                  <a:pt x="521463" y="130420"/>
                </a:lnTo>
                <a:cubicBezTo>
                  <a:pt x="521028" y="141743"/>
                  <a:pt x="519722" y="143052"/>
                  <a:pt x="506004" y="145444"/>
                </a:cubicBezTo>
                <a:lnTo>
                  <a:pt x="506004" y="148710"/>
                </a:lnTo>
                <a:close/>
                <a:moveTo>
                  <a:pt x="646004" y="80343"/>
                </a:moveTo>
                <a:lnTo>
                  <a:pt x="645134" y="50516"/>
                </a:lnTo>
                <a:lnTo>
                  <a:pt x="642738" y="50516"/>
                </a:lnTo>
                <a:cubicBezTo>
                  <a:pt x="641652" y="52257"/>
                  <a:pt x="640562" y="52911"/>
                  <a:pt x="639257" y="52911"/>
                </a:cubicBezTo>
                <a:cubicBezTo>
                  <a:pt x="637951" y="52911"/>
                  <a:pt x="635772" y="52476"/>
                  <a:pt x="633376" y="51386"/>
                </a:cubicBezTo>
                <a:cubicBezTo>
                  <a:pt x="628369" y="49645"/>
                  <a:pt x="623363" y="48556"/>
                  <a:pt x="618137" y="48556"/>
                </a:cubicBezTo>
                <a:cubicBezTo>
                  <a:pt x="600934" y="48556"/>
                  <a:pt x="588525" y="59878"/>
                  <a:pt x="588525" y="75553"/>
                </a:cubicBezTo>
                <a:cubicBezTo>
                  <a:pt x="588525" y="87745"/>
                  <a:pt x="595492" y="96457"/>
                  <a:pt x="614000" y="106909"/>
                </a:cubicBezTo>
                <a:lnTo>
                  <a:pt x="626629" y="114091"/>
                </a:lnTo>
                <a:cubicBezTo>
                  <a:pt x="634247" y="118447"/>
                  <a:pt x="637951" y="123673"/>
                  <a:pt x="637951" y="130420"/>
                </a:cubicBezTo>
                <a:cubicBezTo>
                  <a:pt x="637951" y="140002"/>
                  <a:pt x="630981" y="146098"/>
                  <a:pt x="619878" y="146098"/>
                </a:cubicBezTo>
                <a:cubicBezTo>
                  <a:pt x="604854" y="146098"/>
                  <a:pt x="597233" y="137826"/>
                  <a:pt x="592226" y="115616"/>
                </a:cubicBezTo>
                <a:lnTo>
                  <a:pt x="588741" y="115616"/>
                </a:lnTo>
                <a:lnTo>
                  <a:pt x="588741" y="149584"/>
                </a:lnTo>
                <a:lnTo>
                  <a:pt x="591572" y="149584"/>
                </a:lnTo>
                <a:cubicBezTo>
                  <a:pt x="593097" y="147404"/>
                  <a:pt x="593967" y="146969"/>
                  <a:pt x="596582" y="146969"/>
                </a:cubicBezTo>
                <a:cubicBezTo>
                  <a:pt x="598977" y="146969"/>
                  <a:pt x="601588" y="147404"/>
                  <a:pt x="606595" y="148710"/>
                </a:cubicBezTo>
                <a:cubicBezTo>
                  <a:pt x="612476" y="150019"/>
                  <a:pt x="618137" y="150889"/>
                  <a:pt x="622489" y="150889"/>
                </a:cubicBezTo>
                <a:cubicBezTo>
                  <a:pt x="639473" y="150889"/>
                  <a:pt x="653190" y="138261"/>
                  <a:pt x="653190" y="123018"/>
                </a:cubicBezTo>
                <a:cubicBezTo>
                  <a:pt x="653190" y="112131"/>
                  <a:pt x="647964" y="104948"/>
                  <a:pt x="634901" y="97108"/>
                </a:cubicBezTo>
                <a:lnTo>
                  <a:pt x="611386" y="83174"/>
                </a:lnTo>
                <a:cubicBezTo>
                  <a:pt x="605289" y="79473"/>
                  <a:pt x="602024" y="74247"/>
                  <a:pt x="602024" y="68370"/>
                </a:cubicBezTo>
                <a:cubicBezTo>
                  <a:pt x="602024" y="59443"/>
                  <a:pt x="608774" y="53562"/>
                  <a:pt x="618788" y="53562"/>
                </a:cubicBezTo>
                <a:cubicBezTo>
                  <a:pt x="631200" y="53562"/>
                  <a:pt x="637732" y="60748"/>
                  <a:pt x="642738" y="80343"/>
                </a:cubicBezTo>
                <a:lnTo>
                  <a:pt x="646004" y="80343"/>
                </a:lnTo>
                <a:close/>
                <a:moveTo>
                  <a:pt x="759094" y="134341"/>
                </a:moveTo>
                <a:cubicBezTo>
                  <a:pt x="755393" y="137391"/>
                  <a:pt x="752782" y="138477"/>
                  <a:pt x="749516" y="138477"/>
                </a:cubicBezTo>
                <a:cubicBezTo>
                  <a:pt x="744509" y="138477"/>
                  <a:pt x="742984" y="135431"/>
                  <a:pt x="742984" y="125849"/>
                </a:cubicBezTo>
                <a:lnTo>
                  <a:pt x="742984" y="83393"/>
                </a:lnTo>
                <a:cubicBezTo>
                  <a:pt x="742984" y="72071"/>
                  <a:pt x="741894" y="65755"/>
                  <a:pt x="738629" y="60529"/>
                </a:cubicBezTo>
                <a:cubicBezTo>
                  <a:pt x="733838" y="52692"/>
                  <a:pt x="724475" y="48556"/>
                  <a:pt x="711631" y="48556"/>
                </a:cubicBezTo>
                <a:cubicBezTo>
                  <a:pt x="691163" y="48556"/>
                  <a:pt x="675053" y="59223"/>
                  <a:pt x="675053" y="72941"/>
                </a:cubicBezTo>
                <a:cubicBezTo>
                  <a:pt x="675053" y="77948"/>
                  <a:pt x="679189" y="82304"/>
                  <a:pt x="684415" y="82304"/>
                </a:cubicBezTo>
                <a:cubicBezTo>
                  <a:pt x="689638" y="82304"/>
                  <a:pt x="694213" y="77948"/>
                  <a:pt x="694213" y="73157"/>
                </a:cubicBezTo>
                <a:cubicBezTo>
                  <a:pt x="694213" y="72287"/>
                  <a:pt x="693993" y="71200"/>
                  <a:pt x="693777" y="69675"/>
                </a:cubicBezTo>
                <a:cubicBezTo>
                  <a:pt x="693342" y="67715"/>
                  <a:pt x="693123" y="65974"/>
                  <a:pt x="693123" y="64449"/>
                </a:cubicBezTo>
                <a:cubicBezTo>
                  <a:pt x="693123" y="58572"/>
                  <a:pt x="700090" y="53782"/>
                  <a:pt x="708801" y="53782"/>
                </a:cubicBezTo>
                <a:cubicBezTo>
                  <a:pt x="719469" y="53782"/>
                  <a:pt x="725346" y="60094"/>
                  <a:pt x="725346" y="71852"/>
                </a:cubicBezTo>
                <a:lnTo>
                  <a:pt x="725346" y="85134"/>
                </a:lnTo>
                <a:cubicBezTo>
                  <a:pt x="692033" y="98417"/>
                  <a:pt x="688116" y="100374"/>
                  <a:pt x="678754" y="108649"/>
                </a:cubicBezTo>
                <a:cubicBezTo>
                  <a:pt x="673963" y="113005"/>
                  <a:pt x="670913" y="120407"/>
                  <a:pt x="670913" y="127590"/>
                </a:cubicBezTo>
                <a:cubicBezTo>
                  <a:pt x="670913" y="141308"/>
                  <a:pt x="680495" y="150889"/>
                  <a:pt x="693777" y="150889"/>
                </a:cubicBezTo>
                <a:cubicBezTo>
                  <a:pt x="703356" y="150889"/>
                  <a:pt x="712283" y="146318"/>
                  <a:pt x="725565" y="134995"/>
                </a:cubicBezTo>
                <a:cubicBezTo>
                  <a:pt x="726655" y="146534"/>
                  <a:pt x="730572" y="150889"/>
                  <a:pt x="739499" y="150889"/>
                </a:cubicBezTo>
                <a:cubicBezTo>
                  <a:pt x="746901" y="150889"/>
                  <a:pt x="751476" y="148275"/>
                  <a:pt x="759094" y="140002"/>
                </a:cubicBezTo>
                <a:lnTo>
                  <a:pt x="759094" y="134341"/>
                </a:lnTo>
                <a:moveTo>
                  <a:pt x="725346" y="121932"/>
                </a:moveTo>
                <a:cubicBezTo>
                  <a:pt x="725346" y="128464"/>
                  <a:pt x="724260" y="130859"/>
                  <a:pt x="719685" y="133470"/>
                </a:cubicBezTo>
                <a:cubicBezTo>
                  <a:pt x="714243" y="136517"/>
                  <a:pt x="708366" y="138261"/>
                  <a:pt x="703791" y="138261"/>
                </a:cubicBezTo>
                <a:cubicBezTo>
                  <a:pt x="696173" y="138261"/>
                  <a:pt x="690076" y="130859"/>
                  <a:pt x="690076" y="121493"/>
                </a:cubicBezTo>
                <a:lnTo>
                  <a:pt x="690076" y="120623"/>
                </a:lnTo>
                <a:cubicBezTo>
                  <a:pt x="690292" y="107560"/>
                  <a:pt x="699874" y="99287"/>
                  <a:pt x="725346" y="90360"/>
                </a:cubicBezTo>
                <a:lnTo>
                  <a:pt x="725346" y="121932"/>
                </a:lnTo>
                <a:close/>
                <a:moveTo>
                  <a:pt x="764019" y="148710"/>
                </a:moveTo>
                <a:lnTo>
                  <a:pt x="815401" y="148710"/>
                </a:lnTo>
                <a:lnTo>
                  <a:pt x="815401" y="145444"/>
                </a:lnTo>
                <a:cubicBezTo>
                  <a:pt x="801687" y="144793"/>
                  <a:pt x="799292" y="142613"/>
                  <a:pt x="799072" y="130420"/>
                </a:cubicBezTo>
                <a:lnTo>
                  <a:pt x="799072" y="435"/>
                </a:lnTo>
                <a:lnTo>
                  <a:pt x="798202" y="0"/>
                </a:lnTo>
                <a:cubicBezTo>
                  <a:pt x="787099" y="3485"/>
                  <a:pt x="779042" y="5880"/>
                  <a:pt x="763583" y="9582"/>
                </a:cubicBezTo>
                <a:lnTo>
                  <a:pt x="763583" y="13063"/>
                </a:lnTo>
                <a:lnTo>
                  <a:pt x="764889" y="13063"/>
                </a:lnTo>
                <a:cubicBezTo>
                  <a:pt x="767285" y="12847"/>
                  <a:pt x="769896" y="12628"/>
                  <a:pt x="771640" y="12628"/>
                </a:cubicBezTo>
                <a:cubicBezTo>
                  <a:pt x="778607" y="12628"/>
                  <a:pt x="780783" y="15678"/>
                  <a:pt x="780783" y="25911"/>
                </a:cubicBezTo>
                <a:lnTo>
                  <a:pt x="780783" y="129769"/>
                </a:lnTo>
                <a:cubicBezTo>
                  <a:pt x="780567" y="141527"/>
                  <a:pt x="777517" y="144574"/>
                  <a:pt x="764019" y="145444"/>
                </a:cubicBezTo>
                <a:lnTo>
                  <a:pt x="764019" y="148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E2851-8D5D-48D1-AF46-63E5A66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333" y="709948"/>
            <a:ext cx="460973" cy="2592"/>
          </a:xfrm>
          <a:custGeom xmlns:a="http://schemas.openxmlformats.org/drawingml/2006/main">
            <a:pathLst>
              <a:path w="460973" h="2592" fill="none">
                <a:moveTo>
                  <a:pt x="0" y="2592"/>
                </a:moveTo>
                <a:lnTo>
                  <a:pt x="4609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432D0-0008-4160-A053-AC789E3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209" y="658516"/>
            <a:ext cx="103136" cy="102863"/>
          </a:xfrm>
          <a:custGeom xmlns:a="http://schemas.openxmlformats.org/drawingml/2006/main">
            <a:pathLst>
              <a:path w="103136" h="102863">
                <a:moveTo>
                  <a:pt x="0" y="0"/>
                </a:moveTo>
                <a:lnTo>
                  <a:pt x="103136" y="50886"/>
                </a:lnTo>
                <a:lnTo>
                  <a:pt x="546" y="102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1937C-3A0D-47EE-A6B7-54729DB8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903" y="2862317"/>
            <a:ext cx="345013" cy="10"/>
          </a:xfrm>
          <a:custGeom xmlns:a="http://schemas.openxmlformats.org/drawingml/2006/main">
            <a:pathLst>
              <a:path w="345013" h="1" fill="none">
                <a:moveTo>
                  <a:pt x="3450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EA13B-CCF3-4E24-9833-A4596DD3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64" y="2810886"/>
            <a:ext cx="102863" cy="102863"/>
          </a:xfrm>
          <a:custGeom xmlns:a="http://schemas.openxmlformats.org/drawingml/2006/main">
            <a:pathLst>
              <a:path w="102863" h="102863">
                <a:moveTo>
                  <a:pt x="102863" y="102863"/>
                </a:moveTo>
                <a:lnTo>
                  <a:pt x="0" y="51431"/>
                </a:lnTo>
                <a:lnTo>
                  <a:pt x="102863" y="0"/>
                </a:lnTo>
                <a:lnTo>
                  <a:pt x="102863" y="102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10B34-0451-47E6-B572-80C76F8B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69" y="2864977"/>
            <a:ext cx="644734" cy="832"/>
          </a:xfrm>
          <a:custGeom xmlns:a="http://schemas.openxmlformats.org/drawingml/2006/main">
            <a:pathLst>
              <a:path w="644734" h="832" fill="none">
                <a:moveTo>
                  <a:pt x="644734" y="8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742FC-3769-4D83-A018-BF43DA86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630" y="2813573"/>
            <a:ext cx="102863" cy="102863"/>
          </a:xfrm>
          <a:custGeom xmlns:a="http://schemas.openxmlformats.org/drawingml/2006/main">
            <a:pathLst>
              <a:path w="102863" h="102863">
                <a:moveTo>
                  <a:pt x="102726" y="102863"/>
                </a:moveTo>
                <a:lnTo>
                  <a:pt x="0" y="51295"/>
                </a:lnTo>
                <a:lnTo>
                  <a:pt x="102863" y="0"/>
                </a:lnTo>
                <a:lnTo>
                  <a:pt x="102726" y="102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A1043-7DD3-4E38-8E22-6F6F54A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333" y="709402"/>
            <a:ext cx="460973" cy="925083"/>
          </a:xfrm>
          <a:custGeom xmlns:a="http://schemas.openxmlformats.org/drawingml/2006/main">
            <a:pathLst>
              <a:path w="460973" h="925083" fill="none">
                <a:moveTo>
                  <a:pt x="0" y="925083"/>
                </a:moveTo>
                <a:lnTo>
                  <a:pt x="143107" y="925083"/>
                </a:lnTo>
                <a:lnTo>
                  <a:pt x="143107" y="0"/>
                </a:lnTo>
                <a:lnTo>
                  <a:pt x="4609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85C3F-CD2A-4C71-A145-661CDDA3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482" y="657971"/>
            <a:ext cx="102863" cy="102863"/>
          </a:xfrm>
          <a:custGeom xmlns:a="http://schemas.openxmlformats.org/drawingml/2006/main">
            <a:pathLst>
              <a:path w="102863" h="102863">
                <a:moveTo>
                  <a:pt x="0" y="0"/>
                </a:moveTo>
                <a:lnTo>
                  <a:pt x="102863" y="51431"/>
                </a:lnTo>
                <a:lnTo>
                  <a:pt x="0" y="102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17408-4670-4291-9C58-5A159524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53" y="418549"/>
            <a:ext cx="1160139" cy="580070"/>
          </a:xfrm>
          <a:custGeom xmlns:a="http://schemas.openxmlformats.org/drawingml/2006/main">
            <a:pathLst>
              <a:path w="1160139" h="580070">
                <a:moveTo>
                  <a:pt x="115959" y="580070"/>
                </a:moveTo>
                <a:cubicBezTo>
                  <a:pt x="51977" y="580070"/>
                  <a:pt x="0" y="528093"/>
                  <a:pt x="0" y="463974"/>
                </a:cubicBezTo>
                <a:lnTo>
                  <a:pt x="0" y="115959"/>
                </a:lnTo>
                <a:cubicBezTo>
                  <a:pt x="0" y="51841"/>
                  <a:pt x="51977" y="0"/>
                  <a:pt x="115959" y="0"/>
                </a:cubicBezTo>
                <a:lnTo>
                  <a:pt x="1044180" y="0"/>
                </a:lnTo>
                <a:cubicBezTo>
                  <a:pt x="1108162" y="0"/>
                  <a:pt x="1160139" y="51841"/>
                  <a:pt x="1160139" y="115959"/>
                </a:cubicBezTo>
                <a:lnTo>
                  <a:pt x="1160139" y="463974"/>
                </a:lnTo>
                <a:cubicBezTo>
                  <a:pt x="1160139" y="528093"/>
                  <a:pt x="1108162" y="580070"/>
                  <a:pt x="1044180" y="580070"/>
                </a:cubicBezTo>
                <a:lnTo>
                  <a:pt x="115959" y="580070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51C2E-83C0-44CB-BA37-0998650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53" y="418549"/>
            <a:ext cx="1160139" cy="580070"/>
          </a:xfrm>
          <a:custGeom xmlns:a="http://schemas.openxmlformats.org/drawingml/2006/main">
            <a:pathLst>
              <a:path w="1160139" h="580070" fill="none">
                <a:moveTo>
                  <a:pt x="115959" y="580070"/>
                </a:moveTo>
                <a:lnTo>
                  <a:pt x="1044180" y="580070"/>
                </a:lnTo>
                <a:cubicBezTo>
                  <a:pt x="1108162" y="580070"/>
                  <a:pt x="1160139" y="528093"/>
                  <a:pt x="1160139" y="463974"/>
                </a:cubicBezTo>
                <a:lnTo>
                  <a:pt x="1160139" y="115959"/>
                </a:lnTo>
                <a:cubicBezTo>
                  <a:pt x="1160139" y="51841"/>
                  <a:pt x="1108162" y="0"/>
                  <a:pt x="1044180" y="0"/>
                </a:cubicBezTo>
                <a:lnTo>
                  <a:pt x="115959" y="0"/>
                </a:lnTo>
                <a:cubicBezTo>
                  <a:pt x="51977" y="0"/>
                  <a:pt x="0" y="51841"/>
                  <a:pt x="0" y="115959"/>
                </a:cubicBezTo>
                <a:lnTo>
                  <a:pt x="0" y="463974"/>
                </a:lnTo>
                <a:cubicBezTo>
                  <a:pt x="0" y="528093"/>
                  <a:pt x="51977" y="580070"/>
                  <a:pt x="115959" y="5800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39" name="Text Token">
            <a:extLst xmlns:a="http://schemas.openxmlformats.org/drawingml/2006/main">
              <a:ext uri="{FF2B5EF4-FFF2-40B4-BE49-F238E27FC236}">
                <a16:creationId xmlns:a16="http://schemas.microsoft.com/office/drawing/2014/main" id="{4E3226FD-4646-4AAF-AF7E-183E2A1D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872" y="494304"/>
            <a:ext cx="550597" cy="151116"/>
          </a:xfrm>
          <a:custGeom xmlns:a="http://schemas.openxmlformats.org/drawingml/2006/main">
            <a:pathLst>
              <a:path w="550597" h="151116">
                <a:moveTo>
                  <a:pt x="94855" y="144791"/>
                </a:moveTo>
                <a:cubicBezTo>
                  <a:pt x="76974" y="143919"/>
                  <a:pt x="74139" y="141304"/>
                  <a:pt x="73919" y="125167"/>
                </a:cubicBezTo>
                <a:lnTo>
                  <a:pt x="73919" y="13738"/>
                </a:lnTo>
                <a:lnTo>
                  <a:pt x="85695" y="13738"/>
                </a:lnTo>
                <a:cubicBezTo>
                  <a:pt x="110992" y="14174"/>
                  <a:pt x="115571" y="17881"/>
                  <a:pt x="120369" y="41651"/>
                </a:cubicBezTo>
                <a:lnTo>
                  <a:pt x="125599" y="41651"/>
                </a:lnTo>
                <a:lnTo>
                  <a:pt x="124291" y="4582"/>
                </a:lnTo>
                <a:lnTo>
                  <a:pt x="1308" y="4582"/>
                </a:lnTo>
                <a:lnTo>
                  <a:pt x="0" y="41651"/>
                </a:lnTo>
                <a:lnTo>
                  <a:pt x="5231" y="41651"/>
                </a:lnTo>
                <a:cubicBezTo>
                  <a:pt x="10248" y="17881"/>
                  <a:pt x="14826" y="14174"/>
                  <a:pt x="39904" y="13738"/>
                </a:cubicBezTo>
                <a:lnTo>
                  <a:pt x="51680" y="13738"/>
                </a:lnTo>
                <a:lnTo>
                  <a:pt x="51680" y="122768"/>
                </a:lnTo>
                <a:cubicBezTo>
                  <a:pt x="51460" y="141520"/>
                  <a:pt x="49497" y="143703"/>
                  <a:pt x="31180" y="144791"/>
                </a:cubicBezTo>
                <a:lnTo>
                  <a:pt x="31180" y="148933"/>
                </a:lnTo>
                <a:lnTo>
                  <a:pt x="94855" y="148933"/>
                </a:lnTo>
                <a:lnTo>
                  <a:pt x="94855" y="144791"/>
                </a:lnTo>
                <a:close/>
                <a:moveTo>
                  <a:pt x="184042" y="48629"/>
                </a:moveTo>
                <a:cubicBezTo>
                  <a:pt x="155473" y="48629"/>
                  <a:pt x="135849" y="69561"/>
                  <a:pt x="135849" y="99653"/>
                </a:cubicBezTo>
                <a:cubicBezTo>
                  <a:pt x="135849" y="129309"/>
                  <a:pt x="156129" y="151116"/>
                  <a:pt x="183603" y="151116"/>
                </a:cubicBezTo>
                <a:cubicBezTo>
                  <a:pt x="211079" y="151116"/>
                  <a:pt x="232011" y="128221"/>
                  <a:pt x="232011" y="97909"/>
                </a:cubicBezTo>
                <a:cubicBezTo>
                  <a:pt x="232011" y="69125"/>
                  <a:pt x="211951" y="48629"/>
                  <a:pt x="184042" y="48629"/>
                </a:cubicBezTo>
                <a:moveTo>
                  <a:pt x="181207" y="54734"/>
                </a:moveTo>
                <a:cubicBezTo>
                  <a:pt x="199524" y="54734"/>
                  <a:pt x="212387" y="75666"/>
                  <a:pt x="212387" y="105542"/>
                </a:cubicBezTo>
                <a:cubicBezTo>
                  <a:pt x="212387" y="130400"/>
                  <a:pt x="202575" y="145011"/>
                  <a:pt x="186221" y="145011"/>
                </a:cubicBezTo>
                <a:cubicBezTo>
                  <a:pt x="177717" y="145011"/>
                  <a:pt x="169648" y="139777"/>
                  <a:pt x="165069" y="131056"/>
                </a:cubicBezTo>
                <a:cubicBezTo>
                  <a:pt x="158964" y="119716"/>
                  <a:pt x="155473" y="104451"/>
                  <a:pt x="155473" y="88969"/>
                </a:cubicBezTo>
                <a:cubicBezTo>
                  <a:pt x="155473" y="68253"/>
                  <a:pt x="165505" y="54734"/>
                  <a:pt x="181207" y="54734"/>
                </a:cubicBezTo>
                <a:close/>
                <a:moveTo>
                  <a:pt x="240080" y="148933"/>
                </a:moveTo>
                <a:lnTo>
                  <a:pt x="291107" y="148933"/>
                </a:lnTo>
                <a:lnTo>
                  <a:pt x="291107" y="145663"/>
                </a:lnTo>
                <a:lnTo>
                  <a:pt x="286745" y="145446"/>
                </a:lnTo>
                <a:cubicBezTo>
                  <a:pt x="277585" y="144791"/>
                  <a:pt x="274970" y="142392"/>
                  <a:pt x="274750" y="134327"/>
                </a:cubicBezTo>
                <a:lnTo>
                  <a:pt x="274750" y="94203"/>
                </a:lnTo>
                <a:lnTo>
                  <a:pt x="305282" y="134979"/>
                </a:lnTo>
                <a:cubicBezTo>
                  <a:pt x="306153" y="136070"/>
                  <a:pt x="306806" y="137161"/>
                  <a:pt x="307461" y="137814"/>
                </a:cubicBezTo>
                <a:cubicBezTo>
                  <a:pt x="309205" y="139996"/>
                  <a:pt x="309860" y="141304"/>
                  <a:pt x="309860" y="142392"/>
                </a:cubicBezTo>
                <a:cubicBezTo>
                  <a:pt x="309860" y="144355"/>
                  <a:pt x="307897" y="145663"/>
                  <a:pt x="305282" y="145663"/>
                </a:cubicBezTo>
                <a:lnTo>
                  <a:pt x="301136" y="145663"/>
                </a:lnTo>
                <a:lnTo>
                  <a:pt x="301136" y="148933"/>
                </a:lnTo>
                <a:lnTo>
                  <a:pt x="348673" y="148933"/>
                </a:lnTo>
                <a:lnTo>
                  <a:pt x="348673" y="145663"/>
                </a:lnTo>
                <a:cubicBezTo>
                  <a:pt x="339080" y="145011"/>
                  <a:pt x="332319" y="140868"/>
                  <a:pt x="323163" y="129745"/>
                </a:cubicBezTo>
                <a:lnTo>
                  <a:pt x="289796" y="87442"/>
                </a:lnTo>
                <a:lnTo>
                  <a:pt x="296122" y="81556"/>
                </a:lnTo>
                <a:cubicBezTo>
                  <a:pt x="323379" y="57133"/>
                  <a:pt x="329268" y="53643"/>
                  <a:pt x="343223" y="54079"/>
                </a:cubicBezTo>
                <a:lnTo>
                  <a:pt x="343223" y="50808"/>
                </a:lnTo>
                <a:lnTo>
                  <a:pt x="298737" y="50808"/>
                </a:lnTo>
                <a:lnTo>
                  <a:pt x="298737" y="53862"/>
                </a:lnTo>
                <a:cubicBezTo>
                  <a:pt x="307241" y="54079"/>
                  <a:pt x="309640" y="54950"/>
                  <a:pt x="309640" y="57785"/>
                </a:cubicBezTo>
                <a:cubicBezTo>
                  <a:pt x="309640" y="59748"/>
                  <a:pt x="307677" y="62583"/>
                  <a:pt x="304626" y="65418"/>
                </a:cubicBezTo>
                <a:lnTo>
                  <a:pt x="274750" y="92023"/>
                </a:lnTo>
                <a:lnTo>
                  <a:pt x="274750" y="436"/>
                </a:lnTo>
                <a:lnTo>
                  <a:pt x="273879" y="0"/>
                </a:lnTo>
                <a:cubicBezTo>
                  <a:pt x="265374" y="2619"/>
                  <a:pt x="259052" y="4582"/>
                  <a:pt x="246621" y="7852"/>
                </a:cubicBezTo>
                <a:lnTo>
                  <a:pt x="240080" y="9596"/>
                </a:lnTo>
                <a:lnTo>
                  <a:pt x="240080" y="13083"/>
                </a:lnTo>
                <a:cubicBezTo>
                  <a:pt x="242915" y="12867"/>
                  <a:pt x="244878" y="12647"/>
                  <a:pt x="247057" y="12647"/>
                </a:cubicBezTo>
                <a:cubicBezTo>
                  <a:pt x="254474" y="12647"/>
                  <a:pt x="256434" y="15482"/>
                  <a:pt x="256434" y="25950"/>
                </a:cubicBezTo>
                <a:lnTo>
                  <a:pt x="256434" y="131056"/>
                </a:lnTo>
                <a:cubicBezTo>
                  <a:pt x="256217" y="142612"/>
                  <a:pt x="255562" y="143267"/>
                  <a:pt x="240080" y="145663"/>
                </a:cubicBezTo>
                <a:lnTo>
                  <a:pt x="240080" y="148933"/>
                </a:lnTo>
                <a:close/>
                <a:moveTo>
                  <a:pt x="436987" y="113175"/>
                </a:moveTo>
                <a:cubicBezTo>
                  <a:pt x="426522" y="129745"/>
                  <a:pt x="417143" y="136070"/>
                  <a:pt x="403188" y="136070"/>
                </a:cubicBezTo>
                <a:cubicBezTo>
                  <a:pt x="390761" y="136070"/>
                  <a:pt x="381384" y="129745"/>
                  <a:pt x="375059" y="117317"/>
                </a:cubicBezTo>
                <a:cubicBezTo>
                  <a:pt x="371133" y="109029"/>
                  <a:pt x="369609" y="102052"/>
                  <a:pt x="369173" y="88533"/>
                </a:cubicBezTo>
                <a:lnTo>
                  <a:pt x="436335" y="88533"/>
                </a:lnTo>
                <a:cubicBezTo>
                  <a:pt x="434588" y="74359"/>
                  <a:pt x="432408" y="68037"/>
                  <a:pt x="426958" y="61056"/>
                </a:cubicBezTo>
                <a:cubicBezTo>
                  <a:pt x="420413" y="53207"/>
                  <a:pt x="410385" y="48629"/>
                  <a:pt x="399046" y="48629"/>
                </a:cubicBezTo>
                <a:cubicBezTo>
                  <a:pt x="388142" y="48629"/>
                  <a:pt x="377894" y="52555"/>
                  <a:pt x="369609" y="59968"/>
                </a:cubicBezTo>
                <a:cubicBezTo>
                  <a:pt x="359357" y="68908"/>
                  <a:pt x="353471" y="84390"/>
                  <a:pt x="353471" y="102271"/>
                </a:cubicBezTo>
                <a:cubicBezTo>
                  <a:pt x="353471" y="132363"/>
                  <a:pt x="369173" y="151116"/>
                  <a:pt x="394248" y="151116"/>
                </a:cubicBezTo>
                <a:cubicBezTo>
                  <a:pt x="414963" y="151116"/>
                  <a:pt x="431317" y="138249"/>
                  <a:pt x="440477" y="114699"/>
                </a:cubicBezTo>
                <a:lnTo>
                  <a:pt x="436987" y="113175"/>
                </a:lnTo>
                <a:moveTo>
                  <a:pt x="369609" y="81556"/>
                </a:moveTo>
                <a:cubicBezTo>
                  <a:pt x="372005" y="64546"/>
                  <a:pt x="379421" y="56478"/>
                  <a:pt x="392720" y="56478"/>
                </a:cubicBezTo>
                <a:cubicBezTo>
                  <a:pt x="406023" y="56478"/>
                  <a:pt x="411257" y="62583"/>
                  <a:pt x="414092" y="81556"/>
                </a:cubicBezTo>
                <a:lnTo>
                  <a:pt x="369609" y="81556"/>
                </a:lnTo>
                <a:close/>
                <a:moveTo>
                  <a:pt x="448762" y="148933"/>
                </a:moveTo>
                <a:lnTo>
                  <a:pt x="494992" y="148933"/>
                </a:lnTo>
                <a:lnTo>
                  <a:pt x="494992" y="145663"/>
                </a:lnTo>
                <a:cubicBezTo>
                  <a:pt x="484088" y="145011"/>
                  <a:pt x="480598" y="142176"/>
                  <a:pt x="480598" y="134327"/>
                </a:cubicBezTo>
                <a:lnTo>
                  <a:pt x="480598" y="73051"/>
                </a:lnTo>
                <a:cubicBezTo>
                  <a:pt x="491065" y="63239"/>
                  <a:pt x="495863" y="60620"/>
                  <a:pt x="503060" y="60620"/>
                </a:cubicBezTo>
                <a:cubicBezTo>
                  <a:pt x="513744" y="60620"/>
                  <a:pt x="518978" y="67381"/>
                  <a:pt x="518978" y="81772"/>
                </a:cubicBezTo>
                <a:lnTo>
                  <a:pt x="518978" y="127346"/>
                </a:lnTo>
                <a:cubicBezTo>
                  <a:pt x="518542" y="141520"/>
                  <a:pt x="515924" y="145011"/>
                  <a:pt x="505240" y="145663"/>
                </a:cubicBezTo>
                <a:lnTo>
                  <a:pt x="505240" y="148933"/>
                </a:lnTo>
                <a:lnTo>
                  <a:pt x="550597" y="148933"/>
                </a:lnTo>
                <a:lnTo>
                  <a:pt x="550597" y="145663"/>
                </a:lnTo>
                <a:cubicBezTo>
                  <a:pt x="539910" y="144575"/>
                  <a:pt x="537511" y="141956"/>
                  <a:pt x="537295" y="131272"/>
                </a:cubicBezTo>
                <a:lnTo>
                  <a:pt x="537295" y="81336"/>
                </a:lnTo>
                <a:cubicBezTo>
                  <a:pt x="537295" y="60840"/>
                  <a:pt x="527699" y="48629"/>
                  <a:pt x="511565" y="48629"/>
                </a:cubicBezTo>
                <a:cubicBezTo>
                  <a:pt x="501533" y="48629"/>
                  <a:pt x="494772" y="52335"/>
                  <a:pt x="479946" y="66290"/>
                </a:cubicBezTo>
                <a:lnTo>
                  <a:pt x="479946" y="49064"/>
                </a:lnTo>
                <a:lnTo>
                  <a:pt x="478418" y="48629"/>
                </a:lnTo>
                <a:cubicBezTo>
                  <a:pt x="467079" y="52771"/>
                  <a:pt x="459666" y="55170"/>
                  <a:pt x="448326" y="58441"/>
                </a:cubicBezTo>
                <a:lnTo>
                  <a:pt x="448326" y="62147"/>
                </a:lnTo>
                <a:cubicBezTo>
                  <a:pt x="449853" y="61495"/>
                  <a:pt x="451817" y="61276"/>
                  <a:pt x="454216" y="61276"/>
                </a:cubicBezTo>
                <a:cubicBezTo>
                  <a:pt x="460321" y="61276"/>
                  <a:pt x="462281" y="64546"/>
                  <a:pt x="462281" y="75230"/>
                </a:cubicBezTo>
                <a:lnTo>
                  <a:pt x="462281" y="129309"/>
                </a:lnTo>
                <a:cubicBezTo>
                  <a:pt x="462065" y="142176"/>
                  <a:pt x="459666" y="145011"/>
                  <a:pt x="448762" y="145663"/>
                </a:cubicBezTo>
                <a:lnTo>
                  <a:pt x="448762" y="148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Insertion">
            <a:extLst xmlns:a="http://schemas.openxmlformats.org/drawingml/2006/main">
              <a:ext uri="{FF2B5EF4-FFF2-40B4-BE49-F238E27FC236}">
                <a16:creationId xmlns:a16="http://schemas.microsoft.com/office/drawing/2014/main" id="{42274F2D-1715-4F62-A230-6872590D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944" y="756732"/>
            <a:ext cx="767721" cy="150889"/>
          </a:xfrm>
          <a:custGeom xmlns:a="http://schemas.openxmlformats.org/drawingml/2006/main">
            <a:pathLst>
              <a:path w="767721" h="150889">
                <a:moveTo>
                  <a:pt x="0" y="148710"/>
                </a:moveTo>
                <a:lnTo>
                  <a:pt x="64665" y="148710"/>
                </a:lnTo>
                <a:lnTo>
                  <a:pt x="64665" y="144574"/>
                </a:lnTo>
                <a:cubicBezTo>
                  <a:pt x="46811" y="144138"/>
                  <a:pt x="43765" y="141092"/>
                  <a:pt x="43330" y="124979"/>
                </a:cubicBezTo>
                <a:lnTo>
                  <a:pt x="43330" y="28306"/>
                </a:lnTo>
                <a:cubicBezTo>
                  <a:pt x="43765" y="11977"/>
                  <a:pt x="46595" y="9362"/>
                  <a:pt x="64665" y="8711"/>
                </a:cubicBezTo>
                <a:lnTo>
                  <a:pt x="64665" y="4575"/>
                </a:lnTo>
                <a:lnTo>
                  <a:pt x="0" y="4575"/>
                </a:lnTo>
                <a:lnTo>
                  <a:pt x="0" y="8711"/>
                </a:lnTo>
                <a:cubicBezTo>
                  <a:pt x="18509" y="9797"/>
                  <a:pt x="20904" y="11977"/>
                  <a:pt x="21120" y="28306"/>
                </a:cubicBezTo>
                <a:lnTo>
                  <a:pt x="21120" y="124979"/>
                </a:lnTo>
                <a:cubicBezTo>
                  <a:pt x="20904" y="141527"/>
                  <a:pt x="18289" y="143922"/>
                  <a:pt x="0" y="144574"/>
                </a:cubicBezTo>
                <a:lnTo>
                  <a:pt x="0" y="148710"/>
                </a:lnTo>
                <a:close/>
                <a:moveTo>
                  <a:pt x="72504" y="148710"/>
                </a:moveTo>
                <a:lnTo>
                  <a:pt x="118664" y="148710"/>
                </a:lnTo>
                <a:lnTo>
                  <a:pt x="118664" y="145444"/>
                </a:lnTo>
                <a:cubicBezTo>
                  <a:pt x="107777" y="144793"/>
                  <a:pt x="104292" y="141962"/>
                  <a:pt x="104292" y="134125"/>
                </a:cubicBezTo>
                <a:lnTo>
                  <a:pt x="104292" y="72941"/>
                </a:lnTo>
                <a:cubicBezTo>
                  <a:pt x="114744" y="63144"/>
                  <a:pt x="119535" y="60529"/>
                  <a:pt x="126721" y="60529"/>
                </a:cubicBezTo>
                <a:cubicBezTo>
                  <a:pt x="137389" y="60529"/>
                  <a:pt x="142615" y="67280"/>
                  <a:pt x="142615" y="81649"/>
                </a:cubicBezTo>
                <a:lnTo>
                  <a:pt x="142615" y="127155"/>
                </a:lnTo>
                <a:cubicBezTo>
                  <a:pt x="142180" y="141308"/>
                  <a:pt x="139565" y="144793"/>
                  <a:pt x="128897" y="145444"/>
                </a:cubicBezTo>
                <a:lnTo>
                  <a:pt x="128897" y="148710"/>
                </a:lnTo>
                <a:lnTo>
                  <a:pt x="174187" y="148710"/>
                </a:lnTo>
                <a:lnTo>
                  <a:pt x="174187" y="145444"/>
                </a:lnTo>
                <a:cubicBezTo>
                  <a:pt x="163515" y="144358"/>
                  <a:pt x="161120" y="141743"/>
                  <a:pt x="160904" y="131075"/>
                </a:cubicBezTo>
                <a:lnTo>
                  <a:pt x="160904" y="81214"/>
                </a:lnTo>
                <a:cubicBezTo>
                  <a:pt x="160904" y="60748"/>
                  <a:pt x="151323" y="48556"/>
                  <a:pt x="135213" y="48556"/>
                </a:cubicBezTo>
                <a:cubicBezTo>
                  <a:pt x="125196" y="48556"/>
                  <a:pt x="118445" y="52257"/>
                  <a:pt x="103641" y="66190"/>
                </a:cubicBezTo>
                <a:lnTo>
                  <a:pt x="103641" y="48991"/>
                </a:lnTo>
                <a:lnTo>
                  <a:pt x="102116" y="48556"/>
                </a:lnTo>
                <a:cubicBezTo>
                  <a:pt x="90794" y="52692"/>
                  <a:pt x="83391" y="55087"/>
                  <a:pt x="72069" y="58353"/>
                </a:cubicBezTo>
                <a:lnTo>
                  <a:pt x="72069" y="62054"/>
                </a:lnTo>
                <a:cubicBezTo>
                  <a:pt x="73594" y="61403"/>
                  <a:pt x="75554" y="61184"/>
                  <a:pt x="77949" y="61184"/>
                </a:cubicBezTo>
                <a:cubicBezTo>
                  <a:pt x="84046" y="61184"/>
                  <a:pt x="86003" y="64449"/>
                  <a:pt x="86003" y="75117"/>
                </a:cubicBezTo>
                <a:lnTo>
                  <a:pt x="86003" y="129115"/>
                </a:lnTo>
                <a:cubicBezTo>
                  <a:pt x="85787" y="141962"/>
                  <a:pt x="83391" y="144793"/>
                  <a:pt x="72504" y="145444"/>
                </a:cubicBezTo>
                <a:lnTo>
                  <a:pt x="72504" y="148710"/>
                </a:lnTo>
                <a:close/>
                <a:moveTo>
                  <a:pt x="246035" y="80343"/>
                </a:moveTo>
                <a:lnTo>
                  <a:pt x="245165" y="50516"/>
                </a:lnTo>
                <a:lnTo>
                  <a:pt x="242770" y="50516"/>
                </a:lnTo>
                <a:cubicBezTo>
                  <a:pt x="241683" y="52257"/>
                  <a:pt x="240594" y="52911"/>
                  <a:pt x="239288" y="52911"/>
                </a:cubicBezTo>
                <a:cubicBezTo>
                  <a:pt x="237982" y="52911"/>
                  <a:pt x="235803" y="52476"/>
                  <a:pt x="233407" y="51386"/>
                </a:cubicBezTo>
                <a:cubicBezTo>
                  <a:pt x="228401" y="49645"/>
                  <a:pt x="223394" y="48556"/>
                  <a:pt x="218168" y="48556"/>
                </a:cubicBezTo>
                <a:cubicBezTo>
                  <a:pt x="200965" y="48556"/>
                  <a:pt x="188556" y="59878"/>
                  <a:pt x="188556" y="75553"/>
                </a:cubicBezTo>
                <a:cubicBezTo>
                  <a:pt x="188556" y="87745"/>
                  <a:pt x="195523" y="96457"/>
                  <a:pt x="214032" y="106909"/>
                </a:cubicBezTo>
                <a:lnTo>
                  <a:pt x="226660" y="114091"/>
                </a:lnTo>
                <a:cubicBezTo>
                  <a:pt x="234278" y="118447"/>
                  <a:pt x="237982" y="123673"/>
                  <a:pt x="237982" y="130420"/>
                </a:cubicBezTo>
                <a:cubicBezTo>
                  <a:pt x="237982" y="140002"/>
                  <a:pt x="231012" y="146098"/>
                  <a:pt x="219909" y="146098"/>
                </a:cubicBezTo>
                <a:cubicBezTo>
                  <a:pt x="204885" y="146098"/>
                  <a:pt x="197264" y="137826"/>
                  <a:pt x="192257" y="115616"/>
                </a:cubicBezTo>
                <a:lnTo>
                  <a:pt x="188772" y="115616"/>
                </a:lnTo>
                <a:lnTo>
                  <a:pt x="188772" y="149584"/>
                </a:lnTo>
                <a:lnTo>
                  <a:pt x="191603" y="149584"/>
                </a:lnTo>
                <a:cubicBezTo>
                  <a:pt x="193128" y="147404"/>
                  <a:pt x="193998" y="146969"/>
                  <a:pt x="196613" y="146969"/>
                </a:cubicBezTo>
                <a:cubicBezTo>
                  <a:pt x="199008" y="146969"/>
                  <a:pt x="201620" y="147404"/>
                  <a:pt x="206626" y="148710"/>
                </a:cubicBezTo>
                <a:cubicBezTo>
                  <a:pt x="212507" y="150019"/>
                  <a:pt x="218168" y="150889"/>
                  <a:pt x="222520" y="150889"/>
                </a:cubicBezTo>
                <a:cubicBezTo>
                  <a:pt x="239504" y="150889"/>
                  <a:pt x="253222" y="138261"/>
                  <a:pt x="253222" y="123018"/>
                </a:cubicBezTo>
                <a:cubicBezTo>
                  <a:pt x="253222" y="112131"/>
                  <a:pt x="247996" y="104948"/>
                  <a:pt x="234932" y="97108"/>
                </a:cubicBezTo>
                <a:lnTo>
                  <a:pt x="211417" y="83174"/>
                </a:lnTo>
                <a:cubicBezTo>
                  <a:pt x="205321" y="79473"/>
                  <a:pt x="202055" y="74247"/>
                  <a:pt x="202055" y="68370"/>
                </a:cubicBezTo>
                <a:cubicBezTo>
                  <a:pt x="202055" y="59443"/>
                  <a:pt x="208806" y="53562"/>
                  <a:pt x="218819" y="53562"/>
                </a:cubicBezTo>
                <a:cubicBezTo>
                  <a:pt x="231231" y="53562"/>
                  <a:pt x="237763" y="60748"/>
                  <a:pt x="242770" y="80343"/>
                </a:cubicBezTo>
                <a:lnTo>
                  <a:pt x="246035" y="80343"/>
                </a:lnTo>
                <a:close/>
                <a:moveTo>
                  <a:pt x="351635" y="113005"/>
                </a:moveTo>
                <a:cubicBezTo>
                  <a:pt x="341186" y="129550"/>
                  <a:pt x="331821" y="135866"/>
                  <a:pt x="317887" y="135866"/>
                </a:cubicBezTo>
                <a:cubicBezTo>
                  <a:pt x="305478" y="135866"/>
                  <a:pt x="296116" y="129550"/>
                  <a:pt x="289800" y="117141"/>
                </a:cubicBezTo>
                <a:cubicBezTo>
                  <a:pt x="285880" y="108865"/>
                  <a:pt x="284358" y="101898"/>
                  <a:pt x="283923" y="88400"/>
                </a:cubicBezTo>
                <a:lnTo>
                  <a:pt x="350984" y="88400"/>
                </a:lnTo>
                <a:cubicBezTo>
                  <a:pt x="349239" y="74247"/>
                  <a:pt x="347063" y="67935"/>
                  <a:pt x="341621" y="60964"/>
                </a:cubicBezTo>
                <a:cubicBezTo>
                  <a:pt x="335086" y="53127"/>
                  <a:pt x="325073" y="48556"/>
                  <a:pt x="313750" y="48556"/>
                </a:cubicBezTo>
                <a:cubicBezTo>
                  <a:pt x="302863" y="48556"/>
                  <a:pt x="292631" y="52476"/>
                  <a:pt x="284358" y="59878"/>
                </a:cubicBezTo>
                <a:cubicBezTo>
                  <a:pt x="274122" y="68805"/>
                  <a:pt x="268245" y="84264"/>
                  <a:pt x="268245" y="102118"/>
                </a:cubicBezTo>
                <a:cubicBezTo>
                  <a:pt x="268245" y="132165"/>
                  <a:pt x="283923" y="150889"/>
                  <a:pt x="308960" y="150889"/>
                </a:cubicBezTo>
                <a:cubicBezTo>
                  <a:pt x="329644" y="150889"/>
                  <a:pt x="345974" y="138042"/>
                  <a:pt x="355120" y="114527"/>
                </a:cubicBezTo>
                <a:lnTo>
                  <a:pt x="351635" y="113005"/>
                </a:lnTo>
                <a:moveTo>
                  <a:pt x="284358" y="81433"/>
                </a:moveTo>
                <a:cubicBezTo>
                  <a:pt x="286750" y="64449"/>
                  <a:pt x="294156" y="56393"/>
                  <a:pt x="307435" y="56393"/>
                </a:cubicBezTo>
                <a:cubicBezTo>
                  <a:pt x="320717" y="56393"/>
                  <a:pt x="325943" y="62489"/>
                  <a:pt x="328774" y="81433"/>
                </a:cubicBezTo>
                <a:lnTo>
                  <a:pt x="284358" y="81433"/>
                </a:lnTo>
                <a:close/>
                <a:moveTo>
                  <a:pt x="360562" y="148710"/>
                </a:moveTo>
                <a:lnTo>
                  <a:pt x="412819" y="148710"/>
                </a:lnTo>
                <a:lnTo>
                  <a:pt x="412819" y="145444"/>
                </a:lnTo>
                <a:cubicBezTo>
                  <a:pt x="398230" y="145009"/>
                  <a:pt x="394745" y="141962"/>
                  <a:pt x="394310" y="129115"/>
                </a:cubicBezTo>
                <a:lnTo>
                  <a:pt x="394310" y="80127"/>
                </a:lnTo>
                <a:cubicBezTo>
                  <a:pt x="394310" y="73157"/>
                  <a:pt x="403456" y="62273"/>
                  <a:pt x="409553" y="62273"/>
                </a:cubicBezTo>
                <a:cubicBezTo>
                  <a:pt x="410858" y="62273"/>
                  <a:pt x="412819" y="63360"/>
                  <a:pt x="415214" y="65539"/>
                </a:cubicBezTo>
                <a:cubicBezTo>
                  <a:pt x="418480" y="68805"/>
                  <a:pt x="421091" y="69891"/>
                  <a:pt x="423922" y="69891"/>
                </a:cubicBezTo>
                <a:cubicBezTo>
                  <a:pt x="429148" y="69891"/>
                  <a:pt x="432413" y="66190"/>
                  <a:pt x="432413" y="60094"/>
                </a:cubicBezTo>
                <a:cubicBezTo>
                  <a:pt x="432413" y="52911"/>
                  <a:pt x="427842" y="48556"/>
                  <a:pt x="420440" y="48556"/>
                </a:cubicBezTo>
                <a:cubicBezTo>
                  <a:pt x="411294" y="48556"/>
                  <a:pt x="405197" y="53346"/>
                  <a:pt x="394310" y="69021"/>
                </a:cubicBezTo>
                <a:lnTo>
                  <a:pt x="394310" y="48991"/>
                </a:lnTo>
                <a:lnTo>
                  <a:pt x="393224" y="48556"/>
                </a:lnTo>
                <a:cubicBezTo>
                  <a:pt x="381031" y="53346"/>
                  <a:pt x="373190" y="56393"/>
                  <a:pt x="360997" y="60313"/>
                </a:cubicBezTo>
                <a:lnTo>
                  <a:pt x="360997" y="63795"/>
                </a:lnTo>
                <a:cubicBezTo>
                  <a:pt x="364047" y="63144"/>
                  <a:pt x="366007" y="62925"/>
                  <a:pt x="368619" y="62925"/>
                </a:cubicBezTo>
                <a:cubicBezTo>
                  <a:pt x="374060" y="62925"/>
                  <a:pt x="376021" y="66410"/>
                  <a:pt x="376021" y="75988"/>
                </a:cubicBezTo>
                <a:lnTo>
                  <a:pt x="376021" y="130420"/>
                </a:lnTo>
                <a:cubicBezTo>
                  <a:pt x="375585" y="141743"/>
                  <a:pt x="374280" y="143052"/>
                  <a:pt x="360562" y="145444"/>
                </a:cubicBezTo>
                <a:lnTo>
                  <a:pt x="360562" y="148710"/>
                </a:lnTo>
                <a:close/>
                <a:moveTo>
                  <a:pt x="488370" y="50732"/>
                </a:moveTo>
                <a:lnTo>
                  <a:pt x="466379" y="50732"/>
                </a:lnTo>
                <a:lnTo>
                  <a:pt x="466379" y="25475"/>
                </a:lnTo>
                <a:cubicBezTo>
                  <a:pt x="466379" y="23299"/>
                  <a:pt x="465944" y="22645"/>
                  <a:pt x="464855" y="22645"/>
                </a:cubicBezTo>
                <a:cubicBezTo>
                  <a:pt x="452226" y="40934"/>
                  <a:pt x="445695" y="48336"/>
                  <a:pt x="439382" y="52037"/>
                </a:cubicBezTo>
                <a:cubicBezTo>
                  <a:pt x="436987" y="53562"/>
                  <a:pt x="435678" y="54868"/>
                  <a:pt x="435678" y="56177"/>
                </a:cubicBezTo>
                <a:cubicBezTo>
                  <a:pt x="435678" y="56828"/>
                  <a:pt x="435897" y="57263"/>
                  <a:pt x="436552" y="57699"/>
                </a:cubicBezTo>
                <a:lnTo>
                  <a:pt x="448090" y="57699"/>
                </a:lnTo>
                <a:lnTo>
                  <a:pt x="448090" y="123238"/>
                </a:lnTo>
                <a:cubicBezTo>
                  <a:pt x="448090" y="141527"/>
                  <a:pt x="454622" y="150889"/>
                  <a:pt x="467469" y="150889"/>
                </a:cubicBezTo>
                <a:cubicBezTo>
                  <a:pt x="478137" y="150889"/>
                  <a:pt x="486410" y="145663"/>
                  <a:pt x="493596" y="134341"/>
                </a:cubicBezTo>
                <a:lnTo>
                  <a:pt x="490765" y="131945"/>
                </a:lnTo>
                <a:cubicBezTo>
                  <a:pt x="485974" y="137607"/>
                  <a:pt x="482493" y="139567"/>
                  <a:pt x="477702" y="139567"/>
                </a:cubicBezTo>
                <a:cubicBezTo>
                  <a:pt x="469645" y="139567"/>
                  <a:pt x="466379" y="133690"/>
                  <a:pt x="466379" y="119972"/>
                </a:cubicBezTo>
                <a:lnTo>
                  <a:pt x="466379" y="57699"/>
                </a:lnTo>
                <a:lnTo>
                  <a:pt x="488370" y="57699"/>
                </a:lnTo>
                <a:lnTo>
                  <a:pt x="488370" y="50732"/>
                </a:lnTo>
                <a:close/>
                <a:moveTo>
                  <a:pt x="496862" y="148710"/>
                </a:moveTo>
                <a:lnTo>
                  <a:pt x="548464" y="148710"/>
                </a:lnTo>
                <a:lnTo>
                  <a:pt x="548464" y="145444"/>
                </a:lnTo>
                <a:cubicBezTo>
                  <a:pt x="534095" y="144358"/>
                  <a:pt x="532570" y="142397"/>
                  <a:pt x="532351" y="126503"/>
                </a:cubicBezTo>
                <a:lnTo>
                  <a:pt x="532351" y="49207"/>
                </a:lnTo>
                <a:lnTo>
                  <a:pt x="531480" y="48556"/>
                </a:lnTo>
                <a:lnTo>
                  <a:pt x="497732" y="60529"/>
                </a:lnTo>
                <a:lnTo>
                  <a:pt x="497732" y="63795"/>
                </a:lnTo>
                <a:lnTo>
                  <a:pt x="499476" y="63579"/>
                </a:lnTo>
                <a:cubicBezTo>
                  <a:pt x="502088" y="63144"/>
                  <a:pt x="504699" y="62925"/>
                  <a:pt x="506879" y="62925"/>
                </a:cubicBezTo>
                <a:cubicBezTo>
                  <a:pt x="512105" y="62925"/>
                  <a:pt x="514061" y="66410"/>
                  <a:pt x="514061" y="75988"/>
                </a:cubicBezTo>
                <a:lnTo>
                  <a:pt x="514061" y="126503"/>
                </a:lnTo>
                <a:cubicBezTo>
                  <a:pt x="513626" y="142613"/>
                  <a:pt x="511669" y="144793"/>
                  <a:pt x="496862" y="145444"/>
                </a:cubicBezTo>
                <a:lnTo>
                  <a:pt x="496862" y="148710"/>
                </a:lnTo>
                <a:moveTo>
                  <a:pt x="521248" y="0"/>
                </a:moveTo>
                <a:cubicBezTo>
                  <a:pt x="515370" y="0"/>
                  <a:pt x="510360" y="5010"/>
                  <a:pt x="510360" y="11106"/>
                </a:cubicBezTo>
                <a:cubicBezTo>
                  <a:pt x="510360" y="17419"/>
                  <a:pt x="515151" y="22210"/>
                  <a:pt x="521248" y="22210"/>
                </a:cubicBezTo>
                <a:cubicBezTo>
                  <a:pt x="527779" y="22210"/>
                  <a:pt x="532570" y="17419"/>
                  <a:pt x="532570" y="11106"/>
                </a:cubicBezTo>
                <a:cubicBezTo>
                  <a:pt x="532570" y="4791"/>
                  <a:pt x="527563" y="0"/>
                  <a:pt x="521248" y="0"/>
                </a:cubicBezTo>
                <a:close/>
                <a:moveTo>
                  <a:pt x="608342" y="48556"/>
                </a:moveTo>
                <a:cubicBezTo>
                  <a:pt x="579817" y="48556"/>
                  <a:pt x="560222" y="69456"/>
                  <a:pt x="560222" y="99503"/>
                </a:cubicBezTo>
                <a:cubicBezTo>
                  <a:pt x="560222" y="129115"/>
                  <a:pt x="580471" y="150889"/>
                  <a:pt x="607903" y="150889"/>
                </a:cubicBezTo>
                <a:cubicBezTo>
                  <a:pt x="635339" y="150889"/>
                  <a:pt x="656240" y="128028"/>
                  <a:pt x="656240" y="97762"/>
                </a:cubicBezTo>
                <a:cubicBezTo>
                  <a:pt x="656240" y="69021"/>
                  <a:pt x="636209" y="48556"/>
                  <a:pt x="608342" y="48556"/>
                </a:cubicBezTo>
                <a:moveTo>
                  <a:pt x="605511" y="54652"/>
                </a:moveTo>
                <a:cubicBezTo>
                  <a:pt x="623801" y="54652"/>
                  <a:pt x="636645" y="75553"/>
                  <a:pt x="636645" y="105384"/>
                </a:cubicBezTo>
                <a:cubicBezTo>
                  <a:pt x="636645" y="130205"/>
                  <a:pt x="626847" y="144793"/>
                  <a:pt x="610518" y="144793"/>
                </a:cubicBezTo>
                <a:cubicBezTo>
                  <a:pt x="602026" y="144793"/>
                  <a:pt x="593970" y="139567"/>
                  <a:pt x="589398" y="130859"/>
                </a:cubicBezTo>
                <a:cubicBezTo>
                  <a:pt x="583302" y="119537"/>
                  <a:pt x="579817" y="104294"/>
                  <a:pt x="579817" y="88835"/>
                </a:cubicBezTo>
                <a:cubicBezTo>
                  <a:pt x="579817" y="68150"/>
                  <a:pt x="589833" y="54652"/>
                  <a:pt x="605511" y="54652"/>
                </a:cubicBezTo>
                <a:close/>
                <a:moveTo>
                  <a:pt x="666039" y="148710"/>
                </a:moveTo>
                <a:lnTo>
                  <a:pt x="712199" y="148710"/>
                </a:lnTo>
                <a:lnTo>
                  <a:pt x="712199" y="145444"/>
                </a:lnTo>
                <a:cubicBezTo>
                  <a:pt x="701312" y="144793"/>
                  <a:pt x="697827" y="141962"/>
                  <a:pt x="697827" y="134125"/>
                </a:cubicBezTo>
                <a:lnTo>
                  <a:pt x="697827" y="72941"/>
                </a:lnTo>
                <a:cubicBezTo>
                  <a:pt x="708278" y="63144"/>
                  <a:pt x="713069" y="60529"/>
                  <a:pt x="720255" y="60529"/>
                </a:cubicBezTo>
                <a:cubicBezTo>
                  <a:pt x="730923" y="60529"/>
                  <a:pt x="736149" y="67280"/>
                  <a:pt x="736149" y="81649"/>
                </a:cubicBezTo>
                <a:lnTo>
                  <a:pt x="736149" y="127155"/>
                </a:lnTo>
                <a:cubicBezTo>
                  <a:pt x="735714" y="141308"/>
                  <a:pt x="733099" y="144793"/>
                  <a:pt x="722432" y="145444"/>
                </a:cubicBezTo>
                <a:lnTo>
                  <a:pt x="722432" y="148710"/>
                </a:lnTo>
                <a:lnTo>
                  <a:pt x="767721" y="148710"/>
                </a:lnTo>
                <a:lnTo>
                  <a:pt x="767721" y="145444"/>
                </a:lnTo>
                <a:cubicBezTo>
                  <a:pt x="757050" y="144358"/>
                  <a:pt x="754655" y="141743"/>
                  <a:pt x="754439" y="131075"/>
                </a:cubicBezTo>
                <a:lnTo>
                  <a:pt x="754439" y="81214"/>
                </a:lnTo>
                <a:cubicBezTo>
                  <a:pt x="754439" y="60748"/>
                  <a:pt x="744857" y="48556"/>
                  <a:pt x="728747" y="48556"/>
                </a:cubicBezTo>
                <a:cubicBezTo>
                  <a:pt x="718730" y="48556"/>
                  <a:pt x="711980" y="52257"/>
                  <a:pt x="697175" y="66190"/>
                </a:cubicBezTo>
                <a:lnTo>
                  <a:pt x="697175" y="48991"/>
                </a:lnTo>
                <a:lnTo>
                  <a:pt x="695650" y="48556"/>
                </a:lnTo>
                <a:cubicBezTo>
                  <a:pt x="684328" y="52692"/>
                  <a:pt x="676926" y="55087"/>
                  <a:pt x="665603" y="58353"/>
                </a:cubicBezTo>
                <a:lnTo>
                  <a:pt x="665603" y="62054"/>
                </a:lnTo>
                <a:cubicBezTo>
                  <a:pt x="667128" y="61403"/>
                  <a:pt x="669089" y="61184"/>
                  <a:pt x="671484" y="61184"/>
                </a:cubicBezTo>
                <a:cubicBezTo>
                  <a:pt x="677580" y="61184"/>
                  <a:pt x="679537" y="64449"/>
                  <a:pt x="679537" y="75117"/>
                </a:cubicBezTo>
                <a:lnTo>
                  <a:pt x="679537" y="129115"/>
                </a:lnTo>
                <a:cubicBezTo>
                  <a:pt x="679321" y="141962"/>
                  <a:pt x="676926" y="144793"/>
                  <a:pt x="666039" y="145444"/>
                </a:cubicBezTo>
                <a:lnTo>
                  <a:pt x="666039" y="148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57AB8-5BC0-4909-9026-6DB6DCD9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399" y="1344450"/>
            <a:ext cx="1276099" cy="580070"/>
          </a:xfrm>
          <a:custGeom xmlns:a="http://schemas.openxmlformats.org/drawingml/2006/main">
            <a:pathLst>
              <a:path w="1276099" h="580070">
                <a:moveTo>
                  <a:pt x="115959" y="580070"/>
                </a:moveTo>
                <a:cubicBezTo>
                  <a:pt x="51841" y="580070"/>
                  <a:pt x="0" y="528093"/>
                  <a:pt x="0" y="464110"/>
                </a:cubicBezTo>
                <a:lnTo>
                  <a:pt x="0" y="116096"/>
                </a:lnTo>
                <a:cubicBezTo>
                  <a:pt x="0" y="51977"/>
                  <a:pt x="51841" y="0"/>
                  <a:pt x="115959" y="0"/>
                </a:cubicBezTo>
                <a:lnTo>
                  <a:pt x="1160139" y="0"/>
                </a:lnTo>
                <a:cubicBezTo>
                  <a:pt x="1224121" y="0"/>
                  <a:pt x="1276099" y="51977"/>
                  <a:pt x="1276099" y="116096"/>
                </a:cubicBezTo>
                <a:lnTo>
                  <a:pt x="1276099" y="464110"/>
                </a:lnTo>
                <a:cubicBezTo>
                  <a:pt x="1276099" y="528093"/>
                  <a:pt x="1224121" y="580070"/>
                  <a:pt x="1160139" y="580070"/>
                </a:cubicBezTo>
                <a:lnTo>
                  <a:pt x="115959" y="580070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00F85-A041-411A-9F73-06C2553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399" y="1344450"/>
            <a:ext cx="1276099" cy="580070"/>
          </a:xfrm>
          <a:custGeom xmlns:a="http://schemas.openxmlformats.org/drawingml/2006/main">
            <a:pathLst>
              <a:path w="1276099" h="580070" fill="none">
                <a:moveTo>
                  <a:pt x="115959" y="580070"/>
                </a:moveTo>
                <a:lnTo>
                  <a:pt x="1160139" y="580070"/>
                </a:lnTo>
                <a:cubicBezTo>
                  <a:pt x="1224121" y="580070"/>
                  <a:pt x="1276099" y="528093"/>
                  <a:pt x="1276099" y="464110"/>
                </a:cubicBezTo>
                <a:lnTo>
                  <a:pt x="1276099" y="116096"/>
                </a:lnTo>
                <a:cubicBezTo>
                  <a:pt x="1276099" y="51977"/>
                  <a:pt x="1224121" y="0"/>
                  <a:pt x="1160139" y="0"/>
                </a:cubicBezTo>
                <a:lnTo>
                  <a:pt x="115959" y="0"/>
                </a:lnTo>
                <a:cubicBezTo>
                  <a:pt x="51841" y="0"/>
                  <a:pt x="0" y="51977"/>
                  <a:pt x="0" y="116096"/>
                </a:cubicBezTo>
                <a:lnTo>
                  <a:pt x="0" y="464110"/>
                </a:lnTo>
                <a:cubicBezTo>
                  <a:pt x="0" y="528093"/>
                  <a:pt x="51841" y="580070"/>
                  <a:pt x="115959" y="5800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43" name="Text IDDE">
            <a:extLst xmlns:a="http://schemas.openxmlformats.org/drawingml/2006/main">
              <a:ext uri="{FF2B5EF4-FFF2-40B4-BE49-F238E27FC236}">
                <a16:creationId xmlns:a16="http://schemas.microsoft.com/office/drawing/2014/main" id="{32AE12BB-0B76-40F9-A64C-95670B65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435" y="1425685"/>
            <a:ext cx="513847" cy="144135"/>
          </a:xfrm>
          <a:custGeom xmlns:a="http://schemas.openxmlformats.org/drawingml/2006/main">
            <a:pathLst>
              <a:path w="513847" h="144135">
                <a:moveTo>
                  <a:pt x="0" y="144135"/>
                </a:moveTo>
                <a:lnTo>
                  <a:pt x="64665" y="144135"/>
                </a:lnTo>
                <a:lnTo>
                  <a:pt x="64665" y="139999"/>
                </a:lnTo>
                <a:cubicBezTo>
                  <a:pt x="46811" y="139563"/>
                  <a:pt x="43765" y="136517"/>
                  <a:pt x="43330" y="120404"/>
                </a:cubicBezTo>
                <a:lnTo>
                  <a:pt x="43330" y="23731"/>
                </a:lnTo>
                <a:cubicBezTo>
                  <a:pt x="43765" y="7402"/>
                  <a:pt x="46595" y="4787"/>
                  <a:pt x="64665" y="4136"/>
                </a:cubicBezTo>
                <a:lnTo>
                  <a:pt x="64665" y="0"/>
                </a:lnTo>
                <a:lnTo>
                  <a:pt x="0" y="0"/>
                </a:lnTo>
                <a:lnTo>
                  <a:pt x="0" y="4136"/>
                </a:lnTo>
                <a:cubicBezTo>
                  <a:pt x="18509" y="5223"/>
                  <a:pt x="20904" y="7402"/>
                  <a:pt x="21120" y="23731"/>
                </a:cubicBezTo>
                <a:lnTo>
                  <a:pt x="21120" y="120404"/>
                </a:lnTo>
                <a:cubicBezTo>
                  <a:pt x="20904" y="136952"/>
                  <a:pt x="18289" y="139348"/>
                  <a:pt x="0" y="139999"/>
                </a:cubicBezTo>
                <a:lnTo>
                  <a:pt x="0" y="144135"/>
                </a:lnTo>
                <a:close/>
                <a:moveTo>
                  <a:pt x="72069" y="144135"/>
                </a:moveTo>
                <a:lnTo>
                  <a:pt x="133904" y="144135"/>
                </a:lnTo>
                <a:cubicBezTo>
                  <a:pt x="159163" y="144135"/>
                  <a:pt x="182024" y="136952"/>
                  <a:pt x="195523" y="124759"/>
                </a:cubicBezTo>
                <a:cubicBezTo>
                  <a:pt x="209676" y="111912"/>
                  <a:pt x="217732" y="92533"/>
                  <a:pt x="217732" y="71413"/>
                </a:cubicBezTo>
                <a:cubicBezTo>
                  <a:pt x="217732" y="51818"/>
                  <a:pt x="211417" y="34834"/>
                  <a:pt x="199224" y="22861"/>
                </a:cubicBezTo>
                <a:cubicBezTo>
                  <a:pt x="184419" y="7837"/>
                  <a:pt x="160685" y="0"/>
                  <a:pt x="130857" y="0"/>
                </a:cubicBezTo>
                <a:lnTo>
                  <a:pt x="72069" y="0"/>
                </a:lnTo>
                <a:lnTo>
                  <a:pt x="72069" y="4136"/>
                </a:lnTo>
                <a:cubicBezTo>
                  <a:pt x="89269" y="5661"/>
                  <a:pt x="91013" y="7402"/>
                  <a:pt x="91229" y="23731"/>
                </a:cubicBezTo>
                <a:lnTo>
                  <a:pt x="91229" y="120404"/>
                </a:lnTo>
                <a:cubicBezTo>
                  <a:pt x="91013" y="136298"/>
                  <a:pt x="88398" y="138912"/>
                  <a:pt x="72069" y="139999"/>
                </a:cubicBezTo>
                <a:lnTo>
                  <a:pt x="72069" y="144135"/>
                </a:lnTo>
                <a:moveTo>
                  <a:pt x="113438" y="16545"/>
                </a:moveTo>
                <a:cubicBezTo>
                  <a:pt x="113438" y="9797"/>
                  <a:pt x="115614" y="8053"/>
                  <a:pt x="124761" y="8053"/>
                </a:cubicBezTo>
                <a:cubicBezTo>
                  <a:pt x="143701" y="8053"/>
                  <a:pt x="157638" y="11538"/>
                  <a:pt x="168090" y="18940"/>
                </a:cubicBezTo>
                <a:cubicBezTo>
                  <a:pt x="185071" y="30698"/>
                  <a:pt x="193998" y="49423"/>
                  <a:pt x="193998" y="72938"/>
                </a:cubicBezTo>
                <a:cubicBezTo>
                  <a:pt x="193998" y="98629"/>
                  <a:pt x="185071" y="116919"/>
                  <a:pt x="167436" y="127155"/>
                </a:cubicBezTo>
                <a:cubicBezTo>
                  <a:pt x="156333" y="133467"/>
                  <a:pt x="143701" y="136082"/>
                  <a:pt x="124761" y="136082"/>
                </a:cubicBezTo>
                <a:cubicBezTo>
                  <a:pt x="116050" y="136082"/>
                  <a:pt x="113438" y="134122"/>
                  <a:pt x="113438" y="127155"/>
                </a:cubicBezTo>
                <a:lnTo>
                  <a:pt x="113438" y="16545"/>
                </a:lnTo>
                <a:close/>
                <a:moveTo>
                  <a:pt x="230142" y="144135"/>
                </a:moveTo>
                <a:lnTo>
                  <a:pt x="291977" y="144135"/>
                </a:lnTo>
                <a:cubicBezTo>
                  <a:pt x="317236" y="144135"/>
                  <a:pt x="340097" y="136952"/>
                  <a:pt x="353596" y="124759"/>
                </a:cubicBezTo>
                <a:cubicBezTo>
                  <a:pt x="367749" y="111912"/>
                  <a:pt x="375805" y="92533"/>
                  <a:pt x="375805" y="71413"/>
                </a:cubicBezTo>
                <a:cubicBezTo>
                  <a:pt x="375805" y="51818"/>
                  <a:pt x="369489" y="34834"/>
                  <a:pt x="357297" y="22861"/>
                </a:cubicBezTo>
                <a:cubicBezTo>
                  <a:pt x="342492" y="7837"/>
                  <a:pt x="318758" y="0"/>
                  <a:pt x="288930" y="0"/>
                </a:cubicBezTo>
                <a:lnTo>
                  <a:pt x="230142" y="0"/>
                </a:lnTo>
                <a:lnTo>
                  <a:pt x="230142" y="4136"/>
                </a:lnTo>
                <a:cubicBezTo>
                  <a:pt x="247341" y="5661"/>
                  <a:pt x="249086" y="7402"/>
                  <a:pt x="249302" y="23731"/>
                </a:cubicBezTo>
                <a:lnTo>
                  <a:pt x="249302" y="120404"/>
                </a:lnTo>
                <a:cubicBezTo>
                  <a:pt x="249086" y="136298"/>
                  <a:pt x="246471" y="138912"/>
                  <a:pt x="230142" y="139999"/>
                </a:cubicBezTo>
                <a:lnTo>
                  <a:pt x="230142" y="144135"/>
                </a:lnTo>
                <a:moveTo>
                  <a:pt x="271511" y="16545"/>
                </a:moveTo>
                <a:cubicBezTo>
                  <a:pt x="271511" y="9797"/>
                  <a:pt x="273687" y="8053"/>
                  <a:pt x="282834" y="8053"/>
                </a:cubicBezTo>
                <a:cubicBezTo>
                  <a:pt x="301774" y="8053"/>
                  <a:pt x="315711" y="11538"/>
                  <a:pt x="326163" y="18940"/>
                </a:cubicBezTo>
                <a:cubicBezTo>
                  <a:pt x="343144" y="30698"/>
                  <a:pt x="352071" y="49423"/>
                  <a:pt x="352071" y="72938"/>
                </a:cubicBezTo>
                <a:cubicBezTo>
                  <a:pt x="352071" y="98629"/>
                  <a:pt x="343144" y="116919"/>
                  <a:pt x="325509" y="127155"/>
                </a:cubicBezTo>
                <a:cubicBezTo>
                  <a:pt x="314406" y="133467"/>
                  <a:pt x="301774" y="136082"/>
                  <a:pt x="282834" y="136082"/>
                </a:cubicBezTo>
                <a:cubicBezTo>
                  <a:pt x="274123" y="136082"/>
                  <a:pt x="271511" y="134122"/>
                  <a:pt x="271511" y="127155"/>
                </a:cubicBezTo>
                <a:lnTo>
                  <a:pt x="271511" y="16545"/>
                </a:lnTo>
                <a:close/>
                <a:moveTo>
                  <a:pt x="513847" y="107340"/>
                </a:moveTo>
                <a:lnTo>
                  <a:pt x="507751" y="107340"/>
                </a:lnTo>
                <a:cubicBezTo>
                  <a:pt x="497299" y="130420"/>
                  <a:pt x="487501" y="135862"/>
                  <a:pt x="456364" y="136082"/>
                </a:cubicBezTo>
                <a:lnTo>
                  <a:pt x="450487" y="136082"/>
                </a:lnTo>
                <a:cubicBezTo>
                  <a:pt x="427842" y="135427"/>
                  <a:pt x="427623" y="135211"/>
                  <a:pt x="427623" y="126719"/>
                </a:cubicBezTo>
                <a:lnTo>
                  <a:pt x="427623" y="72938"/>
                </a:lnTo>
                <a:lnTo>
                  <a:pt x="461155" y="72938"/>
                </a:lnTo>
                <a:cubicBezTo>
                  <a:pt x="479445" y="73373"/>
                  <a:pt x="482275" y="75988"/>
                  <a:pt x="485106" y="93842"/>
                </a:cubicBezTo>
                <a:lnTo>
                  <a:pt x="490112" y="93842"/>
                </a:lnTo>
                <a:lnTo>
                  <a:pt x="490112" y="43326"/>
                </a:lnTo>
                <a:lnTo>
                  <a:pt x="485106" y="43326"/>
                </a:lnTo>
                <a:cubicBezTo>
                  <a:pt x="482491" y="60964"/>
                  <a:pt x="479445" y="63576"/>
                  <a:pt x="461155" y="64011"/>
                </a:cubicBezTo>
                <a:lnTo>
                  <a:pt x="427623" y="64011"/>
                </a:lnTo>
                <a:lnTo>
                  <a:pt x="427623" y="15675"/>
                </a:lnTo>
                <a:cubicBezTo>
                  <a:pt x="427842" y="9143"/>
                  <a:pt x="428713" y="8273"/>
                  <a:pt x="434809" y="8273"/>
                </a:cubicBezTo>
                <a:lnTo>
                  <a:pt x="464202" y="8273"/>
                </a:lnTo>
                <a:cubicBezTo>
                  <a:pt x="489461" y="8708"/>
                  <a:pt x="493814" y="11758"/>
                  <a:pt x="497299" y="31133"/>
                </a:cubicBezTo>
                <a:lnTo>
                  <a:pt x="502741" y="31133"/>
                </a:lnTo>
                <a:lnTo>
                  <a:pt x="502089" y="0"/>
                </a:lnTo>
                <a:lnTo>
                  <a:pt x="386473" y="0"/>
                </a:lnTo>
                <a:lnTo>
                  <a:pt x="386473" y="4136"/>
                </a:lnTo>
                <a:cubicBezTo>
                  <a:pt x="402367" y="5223"/>
                  <a:pt x="404982" y="8053"/>
                  <a:pt x="405417" y="23731"/>
                </a:cubicBezTo>
                <a:lnTo>
                  <a:pt x="405417" y="120404"/>
                </a:lnTo>
                <a:cubicBezTo>
                  <a:pt x="404982" y="136082"/>
                  <a:pt x="402151" y="139128"/>
                  <a:pt x="386473" y="139999"/>
                </a:cubicBezTo>
                <a:lnTo>
                  <a:pt x="386473" y="144135"/>
                </a:lnTo>
                <a:lnTo>
                  <a:pt x="504046" y="144135"/>
                </a:lnTo>
                <a:lnTo>
                  <a:pt x="513847" y="107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Connection">
            <a:extLst xmlns:a="http://schemas.openxmlformats.org/drawingml/2006/main">
              <a:ext uri="{FF2B5EF4-FFF2-40B4-BE49-F238E27FC236}">
                <a16:creationId xmlns:a16="http://schemas.microsoft.com/office/drawing/2014/main" id="{7810CDD7-FBE0-44C0-A571-63EFD646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19" y="1683043"/>
            <a:ext cx="995901" cy="151760"/>
          </a:xfrm>
          <a:custGeom xmlns:a="http://schemas.openxmlformats.org/drawingml/2006/main">
            <a:pathLst>
              <a:path w="995901" h="151760">
                <a:moveTo>
                  <a:pt x="128896" y="50516"/>
                </a:moveTo>
                <a:lnTo>
                  <a:pt x="126935" y="1525"/>
                </a:lnTo>
                <a:lnTo>
                  <a:pt x="122364" y="1525"/>
                </a:lnTo>
                <a:cubicBezTo>
                  <a:pt x="121058" y="6096"/>
                  <a:pt x="117573" y="8711"/>
                  <a:pt x="113218" y="8711"/>
                </a:cubicBezTo>
                <a:cubicBezTo>
                  <a:pt x="111257" y="8711"/>
                  <a:pt x="107992" y="8057"/>
                  <a:pt x="104726" y="6967"/>
                </a:cubicBezTo>
                <a:cubicBezTo>
                  <a:pt x="94058" y="3266"/>
                  <a:pt x="83171" y="1525"/>
                  <a:pt x="72938" y="1525"/>
                </a:cubicBezTo>
                <a:cubicBezTo>
                  <a:pt x="55084" y="1525"/>
                  <a:pt x="37014" y="8276"/>
                  <a:pt x="23512" y="20249"/>
                </a:cubicBezTo>
                <a:cubicBezTo>
                  <a:pt x="8273" y="33748"/>
                  <a:pt x="0" y="53782"/>
                  <a:pt x="0" y="77732"/>
                </a:cubicBezTo>
                <a:cubicBezTo>
                  <a:pt x="0" y="122148"/>
                  <a:pt x="28957" y="151760"/>
                  <a:pt x="72287" y="151760"/>
                </a:cubicBezTo>
                <a:cubicBezTo>
                  <a:pt x="96888" y="151760"/>
                  <a:pt x="118663" y="141743"/>
                  <a:pt x="131726" y="124108"/>
                </a:cubicBezTo>
                <a:lnTo>
                  <a:pt x="127806" y="120188"/>
                </a:lnTo>
                <a:cubicBezTo>
                  <a:pt x="111912" y="135646"/>
                  <a:pt x="97324" y="142178"/>
                  <a:pt x="79254" y="142178"/>
                </a:cubicBezTo>
                <a:cubicBezTo>
                  <a:pt x="65536" y="142178"/>
                  <a:pt x="53343" y="137826"/>
                  <a:pt x="43981" y="129550"/>
                </a:cubicBezTo>
                <a:cubicBezTo>
                  <a:pt x="32004" y="118882"/>
                  <a:pt x="25256" y="99287"/>
                  <a:pt x="25256" y="74901"/>
                </a:cubicBezTo>
                <a:cubicBezTo>
                  <a:pt x="25256" y="35492"/>
                  <a:pt x="45506" y="10236"/>
                  <a:pt x="77074" y="10236"/>
                </a:cubicBezTo>
                <a:cubicBezTo>
                  <a:pt x="89486" y="10236"/>
                  <a:pt x="100809" y="14808"/>
                  <a:pt x="109517" y="23299"/>
                </a:cubicBezTo>
                <a:cubicBezTo>
                  <a:pt x="116483" y="30266"/>
                  <a:pt x="119749" y="36363"/>
                  <a:pt x="123889" y="50516"/>
                </a:cubicBezTo>
                <a:lnTo>
                  <a:pt x="128896" y="50516"/>
                </a:lnTo>
                <a:close/>
                <a:moveTo>
                  <a:pt x="193563" y="48556"/>
                </a:moveTo>
                <a:cubicBezTo>
                  <a:pt x="165037" y="48556"/>
                  <a:pt x="145442" y="69456"/>
                  <a:pt x="145442" y="99503"/>
                </a:cubicBezTo>
                <a:cubicBezTo>
                  <a:pt x="145442" y="129115"/>
                  <a:pt x="165692" y="150889"/>
                  <a:pt x="193124" y="150889"/>
                </a:cubicBezTo>
                <a:cubicBezTo>
                  <a:pt x="220560" y="150889"/>
                  <a:pt x="241460" y="128028"/>
                  <a:pt x="241460" y="97762"/>
                </a:cubicBezTo>
                <a:cubicBezTo>
                  <a:pt x="241460" y="69021"/>
                  <a:pt x="221430" y="48556"/>
                  <a:pt x="193563" y="48556"/>
                </a:cubicBezTo>
                <a:moveTo>
                  <a:pt x="190732" y="54652"/>
                </a:moveTo>
                <a:cubicBezTo>
                  <a:pt x="209021" y="54652"/>
                  <a:pt x="221865" y="75553"/>
                  <a:pt x="221865" y="105384"/>
                </a:cubicBezTo>
                <a:cubicBezTo>
                  <a:pt x="221865" y="130205"/>
                  <a:pt x="212068" y="144793"/>
                  <a:pt x="195739" y="144793"/>
                </a:cubicBezTo>
                <a:cubicBezTo>
                  <a:pt x="187247" y="144793"/>
                  <a:pt x="179190" y="139567"/>
                  <a:pt x="174619" y="130859"/>
                </a:cubicBezTo>
                <a:cubicBezTo>
                  <a:pt x="168522" y="119537"/>
                  <a:pt x="165037" y="104294"/>
                  <a:pt x="165037" y="88835"/>
                </a:cubicBezTo>
                <a:cubicBezTo>
                  <a:pt x="165037" y="68150"/>
                  <a:pt x="175054" y="54652"/>
                  <a:pt x="190732" y="54652"/>
                </a:cubicBezTo>
                <a:close/>
                <a:moveTo>
                  <a:pt x="253001" y="148710"/>
                </a:moveTo>
                <a:lnTo>
                  <a:pt x="299161" y="148710"/>
                </a:lnTo>
                <a:lnTo>
                  <a:pt x="299161" y="145444"/>
                </a:lnTo>
                <a:cubicBezTo>
                  <a:pt x="288274" y="144793"/>
                  <a:pt x="284789" y="141962"/>
                  <a:pt x="284789" y="134125"/>
                </a:cubicBezTo>
                <a:lnTo>
                  <a:pt x="284789" y="72941"/>
                </a:lnTo>
                <a:cubicBezTo>
                  <a:pt x="295241" y="63144"/>
                  <a:pt x="300032" y="60529"/>
                  <a:pt x="307218" y="60529"/>
                </a:cubicBezTo>
                <a:cubicBezTo>
                  <a:pt x="317886" y="60529"/>
                  <a:pt x="323112" y="67280"/>
                  <a:pt x="323112" y="81649"/>
                </a:cubicBezTo>
                <a:lnTo>
                  <a:pt x="323112" y="127155"/>
                </a:lnTo>
                <a:cubicBezTo>
                  <a:pt x="322676" y="141308"/>
                  <a:pt x="320062" y="144793"/>
                  <a:pt x="309394" y="145444"/>
                </a:cubicBezTo>
                <a:lnTo>
                  <a:pt x="309394" y="148710"/>
                </a:lnTo>
                <a:lnTo>
                  <a:pt x="354684" y="148710"/>
                </a:lnTo>
                <a:lnTo>
                  <a:pt x="354684" y="145444"/>
                </a:lnTo>
                <a:cubicBezTo>
                  <a:pt x="344012" y="144358"/>
                  <a:pt x="341617" y="141743"/>
                  <a:pt x="341401" y="131075"/>
                </a:cubicBezTo>
                <a:lnTo>
                  <a:pt x="341401" y="81214"/>
                </a:lnTo>
                <a:cubicBezTo>
                  <a:pt x="341401" y="60748"/>
                  <a:pt x="331819" y="48556"/>
                  <a:pt x="315710" y="48556"/>
                </a:cubicBezTo>
                <a:cubicBezTo>
                  <a:pt x="305693" y="48556"/>
                  <a:pt x="298942" y="52257"/>
                  <a:pt x="284138" y="66190"/>
                </a:cubicBezTo>
                <a:lnTo>
                  <a:pt x="284138" y="48991"/>
                </a:lnTo>
                <a:lnTo>
                  <a:pt x="282613" y="48556"/>
                </a:lnTo>
                <a:cubicBezTo>
                  <a:pt x="271290" y="52692"/>
                  <a:pt x="263888" y="55087"/>
                  <a:pt x="252566" y="58353"/>
                </a:cubicBezTo>
                <a:lnTo>
                  <a:pt x="252566" y="62054"/>
                </a:lnTo>
                <a:cubicBezTo>
                  <a:pt x="254091" y="61403"/>
                  <a:pt x="256051" y="61184"/>
                  <a:pt x="258446" y="61184"/>
                </a:cubicBezTo>
                <a:cubicBezTo>
                  <a:pt x="264543" y="61184"/>
                  <a:pt x="266500" y="64449"/>
                  <a:pt x="266500" y="75117"/>
                </a:cubicBezTo>
                <a:lnTo>
                  <a:pt x="266500" y="129115"/>
                </a:lnTo>
                <a:cubicBezTo>
                  <a:pt x="266284" y="141962"/>
                  <a:pt x="263888" y="144793"/>
                  <a:pt x="253001" y="145444"/>
                </a:cubicBezTo>
                <a:lnTo>
                  <a:pt x="253001" y="148710"/>
                </a:lnTo>
                <a:close/>
                <a:moveTo>
                  <a:pt x="360995" y="148710"/>
                </a:moveTo>
                <a:lnTo>
                  <a:pt x="407156" y="148710"/>
                </a:lnTo>
                <a:lnTo>
                  <a:pt x="407156" y="145444"/>
                </a:lnTo>
                <a:cubicBezTo>
                  <a:pt x="396268" y="144793"/>
                  <a:pt x="392783" y="141962"/>
                  <a:pt x="392783" y="134125"/>
                </a:cubicBezTo>
                <a:lnTo>
                  <a:pt x="392783" y="72941"/>
                </a:lnTo>
                <a:cubicBezTo>
                  <a:pt x="403235" y="63144"/>
                  <a:pt x="408026" y="60529"/>
                  <a:pt x="415212" y="60529"/>
                </a:cubicBezTo>
                <a:cubicBezTo>
                  <a:pt x="425880" y="60529"/>
                  <a:pt x="431106" y="67280"/>
                  <a:pt x="431106" y="81649"/>
                </a:cubicBezTo>
                <a:lnTo>
                  <a:pt x="431106" y="127155"/>
                </a:lnTo>
                <a:cubicBezTo>
                  <a:pt x="430671" y="141308"/>
                  <a:pt x="428056" y="144793"/>
                  <a:pt x="417388" y="145444"/>
                </a:cubicBezTo>
                <a:lnTo>
                  <a:pt x="417388" y="148710"/>
                </a:lnTo>
                <a:lnTo>
                  <a:pt x="462678" y="148710"/>
                </a:lnTo>
                <a:lnTo>
                  <a:pt x="462678" y="145444"/>
                </a:lnTo>
                <a:cubicBezTo>
                  <a:pt x="452007" y="144358"/>
                  <a:pt x="449611" y="141743"/>
                  <a:pt x="449395" y="131075"/>
                </a:cubicBezTo>
                <a:lnTo>
                  <a:pt x="449395" y="81214"/>
                </a:lnTo>
                <a:cubicBezTo>
                  <a:pt x="449395" y="60748"/>
                  <a:pt x="439814" y="48556"/>
                  <a:pt x="423704" y="48556"/>
                </a:cubicBezTo>
                <a:cubicBezTo>
                  <a:pt x="413687" y="48556"/>
                  <a:pt x="406936" y="52257"/>
                  <a:pt x="392132" y="66190"/>
                </a:cubicBezTo>
                <a:lnTo>
                  <a:pt x="392132" y="48991"/>
                </a:lnTo>
                <a:lnTo>
                  <a:pt x="390607" y="48556"/>
                </a:lnTo>
                <a:cubicBezTo>
                  <a:pt x="379285" y="52692"/>
                  <a:pt x="371883" y="55087"/>
                  <a:pt x="360560" y="58353"/>
                </a:cubicBezTo>
                <a:lnTo>
                  <a:pt x="360560" y="62054"/>
                </a:lnTo>
                <a:cubicBezTo>
                  <a:pt x="362085" y="61403"/>
                  <a:pt x="364045" y="61184"/>
                  <a:pt x="366441" y="61184"/>
                </a:cubicBezTo>
                <a:cubicBezTo>
                  <a:pt x="372537" y="61184"/>
                  <a:pt x="374494" y="64449"/>
                  <a:pt x="374494" y="75117"/>
                </a:cubicBezTo>
                <a:lnTo>
                  <a:pt x="374494" y="129115"/>
                </a:lnTo>
                <a:cubicBezTo>
                  <a:pt x="374278" y="141962"/>
                  <a:pt x="371883" y="144793"/>
                  <a:pt x="360995" y="145444"/>
                </a:cubicBezTo>
                <a:lnTo>
                  <a:pt x="360995" y="148710"/>
                </a:lnTo>
                <a:close/>
                <a:moveTo>
                  <a:pt x="555429" y="113005"/>
                </a:moveTo>
                <a:cubicBezTo>
                  <a:pt x="544981" y="129550"/>
                  <a:pt x="535615" y="135866"/>
                  <a:pt x="521681" y="135866"/>
                </a:cubicBezTo>
                <a:cubicBezTo>
                  <a:pt x="509273" y="135866"/>
                  <a:pt x="499910" y="129550"/>
                  <a:pt x="493595" y="117141"/>
                </a:cubicBezTo>
                <a:cubicBezTo>
                  <a:pt x="489674" y="108865"/>
                  <a:pt x="488153" y="101898"/>
                  <a:pt x="487717" y="88400"/>
                </a:cubicBezTo>
                <a:lnTo>
                  <a:pt x="554778" y="88400"/>
                </a:lnTo>
                <a:cubicBezTo>
                  <a:pt x="553034" y="74247"/>
                  <a:pt x="550858" y="67935"/>
                  <a:pt x="545416" y="60964"/>
                </a:cubicBezTo>
                <a:cubicBezTo>
                  <a:pt x="538881" y="53127"/>
                  <a:pt x="528868" y="48556"/>
                  <a:pt x="517545" y="48556"/>
                </a:cubicBezTo>
                <a:cubicBezTo>
                  <a:pt x="506658" y="48556"/>
                  <a:pt x="496425" y="52476"/>
                  <a:pt x="488153" y="59878"/>
                </a:cubicBezTo>
                <a:cubicBezTo>
                  <a:pt x="477917" y="68805"/>
                  <a:pt x="472039" y="84264"/>
                  <a:pt x="472039" y="102118"/>
                </a:cubicBezTo>
                <a:cubicBezTo>
                  <a:pt x="472039" y="132165"/>
                  <a:pt x="487717" y="150889"/>
                  <a:pt x="512754" y="150889"/>
                </a:cubicBezTo>
                <a:cubicBezTo>
                  <a:pt x="533439" y="150889"/>
                  <a:pt x="549768" y="138042"/>
                  <a:pt x="558914" y="114527"/>
                </a:cubicBezTo>
                <a:lnTo>
                  <a:pt x="555429" y="113005"/>
                </a:lnTo>
                <a:moveTo>
                  <a:pt x="488153" y="81433"/>
                </a:moveTo>
                <a:cubicBezTo>
                  <a:pt x="490545" y="64449"/>
                  <a:pt x="497950" y="56393"/>
                  <a:pt x="511229" y="56393"/>
                </a:cubicBezTo>
                <a:cubicBezTo>
                  <a:pt x="524512" y="56393"/>
                  <a:pt x="529738" y="62489"/>
                  <a:pt x="532569" y="81433"/>
                </a:cubicBezTo>
                <a:lnTo>
                  <a:pt x="488153" y="81433"/>
                </a:lnTo>
                <a:close/>
                <a:moveTo>
                  <a:pt x="649925" y="114746"/>
                </a:moveTo>
                <a:cubicBezTo>
                  <a:pt x="639473" y="129985"/>
                  <a:pt x="631636" y="135211"/>
                  <a:pt x="619224" y="135211"/>
                </a:cubicBezTo>
                <a:cubicBezTo>
                  <a:pt x="599194" y="135211"/>
                  <a:pt x="585476" y="117792"/>
                  <a:pt x="585476" y="92755"/>
                </a:cubicBezTo>
                <a:cubicBezTo>
                  <a:pt x="585476" y="70111"/>
                  <a:pt x="597453" y="54868"/>
                  <a:pt x="615088" y="54868"/>
                </a:cubicBezTo>
                <a:cubicBezTo>
                  <a:pt x="622925" y="54868"/>
                  <a:pt x="625756" y="57047"/>
                  <a:pt x="627935" y="65320"/>
                </a:cubicBezTo>
                <a:lnTo>
                  <a:pt x="629241" y="70111"/>
                </a:lnTo>
                <a:cubicBezTo>
                  <a:pt x="630982" y="76426"/>
                  <a:pt x="634902" y="80127"/>
                  <a:pt x="639693" y="80127"/>
                </a:cubicBezTo>
                <a:cubicBezTo>
                  <a:pt x="645354" y="80127"/>
                  <a:pt x="649925" y="75988"/>
                  <a:pt x="649925" y="70981"/>
                </a:cubicBezTo>
                <a:cubicBezTo>
                  <a:pt x="649925" y="58788"/>
                  <a:pt x="634683" y="48556"/>
                  <a:pt x="616393" y="48556"/>
                </a:cubicBezTo>
                <a:cubicBezTo>
                  <a:pt x="605725" y="48556"/>
                  <a:pt x="594622" y="52911"/>
                  <a:pt x="585695" y="60748"/>
                </a:cubicBezTo>
                <a:cubicBezTo>
                  <a:pt x="574808" y="70327"/>
                  <a:pt x="568712" y="85134"/>
                  <a:pt x="568712" y="102553"/>
                </a:cubicBezTo>
                <a:cubicBezTo>
                  <a:pt x="568712" y="130640"/>
                  <a:pt x="585911" y="150889"/>
                  <a:pt x="610081" y="150889"/>
                </a:cubicBezTo>
                <a:cubicBezTo>
                  <a:pt x="619878" y="150889"/>
                  <a:pt x="628586" y="147404"/>
                  <a:pt x="636427" y="140657"/>
                </a:cubicBezTo>
                <a:cubicBezTo>
                  <a:pt x="642304" y="135646"/>
                  <a:pt x="646440" y="129550"/>
                  <a:pt x="652972" y="116706"/>
                </a:cubicBezTo>
                <a:lnTo>
                  <a:pt x="649925" y="114746"/>
                </a:lnTo>
                <a:close/>
                <a:moveTo>
                  <a:pt x="715461" y="50732"/>
                </a:moveTo>
                <a:lnTo>
                  <a:pt x="693471" y="50732"/>
                </a:lnTo>
                <a:lnTo>
                  <a:pt x="693471" y="25475"/>
                </a:lnTo>
                <a:cubicBezTo>
                  <a:pt x="693471" y="23299"/>
                  <a:pt x="693036" y="22645"/>
                  <a:pt x="691946" y="22645"/>
                </a:cubicBezTo>
                <a:cubicBezTo>
                  <a:pt x="679318" y="40934"/>
                  <a:pt x="672786" y="48336"/>
                  <a:pt x="666474" y="52037"/>
                </a:cubicBezTo>
                <a:cubicBezTo>
                  <a:pt x="664079" y="53562"/>
                  <a:pt x="662770" y="54868"/>
                  <a:pt x="662770" y="56177"/>
                </a:cubicBezTo>
                <a:cubicBezTo>
                  <a:pt x="662770" y="56828"/>
                  <a:pt x="662989" y="57263"/>
                  <a:pt x="663643" y="57699"/>
                </a:cubicBezTo>
                <a:lnTo>
                  <a:pt x="675182" y="57699"/>
                </a:lnTo>
                <a:lnTo>
                  <a:pt x="675182" y="123238"/>
                </a:lnTo>
                <a:cubicBezTo>
                  <a:pt x="675182" y="141527"/>
                  <a:pt x="681713" y="150889"/>
                  <a:pt x="694561" y="150889"/>
                </a:cubicBezTo>
                <a:cubicBezTo>
                  <a:pt x="705229" y="150889"/>
                  <a:pt x="713501" y="145663"/>
                  <a:pt x="720687" y="134341"/>
                </a:cubicBezTo>
                <a:lnTo>
                  <a:pt x="717857" y="131945"/>
                </a:lnTo>
                <a:cubicBezTo>
                  <a:pt x="713066" y="137607"/>
                  <a:pt x="709584" y="139567"/>
                  <a:pt x="704793" y="139567"/>
                </a:cubicBezTo>
                <a:cubicBezTo>
                  <a:pt x="696737" y="139567"/>
                  <a:pt x="693471" y="133690"/>
                  <a:pt x="693471" y="119972"/>
                </a:cubicBezTo>
                <a:lnTo>
                  <a:pt x="693471" y="57699"/>
                </a:lnTo>
                <a:lnTo>
                  <a:pt x="715461" y="57699"/>
                </a:lnTo>
                <a:lnTo>
                  <a:pt x="715461" y="50732"/>
                </a:lnTo>
                <a:close/>
                <a:moveTo>
                  <a:pt x="723953" y="148710"/>
                </a:moveTo>
                <a:lnTo>
                  <a:pt x="775555" y="148710"/>
                </a:lnTo>
                <a:lnTo>
                  <a:pt x="775555" y="145444"/>
                </a:lnTo>
                <a:cubicBezTo>
                  <a:pt x="761186" y="144358"/>
                  <a:pt x="759661" y="142397"/>
                  <a:pt x="759442" y="126503"/>
                </a:cubicBezTo>
                <a:lnTo>
                  <a:pt x="759442" y="49207"/>
                </a:lnTo>
                <a:lnTo>
                  <a:pt x="758571" y="48556"/>
                </a:lnTo>
                <a:lnTo>
                  <a:pt x="724823" y="60529"/>
                </a:lnTo>
                <a:lnTo>
                  <a:pt x="724823" y="63795"/>
                </a:lnTo>
                <a:lnTo>
                  <a:pt x="726568" y="63579"/>
                </a:lnTo>
                <a:cubicBezTo>
                  <a:pt x="729179" y="63144"/>
                  <a:pt x="731790" y="62925"/>
                  <a:pt x="733970" y="62925"/>
                </a:cubicBezTo>
                <a:cubicBezTo>
                  <a:pt x="739196" y="62925"/>
                  <a:pt x="741153" y="66410"/>
                  <a:pt x="741153" y="75988"/>
                </a:cubicBezTo>
                <a:lnTo>
                  <a:pt x="741153" y="126503"/>
                </a:lnTo>
                <a:cubicBezTo>
                  <a:pt x="740717" y="142613"/>
                  <a:pt x="738761" y="144793"/>
                  <a:pt x="723953" y="145444"/>
                </a:cubicBezTo>
                <a:lnTo>
                  <a:pt x="723953" y="148710"/>
                </a:lnTo>
                <a:moveTo>
                  <a:pt x="748339" y="0"/>
                </a:moveTo>
                <a:cubicBezTo>
                  <a:pt x="742462" y="0"/>
                  <a:pt x="737452" y="5010"/>
                  <a:pt x="737452" y="11106"/>
                </a:cubicBezTo>
                <a:cubicBezTo>
                  <a:pt x="737452" y="17419"/>
                  <a:pt x="742242" y="22210"/>
                  <a:pt x="748339" y="22210"/>
                </a:cubicBezTo>
                <a:cubicBezTo>
                  <a:pt x="754870" y="22210"/>
                  <a:pt x="759661" y="17419"/>
                  <a:pt x="759661" y="11106"/>
                </a:cubicBezTo>
                <a:cubicBezTo>
                  <a:pt x="759661" y="4791"/>
                  <a:pt x="754654" y="0"/>
                  <a:pt x="748339" y="0"/>
                </a:cubicBezTo>
                <a:close/>
                <a:moveTo>
                  <a:pt x="835434" y="48556"/>
                </a:moveTo>
                <a:cubicBezTo>
                  <a:pt x="806908" y="48556"/>
                  <a:pt x="787313" y="69456"/>
                  <a:pt x="787313" y="99503"/>
                </a:cubicBezTo>
                <a:cubicBezTo>
                  <a:pt x="787313" y="129115"/>
                  <a:pt x="807563" y="150889"/>
                  <a:pt x="834995" y="150889"/>
                </a:cubicBezTo>
                <a:cubicBezTo>
                  <a:pt x="862431" y="150889"/>
                  <a:pt x="883331" y="128028"/>
                  <a:pt x="883331" y="97762"/>
                </a:cubicBezTo>
                <a:cubicBezTo>
                  <a:pt x="883331" y="69021"/>
                  <a:pt x="863301" y="48556"/>
                  <a:pt x="835434" y="48556"/>
                </a:cubicBezTo>
                <a:moveTo>
                  <a:pt x="832603" y="54652"/>
                </a:moveTo>
                <a:cubicBezTo>
                  <a:pt x="850892" y="54652"/>
                  <a:pt x="863737" y="75553"/>
                  <a:pt x="863737" y="105384"/>
                </a:cubicBezTo>
                <a:cubicBezTo>
                  <a:pt x="863737" y="130205"/>
                  <a:pt x="853939" y="144793"/>
                  <a:pt x="837610" y="144793"/>
                </a:cubicBezTo>
                <a:cubicBezTo>
                  <a:pt x="829118" y="144793"/>
                  <a:pt x="821061" y="139567"/>
                  <a:pt x="816490" y="130859"/>
                </a:cubicBezTo>
                <a:cubicBezTo>
                  <a:pt x="810394" y="119537"/>
                  <a:pt x="806908" y="104294"/>
                  <a:pt x="806908" y="88835"/>
                </a:cubicBezTo>
                <a:cubicBezTo>
                  <a:pt x="806908" y="68150"/>
                  <a:pt x="816925" y="54652"/>
                  <a:pt x="832603" y="54652"/>
                </a:cubicBezTo>
                <a:close/>
                <a:moveTo>
                  <a:pt x="894219" y="148710"/>
                </a:moveTo>
                <a:lnTo>
                  <a:pt x="940379" y="148710"/>
                </a:lnTo>
                <a:lnTo>
                  <a:pt x="940379" y="145444"/>
                </a:lnTo>
                <a:cubicBezTo>
                  <a:pt x="929492" y="144793"/>
                  <a:pt x="926007" y="141962"/>
                  <a:pt x="926007" y="134125"/>
                </a:cubicBezTo>
                <a:lnTo>
                  <a:pt x="926007" y="72941"/>
                </a:lnTo>
                <a:cubicBezTo>
                  <a:pt x="936459" y="63144"/>
                  <a:pt x="941249" y="60529"/>
                  <a:pt x="948436" y="60529"/>
                </a:cubicBezTo>
                <a:cubicBezTo>
                  <a:pt x="959104" y="60529"/>
                  <a:pt x="964330" y="67280"/>
                  <a:pt x="964330" y="81649"/>
                </a:cubicBezTo>
                <a:lnTo>
                  <a:pt x="964330" y="127155"/>
                </a:lnTo>
                <a:cubicBezTo>
                  <a:pt x="963894" y="141308"/>
                  <a:pt x="961280" y="144793"/>
                  <a:pt x="950612" y="145444"/>
                </a:cubicBezTo>
                <a:lnTo>
                  <a:pt x="950612" y="148710"/>
                </a:lnTo>
                <a:lnTo>
                  <a:pt x="995901" y="148710"/>
                </a:lnTo>
                <a:lnTo>
                  <a:pt x="995901" y="145444"/>
                </a:lnTo>
                <a:cubicBezTo>
                  <a:pt x="985230" y="144358"/>
                  <a:pt x="982835" y="141743"/>
                  <a:pt x="982619" y="131075"/>
                </a:cubicBezTo>
                <a:lnTo>
                  <a:pt x="982619" y="81214"/>
                </a:lnTo>
                <a:cubicBezTo>
                  <a:pt x="982619" y="60748"/>
                  <a:pt x="973037" y="48556"/>
                  <a:pt x="956927" y="48556"/>
                </a:cubicBezTo>
                <a:cubicBezTo>
                  <a:pt x="946911" y="48556"/>
                  <a:pt x="940160" y="52257"/>
                  <a:pt x="925356" y="66190"/>
                </a:cubicBezTo>
                <a:lnTo>
                  <a:pt x="925356" y="48991"/>
                </a:lnTo>
                <a:lnTo>
                  <a:pt x="923831" y="48556"/>
                </a:lnTo>
                <a:cubicBezTo>
                  <a:pt x="912508" y="52692"/>
                  <a:pt x="905106" y="55087"/>
                  <a:pt x="893784" y="58353"/>
                </a:cubicBezTo>
                <a:lnTo>
                  <a:pt x="893784" y="62054"/>
                </a:lnTo>
                <a:cubicBezTo>
                  <a:pt x="895309" y="61403"/>
                  <a:pt x="897269" y="61184"/>
                  <a:pt x="899664" y="61184"/>
                </a:cubicBezTo>
                <a:cubicBezTo>
                  <a:pt x="905761" y="61184"/>
                  <a:pt x="907717" y="64449"/>
                  <a:pt x="907717" y="75117"/>
                </a:cubicBezTo>
                <a:lnTo>
                  <a:pt x="907717" y="129115"/>
                </a:lnTo>
                <a:cubicBezTo>
                  <a:pt x="907501" y="141962"/>
                  <a:pt x="905106" y="144793"/>
                  <a:pt x="894219" y="145444"/>
                </a:cubicBezTo>
                <a:lnTo>
                  <a:pt x="894219" y="148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E163B-91B6-4A0E-B68E-38916B13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45" y="1344450"/>
            <a:ext cx="1063415" cy="580070"/>
          </a:xfrm>
          <a:custGeom xmlns:a="http://schemas.openxmlformats.org/drawingml/2006/main">
            <a:pathLst>
              <a:path w="1063415" h="580070">
                <a:moveTo>
                  <a:pt x="0" y="0"/>
                </a:moveTo>
                <a:lnTo>
                  <a:pt x="831497" y="0"/>
                </a:lnTo>
                <a:lnTo>
                  <a:pt x="1063415" y="232055"/>
                </a:lnTo>
                <a:lnTo>
                  <a:pt x="1063415" y="580070"/>
                </a:lnTo>
                <a:lnTo>
                  <a:pt x="0" y="5800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4FB15-0129-4C41-95B7-DA3625D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45" y="1344450"/>
            <a:ext cx="1063415" cy="580070"/>
          </a:xfrm>
          <a:custGeom xmlns:a="http://schemas.openxmlformats.org/drawingml/2006/main">
            <a:pathLst>
              <a:path w="1063415" h="580070" fill="none">
                <a:moveTo>
                  <a:pt x="0" y="0"/>
                </a:moveTo>
                <a:lnTo>
                  <a:pt x="0" y="580070"/>
                </a:lnTo>
                <a:lnTo>
                  <a:pt x="1063415" y="580070"/>
                </a:lnTo>
                <a:lnTo>
                  <a:pt x="1063415" y="232055"/>
                </a:lnTo>
                <a:lnTo>
                  <a:pt x="831497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47" name="Text Nav">
            <a:extLst xmlns:a="http://schemas.openxmlformats.org/drawingml/2006/main">
              <a:ext uri="{FF2B5EF4-FFF2-40B4-BE49-F238E27FC236}">
                <a16:creationId xmlns:a16="http://schemas.microsoft.com/office/drawing/2014/main" id="{B0C6E4F4-692A-460C-93F5-E124375F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427" y="1439006"/>
            <a:ext cx="368838" cy="151105"/>
          </a:xfrm>
          <a:custGeom xmlns:a="http://schemas.openxmlformats.org/drawingml/2006/main">
            <a:pathLst>
              <a:path w="368838" h="151105">
                <a:moveTo>
                  <a:pt x="0" y="147185"/>
                </a:moveTo>
                <a:lnTo>
                  <a:pt x="49426" y="147185"/>
                </a:lnTo>
                <a:lnTo>
                  <a:pt x="49426" y="141743"/>
                </a:lnTo>
                <a:cubicBezTo>
                  <a:pt x="32878" y="140002"/>
                  <a:pt x="28957" y="135866"/>
                  <a:pt x="28741" y="120188"/>
                </a:cubicBezTo>
                <a:lnTo>
                  <a:pt x="28741" y="32658"/>
                </a:lnTo>
                <a:lnTo>
                  <a:pt x="126065" y="151105"/>
                </a:lnTo>
                <a:lnTo>
                  <a:pt x="132165" y="151105"/>
                </a:lnTo>
                <a:lnTo>
                  <a:pt x="132165" y="22861"/>
                </a:lnTo>
                <a:cubicBezTo>
                  <a:pt x="132165" y="10452"/>
                  <a:pt x="134992" y="7402"/>
                  <a:pt x="149145" y="5442"/>
                </a:cubicBezTo>
                <a:lnTo>
                  <a:pt x="149145" y="0"/>
                </a:lnTo>
                <a:lnTo>
                  <a:pt x="102334" y="0"/>
                </a:lnTo>
                <a:lnTo>
                  <a:pt x="102334" y="5442"/>
                </a:lnTo>
                <a:cubicBezTo>
                  <a:pt x="118228" y="6967"/>
                  <a:pt x="122583" y="11538"/>
                  <a:pt x="122583" y="27000"/>
                </a:cubicBezTo>
                <a:lnTo>
                  <a:pt x="122583" y="93407"/>
                </a:lnTo>
                <a:lnTo>
                  <a:pt x="46595" y="0"/>
                </a:lnTo>
                <a:lnTo>
                  <a:pt x="654" y="0"/>
                </a:lnTo>
                <a:lnTo>
                  <a:pt x="654" y="5442"/>
                </a:lnTo>
                <a:cubicBezTo>
                  <a:pt x="5007" y="5442"/>
                  <a:pt x="8711" y="8711"/>
                  <a:pt x="19160" y="21120"/>
                </a:cubicBezTo>
                <a:lnTo>
                  <a:pt x="19160" y="124324"/>
                </a:lnTo>
                <a:cubicBezTo>
                  <a:pt x="18944" y="137171"/>
                  <a:pt x="15459" y="140002"/>
                  <a:pt x="0" y="141743"/>
                </a:cubicBezTo>
                <a:lnTo>
                  <a:pt x="0" y="147185"/>
                </a:lnTo>
                <a:close/>
                <a:moveTo>
                  <a:pt x="256704" y="133251"/>
                </a:moveTo>
                <a:lnTo>
                  <a:pt x="254528" y="135431"/>
                </a:lnTo>
                <a:cubicBezTo>
                  <a:pt x="253874" y="136082"/>
                  <a:pt x="253223" y="136301"/>
                  <a:pt x="252133" y="136301"/>
                </a:cubicBezTo>
                <a:cubicBezTo>
                  <a:pt x="249083" y="136301"/>
                  <a:pt x="247561" y="134557"/>
                  <a:pt x="247561" y="130856"/>
                </a:cubicBezTo>
                <a:lnTo>
                  <a:pt x="247561" y="74028"/>
                </a:lnTo>
                <a:cubicBezTo>
                  <a:pt x="247561" y="55522"/>
                  <a:pt x="231013" y="44200"/>
                  <a:pt x="204448" y="44200"/>
                </a:cubicBezTo>
                <a:cubicBezTo>
                  <a:pt x="179846" y="44200"/>
                  <a:pt x="163298" y="55303"/>
                  <a:pt x="163298" y="71632"/>
                </a:cubicBezTo>
                <a:cubicBezTo>
                  <a:pt x="163298" y="80779"/>
                  <a:pt x="168524" y="86005"/>
                  <a:pt x="177451" y="86005"/>
                </a:cubicBezTo>
                <a:cubicBezTo>
                  <a:pt x="186159" y="86005"/>
                  <a:pt x="192255" y="80779"/>
                  <a:pt x="192255" y="73376"/>
                </a:cubicBezTo>
                <a:cubicBezTo>
                  <a:pt x="192255" y="70327"/>
                  <a:pt x="191169" y="67496"/>
                  <a:pt x="188338" y="64014"/>
                </a:cubicBezTo>
                <a:cubicBezTo>
                  <a:pt x="186378" y="61835"/>
                  <a:pt x="185723" y="60529"/>
                  <a:pt x="185723" y="59223"/>
                </a:cubicBezTo>
                <a:cubicBezTo>
                  <a:pt x="185723" y="54652"/>
                  <a:pt x="191604" y="51167"/>
                  <a:pt x="199441" y="51167"/>
                </a:cubicBezTo>
                <a:cubicBezTo>
                  <a:pt x="212289" y="51167"/>
                  <a:pt x="217730" y="57047"/>
                  <a:pt x="217730" y="70327"/>
                </a:cubicBezTo>
                <a:lnTo>
                  <a:pt x="217730" y="86221"/>
                </a:lnTo>
                <a:cubicBezTo>
                  <a:pt x="191820" y="94061"/>
                  <a:pt x="181152" y="98197"/>
                  <a:pt x="173095" y="103859"/>
                </a:cubicBezTo>
                <a:cubicBezTo>
                  <a:pt x="163517" y="110390"/>
                  <a:pt x="159162" y="117792"/>
                  <a:pt x="159162" y="127155"/>
                </a:cubicBezTo>
                <a:cubicBezTo>
                  <a:pt x="159162" y="140437"/>
                  <a:pt x="169178" y="150235"/>
                  <a:pt x="183328" y="150235"/>
                </a:cubicBezTo>
                <a:cubicBezTo>
                  <a:pt x="195740" y="150235"/>
                  <a:pt x="205757" y="145879"/>
                  <a:pt x="217730" y="134992"/>
                </a:cubicBezTo>
                <a:cubicBezTo>
                  <a:pt x="220126" y="146098"/>
                  <a:pt x="224917" y="150235"/>
                  <a:pt x="235585" y="150235"/>
                </a:cubicBezTo>
                <a:cubicBezTo>
                  <a:pt x="244947" y="150235"/>
                  <a:pt x="251698" y="146750"/>
                  <a:pt x="259970" y="137823"/>
                </a:cubicBezTo>
                <a:lnTo>
                  <a:pt x="256704" y="133251"/>
                </a:lnTo>
                <a:moveTo>
                  <a:pt x="217515" y="125414"/>
                </a:moveTo>
                <a:cubicBezTo>
                  <a:pt x="211634" y="132165"/>
                  <a:pt x="207278" y="134776"/>
                  <a:pt x="202056" y="134776"/>
                </a:cubicBezTo>
                <a:cubicBezTo>
                  <a:pt x="195521" y="134776"/>
                  <a:pt x="190949" y="128896"/>
                  <a:pt x="190949" y="120188"/>
                </a:cubicBezTo>
                <a:cubicBezTo>
                  <a:pt x="190949" y="107560"/>
                  <a:pt x="200096" y="98413"/>
                  <a:pt x="217515" y="93842"/>
                </a:cubicBezTo>
                <a:lnTo>
                  <a:pt x="217515" y="125414"/>
                </a:lnTo>
                <a:close/>
                <a:moveTo>
                  <a:pt x="368838" y="46811"/>
                </a:moveTo>
                <a:lnTo>
                  <a:pt x="335960" y="46811"/>
                </a:lnTo>
                <a:lnTo>
                  <a:pt x="335960" y="52037"/>
                </a:lnTo>
                <a:cubicBezTo>
                  <a:pt x="345323" y="52473"/>
                  <a:pt x="347934" y="53997"/>
                  <a:pt x="347934" y="59223"/>
                </a:cubicBezTo>
                <a:cubicBezTo>
                  <a:pt x="347934" y="61835"/>
                  <a:pt x="347279" y="64885"/>
                  <a:pt x="345539" y="69021"/>
                </a:cubicBezTo>
                <a:lnTo>
                  <a:pt x="329864" y="108649"/>
                </a:lnTo>
                <a:lnTo>
                  <a:pt x="312661" y="64449"/>
                </a:lnTo>
                <a:cubicBezTo>
                  <a:pt x="310920" y="60094"/>
                  <a:pt x="310701" y="59223"/>
                  <a:pt x="310701" y="57699"/>
                </a:cubicBezTo>
                <a:cubicBezTo>
                  <a:pt x="310701" y="54433"/>
                  <a:pt x="312880" y="52908"/>
                  <a:pt x="318322" y="52473"/>
                </a:cubicBezTo>
                <a:cubicBezTo>
                  <a:pt x="318977" y="52473"/>
                  <a:pt x="320502" y="52257"/>
                  <a:pt x="322243" y="52037"/>
                </a:cubicBezTo>
                <a:lnTo>
                  <a:pt x="322243" y="46811"/>
                </a:lnTo>
                <a:lnTo>
                  <a:pt x="267810" y="46811"/>
                </a:lnTo>
                <a:lnTo>
                  <a:pt x="267810" y="52037"/>
                </a:lnTo>
                <a:cubicBezTo>
                  <a:pt x="272817" y="52692"/>
                  <a:pt x="274122" y="53343"/>
                  <a:pt x="275431" y="55303"/>
                </a:cubicBezTo>
                <a:cubicBezTo>
                  <a:pt x="276082" y="55303"/>
                  <a:pt x="286099" y="77078"/>
                  <a:pt x="289581" y="85785"/>
                </a:cubicBezTo>
                <a:lnTo>
                  <a:pt x="315711" y="150235"/>
                </a:lnTo>
                <a:lnTo>
                  <a:pt x="321372" y="150235"/>
                </a:lnTo>
                <a:lnTo>
                  <a:pt x="356207" y="64014"/>
                </a:lnTo>
                <a:cubicBezTo>
                  <a:pt x="360346" y="54433"/>
                  <a:pt x="362087" y="52692"/>
                  <a:pt x="368838" y="52037"/>
                </a:cubicBezTo>
                <a:lnTo>
                  <a:pt x="368838" y="468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Graph">
            <a:extLst xmlns:a="http://schemas.openxmlformats.org/drawingml/2006/main">
              <a:ext uri="{FF2B5EF4-FFF2-40B4-BE49-F238E27FC236}">
                <a16:creationId xmlns:a16="http://schemas.microsoft.com/office/drawing/2014/main" id="{2443655D-4E98-4F29-9E4E-044DCEEA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583" y="1675981"/>
            <a:ext cx="605294" cy="195086"/>
          </a:xfrm>
          <a:custGeom xmlns:a="http://schemas.openxmlformats.org/drawingml/2006/main">
            <a:pathLst>
              <a:path w="605294" h="195086">
                <a:moveTo>
                  <a:pt x="156331" y="87965"/>
                </a:moveTo>
                <a:lnTo>
                  <a:pt x="81649" y="87965"/>
                </a:lnTo>
                <a:lnTo>
                  <a:pt x="81649" y="93407"/>
                </a:lnTo>
                <a:cubicBezTo>
                  <a:pt x="99938" y="94277"/>
                  <a:pt x="103204" y="96457"/>
                  <a:pt x="103643" y="108649"/>
                </a:cubicBezTo>
                <a:lnTo>
                  <a:pt x="103643" y="131510"/>
                </a:lnTo>
                <a:cubicBezTo>
                  <a:pt x="103643" y="142613"/>
                  <a:pt x="97327" y="147404"/>
                  <a:pt x="82739" y="147404"/>
                </a:cubicBezTo>
                <a:cubicBezTo>
                  <a:pt x="69021" y="147404"/>
                  <a:pt x="59878" y="143268"/>
                  <a:pt x="52692" y="133906"/>
                </a:cubicBezTo>
                <a:cubicBezTo>
                  <a:pt x="43110" y="121713"/>
                  <a:pt x="38539" y="102988"/>
                  <a:pt x="38539" y="76858"/>
                </a:cubicBezTo>
                <a:cubicBezTo>
                  <a:pt x="38539" y="31137"/>
                  <a:pt x="52257" y="7186"/>
                  <a:pt x="78602" y="7186"/>
                </a:cubicBezTo>
                <a:cubicBezTo>
                  <a:pt x="88835" y="7186"/>
                  <a:pt x="98197" y="11103"/>
                  <a:pt x="107560" y="19379"/>
                </a:cubicBezTo>
                <a:cubicBezTo>
                  <a:pt x="116922" y="27652"/>
                  <a:pt x="122148" y="35273"/>
                  <a:pt x="129550" y="51602"/>
                </a:cubicBezTo>
                <a:lnTo>
                  <a:pt x="134995" y="51602"/>
                </a:lnTo>
                <a:lnTo>
                  <a:pt x="134995" y="654"/>
                </a:lnTo>
                <a:lnTo>
                  <a:pt x="129115" y="654"/>
                </a:lnTo>
                <a:cubicBezTo>
                  <a:pt x="125849" y="8492"/>
                  <a:pt x="123889" y="10668"/>
                  <a:pt x="119317" y="10668"/>
                </a:cubicBezTo>
                <a:cubicBezTo>
                  <a:pt x="117357" y="10668"/>
                  <a:pt x="114311" y="9797"/>
                  <a:pt x="109520" y="7621"/>
                </a:cubicBezTo>
                <a:cubicBezTo>
                  <a:pt x="97108" y="2395"/>
                  <a:pt x="86440" y="0"/>
                  <a:pt x="75988" y="0"/>
                </a:cubicBezTo>
                <a:cubicBezTo>
                  <a:pt x="32442" y="0"/>
                  <a:pt x="0" y="33313"/>
                  <a:pt x="0" y="78383"/>
                </a:cubicBezTo>
                <a:cubicBezTo>
                  <a:pt x="0" y="123234"/>
                  <a:pt x="31791" y="154590"/>
                  <a:pt x="77513" y="154590"/>
                </a:cubicBezTo>
                <a:cubicBezTo>
                  <a:pt x="99938" y="154590"/>
                  <a:pt x="123454" y="149364"/>
                  <a:pt x="137607" y="141088"/>
                </a:cubicBezTo>
                <a:lnTo>
                  <a:pt x="137607" y="113437"/>
                </a:lnTo>
                <a:cubicBezTo>
                  <a:pt x="138042" y="97543"/>
                  <a:pt x="140437" y="94932"/>
                  <a:pt x="156331" y="93407"/>
                </a:cubicBezTo>
                <a:lnTo>
                  <a:pt x="156331" y="87965"/>
                </a:lnTo>
                <a:close/>
                <a:moveTo>
                  <a:pt x="226225" y="145228"/>
                </a:moveTo>
                <a:cubicBezTo>
                  <a:pt x="212942" y="144574"/>
                  <a:pt x="210547" y="141743"/>
                  <a:pt x="210331" y="128025"/>
                </a:cubicBezTo>
                <a:lnTo>
                  <a:pt x="210331" y="86875"/>
                </a:lnTo>
                <a:cubicBezTo>
                  <a:pt x="210331" y="75553"/>
                  <a:pt x="216427" y="66190"/>
                  <a:pt x="223610" y="66190"/>
                </a:cubicBezTo>
                <a:cubicBezTo>
                  <a:pt x="225354" y="66190"/>
                  <a:pt x="227311" y="67715"/>
                  <a:pt x="229707" y="71197"/>
                </a:cubicBezTo>
                <a:cubicBezTo>
                  <a:pt x="233843" y="77078"/>
                  <a:pt x="237109" y="79038"/>
                  <a:pt x="242770" y="79038"/>
                </a:cubicBezTo>
                <a:cubicBezTo>
                  <a:pt x="250827" y="79038"/>
                  <a:pt x="256488" y="72941"/>
                  <a:pt x="256488" y="64665"/>
                </a:cubicBezTo>
                <a:cubicBezTo>
                  <a:pt x="256488" y="54652"/>
                  <a:pt x="249086" y="47466"/>
                  <a:pt x="238853" y="47466"/>
                </a:cubicBezTo>
                <a:cubicBezTo>
                  <a:pt x="227966" y="47466"/>
                  <a:pt x="219693" y="53127"/>
                  <a:pt x="209457" y="67931"/>
                </a:cubicBezTo>
                <a:lnTo>
                  <a:pt x="209457" y="50077"/>
                </a:lnTo>
                <a:lnTo>
                  <a:pt x="168307" y="50077"/>
                </a:lnTo>
                <a:lnTo>
                  <a:pt x="168307" y="55303"/>
                </a:lnTo>
                <a:cubicBezTo>
                  <a:pt x="177453" y="56393"/>
                  <a:pt x="179846" y="59004"/>
                  <a:pt x="180065" y="68150"/>
                </a:cubicBezTo>
                <a:lnTo>
                  <a:pt x="180065" y="132161"/>
                </a:lnTo>
                <a:cubicBezTo>
                  <a:pt x="179846" y="141308"/>
                  <a:pt x="177669" y="143703"/>
                  <a:pt x="168307" y="145228"/>
                </a:cubicBezTo>
                <a:lnTo>
                  <a:pt x="168307" y="150451"/>
                </a:lnTo>
                <a:lnTo>
                  <a:pt x="226225" y="150451"/>
                </a:lnTo>
                <a:lnTo>
                  <a:pt x="226225" y="145228"/>
                </a:lnTo>
                <a:close/>
                <a:moveTo>
                  <a:pt x="361652" y="136517"/>
                </a:moveTo>
                <a:lnTo>
                  <a:pt x="359476" y="138696"/>
                </a:lnTo>
                <a:cubicBezTo>
                  <a:pt x="358821" y="139348"/>
                  <a:pt x="358170" y="139567"/>
                  <a:pt x="357081" y="139567"/>
                </a:cubicBezTo>
                <a:cubicBezTo>
                  <a:pt x="354031" y="139567"/>
                  <a:pt x="352509" y="137823"/>
                  <a:pt x="352509" y="134122"/>
                </a:cubicBezTo>
                <a:lnTo>
                  <a:pt x="352509" y="77293"/>
                </a:lnTo>
                <a:cubicBezTo>
                  <a:pt x="352509" y="58788"/>
                  <a:pt x="335961" y="47466"/>
                  <a:pt x="309395" y="47466"/>
                </a:cubicBezTo>
                <a:cubicBezTo>
                  <a:pt x="284794" y="47466"/>
                  <a:pt x="268245" y="58569"/>
                  <a:pt x="268245" y="74898"/>
                </a:cubicBezTo>
                <a:cubicBezTo>
                  <a:pt x="268245" y="84044"/>
                  <a:pt x="273471" y="89270"/>
                  <a:pt x="282398" y="89270"/>
                </a:cubicBezTo>
                <a:cubicBezTo>
                  <a:pt x="291106" y="89270"/>
                  <a:pt x="297203" y="84044"/>
                  <a:pt x="297203" y="76642"/>
                </a:cubicBezTo>
                <a:cubicBezTo>
                  <a:pt x="297203" y="73592"/>
                  <a:pt x="296116" y="70762"/>
                  <a:pt x="293286" y="67280"/>
                </a:cubicBezTo>
                <a:cubicBezTo>
                  <a:pt x="291325" y="65101"/>
                  <a:pt x="290671" y="63795"/>
                  <a:pt x="290671" y="62489"/>
                </a:cubicBezTo>
                <a:cubicBezTo>
                  <a:pt x="290671" y="57918"/>
                  <a:pt x="296551" y="54433"/>
                  <a:pt x="304389" y="54433"/>
                </a:cubicBezTo>
                <a:cubicBezTo>
                  <a:pt x="317236" y="54433"/>
                  <a:pt x="322678" y="60313"/>
                  <a:pt x="322678" y="73592"/>
                </a:cubicBezTo>
                <a:lnTo>
                  <a:pt x="322678" y="89486"/>
                </a:lnTo>
                <a:cubicBezTo>
                  <a:pt x="296767" y="97327"/>
                  <a:pt x="286099" y="101463"/>
                  <a:pt x="278043" y="107124"/>
                </a:cubicBezTo>
                <a:cubicBezTo>
                  <a:pt x="268465" y="113656"/>
                  <a:pt x="264109" y="121058"/>
                  <a:pt x="264109" y="130420"/>
                </a:cubicBezTo>
                <a:cubicBezTo>
                  <a:pt x="264109" y="143703"/>
                  <a:pt x="274126" y="153501"/>
                  <a:pt x="288276" y="153501"/>
                </a:cubicBezTo>
                <a:cubicBezTo>
                  <a:pt x="300688" y="153501"/>
                  <a:pt x="310704" y="149145"/>
                  <a:pt x="322678" y="138258"/>
                </a:cubicBezTo>
                <a:cubicBezTo>
                  <a:pt x="325073" y="149364"/>
                  <a:pt x="329864" y="153501"/>
                  <a:pt x="340532" y="153501"/>
                </a:cubicBezTo>
                <a:cubicBezTo>
                  <a:pt x="349894" y="153501"/>
                  <a:pt x="356645" y="150015"/>
                  <a:pt x="364918" y="141088"/>
                </a:cubicBezTo>
                <a:lnTo>
                  <a:pt x="361652" y="136517"/>
                </a:lnTo>
                <a:moveTo>
                  <a:pt x="322462" y="128680"/>
                </a:moveTo>
                <a:cubicBezTo>
                  <a:pt x="316582" y="135431"/>
                  <a:pt x="312226" y="138042"/>
                  <a:pt x="307003" y="138042"/>
                </a:cubicBezTo>
                <a:cubicBezTo>
                  <a:pt x="300468" y="138042"/>
                  <a:pt x="295897" y="132161"/>
                  <a:pt x="295897" y="123454"/>
                </a:cubicBezTo>
                <a:cubicBezTo>
                  <a:pt x="295897" y="110826"/>
                  <a:pt x="305043" y="101679"/>
                  <a:pt x="322462" y="97108"/>
                </a:cubicBezTo>
                <a:lnTo>
                  <a:pt x="322462" y="128680"/>
                </a:lnTo>
                <a:close/>
                <a:moveTo>
                  <a:pt x="431544" y="190514"/>
                </a:moveTo>
                <a:cubicBezTo>
                  <a:pt x="418480" y="190079"/>
                  <a:pt x="414995" y="185943"/>
                  <a:pt x="414560" y="170919"/>
                </a:cubicBezTo>
                <a:lnTo>
                  <a:pt x="414560" y="140218"/>
                </a:lnTo>
                <a:cubicBezTo>
                  <a:pt x="425012" y="150451"/>
                  <a:pt x="430454" y="153281"/>
                  <a:pt x="440251" y="153281"/>
                </a:cubicBezTo>
                <a:cubicBezTo>
                  <a:pt x="464856" y="153281"/>
                  <a:pt x="482056" y="130640"/>
                  <a:pt x="482056" y="98413"/>
                </a:cubicBezTo>
                <a:cubicBezTo>
                  <a:pt x="482056" y="67931"/>
                  <a:pt x="465727" y="47466"/>
                  <a:pt x="441560" y="47466"/>
                </a:cubicBezTo>
                <a:cubicBezTo>
                  <a:pt x="428713" y="47466"/>
                  <a:pt x="420876" y="52473"/>
                  <a:pt x="414125" y="65101"/>
                </a:cubicBezTo>
                <a:lnTo>
                  <a:pt x="414125" y="50077"/>
                </a:lnTo>
                <a:lnTo>
                  <a:pt x="372539" y="50077"/>
                </a:lnTo>
                <a:lnTo>
                  <a:pt x="372539" y="55303"/>
                </a:lnTo>
                <a:cubicBezTo>
                  <a:pt x="382118" y="56609"/>
                  <a:pt x="384297" y="59004"/>
                  <a:pt x="384297" y="68150"/>
                </a:cubicBezTo>
                <a:lnTo>
                  <a:pt x="384297" y="177232"/>
                </a:lnTo>
                <a:cubicBezTo>
                  <a:pt x="384078" y="186378"/>
                  <a:pt x="382337" y="188119"/>
                  <a:pt x="372104" y="189863"/>
                </a:cubicBezTo>
                <a:lnTo>
                  <a:pt x="372104" y="195086"/>
                </a:lnTo>
                <a:lnTo>
                  <a:pt x="431544" y="195086"/>
                </a:lnTo>
                <a:lnTo>
                  <a:pt x="431544" y="190514"/>
                </a:lnTo>
                <a:moveTo>
                  <a:pt x="414560" y="75117"/>
                </a:moveTo>
                <a:cubicBezTo>
                  <a:pt x="414560" y="73592"/>
                  <a:pt x="416520" y="70111"/>
                  <a:pt x="419131" y="67280"/>
                </a:cubicBezTo>
                <a:cubicBezTo>
                  <a:pt x="423487" y="62489"/>
                  <a:pt x="428497" y="59875"/>
                  <a:pt x="433285" y="59875"/>
                </a:cubicBezTo>
                <a:cubicBezTo>
                  <a:pt x="444607" y="59875"/>
                  <a:pt x="449833" y="72941"/>
                  <a:pt x="449833" y="101463"/>
                </a:cubicBezTo>
                <a:cubicBezTo>
                  <a:pt x="449833" y="128460"/>
                  <a:pt x="443956" y="141308"/>
                  <a:pt x="431328" y="141308"/>
                </a:cubicBezTo>
                <a:cubicBezTo>
                  <a:pt x="424142" y="141308"/>
                  <a:pt x="417826" y="136301"/>
                  <a:pt x="414560" y="128025"/>
                </a:cubicBezTo>
                <a:lnTo>
                  <a:pt x="414560" y="75117"/>
                </a:lnTo>
                <a:close/>
                <a:moveTo>
                  <a:pt x="605294" y="145228"/>
                </a:moveTo>
                <a:cubicBezTo>
                  <a:pt x="597672" y="145009"/>
                  <a:pt x="594626" y="141088"/>
                  <a:pt x="594626" y="132161"/>
                </a:cubicBezTo>
                <a:lnTo>
                  <a:pt x="594626" y="78167"/>
                </a:lnTo>
                <a:cubicBezTo>
                  <a:pt x="594626" y="59439"/>
                  <a:pt x="583084" y="47466"/>
                  <a:pt x="565230" y="47466"/>
                </a:cubicBezTo>
                <a:cubicBezTo>
                  <a:pt x="553692" y="47466"/>
                  <a:pt x="545635" y="51821"/>
                  <a:pt x="534313" y="64449"/>
                </a:cubicBezTo>
                <a:lnTo>
                  <a:pt x="534313" y="3266"/>
                </a:lnTo>
                <a:lnTo>
                  <a:pt x="492508" y="3266"/>
                </a:lnTo>
                <a:lnTo>
                  <a:pt x="492508" y="8492"/>
                </a:lnTo>
                <a:cubicBezTo>
                  <a:pt x="502525" y="10452"/>
                  <a:pt x="503830" y="11758"/>
                  <a:pt x="504046" y="21120"/>
                </a:cubicBezTo>
                <a:lnTo>
                  <a:pt x="504046" y="132161"/>
                </a:lnTo>
                <a:cubicBezTo>
                  <a:pt x="503830" y="141527"/>
                  <a:pt x="502090" y="143484"/>
                  <a:pt x="492508" y="145228"/>
                </a:cubicBezTo>
                <a:lnTo>
                  <a:pt x="492508" y="150451"/>
                </a:lnTo>
                <a:lnTo>
                  <a:pt x="544981" y="150451"/>
                </a:lnTo>
                <a:lnTo>
                  <a:pt x="544981" y="145228"/>
                </a:lnTo>
                <a:cubicBezTo>
                  <a:pt x="537143" y="144354"/>
                  <a:pt x="534313" y="140872"/>
                  <a:pt x="534313" y="132816"/>
                </a:cubicBezTo>
                <a:lnTo>
                  <a:pt x="534313" y="74682"/>
                </a:lnTo>
                <a:cubicBezTo>
                  <a:pt x="534313" y="73812"/>
                  <a:pt x="535838" y="71632"/>
                  <a:pt x="538014" y="69456"/>
                </a:cubicBezTo>
                <a:cubicBezTo>
                  <a:pt x="542804" y="64665"/>
                  <a:pt x="548030" y="62054"/>
                  <a:pt x="553037" y="62054"/>
                </a:cubicBezTo>
                <a:cubicBezTo>
                  <a:pt x="560659" y="62054"/>
                  <a:pt x="564360" y="67931"/>
                  <a:pt x="564360" y="80124"/>
                </a:cubicBezTo>
                <a:lnTo>
                  <a:pt x="564360" y="132816"/>
                </a:lnTo>
                <a:cubicBezTo>
                  <a:pt x="564140" y="141088"/>
                  <a:pt x="561310" y="144574"/>
                  <a:pt x="554127" y="145228"/>
                </a:cubicBezTo>
                <a:lnTo>
                  <a:pt x="554127" y="150451"/>
                </a:lnTo>
                <a:lnTo>
                  <a:pt x="605294" y="150451"/>
                </a:lnTo>
                <a:lnTo>
                  <a:pt x="605294" y="145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2AB71-0138-4DF1-BFE4-2FFC7F9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120" y="959874"/>
            <a:ext cx="10" cy="294673"/>
          </a:xfrm>
          <a:custGeom xmlns:a="http://schemas.openxmlformats.org/drawingml/2006/main">
            <a:pathLst>
              <a:path w="1" h="294673" fill="none">
                <a:moveTo>
                  <a:pt x="0" y="0"/>
                </a:moveTo>
                <a:lnTo>
                  <a:pt x="0" y="294673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0C1E6-AC79-4928-B063-DEC0A9A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689" y="1241587"/>
            <a:ext cx="102863" cy="102863"/>
          </a:xfrm>
          <a:custGeom xmlns:a="http://schemas.openxmlformats.org/drawingml/2006/main">
            <a:pathLst>
              <a:path w="102863" h="102863">
                <a:moveTo>
                  <a:pt x="102863" y="0"/>
                </a:moveTo>
                <a:lnTo>
                  <a:pt x="51431" y="102863"/>
                </a:lnTo>
                <a:lnTo>
                  <a:pt x="0" y="0"/>
                </a:lnTo>
                <a:lnTo>
                  <a:pt x="1028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F466F-F8D8-4D85-983C-35A372F4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760" y="1634485"/>
            <a:ext cx="229054" cy="10"/>
          </a:xfrm>
          <a:custGeom xmlns:a="http://schemas.openxmlformats.org/drawingml/2006/main">
            <a:pathLst>
              <a:path w="229054" h="1" fill="none">
                <a:moveTo>
                  <a:pt x="0" y="0"/>
                </a:moveTo>
                <a:lnTo>
                  <a:pt x="2290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E4891-54C3-40EF-8FBD-E8E1BC43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990" y="1583054"/>
            <a:ext cx="102863" cy="102863"/>
          </a:xfrm>
          <a:custGeom xmlns:a="http://schemas.openxmlformats.org/drawingml/2006/main">
            <a:pathLst>
              <a:path w="102863" h="102863">
                <a:moveTo>
                  <a:pt x="0" y="0"/>
                </a:moveTo>
                <a:lnTo>
                  <a:pt x="102863" y="51431"/>
                </a:lnTo>
                <a:lnTo>
                  <a:pt x="0" y="102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F9492-DCB5-4809-9546-7FD6EC7A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760" y="706947"/>
            <a:ext cx="229054" cy="1637"/>
          </a:xfrm>
          <a:custGeom xmlns:a="http://schemas.openxmlformats.org/drawingml/2006/main">
            <a:pathLst>
              <a:path w="229054" h="1637" fill="none">
                <a:moveTo>
                  <a:pt x="0" y="1637"/>
                </a:moveTo>
                <a:lnTo>
                  <a:pt x="2290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27DA9-9BEF-4B36-862E-BD62242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7" y="655652"/>
            <a:ext cx="103136" cy="102863"/>
          </a:xfrm>
          <a:custGeom xmlns:a="http://schemas.openxmlformats.org/drawingml/2006/main">
            <a:pathLst>
              <a:path w="103136" h="102863">
                <a:moveTo>
                  <a:pt x="0" y="0"/>
                </a:moveTo>
                <a:lnTo>
                  <a:pt x="103136" y="50749"/>
                </a:lnTo>
                <a:lnTo>
                  <a:pt x="682" y="102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00D50-A34C-40D2-B09F-54D123F1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076" y="1015808"/>
            <a:ext cx="10" cy="257975"/>
          </a:xfrm>
          <a:custGeom xmlns:a="http://schemas.openxmlformats.org/drawingml/2006/main">
            <a:pathLst>
              <a:path w="1" h="257975" fill="none">
                <a:moveTo>
                  <a:pt x="0" y="0"/>
                </a:moveTo>
                <a:lnTo>
                  <a:pt x="0" y="257975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2A9BD-676E-45C5-B6ED-65041FBA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45" y="1260959"/>
            <a:ext cx="102863" cy="102863"/>
          </a:xfrm>
          <a:custGeom xmlns:a="http://schemas.openxmlformats.org/drawingml/2006/main">
            <a:pathLst>
              <a:path w="102863" h="102863">
                <a:moveTo>
                  <a:pt x="102863" y="0"/>
                </a:moveTo>
                <a:lnTo>
                  <a:pt x="51431" y="102863"/>
                </a:lnTo>
                <a:lnTo>
                  <a:pt x="0" y="0"/>
                </a:lnTo>
                <a:lnTo>
                  <a:pt x="1028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23D0E-A9D2-402F-968D-206517EB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575" y="1663816"/>
            <a:ext cx="221823" cy="1637"/>
          </a:xfrm>
          <a:custGeom xmlns:a="http://schemas.openxmlformats.org/drawingml/2006/main">
            <a:pathLst>
              <a:path w="221823" h="1637" fill="none">
                <a:moveTo>
                  <a:pt x="221823" y="16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FA511-8176-4625-A419-680917C0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536" y="1612384"/>
            <a:ext cx="103272" cy="102863"/>
          </a:xfrm>
          <a:custGeom xmlns:a="http://schemas.openxmlformats.org/drawingml/2006/main">
            <a:pathLst>
              <a:path w="103272" h="102863">
                <a:moveTo>
                  <a:pt x="102453" y="102863"/>
                </a:moveTo>
                <a:lnTo>
                  <a:pt x="0" y="50749"/>
                </a:lnTo>
                <a:lnTo>
                  <a:pt x="103272" y="0"/>
                </a:lnTo>
                <a:lnTo>
                  <a:pt x="102453" y="102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①">
            <a:extLst xmlns:a="http://schemas.openxmlformats.org/drawingml/2006/main">
              <a:ext uri="{FF2B5EF4-FFF2-40B4-BE49-F238E27FC236}">
                <a16:creationId xmlns:a16="http://schemas.microsoft.com/office/drawing/2014/main" id="{5A4AD2E3-45E0-4A9F-8D75-CD36B10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259" y="421664"/>
            <a:ext cx="201146" cy="201146"/>
          </a:xfrm>
          <a:custGeom xmlns:a="http://schemas.openxmlformats.org/drawingml/2006/main">
            <a:pathLst>
              <a:path w="201146" h="201146">
                <a:moveTo>
                  <a:pt x="100573" y="0"/>
                </a:moveTo>
                <a:cubicBezTo>
                  <a:pt x="128144" y="0"/>
                  <a:pt x="151798" y="9869"/>
                  <a:pt x="171537" y="29608"/>
                </a:cubicBezTo>
                <a:cubicBezTo>
                  <a:pt x="191276" y="49347"/>
                  <a:pt x="201146" y="73002"/>
                  <a:pt x="201146" y="100573"/>
                </a:cubicBezTo>
                <a:cubicBezTo>
                  <a:pt x="201146" y="128144"/>
                  <a:pt x="191276" y="151798"/>
                  <a:pt x="171537" y="171537"/>
                </a:cubicBezTo>
                <a:cubicBezTo>
                  <a:pt x="151798" y="191276"/>
                  <a:pt x="128144" y="201146"/>
                  <a:pt x="100573" y="201146"/>
                </a:cubicBezTo>
                <a:cubicBezTo>
                  <a:pt x="73002" y="201146"/>
                  <a:pt x="49347" y="191276"/>
                  <a:pt x="29608" y="171537"/>
                </a:cubicBezTo>
                <a:cubicBezTo>
                  <a:pt x="9869" y="151798"/>
                  <a:pt x="0" y="128144"/>
                  <a:pt x="0" y="100573"/>
                </a:cubicBezTo>
                <a:cubicBezTo>
                  <a:pt x="0" y="73002"/>
                  <a:pt x="9869" y="49347"/>
                  <a:pt x="29608" y="29608"/>
                </a:cubicBezTo>
                <a:cubicBezTo>
                  <a:pt x="49347" y="9869"/>
                  <a:pt x="73002" y="0"/>
                  <a:pt x="100573" y="0"/>
                </a:cubicBezTo>
                <a:moveTo>
                  <a:pt x="100573" y="188069"/>
                </a:moveTo>
                <a:cubicBezTo>
                  <a:pt x="124600" y="188069"/>
                  <a:pt x="145189" y="179493"/>
                  <a:pt x="162341" y="162341"/>
                </a:cubicBezTo>
                <a:cubicBezTo>
                  <a:pt x="179493" y="145189"/>
                  <a:pt x="188069" y="124600"/>
                  <a:pt x="188069" y="100573"/>
                </a:cubicBezTo>
                <a:cubicBezTo>
                  <a:pt x="188069" y="76546"/>
                  <a:pt x="179493" y="55957"/>
                  <a:pt x="162341" y="38805"/>
                </a:cubicBezTo>
                <a:cubicBezTo>
                  <a:pt x="145189" y="21653"/>
                  <a:pt x="124600" y="13077"/>
                  <a:pt x="100573" y="13077"/>
                </a:cubicBezTo>
                <a:cubicBezTo>
                  <a:pt x="76546" y="13077"/>
                  <a:pt x="55957" y="21653"/>
                  <a:pt x="38805" y="38805"/>
                </a:cubicBezTo>
                <a:cubicBezTo>
                  <a:pt x="21653" y="55957"/>
                  <a:pt x="13077" y="76546"/>
                  <a:pt x="13077" y="100573"/>
                </a:cubicBezTo>
                <a:cubicBezTo>
                  <a:pt x="13077" y="124600"/>
                  <a:pt x="21653" y="145189"/>
                  <a:pt x="38805" y="162341"/>
                </a:cubicBezTo>
                <a:cubicBezTo>
                  <a:pt x="55957" y="179493"/>
                  <a:pt x="76546" y="188069"/>
                  <a:pt x="100573" y="188069"/>
                </a:cubicBezTo>
                <a:moveTo>
                  <a:pt x="68785" y="156281"/>
                </a:moveTo>
                <a:lnTo>
                  <a:pt x="68785" y="141078"/>
                </a:lnTo>
                <a:lnTo>
                  <a:pt x="96001" y="141078"/>
                </a:lnTo>
                <a:lnTo>
                  <a:pt x="96001" y="54007"/>
                </a:lnTo>
                <a:cubicBezTo>
                  <a:pt x="92458" y="54858"/>
                  <a:pt x="82960" y="57693"/>
                  <a:pt x="67509" y="62513"/>
                </a:cubicBezTo>
                <a:lnTo>
                  <a:pt x="67509" y="46353"/>
                </a:lnTo>
                <a:lnTo>
                  <a:pt x="113224" y="33701"/>
                </a:lnTo>
                <a:lnTo>
                  <a:pt x="113224" y="141078"/>
                </a:lnTo>
                <a:lnTo>
                  <a:pt x="139803" y="141078"/>
                </a:lnTo>
                <a:lnTo>
                  <a:pt x="139803" y="156281"/>
                </a:lnTo>
                <a:lnTo>
                  <a:pt x="68785" y="156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①">
            <a:extLst xmlns:a="http://schemas.openxmlformats.org/drawingml/2006/main">
              <a:ext uri="{FF2B5EF4-FFF2-40B4-BE49-F238E27FC236}">
                <a16:creationId xmlns:a16="http://schemas.microsoft.com/office/drawing/2014/main" id="{15FC6C98-A6A5-4F21-8309-0EDFC8D4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755" y="1051697"/>
            <a:ext cx="201448" cy="201448"/>
          </a:xfrm>
          <a:custGeom xmlns:a="http://schemas.openxmlformats.org/drawingml/2006/main">
            <a:pathLst>
              <a:path w="201448" h="201448">
                <a:moveTo>
                  <a:pt x="100724" y="0"/>
                </a:moveTo>
                <a:cubicBezTo>
                  <a:pt x="128336" y="0"/>
                  <a:pt x="152027" y="9884"/>
                  <a:pt x="171795" y="29653"/>
                </a:cubicBezTo>
                <a:cubicBezTo>
                  <a:pt x="191564" y="49422"/>
                  <a:pt x="201448" y="73112"/>
                  <a:pt x="201448" y="100724"/>
                </a:cubicBezTo>
                <a:cubicBezTo>
                  <a:pt x="201448" y="128336"/>
                  <a:pt x="191564" y="152027"/>
                  <a:pt x="171795" y="171795"/>
                </a:cubicBezTo>
                <a:cubicBezTo>
                  <a:pt x="152027" y="191564"/>
                  <a:pt x="128336" y="201448"/>
                  <a:pt x="100724" y="201448"/>
                </a:cubicBezTo>
                <a:cubicBezTo>
                  <a:pt x="73112" y="201448"/>
                  <a:pt x="49422" y="191564"/>
                  <a:pt x="29653" y="171795"/>
                </a:cubicBezTo>
                <a:cubicBezTo>
                  <a:pt x="9884" y="152027"/>
                  <a:pt x="0" y="128336"/>
                  <a:pt x="0" y="100724"/>
                </a:cubicBezTo>
                <a:cubicBezTo>
                  <a:pt x="0" y="73112"/>
                  <a:pt x="9884" y="49422"/>
                  <a:pt x="29653" y="29653"/>
                </a:cubicBezTo>
                <a:cubicBezTo>
                  <a:pt x="49422" y="9884"/>
                  <a:pt x="73112" y="0"/>
                  <a:pt x="100724" y="0"/>
                </a:cubicBezTo>
                <a:moveTo>
                  <a:pt x="100724" y="188352"/>
                </a:moveTo>
                <a:cubicBezTo>
                  <a:pt x="124787" y="188352"/>
                  <a:pt x="145408" y="179763"/>
                  <a:pt x="162585" y="162585"/>
                </a:cubicBezTo>
                <a:cubicBezTo>
                  <a:pt x="179763" y="145408"/>
                  <a:pt x="188352" y="124787"/>
                  <a:pt x="188352" y="100724"/>
                </a:cubicBezTo>
                <a:cubicBezTo>
                  <a:pt x="188352" y="76661"/>
                  <a:pt x="179763" y="56041"/>
                  <a:pt x="162585" y="38863"/>
                </a:cubicBezTo>
                <a:cubicBezTo>
                  <a:pt x="145408" y="21685"/>
                  <a:pt x="124787" y="13096"/>
                  <a:pt x="100724" y="13096"/>
                </a:cubicBezTo>
                <a:cubicBezTo>
                  <a:pt x="76661" y="13096"/>
                  <a:pt x="56041" y="21685"/>
                  <a:pt x="38863" y="38863"/>
                </a:cubicBezTo>
                <a:cubicBezTo>
                  <a:pt x="21685" y="56041"/>
                  <a:pt x="13096" y="76661"/>
                  <a:pt x="13096" y="100724"/>
                </a:cubicBezTo>
                <a:cubicBezTo>
                  <a:pt x="13096" y="124787"/>
                  <a:pt x="21685" y="145408"/>
                  <a:pt x="38863" y="162585"/>
                </a:cubicBezTo>
                <a:cubicBezTo>
                  <a:pt x="56041" y="179763"/>
                  <a:pt x="76661" y="188352"/>
                  <a:pt x="100724" y="188352"/>
                </a:cubicBezTo>
                <a:moveTo>
                  <a:pt x="68888" y="156516"/>
                </a:moveTo>
                <a:lnTo>
                  <a:pt x="68888" y="141291"/>
                </a:lnTo>
                <a:lnTo>
                  <a:pt x="96146" y="141291"/>
                </a:lnTo>
                <a:lnTo>
                  <a:pt x="96146" y="54089"/>
                </a:lnTo>
                <a:cubicBezTo>
                  <a:pt x="92597" y="54940"/>
                  <a:pt x="83085" y="57780"/>
                  <a:pt x="67611" y="62607"/>
                </a:cubicBezTo>
                <a:lnTo>
                  <a:pt x="67611" y="46423"/>
                </a:lnTo>
                <a:lnTo>
                  <a:pt x="113395" y="33752"/>
                </a:lnTo>
                <a:lnTo>
                  <a:pt x="113395" y="141291"/>
                </a:lnTo>
                <a:lnTo>
                  <a:pt x="140013" y="141291"/>
                </a:lnTo>
                <a:lnTo>
                  <a:pt x="140013" y="156516"/>
                </a:lnTo>
                <a:lnTo>
                  <a:pt x="68888" y="156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②">
            <a:extLst xmlns:a="http://schemas.openxmlformats.org/drawingml/2006/main">
              <a:ext uri="{FF2B5EF4-FFF2-40B4-BE49-F238E27FC236}">
                <a16:creationId xmlns:a16="http://schemas.microsoft.com/office/drawing/2014/main" id="{361EABFC-E0E2-4F54-912B-B70E13D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395" y="419072"/>
            <a:ext cx="201146" cy="201146"/>
          </a:xfrm>
          <a:custGeom xmlns:a="http://schemas.openxmlformats.org/drawingml/2006/main">
            <a:pathLst>
              <a:path w="201146" h="201146">
                <a:moveTo>
                  <a:pt x="100573" y="0"/>
                </a:moveTo>
                <a:cubicBezTo>
                  <a:pt x="128144" y="0"/>
                  <a:pt x="151798" y="9869"/>
                  <a:pt x="171537" y="29608"/>
                </a:cubicBezTo>
                <a:cubicBezTo>
                  <a:pt x="191276" y="49347"/>
                  <a:pt x="201146" y="73002"/>
                  <a:pt x="201146" y="100573"/>
                </a:cubicBezTo>
                <a:cubicBezTo>
                  <a:pt x="201146" y="128144"/>
                  <a:pt x="191276" y="151798"/>
                  <a:pt x="171537" y="171537"/>
                </a:cubicBezTo>
                <a:cubicBezTo>
                  <a:pt x="151798" y="191276"/>
                  <a:pt x="128144" y="201146"/>
                  <a:pt x="100573" y="201146"/>
                </a:cubicBezTo>
                <a:cubicBezTo>
                  <a:pt x="73002" y="201146"/>
                  <a:pt x="49347" y="191276"/>
                  <a:pt x="29608" y="171537"/>
                </a:cubicBezTo>
                <a:cubicBezTo>
                  <a:pt x="9869" y="151798"/>
                  <a:pt x="0" y="128144"/>
                  <a:pt x="0" y="100573"/>
                </a:cubicBezTo>
                <a:cubicBezTo>
                  <a:pt x="0" y="73002"/>
                  <a:pt x="9869" y="49347"/>
                  <a:pt x="29608" y="29608"/>
                </a:cubicBezTo>
                <a:cubicBezTo>
                  <a:pt x="49347" y="9869"/>
                  <a:pt x="73002" y="0"/>
                  <a:pt x="100573" y="0"/>
                </a:cubicBezTo>
                <a:moveTo>
                  <a:pt x="100573" y="188069"/>
                </a:moveTo>
                <a:cubicBezTo>
                  <a:pt x="124600" y="188069"/>
                  <a:pt x="145189" y="179493"/>
                  <a:pt x="162341" y="162341"/>
                </a:cubicBezTo>
                <a:cubicBezTo>
                  <a:pt x="179493" y="145189"/>
                  <a:pt x="188069" y="124600"/>
                  <a:pt x="188069" y="100573"/>
                </a:cubicBezTo>
                <a:cubicBezTo>
                  <a:pt x="188069" y="76546"/>
                  <a:pt x="179493" y="55957"/>
                  <a:pt x="162341" y="38805"/>
                </a:cubicBezTo>
                <a:cubicBezTo>
                  <a:pt x="145189" y="21653"/>
                  <a:pt x="124600" y="13077"/>
                  <a:pt x="100573" y="13077"/>
                </a:cubicBezTo>
                <a:cubicBezTo>
                  <a:pt x="76546" y="13077"/>
                  <a:pt x="55957" y="21653"/>
                  <a:pt x="38805" y="38805"/>
                </a:cubicBezTo>
                <a:cubicBezTo>
                  <a:pt x="21653" y="55957"/>
                  <a:pt x="13077" y="76546"/>
                  <a:pt x="13077" y="100573"/>
                </a:cubicBezTo>
                <a:cubicBezTo>
                  <a:pt x="13077" y="124600"/>
                  <a:pt x="21653" y="145189"/>
                  <a:pt x="38805" y="162341"/>
                </a:cubicBezTo>
                <a:cubicBezTo>
                  <a:pt x="55957" y="179493"/>
                  <a:pt x="76546" y="188069"/>
                  <a:pt x="100573" y="188069"/>
                </a:cubicBezTo>
                <a:moveTo>
                  <a:pt x="60067" y="156281"/>
                </a:moveTo>
                <a:lnTo>
                  <a:pt x="60067" y="141716"/>
                </a:lnTo>
                <a:lnTo>
                  <a:pt x="98447" y="104188"/>
                </a:lnTo>
                <a:cubicBezTo>
                  <a:pt x="105463" y="97313"/>
                  <a:pt x="110797" y="91164"/>
                  <a:pt x="114447" y="85742"/>
                </a:cubicBezTo>
                <a:cubicBezTo>
                  <a:pt x="118097" y="80320"/>
                  <a:pt x="119922" y="74668"/>
                  <a:pt x="119922" y="68785"/>
                </a:cubicBezTo>
                <a:cubicBezTo>
                  <a:pt x="119922" y="56027"/>
                  <a:pt x="112764" y="49649"/>
                  <a:pt x="98447" y="49649"/>
                </a:cubicBezTo>
                <a:cubicBezTo>
                  <a:pt x="88453" y="49649"/>
                  <a:pt x="77680" y="54149"/>
                  <a:pt x="66127" y="63150"/>
                </a:cubicBezTo>
                <a:lnTo>
                  <a:pt x="66127" y="45290"/>
                </a:lnTo>
                <a:cubicBezTo>
                  <a:pt x="76829" y="37989"/>
                  <a:pt x="88453" y="34339"/>
                  <a:pt x="100998" y="34339"/>
                </a:cubicBezTo>
                <a:cubicBezTo>
                  <a:pt x="112480" y="34339"/>
                  <a:pt x="121446" y="37281"/>
                  <a:pt x="127896" y="43163"/>
                </a:cubicBezTo>
                <a:cubicBezTo>
                  <a:pt x="134345" y="49046"/>
                  <a:pt x="137570" y="57020"/>
                  <a:pt x="137570" y="67084"/>
                </a:cubicBezTo>
                <a:cubicBezTo>
                  <a:pt x="137570" y="72896"/>
                  <a:pt x="136241" y="78708"/>
                  <a:pt x="133583" y="84519"/>
                </a:cubicBezTo>
                <a:cubicBezTo>
                  <a:pt x="130925" y="90331"/>
                  <a:pt x="127045" y="96001"/>
                  <a:pt x="121942" y="101530"/>
                </a:cubicBezTo>
                <a:cubicBezTo>
                  <a:pt x="116839" y="107058"/>
                  <a:pt x="107731" y="116130"/>
                  <a:pt x="94619" y="128746"/>
                </a:cubicBezTo>
                <a:lnTo>
                  <a:pt x="82074" y="141078"/>
                </a:lnTo>
                <a:lnTo>
                  <a:pt x="136720" y="141078"/>
                </a:lnTo>
                <a:lnTo>
                  <a:pt x="136720" y="156281"/>
                </a:lnTo>
                <a:lnTo>
                  <a:pt x="60067" y="156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③">
            <a:extLst xmlns:a="http://schemas.openxmlformats.org/drawingml/2006/main">
              <a:ext uri="{FF2B5EF4-FFF2-40B4-BE49-F238E27FC236}">
                <a16:creationId xmlns:a16="http://schemas.microsoft.com/office/drawing/2014/main" id="{24C6E1D4-7A73-4159-98B1-1132551C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439" y="1077175"/>
            <a:ext cx="201146" cy="201146"/>
          </a:xfrm>
          <a:custGeom xmlns:a="http://schemas.openxmlformats.org/drawingml/2006/main">
            <a:pathLst>
              <a:path w="201146" h="201146">
                <a:moveTo>
                  <a:pt x="100573" y="0"/>
                </a:moveTo>
                <a:cubicBezTo>
                  <a:pt x="128144" y="0"/>
                  <a:pt x="151798" y="9869"/>
                  <a:pt x="171537" y="29608"/>
                </a:cubicBezTo>
                <a:cubicBezTo>
                  <a:pt x="191276" y="49347"/>
                  <a:pt x="201146" y="73002"/>
                  <a:pt x="201146" y="100573"/>
                </a:cubicBezTo>
                <a:cubicBezTo>
                  <a:pt x="201146" y="128144"/>
                  <a:pt x="191276" y="151798"/>
                  <a:pt x="171537" y="171537"/>
                </a:cubicBezTo>
                <a:cubicBezTo>
                  <a:pt x="151798" y="191276"/>
                  <a:pt x="128144" y="201146"/>
                  <a:pt x="100573" y="201146"/>
                </a:cubicBezTo>
                <a:cubicBezTo>
                  <a:pt x="73002" y="201146"/>
                  <a:pt x="49347" y="191276"/>
                  <a:pt x="29608" y="171537"/>
                </a:cubicBezTo>
                <a:cubicBezTo>
                  <a:pt x="9869" y="151798"/>
                  <a:pt x="0" y="128144"/>
                  <a:pt x="0" y="100573"/>
                </a:cubicBezTo>
                <a:cubicBezTo>
                  <a:pt x="0" y="73002"/>
                  <a:pt x="9869" y="49347"/>
                  <a:pt x="29608" y="29608"/>
                </a:cubicBezTo>
                <a:cubicBezTo>
                  <a:pt x="49347" y="9869"/>
                  <a:pt x="73002" y="0"/>
                  <a:pt x="100573" y="0"/>
                </a:cubicBezTo>
                <a:moveTo>
                  <a:pt x="100573" y="188069"/>
                </a:moveTo>
                <a:cubicBezTo>
                  <a:pt x="124600" y="188069"/>
                  <a:pt x="145189" y="179493"/>
                  <a:pt x="162341" y="162341"/>
                </a:cubicBezTo>
                <a:cubicBezTo>
                  <a:pt x="179493" y="145189"/>
                  <a:pt x="188069" y="124600"/>
                  <a:pt x="188069" y="100573"/>
                </a:cubicBezTo>
                <a:cubicBezTo>
                  <a:pt x="188069" y="76546"/>
                  <a:pt x="179493" y="55957"/>
                  <a:pt x="162341" y="38805"/>
                </a:cubicBezTo>
                <a:cubicBezTo>
                  <a:pt x="145189" y="21653"/>
                  <a:pt x="124600" y="13077"/>
                  <a:pt x="100573" y="13077"/>
                </a:cubicBezTo>
                <a:cubicBezTo>
                  <a:pt x="76546" y="13077"/>
                  <a:pt x="55957" y="21653"/>
                  <a:pt x="38805" y="38805"/>
                </a:cubicBezTo>
                <a:cubicBezTo>
                  <a:pt x="21653" y="55957"/>
                  <a:pt x="13077" y="76546"/>
                  <a:pt x="13077" y="100573"/>
                </a:cubicBezTo>
                <a:cubicBezTo>
                  <a:pt x="13077" y="124600"/>
                  <a:pt x="21653" y="145189"/>
                  <a:pt x="38805" y="162341"/>
                </a:cubicBezTo>
                <a:cubicBezTo>
                  <a:pt x="55957" y="179493"/>
                  <a:pt x="76546" y="188069"/>
                  <a:pt x="100573" y="188069"/>
                </a:cubicBezTo>
                <a:moveTo>
                  <a:pt x="64001" y="151497"/>
                </a:moveTo>
                <a:lnTo>
                  <a:pt x="64001" y="134806"/>
                </a:lnTo>
                <a:cubicBezTo>
                  <a:pt x="73427" y="140547"/>
                  <a:pt x="83031" y="143417"/>
                  <a:pt x="92812" y="143417"/>
                </a:cubicBezTo>
                <a:cubicBezTo>
                  <a:pt x="110602" y="143417"/>
                  <a:pt x="119497" y="136613"/>
                  <a:pt x="119497" y="123005"/>
                </a:cubicBezTo>
                <a:cubicBezTo>
                  <a:pt x="119497" y="116272"/>
                  <a:pt x="116679" y="111098"/>
                  <a:pt x="111045" y="107483"/>
                </a:cubicBezTo>
                <a:cubicBezTo>
                  <a:pt x="105410" y="103869"/>
                  <a:pt x="97490" y="102061"/>
                  <a:pt x="87284" y="102061"/>
                </a:cubicBezTo>
                <a:lnTo>
                  <a:pt x="76014" y="102061"/>
                </a:lnTo>
                <a:lnTo>
                  <a:pt x="76014" y="87284"/>
                </a:lnTo>
                <a:lnTo>
                  <a:pt x="86433" y="87284"/>
                </a:lnTo>
                <a:cubicBezTo>
                  <a:pt x="95931" y="87284"/>
                  <a:pt x="103142" y="85476"/>
                  <a:pt x="108068" y="81862"/>
                </a:cubicBezTo>
                <a:cubicBezTo>
                  <a:pt x="112994" y="78247"/>
                  <a:pt x="115457" y="73392"/>
                  <a:pt x="115457" y="67297"/>
                </a:cubicBezTo>
                <a:cubicBezTo>
                  <a:pt x="115457" y="61910"/>
                  <a:pt x="113649" y="57622"/>
                  <a:pt x="110035" y="54433"/>
                </a:cubicBezTo>
                <a:cubicBezTo>
                  <a:pt x="106420" y="51243"/>
                  <a:pt x="101104" y="49649"/>
                  <a:pt x="94088" y="49649"/>
                </a:cubicBezTo>
                <a:cubicBezTo>
                  <a:pt x="85016" y="49649"/>
                  <a:pt x="76511" y="52094"/>
                  <a:pt x="68572" y="56984"/>
                </a:cubicBezTo>
                <a:lnTo>
                  <a:pt x="68572" y="40718"/>
                </a:lnTo>
                <a:cubicBezTo>
                  <a:pt x="78070" y="36820"/>
                  <a:pt x="87603" y="34871"/>
                  <a:pt x="97171" y="34871"/>
                </a:cubicBezTo>
                <a:cubicBezTo>
                  <a:pt x="108369" y="34871"/>
                  <a:pt x="117140" y="37564"/>
                  <a:pt x="123484" y="42951"/>
                </a:cubicBezTo>
                <a:cubicBezTo>
                  <a:pt x="129827" y="48337"/>
                  <a:pt x="132999" y="55496"/>
                  <a:pt x="132999" y="64426"/>
                </a:cubicBezTo>
                <a:cubicBezTo>
                  <a:pt x="132999" y="77822"/>
                  <a:pt x="126691" y="87567"/>
                  <a:pt x="114075" y="93662"/>
                </a:cubicBezTo>
                <a:cubicBezTo>
                  <a:pt x="129455" y="97702"/>
                  <a:pt x="137145" y="107271"/>
                  <a:pt x="137145" y="122367"/>
                </a:cubicBezTo>
                <a:cubicBezTo>
                  <a:pt x="137145" y="133778"/>
                  <a:pt x="133300" y="142655"/>
                  <a:pt x="125610" y="148999"/>
                </a:cubicBezTo>
                <a:cubicBezTo>
                  <a:pt x="117920" y="155342"/>
                  <a:pt x="107058" y="158514"/>
                  <a:pt x="93025" y="158514"/>
                </a:cubicBezTo>
                <a:cubicBezTo>
                  <a:pt x="81826" y="158514"/>
                  <a:pt x="72152" y="156175"/>
                  <a:pt x="64001" y="1514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④">
            <a:extLst xmlns:a="http://schemas.openxmlformats.org/drawingml/2006/main">
              <a:ext uri="{FF2B5EF4-FFF2-40B4-BE49-F238E27FC236}">
                <a16:creationId xmlns:a16="http://schemas.microsoft.com/office/drawing/2014/main" id="{038C49EE-FB88-4AA8-9752-440DEE9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040" y="1396404"/>
            <a:ext cx="201146" cy="201146"/>
          </a:xfrm>
          <a:custGeom xmlns:a="http://schemas.openxmlformats.org/drawingml/2006/main">
            <a:pathLst>
              <a:path w="201146" h="201146">
                <a:moveTo>
                  <a:pt x="100573" y="0"/>
                </a:moveTo>
                <a:cubicBezTo>
                  <a:pt x="128144" y="0"/>
                  <a:pt x="151798" y="9869"/>
                  <a:pt x="171537" y="29608"/>
                </a:cubicBezTo>
                <a:cubicBezTo>
                  <a:pt x="191276" y="49347"/>
                  <a:pt x="201146" y="73002"/>
                  <a:pt x="201146" y="100573"/>
                </a:cubicBezTo>
                <a:cubicBezTo>
                  <a:pt x="201146" y="128144"/>
                  <a:pt x="191276" y="151798"/>
                  <a:pt x="171537" y="171537"/>
                </a:cubicBezTo>
                <a:cubicBezTo>
                  <a:pt x="151798" y="191276"/>
                  <a:pt x="128144" y="201146"/>
                  <a:pt x="100573" y="201146"/>
                </a:cubicBezTo>
                <a:cubicBezTo>
                  <a:pt x="73002" y="201146"/>
                  <a:pt x="49347" y="191276"/>
                  <a:pt x="29608" y="171537"/>
                </a:cubicBezTo>
                <a:cubicBezTo>
                  <a:pt x="9869" y="151798"/>
                  <a:pt x="0" y="128144"/>
                  <a:pt x="0" y="100573"/>
                </a:cubicBezTo>
                <a:cubicBezTo>
                  <a:pt x="0" y="73002"/>
                  <a:pt x="9869" y="49347"/>
                  <a:pt x="29608" y="29608"/>
                </a:cubicBezTo>
                <a:cubicBezTo>
                  <a:pt x="49347" y="9869"/>
                  <a:pt x="73002" y="0"/>
                  <a:pt x="100573" y="0"/>
                </a:cubicBezTo>
                <a:moveTo>
                  <a:pt x="100573" y="188069"/>
                </a:moveTo>
                <a:cubicBezTo>
                  <a:pt x="124600" y="188069"/>
                  <a:pt x="145189" y="179493"/>
                  <a:pt x="162341" y="162341"/>
                </a:cubicBezTo>
                <a:cubicBezTo>
                  <a:pt x="179493" y="145189"/>
                  <a:pt x="188069" y="124600"/>
                  <a:pt x="188069" y="100573"/>
                </a:cubicBezTo>
                <a:cubicBezTo>
                  <a:pt x="188069" y="76546"/>
                  <a:pt x="179493" y="55957"/>
                  <a:pt x="162341" y="38805"/>
                </a:cubicBezTo>
                <a:cubicBezTo>
                  <a:pt x="145189" y="21653"/>
                  <a:pt x="124600" y="13077"/>
                  <a:pt x="100573" y="13077"/>
                </a:cubicBezTo>
                <a:cubicBezTo>
                  <a:pt x="76546" y="13077"/>
                  <a:pt x="55957" y="21653"/>
                  <a:pt x="38805" y="38805"/>
                </a:cubicBezTo>
                <a:cubicBezTo>
                  <a:pt x="21653" y="55957"/>
                  <a:pt x="13077" y="76546"/>
                  <a:pt x="13077" y="100573"/>
                </a:cubicBezTo>
                <a:cubicBezTo>
                  <a:pt x="13077" y="124600"/>
                  <a:pt x="21653" y="145189"/>
                  <a:pt x="38805" y="162341"/>
                </a:cubicBezTo>
                <a:cubicBezTo>
                  <a:pt x="55957" y="179493"/>
                  <a:pt x="76546" y="188069"/>
                  <a:pt x="100573" y="188069"/>
                </a:cubicBezTo>
                <a:moveTo>
                  <a:pt x="122048" y="126726"/>
                </a:moveTo>
                <a:lnTo>
                  <a:pt x="122048" y="156281"/>
                </a:lnTo>
                <a:lnTo>
                  <a:pt x="105782" y="156281"/>
                </a:lnTo>
                <a:lnTo>
                  <a:pt x="105782" y="126726"/>
                </a:lnTo>
                <a:lnTo>
                  <a:pt x="49968" y="126726"/>
                </a:lnTo>
                <a:lnTo>
                  <a:pt x="49968" y="114500"/>
                </a:lnTo>
                <a:lnTo>
                  <a:pt x="105463" y="36785"/>
                </a:lnTo>
                <a:lnTo>
                  <a:pt x="122048" y="36785"/>
                </a:lnTo>
                <a:lnTo>
                  <a:pt x="122048" y="112161"/>
                </a:lnTo>
                <a:lnTo>
                  <a:pt x="137783" y="112161"/>
                </a:lnTo>
                <a:lnTo>
                  <a:pt x="137783" y="126726"/>
                </a:lnTo>
                <a:lnTo>
                  <a:pt x="122048" y="126726"/>
                </a:lnTo>
                <a:moveTo>
                  <a:pt x="105782" y="67297"/>
                </a:moveTo>
                <a:cubicBezTo>
                  <a:pt x="105782" y="62264"/>
                  <a:pt x="105924" y="59075"/>
                  <a:pt x="106208" y="57728"/>
                </a:cubicBezTo>
                <a:cubicBezTo>
                  <a:pt x="105003" y="61060"/>
                  <a:pt x="103727" y="63647"/>
                  <a:pt x="102380" y="65489"/>
                </a:cubicBezTo>
                <a:lnTo>
                  <a:pt x="68891" y="112161"/>
                </a:lnTo>
                <a:lnTo>
                  <a:pt x="105782" y="112161"/>
                </a:lnTo>
                <a:lnTo>
                  <a:pt x="105782" y="672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⑤">
            <a:extLst xmlns:a="http://schemas.openxmlformats.org/drawingml/2006/main">
              <a:ext uri="{FF2B5EF4-FFF2-40B4-BE49-F238E27FC236}">
                <a16:creationId xmlns:a16="http://schemas.microsoft.com/office/drawing/2014/main" id="{4EA9F1FA-EA47-4635-9509-57CCDE2F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479" y="2581264"/>
            <a:ext cx="201146" cy="201146"/>
          </a:xfrm>
          <a:custGeom xmlns:a="http://schemas.openxmlformats.org/drawingml/2006/main">
            <a:pathLst>
              <a:path w="201146" h="201146">
                <a:moveTo>
                  <a:pt x="100573" y="0"/>
                </a:moveTo>
                <a:cubicBezTo>
                  <a:pt x="128144" y="0"/>
                  <a:pt x="151798" y="9869"/>
                  <a:pt x="171537" y="29608"/>
                </a:cubicBezTo>
                <a:cubicBezTo>
                  <a:pt x="191276" y="49347"/>
                  <a:pt x="201146" y="73002"/>
                  <a:pt x="201146" y="100573"/>
                </a:cubicBezTo>
                <a:cubicBezTo>
                  <a:pt x="201146" y="128144"/>
                  <a:pt x="191276" y="151798"/>
                  <a:pt x="171537" y="171537"/>
                </a:cubicBezTo>
                <a:cubicBezTo>
                  <a:pt x="151798" y="191276"/>
                  <a:pt x="128144" y="201146"/>
                  <a:pt x="100573" y="201146"/>
                </a:cubicBezTo>
                <a:cubicBezTo>
                  <a:pt x="73002" y="201146"/>
                  <a:pt x="49347" y="191276"/>
                  <a:pt x="29608" y="171537"/>
                </a:cubicBezTo>
                <a:cubicBezTo>
                  <a:pt x="9869" y="151798"/>
                  <a:pt x="0" y="128144"/>
                  <a:pt x="0" y="100573"/>
                </a:cubicBezTo>
                <a:cubicBezTo>
                  <a:pt x="0" y="73002"/>
                  <a:pt x="9869" y="49347"/>
                  <a:pt x="29608" y="29608"/>
                </a:cubicBezTo>
                <a:cubicBezTo>
                  <a:pt x="49347" y="9869"/>
                  <a:pt x="73002" y="0"/>
                  <a:pt x="100573" y="0"/>
                </a:cubicBezTo>
                <a:moveTo>
                  <a:pt x="100573" y="188069"/>
                </a:moveTo>
                <a:cubicBezTo>
                  <a:pt x="124600" y="188069"/>
                  <a:pt x="145189" y="179493"/>
                  <a:pt x="162341" y="162341"/>
                </a:cubicBezTo>
                <a:cubicBezTo>
                  <a:pt x="179493" y="145189"/>
                  <a:pt x="188069" y="124600"/>
                  <a:pt x="188069" y="100573"/>
                </a:cubicBezTo>
                <a:cubicBezTo>
                  <a:pt x="188069" y="76546"/>
                  <a:pt x="179493" y="55957"/>
                  <a:pt x="162341" y="38805"/>
                </a:cubicBezTo>
                <a:cubicBezTo>
                  <a:pt x="145189" y="21653"/>
                  <a:pt x="124600" y="13077"/>
                  <a:pt x="100573" y="13077"/>
                </a:cubicBezTo>
                <a:cubicBezTo>
                  <a:pt x="76546" y="13077"/>
                  <a:pt x="55957" y="21653"/>
                  <a:pt x="38805" y="38805"/>
                </a:cubicBezTo>
                <a:cubicBezTo>
                  <a:pt x="21653" y="55957"/>
                  <a:pt x="13077" y="76546"/>
                  <a:pt x="13077" y="100573"/>
                </a:cubicBezTo>
                <a:cubicBezTo>
                  <a:pt x="13077" y="124600"/>
                  <a:pt x="21653" y="145189"/>
                  <a:pt x="38805" y="162341"/>
                </a:cubicBezTo>
                <a:cubicBezTo>
                  <a:pt x="55957" y="179493"/>
                  <a:pt x="76546" y="188069"/>
                  <a:pt x="100573" y="188069"/>
                </a:cubicBezTo>
                <a:moveTo>
                  <a:pt x="65915" y="153730"/>
                </a:moveTo>
                <a:lnTo>
                  <a:pt x="65915" y="136294"/>
                </a:lnTo>
                <a:cubicBezTo>
                  <a:pt x="75695" y="141397"/>
                  <a:pt x="84413" y="143949"/>
                  <a:pt x="92068" y="143949"/>
                </a:cubicBezTo>
                <a:cubicBezTo>
                  <a:pt x="100856" y="143949"/>
                  <a:pt x="107660" y="141894"/>
                  <a:pt x="112480" y="137783"/>
                </a:cubicBezTo>
                <a:cubicBezTo>
                  <a:pt x="117300" y="133672"/>
                  <a:pt x="119709" y="128108"/>
                  <a:pt x="119709" y="121091"/>
                </a:cubicBezTo>
                <a:cubicBezTo>
                  <a:pt x="119709" y="105641"/>
                  <a:pt x="109787" y="97915"/>
                  <a:pt x="89942" y="97915"/>
                </a:cubicBezTo>
                <a:cubicBezTo>
                  <a:pt x="85193" y="97915"/>
                  <a:pt x="78282" y="98447"/>
                  <a:pt x="69210" y="99510"/>
                </a:cubicBezTo>
                <a:lnTo>
                  <a:pt x="69210" y="36997"/>
                </a:lnTo>
                <a:lnTo>
                  <a:pt x="131935" y="36997"/>
                </a:lnTo>
                <a:lnTo>
                  <a:pt x="131935" y="52413"/>
                </a:lnTo>
                <a:lnTo>
                  <a:pt x="85370" y="52413"/>
                </a:lnTo>
                <a:lnTo>
                  <a:pt x="85370" y="83563"/>
                </a:lnTo>
                <a:cubicBezTo>
                  <a:pt x="87142" y="83279"/>
                  <a:pt x="90615" y="83137"/>
                  <a:pt x="95789" y="83137"/>
                </a:cubicBezTo>
                <a:cubicBezTo>
                  <a:pt x="109113" y="83137"/>
                  <a:pt x="119373" y="86362"/>
                  <a:pt x="126567" y="92812"/>
                </a:cubicBezTo>
                <a:cubicBezTo>
                  <a:pt x="133761" y="99262"/>
                  <a:pt x="137357" y="108157"/>
                  <a:pt x="137357" y="119497"/>
                </a:cubicBezTo>
                <a:cubicBezTo>
                  <a:pt x="137357" y="131120"/>
                  <a:pt x="133406" y="140600"/>
                  <a:pt x="125503" y="147936"/>
                </a:cubicBezTo>
                <a:cubicBezTo>
                  <a:pt x="117601" y="155271"/>
                  <a:pt x="106597" y="158939"/>
                  <a:pt x="92493" y="158939"/>
                </a:cubicBezTo>
                <a:cubicBezTo>
                  <a:pt x="83421" y="158939"/>
                  <a:pt x="74561" y="157203"/>
                  <a:pt x="65915" y="153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⑥">
            <a:extLst xmlns:a="http://schemas.openxmlformats.org/drawingml/2006/main">
              <a:ext uri="{FF2B5EF4-FFF2-40B4-BE49-F238E27FC236}">
                <a16:creationId xmlns:a16="http://schemas.microsoft.com/office/drawing/2014/main" id="{7DB93D08-A2B9-4F2F-A2A0-40848D6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412" y="2625225"/>
            <a:ext cx="201448" cy="201448"/>
          </a:xfrm>
          <a:custGeom xmlns:a="http://schemas.openxmlformats.org/drawingml/2006/main">
            <a:pathLst>
              <a:path w="201448" h="201448">
                <a:moveTo>
                  <a:pt x="100724" y="0"/>
                </a:moveTo>
                <a:cubicBezTo>
                  <a:pt x="128336" y="0"/>
                  <a:pt x="152027" y="9884"/>
                  <a:pt x="171795" y="29653"/>
                </a:cubicBezTo>
                <a:cubicBezTo>
                  <a:pt x="191564" y="49422"/>
                  <a:pt x="201448" y="73112"/>
                  <a:pt x="201448" y="100724"/>
                </a:cubicBezTo>
                <a:cubicBezTo>
                  <a:pt x="201448" y="128336"/>
                  <a:pt x="191564" y="152027"/>
                  <a:pt x="171795" y="171795"/>
                </a:cubicBezTo>
                <a:cubicBezTo>
                  <a:pt x="152027" y="191564"/>
                  <a:pt x="128336" y="201448"/>
                  <a:pt x="100724" y="201448"/>
                </a:cubicBezTo>
                <a:cubicBezTo>
                  <a:pt x="73112" y="201448"/>
                  <a:pt x="49422" y="191564"/>
                  <a:pt x="29653" y="171795"/>
                </a:cubicBezTo>
                <a:cubicBezTo>
                  <a:pt x="9884" y="152027"/>
                  <a:pt x="0" y="128336"/>
                  <a:pt x="0" y="100724"/>
                </a:cubicBezTo>
                <a:cubicBezTo>
                  <a:pt x="0" y="73112"/>
                  <a:pt x="9884" y="49422"/>
                  <a:pt x="29653" y="29653"/>
                </a:cubicBezTo>
                <a:cubicBezTo>
                  <a:pt x="49422" y="9884"/>
                  <a:pt x="73112" y="0"/>
                  <a:pt x="100724" y="0"/>
                </a:cubicBezTo>
                <a:moveTo>
                  <a:pt x="100724" y="188352"/>
                </a:moveTo>
                <a:cubicBezTo>
                  <a:pt x="124787" y="188352"/>
                  <a:pt x="145408" y="179763"/>
                  <a:pt x="162585" y="162585"/>
                </a:cubicBezTo>
                <a:cubicBezTo>
                  <a:pt x="179763" y="145408"/>
                  <a:pt x="188352" y="124787"/>
                  <a:pt x="188352" y="100724"/>
                </a:cubicBezTo>
                <a:cubicBezTo>
                  <a:pt x="188352" y="76661"/>
                  <a:pt x="179763" y="56041"/>
                  <a:pt x="162585" y="38863"/>
                </a:cubicBezTo>
                <a:cubicBezTo>
                  <a:pt x="145408" y="21685"/>
                  <a:pt x="124787" y="13096"/>
                  <a:pt x="100724" y="13096"/>
                </a:cubicBezTo>
                <a:cubicBezTo>
                  <a:pt x="76661" y="13096"/>
                  <a:pt x="56041" y="21685"/>
                  <a:pt x="38863" y="38863"/>
                </a:cubicBezTo>
                <a:cubicBezTo>
                  <a:pt x="21685" y="56041"/>
                  <a:pt x="13096" y="76661"/>
                  <a:pt x="13096" y="100724"/>
                </a:cubicBezTo>
                <a:cubicBezTo>
                  <a:pt x="13096" y="124787"/>
                  <a:pt x="21685" y="145408"/>
                  <a:pt x="38863" y="162585"/>
                </a:cubicBezTo>
                <a:cubicBezTo>
                  <a:pt x="56041" y="179763"/>
                  <a:pt x="76661" y="188352"/>
                  <a:pt x="100724" y="188352"/>
                </a:cubicBezTo>
                <a:moveTo>
                  <a:pt x="132986" y="38331"/>
                </a:moveTo>
                <a:lnTo>
                  <a:pt x="132986" y="54302"/>
                </a:lnTo>
                <a:cubicBezTo>
                  <a:pt x="125958" y="51391"/>
                  <a:pt x="118967" y="49936"/>
                  <a:pt x="112010" y="49936"/>
                </a:cubicBezTo>
                <a:cubicBezTo>
                  <a:pt x="102641" y="49936"/>
                  <a:pt x="94957" y="53698"/>
                  <a:pt x="88959" y="61222"/>
                </a:cubicBezTo>
                <a:cubicBezTo>
                  <a:pt x="82961" y="68747"/>
                  <a:pt x="79465" y="79074"/>
                  <a:pt x="78471" y="92206"/>
                </a:cubicBezTo>
                <a:cubicBezTo>
                  <a:pt x="85214" y="83759"/>
                  <a:pt x="94194" y="79536"/>
                  <a:pt x="105409" y="79536"/>
                </a:cubicBezTo>
                <a:cubicBezTo>
                  <a:pt x="115843" y="79536"/>
                  <a:pt x="124273" y="83085"/>
                  <a:pt x="130696" y="90183"/>
                </a:cubicBezTo>
                <a:cubicBezTo>
                  <a:pt x="137120" y="97281"/>
                  <a:pt x="140332" y="106403"/>
                  <a:pt x="140332" y="117547"/>
                </a:cubicBezTo>
                <a:cubicBezTo>
                  <a:pt x="140332" y="129543"/>
                  <a:pt x="136570" y="139445"/>
                  <a:pt x="129046" y="147253"/>
                </a:cubicBezTo>
                <a:cubicBezTo>
                  <a:pt x="121522" y="155061"/>
                  <a:pt x="111975" y="158965"/>
                  <a:pt x="100405" y="158965"/>
                </a:cubicBezTo>
                <a:cubicBezTo>
                  <a:pt x="87841" y="158965"/>
                  <a:pt x="77992" y="154209"/>
                  <a:pt x="70858" y="144698"/>
                </a:cubicBezTo>
                <a:cubicBezTo>
                  <a:pt x="63725" y="135186"/>
                  <a:pt x="60158" y="121487"/>
                  <a:pt x="60158" y="103599"/>
                </a:cubicBezTo>
                <a:cubicBezTo>
                  <a:pt x="60158" y="82588"/>
                  <a:pt x="64772" y="65925"/>
                  <a:pt x="73999" y="53610"/>
                </a:cubicBezTo>
                <a:cubicBezTo>
                  <a:pt x="83227" y="41294"/>
                  <a:pt x="95826" y="35136"/>
                  <a:pt x="111797" y="35136"/>
                </a:cubicBezTo>
                <a:cubicBezTo>
                  <a:pt x="119889" y="35136"/>
                  <a:pt x="126952" y="36201"/>
                  <a:pt x="132986" y="38331"/>
                </a:cubicBezTo>
                <a:moveTo>
                  <a:pt x="101150" y="94442"/>
                </a:moveTo>
                <a:cubicBezTo>
                  <a:pt x="94407" y="94442"/>
                  <a:pt x="88888" y="96785"/>
                  <a:pt x="84593" y="101469"/>
                </a:cubicBezTo>
                <a:cubicBezTo>
                  <a:pt x="80299" y="106154"/>
                  <a:pt x="78152" y="111442"/>
                  <a:pt x="78152" y="117334"/>
                </a:cubicBezTo>
                <a:cubicBezTo>
                  <a:pt x="78152" y="124645"/>
                  <a:pt x="80263" y="130945"/>
                  <a:pt x="84487" y="136233"/>
                </a:cubicBezTo>
                <a:cubicBezTo>
                  <a:pt x="88710" y="141521"/>
                  <a:pt x="94087" y="144165"/>
                  <a:pt x="100618" y="144165"/>
                </a:cubicBezTo>
                <a:cubicBezTo>
                  <a:pt x="107290" y="144165"/>
                  <a:pt x="112702" y="141805"/>
                  <a:pt x="116855" y="137085"/>
                </a:cubicBezTo>
                <a:cubicBezTo>
                  <a:pt x="121007" y="132365"/>
                  <a:pt x="123084" y="126420"/>
                  <a:pt x="123084" y="119251"/>
                </a:cubicBezTo>
                <a:cubicBezTo>
                  <a:pt x="123084" y="111726"/>
                  <a:pt x="121132" y="105711"/>
                  <a:pt x="117228" y="101203"/>
                </a:cubicBezTo>
                <a:cubicBezTo>
                  <a:pt x="113324" y="96696"/>
                  <a:pt x="107964" y="94442"/>
                  <a:pt x="101150" y="9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60d946f3c47da"/>
          <a:stretch xmlns:a="http://schemas.openxmlformats.org/drawingml/2006/main"/>
        </p:blipFill>
        <p:spPr>
          <a:xfrm xmlns:a="http://schemas.openxmlformats.org/drawingml/2006/main">
            <a:off x="2212853" y="1490873"/>
            <a:ext cx="309325" cy="309325"/>
          </a:xfrm>
          <a:prstGeom xmlns:a="http://schemas.openxmlformats.org/drawingml/2006/main" prst="rect">
            <a:avLst/>
          </a:prstGeom>
        </p:spPr>
      </p:pic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3496A-04F3-4EC8-A034-7EF4829F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992" y="707083"/>
            <a:ext cx="219368" cy="1501"/>
          </a:xfrm>
          <a:custGeom xmlns:a="http://schemas.openxmlformats.org/drawingml/2006/main">
            <a:pathLst>
              <a:path w="219368" h="1501" fill="none">
                <a:moveTo>
                  <a:pt x="0" y="1501"/>
                </a:moveTo>
                <a:lnTo>
                  <a:pt x="219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53" cap="rnd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1428E-E2C3-4125-89D7-A51446D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127" y="655652"/>
            <a:ext cx="103272" cy="102863"/>
          </a:xfrm>
          <a:custGeom xmlns:a="http://schemas.openxmlformats.org/drawingml/2006/main">
            <a:pathLst>
              <a:path w="103272" h="102863">
                <a:moveTo>
                  <a:pt x="0" y="0"/>
                </a:moveTo>
                <a:lnTo>
                  <a:pt x="103272" y="50749"/>
                </a:lnTo>
                <a:lnTo>
                  <a:pt x="682" y="102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CC35C-BB0E-4E3B-9E53-F6FE0A43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53" y="1344450"/>
            <a:ext cx="1160139" cy="580070"/>
          </a:xfrm>
          <a:custGeom xmlns:a="http://schemas.openxmlformats.org/drawingml/2006/main">
            <a:pathLst>
              <a:path w="1160139" h="580070">
                <a:moveTo>
                  <a:pt x="0" y="0"/>
                </a:moveTo>
                <a:lnTo>
                  <a:pt x="928084" y="0"/>
                </a:lnTo>
                <a:lnTo>
                  <a:pt x="1160139" y="232055"/>
                </a:lnTo>
                <a:lnTo>
                  <a:pt x="1160139" y="580070"/>
                </a:lnTo>
                <a:lnTo>
                  <a:pt x="0" y="5800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50FC3-1810-4B87-B512-456FBFD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53" y="1344450"/>
            <a:ext cx="1160139" cy="580070"/>
          </a:xfrm>
          <a:custGeom xmlns:a="http://schemas.openxmlformats.org/drawingml/2006/main">
            <a:pathLst>
              <a:path w="1160139" h="580070" fill="none">
                <a:moveTo>
                  <a:pt x="0" y="0"/>
                </a:moveTo>
                <a:lnTo>
                  <a:pt x="0" y="580070"/>
                </a:lnTo>
                <a:lnTo>
                  <a:pt x="1160139" y="580070"/>
                </a:lnTo>
                <a:lnTo>
                  <a:pt x="1160139" y="232055"/>
                </a:lnTo>
                <a:lnTo>
                  <a:pt x="92808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71" name="Text IDDG">
            <a:extLst xmlns:a="http://schemas.openxmlformats.org/drawingml/2006/main">
              <a:ext uri="{FF2B5EF4-FFF2-40B4-BE49-F238E27FC236}">
                <a16:creationId xmlns:a16="http://schemas.microsoft.com/office/drawing/2014/main" id="{9BDE0194-5097-4955-9433-AB9ACD59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441" y="1580532"/>
            <a:ext cx="559973" cy="154823"/>
          </a:xfrm>
          <a:custGeom xmlns:a="http://schemas.openxmlformats.org/drawingml/2006/main">
            <a:pathLst>
              <a:path w="559973" h="154823">
                <a:moveTo>
                  <a:pt x="76322" y="145227"/>
                </a:moveTo>
                <a:cubicBezTo>
                  <a:pt x="60184" y="144355"/>
                  <a:pt x="55822" y="141301"/>
                  <a:pt x="55606" y="129745"/>
                </a:cubicBezTo>
                <a:lnTo>
                  <a:pt x="55606" y="24206"/>
                </a:lnTo>
                <a:cubicBezTo>
                  <a:pt x="55822" y="12647"/>
                  <a:pt x="60620" y="9160"/>
                  <a:pt x="76322" y="8721"/>
                </a:cubicBezTo>
                <a:lnTo>
                  <a:pt x="76322" y="3271"/>
                </a:lnTo>
                <a:lnTo>
                  <a:pt x="0" y="3271"/>
                </a:lnTo>
                <a:lnTo>
                  <a:pt x="0" y="8721"/>
                </a:lnTo>
                <a:cubicBezTo>
                  <a:pt x="15266" y="9376"/>
                  <a:pt x="19844" y="12867"/>
                  <a:pt x="20280" y="24206"/>
                </a:cubicBezTo>
                <a:lnTo>
                  <a:pt x="20280" y="129745"/>
                </a:lnTo>
                <a:cubicBezTo>
                  <a:pt x="19844" y="140865"/>
                  <a:pt x="15918" y="144135"/>
                  <a:pt x="0" y="145227"/>
                </a:cubicBezTo>
                <a:lnTo>
                  <a:pt x="0" y="150677"/>
                </a:lnTo>
                <a:lnTo>
                  <a:pt x="76322" y="150677"/>
                </a:lnTo>
                <a:lnTo>
                  <a:pt x="76322" y="145227"/>
                </a:lnTo>
                <a:close/>
                <a:moveTo>
                  <a:pt x="83517" y="150677"/>
                </a:moveTo>
                <a:lnTo>
                  <a:pt x="152422" y="150677"/>
                </a:lnTo>
                <a:cubicBezTo>
                  <a:pt x="199523" y="150677"/>
                  <a:pt x="230923" y="120588"/>
                  <a:pt x="230923" y="75450"/>
                </a:cubicBezTo>
                <a:cubicBezTo>
                  <a:pt x="230923" y="30528"/>
                  <a:pt x="200615" y="3271"/>
                  <a:pt x="150026" y="3271"/>
                </a:cubicBezTo>
                <a:lnTo>
                  <a:pt x="83517" y="3271"/>
                </a:lnTo>
                <a:lnTo>
                  <a:pt x="83517" y="8721"/>
                </a:lnTo>
                <a:cubicBezTo>
                  <a:pt x="97255" y="9812"/>
                  <a:pt x="101398" y="13083"/>
                  <a:pt x="101618" y="23331"/>
                </a:cubicBezTo>
                <a:lnTo>
                  <a:pt x="101618" y="130836"/>
                </a:lnTo>
                <a:cubicBezTo>
                  <a:pt x="101618" y="140429"/>
                  <a:pt x="95728" y="145227"/>
                  <a:pt x="83517" y="145227"/>
                </a:cubicBezTo>
                <a:lnTo>
                  <a:pt x="83517" y="150677"/>
                </a:lnTo>
                <a:moveTo>
                  <a:pt x="136940" y="18317"/>
                </a:moveTo>
                <a:cubicBezTo>
                  <a:pt x="136940" y="13303"/>
                  <a:pt x="141302" y="10684"/>
                  <a:pt x="149807" y="10684"/>
                </a:cubicBezTo>
                <a:cubicBezTo>
                  <a:pt x="165508" y="10684"/>
                  <a:pt x="176409" y="17881"/>
                  <a:pt x="184041" y="32927"/>
                </a:cubicBezTo>
                <a:cubicBezTo>
                  <a:pt x="189931" y="44266"/>
                  <a:pt x="192982" y="60184"/>
                  <a:pt x="192982" y="78721"/>
                </a:cubicBezTo>
                <a:cubicBezTo>
                  <a:pt x="192982" y="99217"/>
                  <a:pt x="188620" y="118189"/>
                  <a:pt x="181642" y="128001"/>
                </a:cubicBezTo>
                <a:cubicBezTo>
                  <a:pt x="174229" y="138030"/>
                  <a:pt x="163762" y="143047"/>
                  <a:pt x="149587" y="143047"/>
                </a:cubicBezTo>
                <a:cubicBezTo>
                  <a:pt x="139775" y="143047"/>
                  <a:pt x="136940" y="140213"/>
                  <a:pt x="136940" y="130400"/>
                </a:cubicBezTo>
                <a:lnTo>
                  <a:pt x="136940" y="18317"/>
                </a:lnTo>
                <a:close/>
                <a:moveTo>
                  <a:pt x="240955" y="150677"/>
                </a:moveTo>
                <a:lnTo>
                  <a:pt x="309860" y="150677"/>
                </a:lnTo>
                <a:cubicBezTo>
                  <a:pt x="356961" y="150677"/>
                  <a:pt x="388361" y="120588"/>
                  <a:pt x="388361" y="75450"/>
                </a:cubicBezTo>
                <a:cubicBezTo>
                  <a:pt x="388361" y="30528"/>
                  <a:pt x="358052" y="3271"/>
                  <a:pt x="307464" y="3271"/>
                </a:cubicBezTo>
                <a:lnTo>
                  <a:pt x="240955" y="3271"/>
                </a:lnTo>
                <a:lnTo>
                  <a:pt x="240955" y="8721"/>
                </a:lnTo>
                <a:cubicBezTo>
                  <a:pt x="254693" y="9812"/>
                  <a:pt x="258836" y="13083"/>
                  <a:pt x="259055" y="23331"/>
                </a:cubicBezTo>
                <a:lnTo>
                  <a:pt x="259055" y="130836"/>
                </a:lnTo>
                <a:cubicBezTo>
                  <a:pt x="259055" y="140429"/>
                  <a:pt x="253166" y="145227"/>
                  <a:pt x="240955" y="145227"/>
                </a:cubicBezTo>
                <a:lnTo>
                  <a:pt x="240955" y="150677"/>
                </a:lnTo>
                <a:moveTo>
                  <a:pt x="294378" y="18317"/>
                </a:moveTo>
                <a:cubicBezTo>
                  <a:pt x="294378" y="13303"/>
                  <a:pt x="298740" y="10684"/>
                  <a:pt x="307245" y="10684"/>
                </a:cubicBezTo>
                <a:cubicBezTo>
                  <a:pt x="322946" y="10684"/>
                  <a:pt x="333846" y="17881"/>
                  <a:pt x="341479" y="32927"/>
                </a:cubicBezTo>
                <a:cubicBezTo>
                  <a:pt x="347368" y="44266"/>
                  <a:pt x="350420" y="60184"/>
                  <a:pt x="350420" y="78721"/>
                </a:cubicBezTo>
                <a:cubicBezTo>
                  <a:pt x="350420" y="99217"/>
                  <a:pt x="346058" y="118189"/>
                  <a:pt x="339080" y="128001"/>
                </a:cubicBezTo>
                <a:cubicBezTo>
                  <a:pt x="331667" y="138030"/>
                  <a:pt x="321199" y="143047"/>
                  <a:pt x="307025" y="143047"/>
                </a:cubicBezTo>
                <a:cubicBezTo>
                  <a:pt x="297213" y="143047"/>
                  <a:pt x="294378" y="140213"/>
                  <a:pt x="294378" y="130400"/>
                </a:cubicBezTo>
                <a:lnTo>
                  <a:pt x="294378" y="18317"/>
                </a:lnTo>
                <a:close/>
                <a:moveTo>
                  <a:pt x="559973" y="88097"/>
                </a:moveTo>
                <a:lnTo>
                  <a:pt x="485179" y="88097"/>
                </a:lnTo>
                <a:lnTo>
                  <a:pt x="485179" y="93547"/>
                </a:lnTo>
                <a:cubicBezTo>
                  <a:pt x="503495" y="94419"/>
                  <a:pt x="506766" y="96602"/>
                  <a:pt x="507205" y="108813"/>
                </a:cubicBezTo>
                <a:lnTo>
                  <a:pt x="507205" y="131708"/>
                </a:lnTo>
                <a:cubicBezTo>
                  <a:pt x="507205" y="142828"/>
                  <a:pt x="500880" y="147626"/>
                  <a:pt x="486270" y="147626"/>
                </a:cubicBezTo>
                <a:cubicBezTo>
                  <a:pt x="472532" y="147626"/>
                  <a:pt x="463375" y="143483"/>
                  <a:pt x="456178" y="134107"/>
                </a:cubicBezTo>
                <a:cubicBezTo>
                  <a:pt x="446582" y="121896"/>
                  <a:pt x="442004" y="103143"/>
                  <a:pt x="442004" y="76974"/>
                </a:cubicBezTo>
                <a:cubicBezTo>
                  <a:pt x="442004" y="31183"/>
                  <a:pt x="455742" y="7197"/>
                  <a:pt x="482128" y="7197"/>
                </a:cubicBezTo>
                <a:cubicBezTo>
                  <a:pt x="492376" y="7197"/>
                  <a:pt x="501752" y="11120"/>
                  <a:pt x="511128" y="19408"/>
                </a:cubicBezTo>
                <a:cubicBezTo>
                  <a:pt x="520505" y="27693"/>
                  <a:pt x="525739" y="35326"/>
                  <a:pt x="533152" y="51680"/>
                </a:cubicBezTo>
                <a:lnTo>
                  <a:pt x="538605" y="51680"/>
                </a:lnTo>
                <a:lnTo>
                  <a:pt x="538605" y="655"/>
                </a:lnTo>
                <a:lnTo>
                  <a:pt x="532716" y="655"/>
                </a:lnTo>
                <a:cubicBezTo>
                  <a:pt x="529445" y="8505"/>
                  <a:pt x="527482" y="10684"/>
                  <a:pt x="522904" y="10684"/>
                </a:cubicBezTo>
                <a:cubicBezTo>
                  <a:pt x="520941" y="10684"/>
                  <a:pt x="517889" y="9812"/>
                  <a:pt x="513091" y="7633"/>
                </a:cubicBezTo>
                <a:cubicBezTo>
                  <a:pt x="500661" y="2399"/>
                  <a:pt x="489977" y="0"/>
                  <a:pt x="479509" y="0"/>
                </a:cubicBezTo>
                <a:cubicBezTo>
                  <a:pt x="435898" y="0"/>
                  <a:pt x="403407" y="33363"/>
                  <a:pt x="403407" y="78501"/>
                </a:cubicBezTo>
                <a:cubicBezTo>
                  <a:pt x="403407" y="123420"/>
                  <a:pt x="435246" y="154823"/>
                  <a:pt x="481036" y="154823"/>
                </a:cubicBezTo>
                <a:cubicBezTo>
                  <a:pt x="503495" y="154823"/>
                  <a:pt x="527046" y="149589"/>
                  <a:pt x="541220" y="141301"/>
                </a:cubicBezTo>
                <a:lnTo>
                  <a:pt x="541220" y="113607"/>
                </a:lnTo>
                <a:cubicBezTo>
                  <a:pt x="541656" y="97690"/>
                  <a:pt x="544055" y="95074"/>
                  <a:pt x="559973" y="93547"/>
                </a:cubicBezTo>
                <a:lnTo>
                  <a:pt x="559973" y="880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0d45721be4f80"/>
          <a:stretch xmlns:a="http://schemas.openxmlformats.org/drawingml/2006/main"/>
        </p:blipFill>
        <p:spPr>
          <a:xfrm xmlns:a="http://schemas.openxmlformats.org/drawingml/2006/main">
            <a:off x="3614577" y="1446091"/>
            <a:ext cx="386704" cy="376788"/>
          </a:xfrm>
          <a:prstGeom xmlns:a="http://schemas.openxmlformats.org/drawingml/2006/main" prst="rect">
            <a:avLst/>
          </a:prstGeom>
        </p:spPr>
      </p:pic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CEDBD-050C-40FA-9209-4E8A3EE1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53" y="1344450"/>
            <a:ext cx="1160139" cy="580070"/>
          </a:xfrm>
          <a:custGeom xmlns:a="http://schemas.openxmlformats.org/drawingml/2006/main">
            <a:pathLst>
              <a:path w="1160139" h="580070">
                <a:moveTo>
                  <a:pt x="0" y="0"/>
                </a:moveTo>
                <a:lnTo>
                  <a:pt x="928084" y="0"/>
                </a:lnTo>
                <a:lnTo>
                  <a:pt x="1160139" y="232055"/>
                </a:lnTo>
                <a:lnTo>
                  <a:pt x="1160139" y="580070"/>
                </a:lnTo>
                <a:lnTo>
                  <a:pt x="0" y="5800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9E9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C27C4-4780-4CA8-9CF0-4EFC80A2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853" y="1344450"/>
            <a:ext cx="1160139" cy="580070"/>
          </a:xfrm>
          <a:custGeom xmlns:a="http://schemas.openxmlformats.org/drawingml/2006/main">
            <a:pathLst>
              <a:path w="1160139" h="580070" fill="none">
                <a:moveTo>
                  <a:pt x="0" y="0"/>
                </a:moveTo>
                <a:lnTo>
                  <a:pt x="0" y="580070"/>
                </a:lnTo>
                <a:lnTo>
                  <a:pt x="1160139" y="580070"/>
                </a:lnTo>
                <a:lnTo>
                  <a:pt x="1160139" y="232055"/>
                </a:lnTo>
                <a:lnTo>
                  <a:pt x="92808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2" cap="rnd">
            <a:solidFill>
              <a:srgbClr val="000000"/>
            </a:solidFill>
            <a:round/>
          </a:ln>
        </p:spPr>
      </p:sp>
      <p:sp>
        <p:nvSpPr>
          <p:cNvPr id="75" name="Text IDDG">
            <a:extLst xmlns:a="http://schemas.openxmlformats.org/drawingml/2006/main">
              <a:ext uri="{FF2B5EF4-FFF2-40B4-BE49-F238E27FC236}">
                <a16:creationId xmlns:a16="http://schemas.microsoft.com/office/drawing/2014/main" id="{46F68A60-ED05-4C93-8504-DA0F19B4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441" y="1580532"/>
            <a:ext cx="559973" cy="154823"/>
          </a:xfrm>
          <a:custGeom xmlns:a="http://schemas.openxmlformats.org/drawingml/2006/main">
            <a:pathLst>
              <a:path w="559973" h="154823">
                <a:moveTo>
                  <a:pt x="76322" y="145227"/>
                </a:moveTo>
                <a:cubicBezTo>
                  <a:pt x="60184" y="144355"/>
                  <a:pt x="55822" y="141301"/>
                  <a:pt x="55606" y="129745"/>
                </a:cubicBezTo>
                <a:lnTo>
                  <a:pt x="55606" y="24206"/>
                </a:lnTo>
                <a:cubicBezTo>
                  <a:pt x="55822" y="12647"/>
                  <a:pt x="60620" y="9160"/>
                  <a:pt x="76322" y="8721"/>
                </a:cubicBezTo>
                <a:lnTo>
                  <a:pt x="76322" y="3271"/>
                </a:lnTo>
                <a:lnTo>
                  <a:pt x="0" y="3271"/>
                </a:lnTo>
                <a:lnTo>
                  <a:pt x="0" y="8721"/>
                </a:lnTo>
                <a:cubicBezTo>
                  <a:pt x="15266" y="9376"/>
                  <a:pt x="19844" y="12867"/>
                  <a:pt x="20280" y="24206"/>
                </a:cubicBezTo>
                <a:lnTo>
                  <a:pt x="20280" y="129745"/>
                </a:lnTo>
                <a:cubicBezTo>
                  <a:pt x="19844" y="140865"/>
                  <a:pt x="15918" y="144135"/>
                  <a:pt x="0" y="145227"/>
                </a:cubicBezTo>
                <a:lnTo>
                  <a:pt x="0" y="150677"/>
                </a:lnTo>
                <a:lnTo>
                  <a:pt x="76322" y="150677"/>
                </a:lnTo>
                <a:lnTo>
                  <a:pt x="76322" y="145227"/>
                </a:lnTo>
                <a:close/>
                <a:moveTo>
                  <a:pt x="83517" y="150677"/>
                </a:moveTo>
                <a:lnTo>
                  <a:pt x="152422" y="150677"/>
                </a:lnTo>
                <a:cubicBezTo>
                  <a:pt x="199523" y="150677"/>
                  <a:pt x="230923" y="120588"/>
                  <a:pt x="230923" y="75450"/>
                </a:cubicBezTo>
                <a:cubicBezTo>
                  <a:pt x="230923" y="30528"/>
                  <a:pt x="200615" y="3271"/>
                  <a:pt x="150026" y="3271"/>
                </a:cubicBezTo>
                <a:lnTo>
                  <a:pt x="83517" y="3271"/>
                </a:lnTo>
                <a:lnTo>
                  <a:pt x="83517" y="8721"/>
                </a:lnTo>
                <a:cubicBezTo>
                  <a:pt x="97255" y="9812"/>
                  <a:pt x="101398" y="13083"/>
                  <a:pt x="101618" y="23331"/>
                </a:cubicBezTo>
                <a:lnTo>
                  <a:pt x="101618" y="130836"/>
                </a:lnTo>
                <a:cubicBezTo>
                  <a:pt x="101618" y="140429"/>
                  <a:pt x="95728" y="145227"/>
                  <a:pt x="83517" y="145227"/>
                </a:cubicBezTo>
                <a:lnTo>
                  <a:pt x="83517" y="150677"/>
                </a:lnTo>
                <a:moveTo>
                  <a:pt x="136940" y="18317"/>
                </a:moveTo>
                <a:cubicBezTo>
                  <a:pt x="136940" y="13303"/>
                  <a:pt x="141302" y="10684"/>
                  <a:pt x="149807" y="10684"/>
                </a:cubicBezTo>
                <a:cubicBezTo>
                  <a:pt x="165508" y="10684"/>
                  <a:pt x="176409" y="17881"/>
                  <a:pt x="184041" y="32927"/>
                </a:cubicBezTo>
                <a:cubicBezTo>
                  <a:pt x="189931" y="44266"/>
                  <a:pt x="192982" y="60184"/>
                  <a:pt x="192982" y="78721"/>
                </a:cubicBezTo>
                <a:cubicBezTo>
                  <a:pt x="192982" y="99217"/>
                  <a:pt x="188620" y="118189"/>
                  <a:pt x="181642" y="128001"/>
                </a:cubicBezTo>
                <a:cubicBezTo>
                  <a:pt x="174229" y="138030"/>
                  <a:pt x="163762" y="143047"/>
                  <a:pt x="149587" y="143047"/>
                </a:cubicBezTo>
                <a:cubicBezTo>
                  <a:pt x="139775" y="143047"/>
                  <a:pt x="136940" y="140213"/>
                  <a:pt x="136940" y="130400"/>
                </a:cubicBezTo>
                <a:lnTo>
                  <a:pt x="136940" y="18317"/>
                </a:lnTo>
                <a:close/>
                <a:moveTo>
                  <a:pt x="240955" y="150677"/>
                </a:moveTo>
                <a:lnTo>
                  <a:pt x="309860" y="150677"/>
                </a:lnTo>
                <a:cubicBezTo>
                  <a:pt x="356961" y="150677"/>
                  <a:pt x="388361" y="120588"/>
                  <a:pt x="388361" y="75450"/>
                </a:cubicBezTo>
                <a:cubicBezTo>
                  <a:pt x="388361" y="30528"/>
                  <a:pt x="358052" y="3271"/>
                  <a:pt x="307464" y="3271"/>
                </a:cubicBezTo>
                <a:lnTo>
                  <a:pt x="240955" y="3271"/>
                </a:lnTo>
                <a:lnTo>
                  <a:pt x="240955" y="8721"/>
                </a:lnTo>
                <a:cubicBezTo>
                  <a:pt x="254693" y="9812"/>
                  <a:pt x="258836" y="13083"/>
                  <a:pt x="259055" y="23331"/>
                </a:cubicBezTo>
                <a:lnTo>
                  <a:pt x="259055" y="130836"/>
                </a:lnTo>
                <a:cubicBezTo>
                  <a:pt x="259055" y="140429"/>
                  <a:pt x="253166" y="145227"/>
                  <a:pt x="240955" y="145227"/>
                </a:cubicBezTo>
                <a:lnTo>
                  <a:pt x="240955" y="150677"/>
                </a:lnTo>
                <a:moveTo>
                  <a:pt x="294378" y="18317"/>
                </a:moveTo>
                <a:cubicBezTo>
                  <a:pt x="294378" y="13303"/>
                  <a:pt x="298740" y="10684"/>
                  <a:pt x="307245" y="10684"/>
                </a:cubicBezTo>
                <a:cubicBezTo>
                  <a:pt x="322946" y="10684"/>
                  <a:pt x="333846" y="17881"/>
                  <a:pt x="341479" y="32927"/>
                </a:cubicBezTo>
                <a:cubicBezTo>
                  <a:pt x="347368" y="44266"/>
                  <a:pt x="350420" y="60184"/>
                  <a:pt x="350420" y="78721"/>
                </a:cubicBezTo>
                <a:cubicBezTo>
                  <a:pt x="350420" y="99217"/>
                  <a:pt x="346058" y="118189"/>
                  <a:pt x="339080" y="128001"/>
                </a:cubicBezTo>
                <a:cubicBezTo>
                  <a:pt x="331667" y="138030"/>
                  <a:pt x="321199" y="143047"/>
                  <a:pt x="307025" y="143047"/>
                </a:cubicBezTo>
                <a:cubicBezTo>
                  <a:pt x="297213" y="143047"/>
                  <a:pt x="294378" y="140213"/>
                  <a:pt x="294378" y="130400"/>
                </a:cubicBezTo>
                <a:lnTo>
                  <a:pt x="294378" y="18317"/>
                </a:lnTo>
                <a:close/>
                <a:moveTo>
                  <a:pt x="559973" y="88097"/>
                </a:moveTo>
                <a:lnTo>
                  <a:pt x="485179" y="88097"/>
                </a:lnTo>
                <a:lnTo>
                  <a:pt x="485179" y="93547"/>
                </a:lnTo>
                <a:cubicBezTo>
                  <a:pt x="503495" y="94419"/>
                  <a:pt x="506766" y="96602"/>
                  <a:pt x="507205" y="108813"/>
                </a:cubicBezTo>
                <a:lnTo>
                  <a:pt x="507205" y="131708"/>
                </a:lnTo>
                <a:cubicBezTo>
                  <a:pt x="507205" y="142828"/>
                  <a:pt x="500880" y="147626"/>
                  <a:pt x="486270" y="147626"/>
                </a:cubicBezTo>
                <a:cubicBezTo>
                  <a:pt x="472532" y="147626"/>
                  <a:pt x="463375" y="143483"/>
                  <a:pt x="456178" y="134107"/>
                </a:cubicBezTo>
                <a:cubicBezTo>
                  <a:pt x="446582" y="121896"/>
                  <a:pt x="442004" y="103143"/>
                  <a:pt x="442004" y="76974"/>
                </a:cubicBezTo>
                <a:cubicBezTo>
                  <a:pt x="442004" y="31183"/>
                  <a:pt x="455742" y="7197"/>
                  <a:pt x="482128" y="7197"/>
                </a:cubicBezTo>
                <a:cubicBezTo>
                  <a:pt x="492376" y="7197"/>
                  <a:pt x="501752" y="11120"/>
                  <a:pt x="511128" y="19408"/>
                </a:cubicBezTo>
                <a:cubicBezTo>
                  <a:pt x="520505" y="27693"/>
                  <a:pt x="525739" y="35326"/>
                  <a:pt x="533152" y="51680"/>
                </a:cubicBezTo>
                <a:lnTo>
                  <a:pt x="538605" y="51680"/>
                </a:lnTo>
                <a:lnTo>
                  <a:pt x="538605" y="655"/>
                </a:lnTo>
                <a:lnTo>
                  <a:pt x="532716" y="655"/>
                </a:lnTo>
                <a:cubicBezTo>
                  <a:pt x="529445" y="8505"/>
                  <a:pt x="527482" y="10684"/>
                  <a:pt x="522904" y="10684"/>
                </a:cubicBezTo>
                <a:cubicBezTo>
                  <a:pt x="520941" y="10684"/>
                  <a:pt x="517889" y="9812"/>
                  <a:pt x="513091" y="7633"/>
                </a:cubicBezTo>
                <a:cubicBezTo>
                  <a:pt x="500661" y="2399"/>
                  <a:pt x="489977" y="0"/>
                  <a:pt x="479509" y="0"/>
                </a:cubicBezTo>
                <a:cubicBezTo>
                  <a:pt x="435898" y="0"/>
                  <a:pt x="403407" y="33363"/>
                  <a:pt x="403407" y="78501"/>
                </a:cubicBezTo>
                <a:cubicBezTo>
                  <a:pt x="403407" y="123420"/>
                  <a:pt x="435246" y="154823"/>
                  <a:pt x="481036" y="154823"/>
                </a:cubicBezTo>
                <a:cubicBezTo>
                  <a:pt x="503495" y="154823"/>
                  <a:pt x="527046" y="149589"/>
                  <a:pt x="541220" y="141301"/>
                </a:cubicBezTo>
                <a:lnTo>
                  <a:pt x="541220" y="113607"/>
                </a:lnTo>
                <a:cubicBezTo>
                  <a:pt x="541656" y="97690"/>
                  <a:pt x="544055" y="95074"/>
                  <a:pt x="559973" y="93547"/>
                </a:cubicBezTo>
                <a:lnTo>
                  <a:pt x="559973" y="880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d05f8da0542d2"/>
          <a:stretch xmlns:a="http://schemas.openxmlformats.org/drawingml/2006/main"/>
        </p:blipFill>
        <p:spPr>
          <a:xfrm xmlns:a="http://schemas.openxmlformats.org/drawingml/2006/main">
            <a:off x="3614577" y="1446091"/>
            <a:ext cx="386704" cy="376788"/>
          </a:xfrm>
          <a:prstGeom xmlns:a="http://schemas.openxmlformats.org/drawingml/2006/main" prst="rect">
            <a:avLst/>
          </a:prstGeom>
        </p:spPr>
      </p:pic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a11e6712247c9"/>
          <a:stretch xmlns:a="http://schemas.openxmlformats.org/drawingml/2006/main"/>
        </p:blipFill>
        <p:spPr>
          <a:xfrm xmlns:a="http://schemas.openxmlformats.org/drawingml/2006/main">
            <a:off x="752945" y="2552951"/>
            <a:ext cx="448476" cy="448476"/>
          </a:xfrm>
          <a:prstGeom xmlns:a="http://schemas.openxmlformats.org/drawingml/2006/main" prst="rect">
            <a:avLst/>
          </a:prstGeom>
        </p:spPr>
      </p:pic>
      <p:sp>
        <p:nvSpPr>
          <p:cNvPr id="78" name="Text BACVulnerability">
            <a:extLst xmlns:a="http://schemas.openxmlformats.org/drawingml/2006/main">
              <a:ext uri="{FF2B5EF4-FFF2-40B4-BE49-F238E27FC236}">
                <a16:creationId xmlns:a16="http://schemas.microsoft.com/office/drawing/2014/main" id="{CBB107C3-325D-4BC1-8DB7-1AB7A180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26" y="3119487"/>
            <a:ext cx="1657676" cy="196471"/>
          </a:xfrm>
          <a:custGeom xmlns:a="http://schemas.openxmlformats.org/drawingml/2006/main">
            <a:pathLst>
              <a:path w="1657676" h="196471">
                <a:moveTo>
                  <a:pt x="0" y="8724"/>
                </a:moveTo>
                <a:cubicBezTo>
                  <a:pt x="18317" y="9812"/>
                  <a:pt x="20716" y="11995"/>
                  <a:pt x="20932" y="28349"/>
                </a:cubicBezTo>
                <a:lnTo>
                  <a:pt x="20932" y="125167"/>
                </a:lnTo>
                <a:cubicBezTo>
                  <a:pt x="20716" y="141520"/>
                  <a:pt x="17881" y="144139"/>
                  <a:pt x="0" y="144791"/>
                </a:cubicBezTo>
                <a:lnTo>
                  <a:pt x="0" y="148933"/>
                </a:lnTo>
                <a:lnTo>
                  <a:pt x="72831" y="148933"/>
                </a:lnTo>
                <a:cubicBezTo>
                  <a:pt x="89621" y="148933"/>
                  <a:pt x="105322" y="144355"/>
                  <a:pt x="113388" y="136942"/>
                </a:cubicBezTo>
                <a:cubicBezTo>
                  <a:pt x="121240" y="129964"/>
                  <a:pt x="125599" y="120152"/>
                  <a:pt x="125599" y="109685"/>
                </a:cubicBezTo>
                <a:cubicBezTo>
                  <a:pt x="125599" y="100089"/>
                  <a:pt x="121892" y="91368"/>
                  <a:pt x="114915" y="85043"/>
                </a:cubicBezTo>
                <a:cubicBezTo>
                  <a:pt x="108374" y="79157"/>
                  <a:pt x="102488" y="76541"/>
                  <a:pt x="88313" y="73051"/>
                </a:cubicBezTo>
                <a:cubicBezTo>
                  <a:pt x="99653" y="70216"/>
                  <a:pt x="104231" y="68037"/>
                  <a:pt x="109465" y="63455"/>
                </a:cubicBezTo>
                <a:cubicBezTo>
                  <a:pt x="114915" y="58660"/>
                  <a:pt x="118186" y="50808"/>
                  <a:pt x="118186" y="41651"/>
                </a:cubicBezTo>
                <a:cubicBezTo>
                  <a:pt x="118186" y="17229"/>
                  <a:pt x="98561" y="4582"/>
                  <a:pt x="61056" y="4582"/>
                </a:cubicBezTo>
                <a:lnTo>
                  <a:pt x="0" y="4582"/>
                </a:lnTo>
                <a:lnTo>
                  <a:pt x="0" y="8724"/>
                </a:lnTo>
                <a:moveTo>
                  <a:pt x="43175" y="77849"/>
                </a:moveTo>
                <a:cubicBezTo>
                  <a:pt x="64327" y="77849"/>
                  <a:pt x="74355" y="79157"/>
                  <a:pt x="82208" y="82427"/>
                </a:cubicBezTo>
                <a:cubicBezTo>
                  <a:pt x="94635" y="87442"/>
                  <a:pt x="100524" y="96382"/>
                  <a:pt x="100524" y="109904"/>
                </a:cubicBezTo>
                <a:cubicBezTo>
                  <a:pt x="100524" y="121676"/>
                  <a:pt x="95946" y="130181"/>
                  <a:pt x="87222" y="135198"/>
                </a:cubicBezTo>
                <a:cubicBezTo>
                  <a:pt x="80245" y="139121"/>
                  <a:pt x="71304" y="140868"/>
                  <a:pt x="56914" y="140868"/>
                </a:cubicBezTo>
                <a:cubicBezTo>
                  <a:pt x="46226" y="140868"/>
                  <a:pt x="43175" y="138905"/>
                  <a:pt x="43175" y="131928"/>
                </a:cubicBezTo>
                <a:lnTo>
                  <a:pt x="43175" y="77849"/>
                </a:lnTo>
                <a:moveTo>
                  <a:pt x="43175" y="69344"/>
                </a:moveTo>
                <a:lnTo>
                  <a:pt x="43175" y="19192"/>
                </a:lnTo>
                <a:cubicBezTo>
                  <a:pt x="43391" y="14394"/>
                  <a:pt x="44263" y="13083"/>
                  <a:pt x="47973" y="12867"/>
                </a:cubicBezTo>
                <a:lnTo>
                  <a:pt x="57566" y="12647"/>
                </a:lnTo>
                <a:cubicBezTo>
                  <a:pt x="81772" y="11995"/>
                  <a:pt x="95946" y="23115"/>
                  <a:pt x="95946" y="42523"/>
                </a:cubicBezTo>
                <a:cubicBezTo>
                  <a:pt x="95946" y="59748"/>
                  <a:pt x="84823" y="68908"/>
                  <a:pt x="63891" y="69125"/>
                </a:cubicBezTo>
                <a:lnTo>
                  <a:pt x="43175" y="69344"/>
                </a:lnTo>
                <a:close/>
                <a:moveTo>
                  <a:pt x="295686" y="144791"/>
                </a:moveTo>
                <a:cubicBezTo>
                  <a:pt x="285874" y="144139"/>
                  <a:pt x="283694" y="141956"/>
                  <a:pt x="276061" y="125822"/>
                </a:cubicBezTo>
                <a:lnTo>
                  <a:pt x="221763" y="1963"/>
                </a:lnTo>
                <a:lnTo>
                  <a:pt x="217404" y="1963"/>
                </a:lnTo>
                <a:lnTo>
                  <a:pt x="172047" y="109029"/>
                </a:lnTo>
                <a:cubicBezTo>
                  <a:pt x="158092" y="140868"/>
                  <a:pt x="155473" y="144355"/>
                  <a:pt x="145009" y="144791"/>
                </a:cubicBezTo>
                <a:lnTo>
                  <a:pt x="145009" y="148933"/>
                </a:lnTo>
                <a:lnTo>
                  <a:pt x="188184" y="148933"/>
                </a:lnTo>
                <a:lnTo>
                  <a:pt x="188184" y="144791"/>
                </a:lnTo>
                <a:cubicBezTo>
                  <a:pt x="177716" y="144791"/>
                  <a:pt x="173354" y="142176"/>
                  <a:pt x="173354" y="135850"/>
                </a:cubicBezTo>
                <a:cubicBezTo>
                  <a:pt x="173354" y="133235"/>
                  <a:pt x="174010" y="130181"/>
                  <a:pt x="175101" y="127346"/>
                </a:cubicBezTo>
                <a:lnTo>
                  <a:pt x="185130" y="101835"/>
                </a:lnTo>
                <a:lnTo>
                  <a:pt x="242263" y="101835"/>
                </a:lnTo>
                <a:lnTo>
                  <a:pt x="251203" y="122768"/>
                </a:lnTo>
                <a:cubicBezTo>
                  <a:pt x="253818" y="128657"/>
                  <a:pt x="255346" y="134327"/>
                  <a:pt x="255346" y="137378"/>
                </a:cubicBezTo>
                <a:cubicBezTo>
                  <a:pt x="255346" y="142828"/>
                  <a:pt x="251639" y="144575"/>
                  <a:pt x="240080" y="144791"/>
                </a:cubicBezTo>
                <a:lnTo>
                  <a:pt x="240080" y="148933"/>
                </a:lnTo>
                <a:lnTo>
                  <a:pt x="295686" y="148933"/>
                </a:lnTo>
                <a:lnTo>
                  <a:pt x="295686" y="144791"/>
                </a:lnTo>
                <a:moveTo>
                  <a:pt x="188836" y="92895"/>
                </a:moveTo>
                <a:lnTo>
                  <a:pt x="213914" y="32927"/>
                </a:lnTo>
                <a:lnTo>
                  <a:pt x="239208" y="92895"/>
                </a:lnTo>
                <a:lnTo>
                  <a:pt x="188836" y="92895"/>
                </a:lnTo>
                <a:close/>
                <a:moveTo>
                  <a:pt x="434371" y="50592"/>
                </a:moveTo>
                <a:lnTo>
                  <a:pt x="432408" y="1527"/>
                </a:lnTo>
                <a:lnTo>
                  <a:pt x="427830" y="1527"/>
                </a:lnTo>
                <a:cubicBezTo>
                  <a:pt x="426522" y="6106"/>
                  <a:pt x="423032" y="8724"/>
                  <a:pt x="418670" y="8724"/>
                </a:cubicBezTo>
                <a:cubicBezTo>
                  <a:pt x="416707" y="8724"/>
                  <a:pt x="413436" y="8069"/>
                  <a:pt x="410165" y="6977"/>
                </a:cubicBezTo>
                <a:cubicBezTo>
                  <a:pt x="399481" y="3271"/>
                  <a:pt x="388578" y="1527"/>
                  <a:pt x="378329" y="1527"/>
                </a:cubicBezTo>
                <a:cubicBezTo>
                  <a:pt x="360448" y="1527"/>
                  <a:pt x="342351" y="8288"/>
                  <a:pt x="328829" y="20280"/>
                </a:cubicBezTo>
                <a:cubicBezTo>
                  <a:pt x="313567" y="33799"/>
                  <a:pt x="305282" y="53862"/>
                  <a:pt x="305282" y="77849"/>
                </a:cubicBezTo>
                <a:cubicBezTo>
                  <a:pt x="305282" y="122332"/>
                  <a:pt x="334283" y="151988"/>
                  <a:pt x="377677" y="151988"/>
                </a:cubicBezTo>
                <a:cubicBezTo>
                  <a:pt x="402316" y="151988"/>
                  <a:pt x="424123" y="141956"/>
                  <a:pt x="437206" y="124295"/>
                </a:cubicBezTo>
                <a:lnTo>
                  <a:pt x="433280" y="120369"/>
                </a:lnTo>
                <a:cubicBezTo>
                  <a:pt x="417362" y="135850"/>
                  <a:pt x="402752" y="142392"/>
                  <a:pt x="384655" y="142392"/>
                </a:cubicBezTo>
                <a:cubicBezTo>
                  <a:pt x="370916" y="142392"/>
                  <a:pt x="358705" y="138033"/>
                  <a:pt x="349329" y="129745"/>
                </a:cubicBezTo>
                <a:cubicBezTo>
                  <a:pt x="337334" y="119061"/>
                  <a:pt x="330576" y="99436"/>
                  <a:pt x="330576" y="75014"/>
                </a:cubicBezTo>
                <a:cubicBezTo>
                  <a:pt x="330576" y="35546"/>
                  <a:pt x="350856" y="10251"/>
                  <a:pt x="382472" y="10251"/>
                </a:cubicBezTo>
                <a:cubicBezTo>
                  <a:pt x="394903" y="10251"/>
                  <a:pt x="406242" y="14830"/>
                  <a:pt x="414963" y="23334"/>
                </a:cubicBezTo>
                <a:cubicBezTo>
                  <a:pt x="421940" y="30312"/>
                  <a:pt x="425211" y="36417"/>
                  <a:pt x="429357" y="50592"/>
                </a:cubicBezTo>
                <a:lnTo>
                  <a:pt x="434371" y="50592"/>
                </a:lnTo>
                <a:close/>
                <a:moveTo>
                  <a:pt x="651120" y="4582"/>
                </a:moveTo>
                <a:lnTo>
                  <a:pt x="606418" y="4582"/>
                </a:lnTo>
                <a:lnTo>
                  <a:pt x="606418" y="8724"/>
                </a:lnTo>
                <a:cubicBezTo>
                  <a:pt x="618413" y="9596"/>
                  <a:pt x="622336" y="11775"/>
                  <a:pt x="622336" y="17881"/>
                </a:cubicBezTo>
                <a:cubicBezTo>
                  <a:pt x="622336" y="21371"/>
                  <a:pt x="620812" y="27257"/>
                  <a:pt x="618193" y="33799"/>
                </a:cubicBezTo>
                <a:lnTo>
                  <a:pt x="586138" y="113827"/>
                </a:lnTo>
                <a:lnTo>
                  <a:pt x="553211" y="40124"/>
                </a:lnTo>
                <a:cubicBezTo>
                  <a:pt x="546017" y="23987"/>
                  <a:pt x="544270" y="19192"/>
                  <a:pt x="544270" y="15918"/>
                </a:cubicBezTo>
                <a:cubicBezTo>
                  <a:pt x="544270" y="11559"/>
                  <a:pt x="547325" y="9596"/>
                  <a:pt x="554302" y="9160"/>
                </a:cubicBezTo>
                <a:cubicBezTo>
                  <a:pt x="555394" y="9160"/>
                  <a:pt x="557793" y="8940"/>
                  <a:pt x="560627" y="8724"/>
                </a:cubicBezTo>
                <a:lnTo>
                  <a:pt x="560627" y="4582"/>
                </a:lnTo>
                <a:lnTo>
                  <a:pt x="502623" y="4582"/>
                </a:lnTo>
                <a:lnTo>
                  <a:pt x="502623" y="8724"/>
                </a:lnTo>
                <a:cubicBezTo>
                  <a:pt x="513307" y="9160"/>
                  <a:pt x="516361" y="12211"/>
                  <a:pt x="525737" y="31619"/>
                </a:cubicBezTo>
                <a:lnTo>
                  <a:pt x="579380" y="151332"/>
                </a:lnTo>
                <a:lnTo>
                  <a:pt x="582651" y="151332"/>
                </a:lnTo>
                <a:lnTo>
                  <a:pt x="631060" y="29004"/>
                </a:lnTo>
                <a:cubicBezTo>
                  <a:pt x="638257" y="11775"/>
                  <a:pt x="640652" y="9376"/>
                  <a:pt x="651120" y="8724"/>
                </a:cubicBezTo>
                <a:lnTo>
                  <a:pt x="651120" y="4582"/>
                </a:lnTo>
                <a:close/>
                <a:moveTo>
                  <a:pt x="761893" y="138033"/>
                </a:moveTo>
                <a:lnTo>
                  <a:pt x="760805" y="138033"/>
                </a:lnTo>
                <a:cubicBezTo>
                  <a:pt x="750118" y="137597"/>
                  <a:pt x="748594" y="135850"/>
                  <a:pt x="748374" y="125602"/>
                </a:cubicBezTo>
                <a:lnTo>
                  <a:pt x="748374" y="50808"/>
                </a:lnTo>
                <a:lnTo>
                  <a:pt x="713920" y="50808"/>
                </a:lnTo>
                <a:lnTo>
                  <a:pt x="713920" y="54515"/>
                </a:lnTo>
                <a:cubicBezTo>
                  <a:pt x="727442" y="55170"/>
                  <a:pt x="730057" y="57349"/>
                  <a:pt x="730057" y="68253"/>
                </a:cubicBezTo>
                <a:lnTo>
                  <a:pt x="730057" y="119497"/>
                </a:lnTo>
                <a:cubicBezTo>
                  <a:pt x="730057" y="125602"/>
                  <a:pt x="728966" y="128657"/>
                  <a:pt x="725915" y="131056"/>
                </a:cubicBezTo>
                <a:cubicBezTo>
                  <a:pt x="720026" y="135850"/>
                  <a:pt x="713268" y="138469"/>
                  <a:pt x="706726" y="138469"/>
                </a:cubicBezTo>
                <a:cubicBezTo>
                  <a:pt x="698222" y="138469"/>
                  <a:pt x="691244" y="131056"/>
                  <a:pt x="691244" y="121896"/>
                </a:cubicBezTo>
                <a:lnTo>
                  <a:pt x="691244" y="50808"/>
                </a:lnTo>
                <a:lnTo>
                  <a:pt x="659405" y="50808"/>
                </a:lnTo>
                <a:lnTo>
                  <a:pt x="659405" y="53862"/>
                </a:lnTo>
                <a:cubicBezTo>
                  <a:pt x="669657" y="54298"/>
                  <a:pt x="672708" y="57349"/>
                  <a:pt x="672928" y="67817"/>
                </a:cubicBezTo>
                <a:lnTo>
                  <a:pt x="672928" y="122768"/>
                </a:lnTo>
                <a:cubicBezTo>
                  <a:pt x="672928" y="139996"/>
                  <a:pt x="683392" y="151116"/>
                  <a:pt x="699310" y="151116"/>
                </a:cubicBezTo>
                <a:cubicBezTo>
                  <a:pt x="707379" y="151116"/>
                  <a:pt x="715883" y="147626"/>
                  <a:pt x="721772" y="141740"/>
                </a:cubicBezTo>
                <a:lnTo>
                  <a:pt x="731149" y="132363"/>
                </a:lnTo>
                <a:lnTo>
                  <a:pt x="731149" y="150461"/>
                </a:lnTo>
                <a:lnTo>
                  <a:pt x="732021" y="150897"/>
                </a:lnTo>
                <a:cubicBezTo>
                  <a:pt x="742924" y="146538"/>
                  <a:pt x="750773" y="144139"/>
                  <a:pt x="761893" y="141084"/>
                </a:cubicBezTo>
                <a:lnTo>
                  <a:pt x="761893" y="138033"/>
                </a:lnTo>
                <a:close/>
                <a:moveTo>
                  <a:pt x="769963" y="148933"/>
                </a:moveTo>
                <a:lnTo>
                  <a:pt x="821423" y="148933"/>
                </a:lnTo>
                <a:lnTo>
                  <a:pt x="821423" y="145663"/>
                </a:lnTo>
                <a:cubicBezTo>
                  <a:pt x="807688" y="145011"/>
                  <a:pt x="805289" y="142828"/>
                  <a:pt x="805069" y="130617"/>
                </a:cubicBezTo>
                <a:lnTo>
                  <a:pt x="805069" y="436"/>
                </a:lnTo>
                <a:lnTo>
                  <a:pt x="804197" y="0"/>
                </a:lnTo>
                <a:cubicBezTo>
                  <a:pt x="793078" y="3490"/>
                  <a:pt x="785009" y="5889"/>
                  <a:pt x="769527" y="9596"/>
                </a:cubicBezTo>
                <a:lnTo>
                  <a:pt x="769527" y="13083"/>
                </a:lnTo>
                <a:lnTo>
                  <a:pt x="770835" y="13083"/>
                </a:lnTo>
                <a:cubicBezTo>
                  <a:pt x="773234" y="12867"/>
                  <a:pt x="775849" y="12647"/>
                  <a:pt x="777596" y="12647"/>
                </a:cubicBezTo>
                <a:cubicBezTo>
                  <a:pt x="784573" y="12647"/>
                  <a:pt x="786752" y="15702"/>
                  <a:pt x="786752" y="25950"/>
                </a:cubicBezTo>
                <a:lnTo>
                  <a:pt x="786752" y="129964"/>
                </a:lnTo>
                <a:cubicBezTo>
                  <a:pt x="786536" y="141740"/>
                  <a:pt x="783482" y="144791"/>
                  <a:pt x="769963" y="145663"/>
                </a:cubicBezTo>
                <a:lnTo>
                  <a:pt x="769963" y="148933"/>
                </a:lnTo>
                <a:close/>
                <a:moveTo>
                  <a:pt x="829928" y="148933"/>
                </a:moveTo>
                <a:lnTo>
                  <a:pt x="876157" y="148933"/>
                </a:lnTo>
                <a:lnTo>
                  <a:pt x="876157" y="145663"/>
                </a:lnTo>
                <a:cubicBezTo>
                  <a:pt x="865254" y="145011"/>
                  <a:pt x="861763" y="142176"/>
                  <a:pt x="861763" y="134327"/>
                </a:cubicBezTo>
                <a:lnTo>
                  <a:pt x="861763" y="73051"/>
                </a:lnTo>
                <a:cubicBezTo>
                  <a:pt x="872231" y="63239"/>
                  <a:pt x="877029" y="60620"/>
                  <a:pt x="884226" y="60620"/>
                </a:cubicBezTo>
                <a:cubicBezTo>
                  <a:pt x="894910" y="60620"/>
                  <a:pt x="900144" y="67381"/>
                  <a:pt x="900144" y="81772"/>
                </a:cubicBezTo>
                <a:lnTo>
                  <a:pt x="900144" y="127346"/>
                </a:lnTo>
                <a:cubicBezTo>
                  <a:pt x="899708" y="141520"/>
                  <a:pt x="897089" y="145011"/>
                  <a:pt x="886405" y="145663"/>
                </a:cubicBezTo>
                <a:lnTo>
                  <a:pt x="886405" y="148933"/>
                </a:lnTo>
                <a:lnTo>
                  <a:pt x="931763" y="148933"/>
                </a:lnTo>
                <a:lnTo>
                  <a:pt x="931763" y="145663"/>
                </a:lnTo>
                <a:cubicBezTo>
                  <a:pt x="921076" y="144575"/>
                  <a:pt x="918677" y="141956"/>
                  <a:pt x="918460" y="131272"/>
                </a:cubicBezTo>
                <a:lnTo>
                  <a:pt x="918460" y="81336"/>
                </a:lnTo>
                <a:cubicBezTo>
                  <a:pt x="918460" y="60840"/>
                  <a:pt x="908864" y="48629"/>
                  <a:pt x="892730" y="48629"/>
                </a:cubicBezTo>
                <a:cubicBezTo>
                  <a:pt x="882699" y="48629"/>
                  <a:pt x="875937" y="52335"/>
                  <a:pt x="861111" y="66290"/>
                </a:cubicBezTo>
                <a:lnTo>
                  <a:pt x="861111" y="49064"/>
                </a:lnTo>
                <a:lnTo>
                  <a:pt x="859584" y="48629"/>
                </a:lnTo>
                <a:cubicBezTo>
                  <a:pt x="848244" y="52771"/>
                  <a:pt x="840831" y="55170"/>
                  <a:pt x="829492" y="58441"/>
                </a:cubicBezTo>
                <a:lnTo>
                  <a:pt x="829492" y="62147"/>
                </a:lnTo>
                <a:cubicBezTo>
                  <a:pt x="831019" y="61495"/>
                  <a:pt x="832982" y="61276"/>
                  <a:pt x="835381" y="61276"/>
                </a:cubicBezTo>
                <a:cubicBezTo>
                  <a:pt x="841487" y="61276"/>
                  <a:pt x="843446" y="64546"/>
                  <a:pt x="843446" y="75230"/>
                </a:cubicBezTo>
                <a:lnTo>
                  <a:pt x="843446" y="129309"/>
                </a:lnTo>
                <a:cubicBezTo>
                  <a:pt x="843230" y="142176"/>
                  <a:pt x="840831" y="145011"/>
                  <a:pt x="829928" y="145663"/>
                </a:cubicBezTo>
                <a:lnTo>
                  <a:pt x="829928" y="148933"/>
                </a:lnTo>
                <a:close/>
                <a:moveTo>
                  <a:pt x="1023999" y="113175"/>
                </a:moveTo>
                <a:cubicBezTo>
                  <a:pt x="1013535" y="129745"/>
                  <a:pt x="1004155" y="136070"/>
                  <a:pt x="990200" y="136070"/>
                </a:cubicBezTo>
                <a:cubicBezTo>
                  <a:pt x="977773" y="136070"/>
                  <a:pt x="968397" y="129745"/>
                  <a:pt x="962071" y="117317"/>
                </a:cubicBezTo>
                <a:cubicBezTo>
                  <a:pt x="958145" y="109029"/>
                  <a:pt x="956621" y="102052"/>
                  <a:pt x="956185" y="88533"/>
                </a:cubicBezTo>
                <a:lnTo>
                  <a:pt x="1023347" y="88533"/>
                </a:lnTo>
                <a:cubicBezTo>
                  <a:pt x="1021600" y="74359"/>
                  <a:pt x="1019421" y="68037"/>
                  <a:pt x="1013971" y="61056"/>
                </a:cubicBezTo>
                <a:cubicBezTo>
                  <a:pt x="1007426" y="53207"/>
                  <a:pt x="997397" y="48629"/>
                  <a:pt x="986058" y="48629"/>
                </a:cubicBezTo>
                <a:cubicBezTo>
                  <a:pt x="975154" y="48629"/>
                  <a:pt x="964906" y="52555"/>
                  <a:pt x="956621" y="59968"/>
                </a:cubicBezTo>
                <a:cubicBezTo>
                  <a:pt x="946370" y="68908"/>
                  <a:pt x="940484" y="84390"/>
                  <a:pt x="940484" y="102271"/>
                </a:cubicBezTo>
                <a:cubicBezTo>
                  <a:pt x="940484" y="132363"/>
                  <a:pt x="956185" y="151116"/>
                  <a:pt x="981260" y="151116"/>
                </a:cubicBezTo>
                <a:cubicBezTo>
                  <a:pt x="1001976" y="151116"/>
                  <a:pt x="1018329" y="138249"/>
                  <a:pt x="1027490" y="114699"/>
                </a:cubicBezTo>
                <a:lnTo>
                  <a:pt x="1023999" y="113175"/>
                </a:lnTo>
                <a:moveTo>
                  <a:pt x="956621" y="81556"/>
                </a:moveTo>
                <a:cubicBezTo>
                  <a:pt x="959017" y="64546"/>
                  <a:pt x="966433" y="56478"/>
                  <a:pt x="979733" y="56478"/>
                </a:cubicBezTo>
                <a:cubicBezTo>
                  <a:pt x="993035" y="56478"/>
                  <a:pt x="998269" y="62583"/>
                  <a:pt x="1001104" y="81556"/>
                </a:cubicBezTo>
                <a:lnTo>
                  <a:pt x="956621" y="81556"/>
                </a:lnTo>
                <a:close/>
                <a:moveTo>
                  <a:pt x="1032940" y="148933"/>
                </a:moveTo>
                <a:lnTo>
                  <a:pt x="1085275" y="148933"/>
                </a:lnTo>
                <a:lnTo>
                  <a:pt x="1085275" y="145663"/>
                </a:lnTo>
                <a:cubicBezTo>
                  <a:pt x="1070665" y="145227"/>
                  <a:pt x="1067174" y="142176"/>
                  <a:pt x="1066738" y="129309"/>
                </a:cubicBezTo>
                <a:lnTo>
                  <a:pt x="1066738" y="80248"/>
                </a:lnTo>
                <a:cubicBezTo>
                  <a:pt x="1066738" y="73267"/>
                  <a:pt x="1075898" y="62367"/>
                  <a:pt x="1082004" y="62367"/>
                </a:cubicBezTo>
                <a:cubicBezTo>
                  <a:pt x="1083312" y="62367"/>
                  <a:pt x="1085275" y="63455"/>
                  <a:pt x="1087674" y="65638"/>
                </a:cubicBezTo>
                <a:cubicBezTo>
                  <a:pt x="1090944" y="68908"/>
                  <a:pt x="1093560" y="69996"/>
                  <a:pt x="1096395" y="69996"/>
                </a:cubicBezTo>
                <a:cubicBezTo>
                  <a:pt x="1101628" y="69996"/>
                  <a:pt x="1104899" y="66290"/>
                  <a:pt x="1104899" y="60184"/>
                </a:cubicBezTo>
                <a:cubicBezTo>
                  <a:pt x="1104899" y="52991"/>
                  <a:pt x="1100321" y="48629"/>
                  <a:pt x="1092908" y="48629"/>
                </a:cubicBezTo>
                <a:cubicBezTo>
                  <a:pt x="1083747" y="48629"/>
                  <a:pt x="1077642" y="53427"/>
                  <a:pt x="1066738" y="69125"/>
                </a:cubicBezTo>
                <a:lnTo>
                  <a:pt x="1066738" y="49064"/>
                </a:lnTo>
                <a:lnTo>
                  <a:pt x="1065650" y="48629"/>
                </a:lnTo>
                <a:cubicBezTo>
                  <a:pt x="1053439" y="53427"/>
                  <a:pt x="1045587" y="56478"/>
                  <a:pt x="1033375" y="60404"/>
                </a:cubicBezTo>
                <a:lnTo>
                  <a:pt x="1033375" y="63891"/>
                </a:lnTo>
                <a:cubicBezTo>
                  <a:pt x="1036430" y="63239"/>
                  <a:pt x="1038393" y="63019"/>
                  <a:pt x="1041008" y="63019"/>
                </a:cubicBezTo>
                <a:cubicBezTo>
                  <a:pt x="1046458" y="63019"/>
                  <a:pt x="1048421" y="66509"/>
                  <a:pt x="1048421" y="76102"/>
                </a:cubicBezTo>
                <a:lnTo>
                  <a:pt x="1048421" y="130617"/>
                </a:lnTo>
                <a:cubicBezTo>
                  <a:pt x="1047986" y="141956"/>
                  <a:pt x="1046678" y="143267"/>
                  <a:pt x="1032940" y="145663"/>
                </a:cubicBezTo>
                <a:lnTo>
                  <a:pt x="1032940" y="148933"/>
                </a:lnTo>
                <a:close/>
                <a:moveTo>
                  <a:pt x="1202152" y="134543"/>
                </a:moveTo>
                <a:cubicBezTo>
                  <a:pt x="1198445" y="137597"/>
                  <a:pt x="1195830" y="138685"/>
                  <a:pt x="1192559" y="138685"/>
                </a:cubicBezTo>
                <a:cubicBezTo>
                  <a:pt x="1187545" y="138685"/>
                  <a:pt x="1186018" y="135634"/>
                  <a:pt x="1186018" y="126038"/>
                </a:cubicBezTo>
                <a:lnTo>
                  <a:pt x="1186018" y="83519"/>
                </a:lnTo>
                <a:cubicBezTo>
                  <a:pt x="1186018" y="72179"/>
                  <a:pt x="1184926" y="65854"/>
                  <a:pt x="1181656" y="60620"/>
                </a:cubicBezTo>
                <a:cubicBezTo>
                  <a:pt x="1176858" y="52771"/>
                  <a:pt x="1167481" y="48629"/>
                  <a:pt x="1154618" y="48629"/>
                </a:cubicBezTo>
                <a:cubicBezTo>
                  <a:pt x="1134118" y="48629"/>
                  <a:pt x="1117984" y="59313"/>
                  <a:pt x="1117984" y="73051"/>
                </a:cubicBezTo>
                <a:cubicBezTo>
                  <a:pt x="1117984" y="78065"/>
                  <a:pt x="1122127" y="82427"/>
                  <a:pt x="1127361" y="82427"/>
                </a:cubicBezTo>
                <a:cubicBezTo>
                  <a:pt x="1132591" y="82427"/>
                  <a:pt x="1137173" y="78065"/>
                  <a:pt x="1137173" y="73267"/>
                </a:cubicBezTo>
                <a:cubicBezTo>
                  <a:pt x="1137173" y="72395"/>
                  <a:pt x="1136953" y="71307"/>
                  <a:pt x="1136737" y="69780"/>
                </a:cubicBezTo>
                <a:cubicBezTo>
                  <a:pt x="1136301" y="67817"/>
                  <a:pt x="1136082" y="66074"/>
                  <a:pt x="1136082" y="64546"/>
                </a:cubicBezTo>
                <a:cubicBezTo>
                  <a:pt x="1136082" y="58660"/>
                  <a:pt x="1143059" y="53862"/>
                  <a:pt x="1151783" y="53862"/>
                </a:cubicBezTo>
                <a:cubicBezTo>
                  <a:pt x="1162467" y="53862"/>
                  <a:pt x="1168353" y="60184"/>
                  <a:pt x="1168353" y="71960"/>
                </a:cubicBezTo>
                <a:lnTo>
                  <a:pt x="1168353" y="85262"/>
                </a:lnTo>
                <a:cubicBezTo>
                  <a:pt x="1134990" y="98565"/>
                  <a:pt x="1131067" y="100524"/>
                  <a:pt x="1121691" y="108813"/>
                </a:cubicBezTo>
                <a:cubicBezTo>
                  <a:pt x="1116893" y="113175"/>
                  <a:pt x="1113839" y="120588"/>
                  <a:pt x="1113839" y="127782"/>
                </a:cubicBezTo>
                <a:cubicBezTo>
                  <a:pt x="1113839" y="141520"/>
                  <a:pt x="1123434" y="151116"/>
                  <a:pt x="1136737" y="151116"/>
                </a:cubicBezTo>
                <a:cubicBezTo>
                  <a:pt x="1146330" y="151116"/>
                  <a:pt x="1155270" y="146538"/>
                  <a:pt x="1168573" y="135198"/>
                </a:cubicBezTo>
                <a:cubicBezTo>
                  <a:pt x="1169664" y="146754"/>
                  <a:pt x="1173587" y="151116"/>
                  <a:pt x="1182527" y="151116"/>
                </a:cubicBezTo>
                <a:cubicBezTo>
                  <a:pt x="1189941" y="151116"/>
                  <a:pt x="1194522" y="148498"/>
                  <a:pt x="1202152" y="140213"/>
                </a:cubicBezTo>
                <a:lnTo>
                  <a:pt x="1202152" y="134543"/>
                </a:lnTo>
                <a:moveTo>
                  <a:pt x="1168353" y="122115"/>
                </a:moveTo>
                <a:cubicBezTo>
                  <a:pt x="1168353" y="128657"/>
                  <a:pt x="1167265" y="131056"/>
                  <a:pt x="1162683" y="133671"/>
                </a:cubicBezTo>
                <a:cubicBezTo>
                  <a:pt x="1157233" y="136722"/>
                  <a:pt x="1151347" y="138469"/>
                  <a:pt x="1146765" y="138469"/>
                </a:cubicBezTo>
                <a:cubicBezTo>
                  <a:pt x="1139136" y="138469"/>
                  <a:pt x="1133030" y="131056"/>
                  <a:pt x="1133030" y="121676"/>
                </a:cubicBezTo>
                <a:lnTo>
                  <a:pt x="1133030" y="120804"/>
                </a:lnTo>
                <a:cubicBezTo>
                  <a:pt x="1133247" y="107721"/>
                  <a:pt x="1142843" y="99436"/>
                  <a:pt x="1168353" y="90496"/>
                </a:cubicBezTo>
                <a:lnTo>
                  <a:pt x="1168353" y="122115"/>
                </a:lnTo>
                <a:close/>
                <a:moveTo>
                  <a:pt x="1235954" y="436"/>
                </a:moveTo>
                <a:lnTo>
                  <a:pt x="1234862" y="0"/>
                </a:lnTo>
                <a:cubicBezTo>
                  <a:pt x="1225922" y="3054"/>
                  <a:pt x="1220033" y="5018"/>
                  <a:pt x="1209568" y="7852"/>
                </a:cubicBezTo>
                <a:lnTo>
                  <a:pt x="1203243" y="9596"/>
                </a:lnTo>
                <a:lnTo>
                  <a:pt x="1203243" y="13083"/>
                </a:lnTo>
                <a:cubicBezTo>
                  <a:pt x="1204551" y="12867"/>
                  <a:pt x="1205206" y="12867"/>
                  <a:pt x="1206950" y="12867"/>
                </a:cubicBezTo>
                <a:cubicBezTo>
                  <a:pt x="1215674" y="12867"/>
                  <a:pt x="1217634" y="14830"/>
                  <a:pt x="1217634" y="23987"/>
                </a:cubicBezTo>
                <a:lnTo>
                  <a:pt x="1217634" y="137161"/>
                </a:lnTo>
                <a:cubicBezTo>
                  <a:pt x="1217634" y="143919"/>
                  <a:pt x="1235954" y="151116"/>
                  <a:pt x="1253615" y="151116"/>
                </a:cubicBezTo>
                <a:cubicBezTo>
                  <a:pt x="1282400" y="151116"/>
                  <a:pt x="1304639" y="127130"/>
                  <a:pt x="1304639" y="95946"/>
                </a:cubicBezTo>
                <a:cubicBezTo>
                  <a:pt x="1304639" y="68908"/>
                  <a:pt x="1288069" y="48629"/>
                  <a:pt x="1266262" y="48629"/>
                </a:cubicBezTo>
                <a:cubicBezTo>
                  <a:pt x="1252960" y="48629"/>
                  <a:pt x="1240313" y="56261"/>
                  <a:pt x="1235954" y="67162"/>
                </a:cubicBezTo>
                <a:lnTo>
                  <a:pt x="1235954" y="436"/>
                </a:lnTo>
                <a:moveTo>
                  <a:pt x="1235954" y="78721"/>
                </a:moveTo>
                <a:cubicBezTo>
                  <a:pt x="1235954" y="70216"/>
                  <a:pt x="1246202" y="62367"/>
                  <a:pt x="1257541" y="62367"/>
                </a:cubicBezTo>
                <a:cubicBezTo>
                  <a:pt x="1263647" y="62367"/>
                  <a:pt x="1269097" y="64546"/>
                  <a:pt x="1273675" y="68689"/>
                </a:cubicBezTo>
                <a:cubicBezTo>
                  <a:pt x="1280653" y="75450"/>
                  <a:pt x="1285451" y="90276"/>
                  <a:pt x="1285451" y="105978"/>
                </a:cubicBezTo>
                <a:cubicBezTo>
                  <a:pt x="1285451" y="130181"/>
                  <a:pt x="1274983" y="144139"/>
                  <a:pt x="1257105" y="144139"/>
                </a:cubicBezTo>
                <a:cubicBezTo>
                  <a:pt x="1245766" y="144139"/>
                  <a:pt x="1235954" y="139341"/>
                  <a:pt x="1235954" y="133671"/>
                </a:cubicBezTo>
                <a:lnTo>
                  <a:pt x="1235954" y="78721"/>
                </a:lnTo>
                <a:close/>
                <a:moveTo>
                  <a:pt x="1315107" y="148933"/>
                </a:moveTo>
                <a:lnTo>
                  <a:pt x="1366787" y="148933"/>
                </a:lnTo>
                <a:lnTo>
                  <a:pt x="1366787" y="145663"/>
                </a:lnTo>
                <a:cubicBezTo>
                  <a:pt x="1352396" y="144575"/>
                  <a:pt x="1350869" y="142612"/>
                  <a:pt x="1350649" y="126694"/>
                </a:cubicBezTo>
                <a:lnTo>
                  <a:pt x="1350649" y="49281"/>
                </a:lnTo>
                <a:lnTo>
                  <a:pt x="1349777" y="48629"/>
                </a:lnTo>
                <a:lnTo>
                  <a:pt x="1315979" y="60620"/>
                </a:lnTo>
                <a:lnTo>
                  <a:pt x="1315979" y="63891"/>
                </a:lnTo>
                <a:lnTo>
                  <a:pt x="1317726" y="63675"/>
                </a:lnTo>
                <a:cubicBezTo>
                  <a:pt x="1320341" y="63239"/>
                  <a:pt x="1322956" y="63019"/>
                  <a:pt x="1325139" y="63019"/>
                </a:cubicBezTo>
                <a:cubicBezTo>
                  <a:pt x="1330373" y="63019"/>
                  <a:pt x="1332332" y="66509"/>
                  <a:pt x="1332332" y="76102"/>
                </a:cubicBezTo>
                <a:lnTo>
                  <a:pt x="1332332" y="126694"/>
                </a:lnTo>
                <a:cubicBezTo>
                  <a:pt x="1331897" y="142828"/>
                  <a:pt x="1329937" y="145011"/>
                  <a:pt x="1315107" y="145663"/>
                </a:cubicBezTo>
                <a:lnTo>
                  <a:pt x="1315107" y="148933"/>
                </a:lnTo>
                <a:moveTo>
                  <a:pt x="1339529" y="0"/>
                </a:moveTo>
                <a:cubicBezTo>
                  <a:pt x="1333643" y="0"/>
                  <a:pt x="1328626" y="5018"/>
                  <a:pt x="1328626" y="11123"/>
                </a:cubicBezTo>
                <a:cubicBezTo>
                  <a:pt x="1328626" y="17445"/>
                  <a:pt x="1333424" y="22243"/>
                  <a:pt x="1339529" y="22243"/>
                </a:cubicBezTo>
                <a:cubicBezTo>
                  <a:pt x="1346071" y="22243"/>
                  <a:pt x="1350869" y="17445"/>
                  <a:pt x="1350869" y="11123"/>
                </a:cubicBezTo>
                <a:cubicBezTo>
                  <a:pt x="1350869" y="4798"/>
                  <a:pt x="1345855" y="0"/>
                  <a:pt x="1339529" y="0"/>
                </a:cubicBezTo>
                <a:close/>
                <a:moveTo>
                  <a:pt x="1376818" y="148933"/>
                </a:moveTo>
                <a:lnTo>
                  <a:pt x="1428278" y="148933"/>
                </a:lnTo>
                <a:lnTo>
                  <a:pt x="1428278" y="145663"/>
                </a:lnTo>
                <a:cubicBezTo>
                  <a:pt x="1414543" y="145011"/>
                  <a:pt x="1412144" y="142828"/>
                  <a:pt x="1411925" y="130617"/>
                </a:cubicBezTo>
                <a:lnTo>
                  <a:pt x="1411925" y="436"/>
                </a:lnTo>
                <a:lnTo>
                  <a:pt x="1411053" y="0"/>
                </a:lnTo>
                <a:cubicBezTo>
                  <a:pt x="1399933" y="3490"/>
                  <a:pt x="1391864" y="5889"/>
                  <a:pt x="1376383" y="9596"/>
                </a:cubicBezTo>
                <a:lnTo>
                  <a:pt x="1376383" y="13083"/>
                </a:lnTo>
                <a:lnTo>
                  <a:pt x="1377690" y="13083"/>
                </a:lnTo>
                <a:cubicBezTo>
                  <a:pt x="1380089" y="12867"/>
                  <a:pt x="1382704" y="12647"/>
                  <a:pt x="1384451" y="12647"/>
                </a:cubicBezTo>
                <a:cubicBezTo>
                  <a:pt x="1391429" y="12647"/>
                  <a:pt x="1393608" y="15702"/>
                  <a:pt x="1393608" y="25950"/>
                </a:cubicBezTo>
                <a:lnTo>
                  <a:pt x="1393608" y="129964"/>
                </a:lnTo>
                <a:cubicBezTo>
                  <a:pt x="1393392" y="141740"/>
                  <a:pt x="1390337" y="144791"/>
                  <a:pt x="1376818" y="145663"/>
                </a:cubicBezTo>
                <a:lnTo>
                  <a:pt x="1376818" y="148933"/>
                </a:lnTo>
                <a:close/>
                <a:moveTo>
                  <a:pt x="1436347" y="148933"/>
                </a:moveTo>
                <a:lnTo>
                  <a:pt x="1488027" y="148933"/>
                </a:lnTo>
                <a:lnTo>
                  <a:pt x="1488027" y="145663"/>
                </a:lnTo>
                <a:cubicBezTo>
                  <a:pt x="1473636" y="144575"/>
                  <a:pt x="1472109" y="142612"/>
                  <a:pt x="1471889" y="126694"/>
                </a:cubicBezTo>
                <a:lnTo>
                  <a:pt x="1471889" y="49281"/>
                </a:lnTo>
                <a:lnTo>
                  <a:pt x="1471018" y="48629"/>
                </a:lnTo>
                <a:lnTo>
                  <a:pt x="1437219" y="60620"/>
                </a:lnTo>
                <a:lnTo>
                  <a:pt x="1437219" y="63891"/>
                </a:lnTo>
                <a:lnTo>
                  <a:pt x="1438966" y="63675"/>
                </a:lnTo>
                <a:cubicBezTo>
                  <a:pt x="1441581" y="63239"/>
                  <a:pt x="1444196" y="63019"/>
                  <a:pt x="1446379" y="63019"/>
                </a:cubicBezTo>
                <a:cubicBezTo>
                  <a:pt x="1451613" y="63019"/>
                  <a:pt x="1453573" y="66509"/>
                  <a:pt x="1453573" y="76102"/>
                </a:cubicBezTo>
                <a:lnTo>
                  <a:pt x="1453573" y="126694"/>
                </a:lnTo>
                <a:cubicBezTo>
                  <a:pt x="1453137" y="142828"/>
                  <a:pt x="1451177" y="145011"/>
                  <a:pt x="1436347" y="145663"/>
                </a:cubicBezTo>
                <a:lnTo>
                  <a:pt x="1436347" y="148933"/>
                </a:lnTo>
                <a:moveTo>
                  <a:pt x="1460770" y="0"/>
                </a:moveTo>
                <a:cubicBezTo>
                  <a:pt x="1454884" y="0"/>
                  <a:pt x="1449866" y="5018"/>
                  <a:pt x="1449866" y="11123"/>
                </a:cubicBezTo>
                <a:cubicBezTo>
                  <a:pt x="1449866" y="17445"/>
                  <a:pt x="1454664" y="22243"/>
                  <a:pt x="1460770" y="22243"/>
                </a:cubicBezTo>
                <a:cubicBezTo>
                  <a:pt x="1467311" y="22243"/>
                  <a:pt x="1472109" y="17445"/>
                  <a:pt x="1472109" y="11123"/>
                </a:cubicBezTo>
                <a:cubicBezTo>
                  <a:pt x="1472109" y="4798"/>
                  <a:pt x="1467095" y="0"/>
                  <a:pt x="1460770" y="0"/>
                </a:cubicBezTo>
                <a:close/>
                <a:moveTo>
                  <a:pt x="1549083" y="50808"/>
                </a:moveTo>
                <a:lnTo>
                  <a:pt x="1527060" y="50808"/>
                </a:lnTo>
                <a:lnTo>
                  <a:pt x="1527060" y="25514"/>
                </a:lnTo>
                <a:cubicBezTo>
                  <a:pt x="1527060" y="23334"/>
                  <a:pt x="1526624" y="22679"/>
                  <a:pt x="1525532" y="22679"/>
                </a:cubicBezTo>
                <a:cubicBezTo>
                  <a:pt x="1512885" y="40996"/>
                  <a:pt x="1506344" y="48409"/>
                  <a:pt x="1500022" y="52116"/>
                </a:cubicBezTo>
                <a:cubicBezTo>
                  <a:pt x="1497623" y="53643"/>
                  <a:pt x="1496312" y="54950"/>
                  <a:pt x="1496312" y="56261"/>
                </a:cubicBezTo>
                <a:cubicBezTo>
                  <a:pt x="1496312" y="56914"/>
                  <a:pt x="1496532" y="57349"/>
                  <a:pt x="1497187" y="57785"/>
                </a:cubicBezTo>
                <a:lnTo>
                  <a:pt x="1508743" y="57785"/>
                </a:lnTo>
                <a:lnTo>
                  <a:pt x="1508743" y="123423"/>
                </a:lnTo>
                <a:cubicBezTo>
                  <a:pt x="1508743" y="141740"/>
                  <a:pt x="1515284" y="151116"/>
                  <a:pt x="1528151" y="151116"/>
                </a:cubicBezTo>
                <a:cubicBezTo>
                  <a:pt x="1538835" y="151116"/>
                  <a:pt x="1547120" y="145882"/>
                  <a:pt x="1554317" y="134543"/>
                </a:cubicBezTo>
                <a:lnTo>
                  <a:pt x="1551482" y="132144"/>
                </a:lnTo>
                <a:cubicBezTo>
                  <a:pt x="1546684" y="137814"/>
                  <a:pt x="1543197" y="139777"/>
                  <a:pt x="1538399" y="139777"/>
                </a:cubicBezTo>
                <a:cubicBezTo>
                  <a:pt x="1530330" y="139777"/>
                  <a:pt x="1527060" y="133891"/>
                  <a:pt x="1527060" y="120152"/>
                </a:cubicBezTo>
                <a:lnTo>
                  <a:pt x="1527060" y="57785"/>
                </a:lnTo>
                <a:lnTo>
                  <a:pt x="1549083" y="57785"/>
                </a:lnTo>
                <a:lnTo>
                  <a:pt x="1549083" y="50808"/>
                </a:lnTo>
                <a:close/>
                <a:moveTo>
                  <a:pt x="1657676" y="50808"/>
                </a:moveTo>
                <a:lnTo>
                  <a:pt x="1628240" y="50808"/>
                </a:lnTo>
                <a:lnTo>
                  <a:pt x="1628240" y="54079"/>
                </a:lnTo>
                <a:cubicBezTo>
                  <a:pt x="1635217" y="54079"/>
                  <a:pt x="1638707" y="56042"/>
                  <a:pt x="1638707" y="59532"/>
                </a:cubicBezTo>
                <a:cubicBezTo>
                  <a:pt x="1638707" y="60404"/>
                  <a:pt x="1638488" y="61712"/>
                  <a:pt x="1637832" y="63239"/>
                </a:cubicBezTo>
                <a:lnTo>
                  <a:pt x="1616680" y="123423"/>
                </a:lnTo>
                <a:lnTo>
                  <a:pt x="1591606" y="68253"/>
                </a:lnTo>
                <a:cubicBezTo>
                  <a:pt x="1590295" y="65202"/>
                  <a:pt x="1589423" y="62147"/>
                  <a:pt x="1589423" y="59968"/>
                </a:cubicBezTo>
                <a:cubicBezTo>
                  <a:pt x="1589423" y="56042"/>
                  <a:pt x="1592694" y="54515"/>
                  <a:pt x="1602070" y="54079"/>
                </a:cubicBezTo>
                <a:lnTo>
                  <a:pt x="1602070" y="50808"/>
                </a:lnTo>
                <a:lnTo>
                  <a:pt x="1557152" y="50808"/>
                </a:lnTo>
                <a:lnTo>
                  <a:pt x="1557152" y="53862"/>
                </a:lnTo>
                <a:cubicBezTo>
                  <a:pt x="1562821" y="54734"/>
                  <a:pt x="1566528" y="57133"/>
                  <a:pt x="1568272" y="60840"/>
                </a:cubicBezTo>
                <a:lnTo>
                  <a:pt x="1593130" y="114483"/>
                </a:lnTo>
                <a:cubicBezTo>
                  <a:pt x="1595748" y="120369"/>
                  <a:pt x="1595965" y="120588"/>
                  <a:pt x="1597056" y="122768"/>
                </a:cubicBezTo>
                <a:cubicBezTo>
                  <a:pt x="1603162" y="133671"/>
                  <a:pt x="1606652" y="141740"/>
                  <a:pt x="1606652" y="145011"/>
                </a:cubicBezTo>
                <a:cubicBezTo>
                  <a:pt x="1606652" y="148498"/>
                  <a:pt x="1601634" y="161800"/>
                  <a:pt x="1597928" y="168561"/>
                </a:cubicBezTo>
                <a:cubicBezTo>
                  <a:pt x="1594657" y="174011"/>
                  <a:pt x="1590079" y="178154"/>
                  <a:pt x="1587024" y="178154"/>
                </a:cubicBezTo>
                <a:cubicBezTo>
                  <a:pt x="1585717" y="178154"/>
                  <a:pt x="1583753" y="177718"/>
                  <a:pt x="1581358" y="176630"/>
                </a:cubicBezTo>
                <a:cubicBezTo>
                  <a:pt x="1577432" y="175103"/>
                  <a:pt x="1573505" y="174231"/>
                  <a:pt x="1570018" y="174231"/>
                </a:cubicBezTo>
                <a:cubicBezTo>
                  <a:pt x="1564785" y="174231"/>
                  <a:pt x="1560642" y="178373"/>
                  <a:pt x="1560642" y="183824"/>
                </a:cubicBezTo>
                <a:cubicBezTo>
                  <a:pt x="1560642" y="191021"/>
                  <a:pt x="1567400" y="196471"/>
                  <a:pt x="1576776" y="196471"/>
                </a:cubicBezTo>
                <a:cubicBezTo>
                  <a:pt x="1591606" y="196471"/>
                  <a:pt x="1601634" y="184479"/>
                  <a:pt x="1613629" y="152860"/>
                </a:cubicBezTo>
                <a:lnTo>
                  <a:pt x="1647208" y="63891"/>
                </a:lnTo>
                <a:cubicBezTo>
                  <a:pt x="1650043" y="56914"/>
                  <a:pt x="1652442" y="54734"/>
                  <a:pt x="1657676" y="54079"/>
                </a:cubicBezTo>
                <a:lnTo>
                  <a:pt x="1657676" y="508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e7c580faa45a5"/>
          <a:stretch xmlns:a="http://schemas.openxmlformats.org/drawingml/2006/main"/>
        </p:blipFill>
        <p:spPr>
          <a:xfrm xmlns:a="http://schemas.openxmlformats.org/drawingml/2006/main">
            <a:off x="752945" y="2552951"/>
            <a:ext cx="448476" cy="448476"/>
          </a:xfrm>
          <a:prstGeom xmlns:a="http://schemas.openxmlformats.org/drawingml/2006/main" prst="rect">
            <a:avLst/>
          </a:prstGeom>
        </p:spPr>
      </p:pic>
      <p:sp>
        <p:nvSpPr>
          <p:cNvPr id="80" name="Text BACVulnerability">
            <a:extLst xmlns:a="http://schemas.openxmlformats.org/drawingml/2006/main">
              <a:ext uri="{FF2B5EF4-FFF2-40B4-BE49-F238E27FC236}">
                <a16:creationId xmlns:a16="http://schemas.microsoft.com/office/drawing/2014/main" id="{11D3BA15-E9AD-492B-B303-B8E5618F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26" y="3119487"/>
            <a:ext cx="1657676" cy="196471"/>
          </a:xfrm>
          <a:custGeom xmlns:a="http://schemas.openxmlformats.org/drawingml/2006/main">
            <a:pathLst>
              <a:path w="1657676" h="196471">
                <a:moveTo>
                  <a:pt x="0" y="8724"/>
                </a:moveTo>
                <a:cubicBezTo>
                  <a:pt x="18317" y="9812"/>
                  <a:pt x="20716" y="11995"/>
                  <a:pt x="20932" y="28349"/>
                </a:cubicBezTo>
                <a:lnTo>
                  <a:pt x="20932" y="125167"/>
                </a:lnTo>
                <a:cubicBezTo>
                  <a:pt x="20716" y="141520"/>
                  <a:pt x="17881" y="144139"/>
                  <a:pt x="0" y="144791"/>
                </a:cubicBezTo>
                <a:lnTo>
                  <a:pt x="0" y="148933"/>
                </a:lnTo>
                <a:lnTo>
                  <a:pt x="72831" y="148933"/>
                </a:lnTo>
                <a:cubicBezTo>
                  <a:pt x="89621" y="148933"/>
                  <a:pt x="105322" y="144355"/>
                  <a:pt x="113388" y="136942"/>
                </a:cubicBezTo>
                <a:cubicBezTo>
                  <a:pt x="121240" y="129964"/>
                  <a:pt x="125599" y="120152"/>
                  <a:pt x="125599" y="109685"/>
                </a:cubicBezTo>
                <a:cubicBezTo>
                  <a:pt x="125599" y="100089"/>
                  <a:pt x="121892" y="91368"/>
                  <a:pt x="114915" y="85043"/>
                </a:cubicBezTo>
                <a:cubicBezTo>
                  <a:pt x="108374" y="79157"/>
                  <a:pt x="102488" y="76541"/>
                  <a:pt x="88313" y="73051"/>
                </a:cubicBezTo>
                <a:cubicBezTo>
                  <a:pt x="99653" y="70216"/>
                  <a:pt x="104231" y="68037"/>
                  <a:pt x="109465" y="63455"/>
                </a:cubicBezTo>
                <a:cubicBezTo>
                  <a:pt x="114915" y="58660"/>
                  <a:pt x="118186" y="50808"/>
                  <a:pt x="118186" y="41651"/>
                </a:cubicBezTo>
                <a:cubicBezTo>
                  <a:pt x="118186" y="17229"/>
                  <a:pt x="98561" y="4582"/>
                  <a:pt x="61056" y="4582"/>
                </a:cubicBezTo>
                <a:lnTo>
                  <a:pt x="0" y="4582"/>
                </a:lnTo>
                <a:lnTo>
                  <a:pt x="0" y="8724"/>
                </a:lnTo>
                <a:moveTo>
                  <a:pt x="43175" y="77849"/>
                </a:moveTo>
                <a:cubicBezTo>
                  <a:pt x="64327" y="77849"/>
                  <a:pt x="74355" y="79157"/>
                  <a:pt x="82208" y="82427"/>
                </a:cubicBezTo>
                <a:cubicBezTo>
                  <a:pt x="94635" y="87442"/>
                  <a:pt x="100524" y="96382"/>
                  <a:pt x="100524" y="109904"/>
                </a:cubicBezTo>
                <a:cubicBezTo>
                  <a:pt x="100524" y="121676"/>
                  <a:pt x="95946" y="130181"/>
                  <a:pt x="87222" y="135198"/>
                </a:cubicBezTo>
                <a:cubicBezTo>
                  <a:pt x="80245" y="139121"/>
                  <a:pt x="71304" y="140868"/>
                  <a:pt x="56914" y="140868"/>
                </a:cubicBezTo>
                <a:cubicBezTo>
                  <a:pt x="46226" y="140868"/>
                  <a:pt x="43175" y="138905"/>
                  <a:pt x="43175" y="131928"/>
                </a:cubicBezTo>
                <a:lnTo>
                  <a:pt x="43175" y="77849"/>
                </a:lnTo>
                <a:moveTo>
                  <a:pt x="43175" y="69344"/>
                </a:moveTo>
                <a:lnTo>
                  <a:pt x="43175" y="19192"/>
                </a:lnTo>
                <a:cubicBezTo>
                  <a:pt x="43391" y="14394"/>
                  <a:pt x="44263" y="13083"/>
                  <a:pt x="47973" y="12867"/>
                </a:cubicBezTo>
                <a:lnTo>
                  <a:pt x="57566" y="12647"/>
                </a:lnTo>
                <a:cubicBezTo>
                  <a:pt x="81772" y="11995"/>
                  <a:pt x="95946" y="23115"/>
                  <a:pt x="95946" y="42523"/>
                </a:cubicBezTo>
                <a:cubicBezTo>
                  <a:pt x="95946" y="59748"/>
                  <a:pt x="84823" y="68908"/>
                  <a:pt x="63891" y="69125"/>
                </a:cubicBezTo>
                <a:lnTo>
                  <a:pt x="43175" y="69344"/>
                </a:lnTo>
                <a:close/>
                <a:moveTo>
                  <a:pt x="295686" y="144791"/>
                </a:moveTo>
                <a:cubicBezTo>
                  <a:pt x="285874" y="144139"/>
                  <a:pt x="283694" y="141956"/>
                  <a:pt x="276061" y="125822"/>
                </a:cubicBezTo>
                <a:lnTo>
                  <a:pt x="221763" y="1963"/>
                </a:lnTo>
                <a:lnTo>
                  <a:pt x="217404" y="1963"/>
                </a:lnTo>
                <a:lnTo>
                  <a:pt x="172047" y="109029"/>
                </a:lnTo>
                <a:cubicBezTo>
                  <a:pt x="158092" y="140868"/>
                  <a:pt x="155473" y="144355"/>
                  <a:pt x="145009" y="144791"/>
                </a:cubicBezTo>
                <a:lnTo>
                  <a:pt x="145009" y="148933"/>
                </a:lnTo>
                <a:lnTo>
                  <a:pt x="188184" y="148933"/>
                </a:lnTo>
                <a:lnTo>
                  <a:pt x="188184" y="144791"/>
                </a:lnTo>
                <a:cubicBezTo>
                  <a:pt x="177716" y="144791"/>
                  <a:pt x="173354" y="142176"/>
                  <a:pt x="173354" y="135850"/>
                </a:cubicBezTo>
                <a:cubicBezTo>
                  <a:pt x="173354" y="133235"/>
                  <a:pt x="174010" y="130181"/>
                  <a:pt x="175101" y="127346"/>
                </a:cubicBezTo>
                <a:lnTo>
                  <a:pt x="185130" y="101835"/>
                </a:lnTo>
                <a:lnTo>
                  <a:pt x="242263" y="101835"/>
                </a:lnTo>
                <a:lnTo>
                  <a:pt x="251203" y="122768"/>
                </a:lnTo>
                <a:cubicBezTo>
                  <a:pt x="253818" y="128657"/>
                  <a:pt x="255346" y="134327"/>
                  <a:pt x="255346" y="137378"/>
                </a:cubicBezTo>
                <a:cubicBezTo>
                  <a:pt x="255346" y="142828"/>
                  <a:pt x="251639" y="144575"/>
                  <a:pt x="240080" y="144791"/>
                </a:cubicBezTo>
                <a:lnTo>
                  <a:pt x="240080" y="148933"/>
                </a:lnTo>
                <a:lnTo>
                  <a:pt x="295686" y="148933"/>
                </a:lnTo>
                <a:lnTo>
                  <a:pt x="295686" y="144791"/>
                </a:lnTo>
                <a:moveTo>
                  <a:pt x="188836" y="92895"/>
                </a:moveTo>
                <a:lnTo>
                  <a:pt x="213914" y="32927"/>
                </a:lnTo>
                <a:lnTo>
                  <a:pt x="239208" y="92895"/>
                </a:lnTo>
                <a:lnTo>
                  <a:pt x="188836" y="92895"/>
                </a:lnTo>
                <a:close/>
                <a:moveTo>
                  <a:pt x="434371" y="50592"/>
                </a:moveTo>
                <a:lnTo>
                  <a:pt x="432408" y="1527"/>
                </a:lnTo>
                <a:lnTo>
                  <a:pt x="427830" y="1527"/>
                </a:lnTo>
                <a:cubicBezTo>
                  <a:pt x="426522" y="6106"/>
                  <a:pt x="423032" y="8724"/>
                  <a:pt x="418670" y="8724"/>
                </a:cubicBezTo>
                <a:cubicBezTo>
                  <a:pt x="416707" y="8724"/>
                  <a:pt x="413436" y="8069"/>
                  <a:pt x="410165" y="6977"/>
                </a:cubicBezTo>
                <a:cubicBezTo>
                  <a:pt x="399481" y="3271"/>
                  <a:pt x="388578" y="1527"/>
                  <a:pt x="378329" y="1527"/>
                </a:cubicBezTo>
                <a:cubicBezTo>
                  <a:pt x="360448" y="1527"/>
                  <a:pt x="342351" y="8288"/>
                  <a:pt x="328829" y="20280"/>
                </a:cubicBezTo>
                <a:cubicBezTo>
                  <a:pt x="313567" y="33799"/>
                  <a:pt x="305282" y="53862"/>
                  <a:pt x="305282" y="77849"/>
                </a:cubicBezTo>
                <a:cubicBezTo>
                  <a:pt x="305282" y="122332"/>
                  <a:pt x="334283" y="151988"/>
                  <a:pt x="377677" y="151988"/>
                </a:cubicBezTo>
                <a:cubicBezTo>
                  <a:pt x="402316" y="151988"/>
                  <a:pt x="424123" y="141956"/>
                  <a:pt x="437206" y="124295"/>
                </a:cubicBezTo>
                <a:lnTo>
                  <a:pt x="433280" y="120369"/>
                </a:lnTo>
                <a:cubicBezTo>
                  <a:pt x="417362" y="135850"/>
                  <a:pt x="402752" y="142392"/>
                  <a:pt x="384655" y="142392"/>
                </a:cubicBezTo>
                <a:cubicBezTo>
                  <a:pt x="370916" y="142392"/>
                  <a:pt x="358705" y="138033"/>
                  <a:pt x="349329" y="129745"/>
                </a:cubicBezTo>
                <a:cubicBezTo>
                  <a:pt x="337334" y="119061"/>
                  <a:pt x="330576" y="99436"/>
                  <a:pt x="330576" y="75014"/>
                </a:cubicBezTo>
                <a:cubicBezTo>
                  <a:pt x="330576" y="35546"/>
                  <a:pt x="350856" y="10251"/>
                  <a:pt x="382472" y="10251"/>
                </a:cubicBezTo>
                <a:cubicBezTo>
                  <a:pt x="394903" y="10251"/>
                  <a:pt x="406242" y="14830"/>
                  <a:pt x="414963" y="23334"/>
                </a:cubicBezTo>
                <a:cubicBezTo>
                  <a:pt x="421940" y="30312"/>
                  <a:pt x="425211" y="36417"/>
                  <a:pt x="429357" y="50592"/>
                </a:cubicBezTo>
                <a:lnTo>
                  <a:pt x="434371" y="50592"/>
                </a:lnTo>
                <a:close/>
                <a:moveTo>
                  <a:pt x="651120" y="4582"/>
                </a:moveTo>
                <a:lnTo>
                  <a:pt x="606418" y="4582"/>
                </a:lnTo>
                <a:lnTo>
                  <a:pt x="606418" y="8724"/>
                </a:lnTo>
                <a:cubicBezTo>
                  <a:pt x="618413" y="9596"/>
                  <a:pt x="622336" y="11775"/>
                  <a:pt x="622336" y="17881"/>
                </a:cubicBezTo>
                <a:cubicBezTo>
                  <a:pt x="622336" y="21371"/>
                  <a:pt x="620812" y="27257"/>
                  <a:pt x="618193" y="33799"/>
                </a:cubicBezTo>
                <a:lnTo>
                  <a:pt x="586138" y="113827"/>
                </a:lnTo>
                <a:lnTo>
                  <a:pt x="553211" y="40124"/>
                </a:lnTo>
                <a:cubicBezTo>
                  <a:pt x="546017" y="23987"/>
                  <a:pt x="544270" y="19192"/>
                  <a:pt x="544270" y="15918"/>
                </a:cubicBezTo>
                <a:cubicBezTo>
                  <a:pt x="544270" y="11559"/>
                  <a:pt x="547325" y="9596"/>
                  <a:pt x="554302" y="9160"/>
                </a:cubicBezTo>
                <a:cubicBezTo>
                  <a:pt x="555394" y="9160"/>
                  <a:pt x="557793" y="8940"/>
                  <a:pt x="560627" y="8724"/>
                </a:cubicBezTo>
                <a:lnTo>
                  <a:pt x="560627" y="4582"/>
                </a:lnTo>
                <a:lnTo>
                  <a:pt x="502623" y="4582"/>
                </a:lnTo>
                <a:lnTo>
                  <a:pt x="502623" y="8724"/>
                </a:lnTo>
                <a:cubicBezTo>
                  <a:pt x="513307" y="9160"/>
                  <a:pt x="516361" y="12211"/>
                  <a:pt x="525737" y="31619"/>
                </a:cubicBezTo>
                <a:lnTo>
                  <a:pt x="579380" y="151332"/>
                </a:lnTo>
                <a:lnTo>
                  <a:pt x="582651" y="151332"/>
                </a:lnTo>
                <a:lnTo>
                  <a:pt x="631060" y="29004"/>
                </a:lnTo>
                <a:cubicBezTo>
                  <a:pt x="638257" y="11775"/>
                  <a:pt x="640652" y="9376"/>
                  <a:pt x="651120" y="8724"/>
                </a:cubicBezTo>
                <a:lnTo>
                  <a:pt x="651120" y="4582"/>
                </a:lnTo>
                <a:close/>
                <a:moveTo>
                  <a:pt x="761893" y="138033"/>
                </a:moveTo>
                <a:lnTo>
                  <a:pt x="760805" y="138033"/>
                </a:lnTo>
                <a:cubicBezTo>
                  <a:pt x="750118" y="137597"/>
                  <a:pt x="748594" y="135850"/>
                  <a:pt x="748374" y="125602"/>
                </a:cubicBezTo>
                <a:lnTo>
                  <a:pt x="748374" y="50808"/>
                </a:lnTo>
                <a:lnTo>
                  <a:pt x="713920" y="50808"/>
                </a:lnTo>
                <a:lnTo>
                  <a:pt x="713920" y="54515"/>
                </a:lnTo>
                <a:cubicBezTo>
                  <a:pt x="727442" y="55170"/>
                  <a:pt x="730057" y="57349"/>
                  <a:pt x="730057" y="68253"/>
                </a:cubicBezTo>
                <a:lnTo>
                  <a:pt x="730057" y="119497"/>
                </a:lnTo>
                <a:cubicBezTo>
                  <a:pt x="730057" y="125602"/>
                  <a:pt x="728966" y="128657"/>
                  <a:pt x="725915" y="131056"/>
                </a:cubicBezTo>
                <a:cubicBezTo>
                  <a:pt x="720026" y="135850"/>
                  <a:pt x="713268" y="138469"/>
                  <a:pt x="706726" y="138469"/>
                </a:cubicBezTo>
                <a:cubicBezTo>
                  <a:pt x="698222" y="138469"/>
                  <a:pt x="691244" y="131056"/>
                  <a:pt x="691244" y="121896"/>
                </a:cubicBezTo>
                <a:lnTo>
                  <a:pt x="691244" y="50808"/>
                </a:lnTo>
                <a:lnTo>
                  <a:pt x="659405" y="50808"/>
                </a:lnTo>
                <a:lnTo>
                  <a:pt x="659405" y="53862"/>
                </a:lnTo>
                <a:cubicBezTo>
                  <a:pt x="669657" y="54298"/>
                  <a:pt x="672708" y="57349"/>
                  <a:pt x="672928" y="67817"/>
                </a:cubicBezTo>
                <a:lnTo>
                  <a:pt x="672928" y="122768"/>
                </a:lnTo>
                <a:cubicBezTo>
                  <a:pt x="672928" y="139996"/>
                  <a:pt x="683392" y="151116"/>
                  <a:pt x="699310" y="151116"/>
                </a:cubicBezTo>
                <a:cubicBezTo>
                  <a:pt x="707379" y="151116"/>
                  <a:pt x="715883" y="147626"/>
                  <a:pt x="721772" y="141740"/>
                </a:cubicBezTo>
                <a:lnTo>
                  <a:pt x="731149" y="132363"/>
                </a:lnTo>
                <a:lnTo>
                  <a:pt x="731149" y="150461"/>
                </a:lnTo>
                <a:lnTo>
                  <a:pt x="732021" y="150897"/>
                </a:lnTo>
                <a:cubicBezTo>
                  <a:pt x="742924" y="146538"/>
                  <a:pt x="750773" y="144139"/>
                  <a:pt x="761893" y="141084"/>
                </a:cubicBezTo>
                <a:lnTo>
                  <a:pt x="761893" y="138033"/>
                </a:lnTo>
                <a:close/>
                <a:moveTo>
                  <a:pt x="769963" y="148933"/>
                </a:moveTo>
                <a:lnTo>
                  <a:pt x="821423" y="148933"/>
                </a:lnTo>
                <a:lnTo>
                  <a:pt x="821423" y="145663"/>
                </a:lnTo>
                <a:cubicBezTo>
                  <a:pt x="807688" y="145011"/>
                  <a:pt x="805289" y="142828"/>
                  <a:pt x="805069" y="130617"/>
                </a:cubicBezTo>
                <a:lnTo>
                  <a:pt x="805069" y="436"/>
                </a:lnTo>
                <a:lnTo>
                  <a:pt x="804197" y="0"/>
                </a:lnTo>
                <a:cubicBezTo>
                  <a:pt x="793078" y="3490"/>
                  <a:pt x="785009" y="5889"/>
                  <a:pt x="769527" y="9596"/>
                </a:cubicBezTo>
                <a:lnTo>
                  <a:pt x="769527" y="13083"/>
                </a:lnTo>
                <a:lnTo>
                  <a:pt x="770835" y="13083"/>
                </a:lnTo>
                <a:cubicBezTo>
                  <a:pt x="773234" y="12867"/>
                  <a:pt x="775849" y="12647"/>
                  <a:pt x="777596" y="12647"/>
                </a:cubicBezTo>
                <a:cubicBezTo>
                  <a:pt x="784573" y="12647"/>
                  <a:pt x="786752" y="15702"/>
                  <a:pt x="786752" y="25950"/>
                </a:cubicBezTo>
                <a:lnTo>
                  <a:pt x="786752" y="129964"/>
                </a:lnTo>
                <a:cubicBezTo>
                  <a:pt x="786536" y="141740"/>
                  <a:pt x="783482" y="144791"/>
                  <a:pt x="769963" y="145663"/>
                </a:cubicBezTo>
                <a:lnTo>
                  <a:pt x="769963" y="148933"/>
                </a:lnTo>
                <a:close/>
                <a:moveTo>
                  <a:pt x="829928" y="148933"/>
                </a:moveTo>
                <a:lnTo>
                  <a:pt x="876157" y="148933"/>
                </a:lnTo>
                <a:lnTo>
                  <a:pt x="876157" y="145663"/>
                </a:lnTo>
                <a:cubicBezTo>
                  <a:pt x="865254" y="145011"/>
                  <a:pt x="861763" y="142176"/>
                  <a:pt x="861763" y="134327"/>
                </a:cubicBezTo>
                <a:lnTo>
                  <a:pt x="861763" y="73051"/>
                </a:lnTo>
                <a:cubicBezTo>
                  <a:pt x="872231" y="63239"/>
                  <a:pt x="877029" y="60620"/>
                  <a:pt x="884226" y="60620"/>
                </a:cubicBezTo>
                <a:cubicBezTo>
                  <a:pt x="894910" y="60620"/>
                  <a:pt x="900144" y="67381"/>
                  <a:pt x="900144" y="81772"/>
                </a:cubicBezTo>
                <a:lnTo>
                  <a:pt x="900144" y="127346"/>
                </a:lnTo>
                <a:cubicBezTo>
                  <a:pt x="899708" y="141520"/>
                  <a:pt x="897089" y="145011"/>
                  <a:pt x="886405" y="145663"/>
                </a:cubicBezTo>
                <a:lnTo>
                  <a:pt x="886405" y="148933"/>
                </a:lnTo>
                <a:lnTo>
                  <a:pt x="931763" y="148933"/>
                </a:lnTo>
                <a:lnTo>
                  <a:pt x="931763" y="145663"/>
                </a:lnTo>
                <a:cubicBezTo>
                  <a:pt x="921076" y="144575"/>
                  <a:pt x="918677" y="141956"/>
                  <a:pt x="918460" y="131272"/>
                </a:cubicBezTo>
                <a:lnTo>
                  <a:pt x="918460" y="81336"/>
                </a:lnTo>
                <a:cubicBezTo>
                  <a:pt x="918460" y="60840"/>
                  <a:pt x="908864" y="48629"/>
                  <a:pt x="892730" y="48629"/>
                </a:cubicBezTo>
                <a:cubicBezTo>
                  <a:pt x="882699" y="48629"/>
                  <a:pt x="875937" y="52335"/>
                  <a:pt x="861111" y="66290"/>
                </a:cubicBezTo>
                <a:lnTo>
                  <a:pt x="861111" y="49064"/>
                </a:lnTo>
                <a:lnTo>
                  <a:pt x="859584" y="48629"/>
                </a:lnTo>
                <a:cubicBezTo>
                  <a:pt x="848244" y="52771"/>
                  <a:pt x="840831" y="55170"/>
                  <a:pt x="829492" y="58441"/>
                </a:cubicBezTo>
                <a:lnTo>
                  <a:pt x="829492" y="62147"/>
                </a:lnTo>
                <a:cubicBezTo>
                  <a:pt x="831019" y="61495"/>
                  <a:pt x="832982" y="61276"/>
                  <a:pt x="835381" y="61276"/>
                </a:cubicBezTo>
                <a:cubicBezTo>
                  <a:pt x="841487" y="61276"/>
                  <a:pt x="843446" y="64546"/>
                  <a:pt x="843446" y="75230"/>
                </a:cubicBezTo>
                <a:lnTo>
                  <a:pt x="843446" y="129309"/>
                </a:lnTo>
                <a:cubicBezTo>
                  <a:pt x="843230" y="142176"/>
                  <a:pt x="840831" y="145011"/>
                  <a:pt x="829928" y="145663"/>
                </a:cubicBezTo>
                <a:lnTo>
                  <a:pt x="829928" y="148933"/>
                </a:lnTo>
                <a:close/>
                <a:moveTo>
                  <a:pt x="1023999" y="113175"/>
                </a:moveTo>
                <a:cubicBezTo>
                  <a:pt x="1013535" y="129745"/>
                  <a:pt x="1004155" y="136070"/>
                  <a:pt x="990200" y="136070"/>
                </a:cubicBezTo>
                <a:cubicBezTo>
                  <a:pt x="977773" y="136070"/>
                  <a:pt x="968397" y="129745"/>
                  <a:pt x="962071" y="117317"/>
                </a:cubicBezTo>
                <a:cubicBezTo>
                  <a:pt x="958145" y="109029"/>
                  <a:pt x="956621" y="102052"/>
                  <a:pt x="956185" y="88533"/>
                </a:cubicBezTo>
                <a:lnTo>
                  <a:pt x="1023347" y="88533"/>
                </a:lnTo>
                <a:cubicBezTo>
                  <a:pt x="1021600" y="74359"/>
                  <a:pt x="1019421" y="68037"/>
                  <a:pt x="1013971" y="61056"/>
                </a:cubicBezTo>
                <a:cubicBezTo>
                  <a:pt x="1007426" y="53207"/>
                  <a:pt x="997397" y="48629"/>
                  <a:pt x="986058" y="48629"/>
                </a:cubicBezTo>
                <a:cubicBezTo>
                  <a:pt x="975154" y="48629"/>
                  <a:pt x="964906" y="52555"/>
                  <a:pt x="956621" y="59968"/>
                </a:cubicBezTo>
                <a:cubicBezTo>
                  <a:pt x="946370" y="68908"/>
                  <a:pt x="940484" y="84390"/>
                  <a:pt x="940484" y="102271"/>
                </a:cubicBezTo>
                <a:cubicBezTo>
                  <a:pt x="940484" y="132363"/>
                  <a:pt x="956185" y="151116"/>
                  <a:pt x="981260" y="151116"/>
                </a:cubicBezTo>
                <a:cubicBezTo>
                  <a:pt x="1001976" y="151116"/>
                  <a:pt x="1018329" y="138249"/>
                  <a:pt x="1027490" y="114699"/>
                </a:cubicBezTo>
                <a:lnTo>
                  <a:pt x="1023999" y="113175"/>
                </a:lnTo>
                <a:moveTo>
                  <a:pt x="956621" y="81556"/>
                </a:moveTo>
                <a:cubicBezTo>
                  <a:pt x="959017" y="64546"/>
                  <a:pt x="966433" y="56478"/>
                  <a:pt x="979733" y="56478"/>
                </a:cubicBezTo>
                <a:cubicBezTo>
                  <a:pt x="993035" y="56478"/>
                  <a:pt x="998269" y="62583"/>
                  <a:pt x="1001104" y="81556"/>
                </a:cubicBezTo>
                <a:lnTo>
                  <a:pt x="956621" y="81556"/>
                </a:lnTo>
                <a:close/>
                <a:moveTo>
                  <a:pt x="1032940" y="148933"/>
                </a:moveTo>
                <a:lnTo>
                  <a:pt x="1085275" y="148933"/>
                </a:lnTo>
                <a:lnTo>
                  <a:pt x="1085275" y="145663"/>
                </a:lnTo>
                <a:cubicBezTo>
                  <a:pt x="1070665" y="145227"/>
                  <a:pt x="1067174" y="142176"/>
                  <a:pt x="1066738" y="129309"/>
                </a:cubicBezTo>
                <a:lnTo>
                  <a:pt x="1066738" y="80248"/>
                </a:lnTo>
                <a:cubicBezTo>
                  <a:pt x="1066738" y="73267"/>
                  <a:pt x="1075898" y="62367"/>
                  <a:pt x="1082004" y="62367"/>
                </a:cubicBezTo>
                <a:cubicBezTo>
                  <a:pt x="1083312" y="62367"/>
                  <a:pt x="1085275" y="63455"/>
                  <a:pt x="1087674" y="65638"/>
                </a:cubicBezTo>
                <a:cubicBezTo>
                  <a:pt x="1090944" y="68908"/>
                  <a:pt x="1093560" y="69996"/>
                  <a:pt x="1096395" y="69996"/>
                </a:cubicBezTo>
                <a:cubicBezTo>
                  <a:pt x="1101628" y="69996"/>
                  <a:pt x="1104899" y="66290"/>
                  <a:pt x="1104899" y="60184"/>
                </a:cubicBezTo>
                <a:cubicBezTo>
                  <a:pt x="1104899" y="52991"/>
                  <a:pt x="1100321" y="48629"/>
                  <a:pt x="1092908" y="48629"/>
                </a:cubicBezTo>
                <a:cubicBezTo>
                  <a:pt x="1083747" y="48629"/>
                  <a:pt x="1077642" y="53427"/>
                  <a:pt x="1066738" y="69125"/>
                </a:cubicBezTo>
                <a:lnTo>
                  <a:pt x="1066738" y="49064"/>
                </a:lnTo>
                <a:lnTo>
                  <a:pt x="1065650" y="48629"/>
                </a:lnTo>
                <a:cubicBezTo>
                  <a:pt x="1053439" y="53427"/>
                  <a:pt x="1045587" y="56478"/>
                  <a:pt x="1033375" y="60404"/>
                </a:cubicBezTo>
                <a:lnTo>
                  <a:pt x="1033375" y="63891"/>
                </a:lnTo>
                <a:cubicBezTo>
                  <a:pt x="1036430" y="63239"/>
                  <a:pt x="1038393" y="63019"/>
                  <a:pt x="1041008" y="63019"/>
                </a:cubicBezTo>
                <a:cubicBezTo>
                  <a:pt x="1046458" y="63019"/>
                  <a:pt x="1048421" y="66509"/>
                  <a:pt x="1048421" y="76102"/>
                </a:cubicBezTo>
                <a:lnTo>
                  <a:pt x="1048421" y="130617"/>
                </a:lnTo>
                <a:cubicBezTo>
                  <a:pt x="1047986" y="141956"/>
                  <a:pt x="1046678" y="143267"/>
                  <a:pt x="1032940" y="145663"/>
                </a:cubicBezTo>
                <a:lnTo>
                  <a:pt x="1032940" y="148933"/>
                </a:lnTo>
                <a:close/>
                <a:moveTo>
                  <a:pt x="1202152" y="134543"/>
                </a:moveTo>
                <a:cubicBezTo>
                  <a:pt x="1198445" y="137597"/>
                  <a:pt x="1195830" y="138685"/>
                  <a:pt x="1192559" y="138685"/>
                </a:cubicBezTo>
                <a:cubicBezTo>
                  <a:pt x="1187545" y="138685"/>
                  <a:pt x="1186018" y="135634"/>
                  <a:pt x="1186018" y="126038"/>
                </a:cubicBezTo>
                <a:lnTo>
                  <a:pt x="1186018" y="83519"/>
                </a:lnTo>
                <a:cubicBezTo>
                  <a:pt x="1186018" y="72179"/>
                  <a:pt x="1184926" y="65854"/>
                  <a:pt x="1181656" y="60620"/>
                </a:cubicBezTo>
                <a:cubicBezTo>
                  <a:pt x="1176858" y="52771"/>
                  <a:pt x="1167481" y="48629"/>
                  <a:pt x="1154618" y="48629"/>
                </a:cubicBezTo>
                <a:cubicBezTo>
                  <a:pt x="1134118" y="48629"/>
                  <a:pt x="1117984" y="59313"/>
                  <a:pt x="1117984" y="73051"/>
                </a:cubicBezTo>
                <a:cubicBezTo>
                  <a:pt x="1117984" y="78065"/>
                  <a:pt x="1122127" y="82427"/>
                  <a:pt x="1127361" y="82427"/>
                </a:cubicBezTo>
                <a:cubicBezTo>
                  <a:pt x="1132591" y="82427"/>
                  <a:pt x="1137173" y="78065"/>
                  <a:pt x="1137173" y="73267"/>
                </a:cubicBezTo>
                <a:cubicBezTo>
                  <a:pt x="1137173" y="72395"/>
                  <a:pt x="1136953" y="71307"/>
                  <a:pt x="1136737" y="69780"/>
                </a:cubicBezTo>
                <a:cubicBezTo>
                  <a:pt x="1136301" y="67817"/>
                  <a:pt x="1136082" y="66074"/>
                  <a:pt x="1136082" y="64546"/>
                </a:cubicBezTo>
                <a:cubicBezTo>
                  <a:pt x="1136082" y="58660"/>
                  <a:pt x="1143059" y="53862"/>
                  <a:pt x="1151783" y="53862"/>
                </a:cubicBezTo>
                <a:cubicBezTo>
                  <a:pt x="1162467" y="53862"/>
                  <a:pt x="1168353" y="60184"/>
                  <a:pt x="1168353" y="71960"/>
                </a:cubicBezTo>
                <a:lnTo>
                  <a:pt x="1168353" y="85262"/>
                </a:lnTo>
                <a:cubicBezTo>
                  <a:pt x="1134990" y="98565"/>
                  <a:pt x="1131067" y="100524"/>
                  <a:pt x="1121691" y="108813"/>
                </a:cubicBezTo>
                <a:cubicBezTo>
                  <a:pt x="1116893" y="113175"/>
                  <a:pt x="1113839" y="120588"/>
                  <a:pt x="1113839" y="127782"/>
                </a:cubicBezTo>
                <a:cubicBezTo>
                  <a:pt x="1113839" y="141520"/>
                  <a:pt x="1123434" y="151116"/>
                  <a:pt x="1136737" y="151116"/>
                </a:cubicBezTo>
                <a:cubicBezTo>
                  <a:pt x="1146330" y="151116"/>
                  <a:pt x="1155270" y="146538"/>
                  <a:pt x="1168573" y="135198"/>
                </a:cubicBezTo>
                <a:cubicBezTo>
                  <a:pt x="1169664" y="146754"/>
                  <a:pt x="1173587" y="151116"/>
                  <a:pt x="1182527" y="151116"/>
                </a:cubicBezTo>
                <a:cubicBezTo>
                  <a:pt x="1189941" y="151116"/>
                  <a:pt x="1194522" y="148498"/>
                  <a:pt x="1202152" y="140213"/>
                </a:cubicBezTo>
                <a:lnTo>
                  <a:pt x="1202152" y="134543"/>
                </a:lnTo>
                <a:moveTo>
                  <a:pt x="1168353" y="122115"/>
                </a:moveTo>
                <a:cubicBezTo>
                  <a:pt x="1168353" y="128657"/>
                  <a:pt x="1167265" y="131056"/>
                  <a:pt x="1162683" y="133671"/>
                </a:cubicBezTo>
                <a:cubicBezTo>
                  <a:pt x="1157233" y="136722"/>
                  <a:pt x="1151347" y="138469"/>
                  <a:pt x="1146765" y="138469"/>
                </a:cubicBezTo>
                <a:cubicBezTo>
                  <a:pt x="1139136" y="138469"/>
                  <a:pt x="1133030" y="131056"/>
                  <a:pt x="1133030" y="121676"/>
                </a:cubicBezTo>
                <a:lnTo>
                  <a:pt x="1133030" y="120804"/>
                </a:lnTo>
                <a:cubicBezTo>
                  <a:pt x="1133247" y="107721"/>
                  <a:pt x="1142843" y="99436"/>
                  <a:pt x="1168353" y="90496"/>
                </a:cubicBezTo>
                <a:lnTo>
                  <a:pt x="1168353" y="122115"/>
                </a:lnTo>
                <a:close/>
                <a:moveTo>
                  <a:pt x="1235954" y="436"/>
                </a:moveTo>
                <a:lnTo>
                  <a:pt x="1234862" y="0"/>
                </a:lnTo>
                <a:cubicBezTo>
                  <a:pt x="1225922" y="3054"/>
                  <a:pt x="1220033" y="5018"/>
                  <a:pt x="1209568" y="7852"/>
                </a:cubicBezTo>
                <a:lnTo>
                  <a:pt x="1203243" y="9596"/>
                </a:lnTo>
                <a:lnTo>
                  <a:pt x="1203243" y="13083"/>
                </a:lnTo>
                <a:cubicBezTo>
                  <a:pt x="1204551" y="12867"/>
                  <a:pt x="1205206" y="12867"/>
                  <a:pt x="1206950" y="12867"/>
                </a:cubicBezTo>
                <a:cubicBezTo>
                  <a:pt x="1215674" y="12867"/>
                  <a:pt x="1217634" y="14830"/>
                  <a:pt x="1217634" y="23987"/>
                </a:cubicBezTo>
                <a:lnTo>
                  <a:pt x="1217634" y="137161"/>
                </a:lnTo>
                <a:cubicBezTo>
                  <a:pt x="1217634" y="143919"/>
                  <a:pt x="1235954" y="151116"/>
                  <a:pt x="1253615" y="151116"/>
                </a:cubicBezTo>
                <a:cubicBezTo>
                  <a:pt x="1282400" y="151116"/>
                  <a:pt x="1304639" y="127130"/>
                  <a:pt x="1304639" y="95946"/>
                </a:cubicBezTo>
                <a:cubicBezTo>
                  <a:pt x="1304639" y="68908"/>
                  <a:pt x="1288069" y="48629"/>
                  <a:pt x="1266262" y="48629"/>
                </a:cubicBezTo>
                <a:cubicBezTo>
                  <a:pt x="1252960" y="48629"/>
                  <a:pt x="1240313" y="56261"/>
                  <a:pt x="1235954" y="67162"/>
                </a:cubicBezTo>
                <a:lnTo>
                  <a:pt x="1235954" y="436"/>
                </a:lnTo>
                <a:moveTo>
                  <a:pt x="1235954" y="78721"/>
                </a:moveTo>
                <a:cubicBezTo>
                  <a:pt x="1235954" y="70216"/>
                  <a:pt x="1246202" y="62367"/>
                  <a:pt x="1257541" y="62367"/>
                </a:cubicBezTo>
                <a:cubicBezTo>
                  <a:pt x="1263647" y="62367"/>
                  <a:pt x="1269097" y="64546"/>
                  <a:pt x="1273675" y="68689"/>
                </a:cubicBezTo>
                <a:cubicBezTo>
                  <a:pt x="1280653" y="75450"/>
                  <a:pt x="1285451" y="90276"/>
                  <a:pt x="1285451" y="105978"/>
                </a:cubicBezTo>
                <a:cubicBezTo>
                  <a:pt x="1285451" y="130181"/>
                  <a:pt x="1274983" y="144139"/>
                  <a:pt x="1257105" y="144139"/>
                </a:cubicBezTo>
                <a:cubicBezTo>
                  <a:pt x="1245766" y="144139"/>
                  <a:pt x="1235954" y="139341"/>
                  <a:pt x="1235954" y="133671"/>
                </a:cubicBezTo>
                <a:lnTo>
                  <a:pt x="1235954" y="78721"/>
                </a:lnTo>
                <a:close/>
                <a:moveTo>
                  <a:pt x="1315107" y="148933"/>
                </a:moveTo>
                <a:lnTo>
                  <a:pt x="1366787" y="148933"/>
                </a:lnTo>
                <a:lnTo>
                  <a:pt x="1366787" y="145663"/>
                </a:lnTo>
                <a:cubicBezTo>
                  <a:pt x="1352396" y="144575"/>
                  <a:pt x="1350869" y="142612"/>
                  <a:pt x="1350649" y="126694"/>
                </a:cubicBezTo>
                <a:lnTo>
                  <a:pt x="1350649" y="49281"/>
                </a:lnTo>
                <a:lnTo>
                  <a:pt x="1349777" y="48629"/>
                </a:lnTo>
                <a:lnTo>
                  <a:pt x="1315979" y="60620"/>
                </a:lnTo>
                <a:lnTo>
                  <a:pt x="1315979" y="63891"/>
                </a:lnTo>
                <a:lnTo>
                  <a:pt x="1317726" y="63675"/>
                </a:lnTo>
                <a:cubicBezTo>
                  <a:pt x="1320341" y="63239"/>
                  <a:pt x="1322956" y="63019"/>
                  <a:pt x="1325139" y="63019"/>
                </a:cubicBezTo>
                <a:cubicBezTo>
                  <a:pt x="1330373" y="63019"/>
                  <a:pt x="1332332" y="66509"/>
                  <a:pt x="1332332" y="76102"/>
                </a:cubicBezTo>
                <a:lnTo>
                  <a:pt x="1332332" y="126694"/>
                </a:lnTo>
                <a:cubicBezTo>
                  <a:pt x="1331897" y="142828"/>
                  <a:pt x="1329937" y="145011"/>
                  <a:pt x="1315107" y="145663"/>
                </a:cubicBezTo>
                <a:lnTo>
                  <a:pt x="1315107" y="148933"/>
                </a:lnTo>
                <a:moveTo>
                  <a:pt x="1339529" y="0"/>
                </a:moveTo>
                <a:cubicBezTo>
                  <a:pt x="1333643" y="0"/>
                  <a:pt x="1328626" y="5018"/>
                  <a:pt x="1328626" y="11123"/>
                </a:cubicBezTo>
                <a:cubicBezTo>
                  <a:pt x="1328626" y="17445"/>
                  <a:pt x="1333424" y="22243"/>
                  <a:pt x="1339529" y="22243"/>
                </a:cubicBezTo>
                <a:cubicBezTo>
                  <a:pt x="1346071" y="22243"/>
                  <a:pt x="1350869" y="17445"/>
                  <a:pt x="1350869" y="11123"/>
                </a:cubicBezTo>
                <a:cubicBezTo>
                  <a:pt x="1350869" y="4798"/>
                  <a:pt x="1345855" y="0"/>
                  <a:pt x="1339529" y="0"/>
                </a:cubicBezTo>
                <a:close/>
                <a:moveTo>
                  <a:pt x="1376818" y="148933"/>
                </a:moveTo>
                <a:lnTo>
                  <a:pt x="1428278" y="148933"/>
                </a:lnTo>
                <a:lnTo>
                  <a:pt x="1428278" y="145663"/>
                </a:lnTo>
                <a:cubicBezTo>
                  <a:pt x="1414543" y="145011"/>
                  <a:pt x="1412144" y="142828"/>
                  <a:pt x="1411925" y="130617"/>
                </a:cubicBezTo>
                <a:lnTo>
                  <a:pt x="1411925" y="436"/>
                </a:lnTo>
                <a:lnTo>
                  <a:pt x="1411053" y="0"/>
                </a:lnTo>
                <a:cubicBezTo>
                  <a:pt x="1399933" y="3490"/>
                  <a:pt x="1391864" y="5889"/>
                  <a:pt x="1376383" y="9596"/>
                </a:cubicBezTo>
                <a:lnTo>
                  <a:pt x="1376383" y="13083"/>
                </a:lnTo>
                <a:lnTo>
                  <a:pt x="1377690" y="13083"/>
                </a:lnTo>
                <a:cubicBezTo>
                  <a:pt x="1380089" y="12867"/>
                  <a:pt x="1382704" y="12647"/>
                  <a:pt x="1384451" y="12647"/>
                </a:cubicBezTo>
                <a:cubicBezTo>
                  <a:pt x="1391429" y="12647"/>
                  <a:pt x="1393608" y="15702"/>
                  <a:pt x="1393608" y="25950"/>
                </a:cubicBezTo>
                <a:lnTo>
                  <a:pt x="1393608" y="129964"/>
                </a:lnTo>
                <a:cubicBezTo>
                  <a:pt x="1393392" y="141740"/>
                  <a:pt x="1390337" y="144791"/>
                  <a:pt x="1376818" y="145663"/>
                </a:cubicBezTo>
                <a:lnTo>
                  <a:pt x="1376818" y="148933"/>
                </a:lnTo>
                <a:close/>
                <a:moveTo>
                  <a:pt x="1436347" y="148933"/>
                </a:moveTo>
                <a:lnTo>
                  <a:pt x="1488027" y="148933"/>
                </a:lnTo>
                <a:lnTo>
                  <a:pt x="1488027" y="145663"/>
                </a:lnTo>
                <a:cubicBezTo>
                  <a:pt x="1473636" y="144575"/>
                  <a:pt x="1472109" y="142612"/>
                  <a:pt x="1471889" y="126694"/>
                </a:cubicBezTo>
                <a:lnTo>
                  <a:pt x="1471889" y="49281"/>
                </a:lnTo>
                <a:lnTo>
                  <a:pt x="1471018" y="48629"/>
                </a:lnTo>
                <a:lnTo>
                  <a:pt x="1437219" y="60620"/>
                </a:lnTo>
                <a:lnTo>
                  <a:pt x="1437219" y="63891"/>
                </a:lnTo>
                <a:lnTo>
                  <a:pt x="1438966" y="63675"/>
                </a:lnTo>
                <a:cubicBezTo>
                  <a:pt x="1441581" y="63239"/>
                  <a:pt x="1444196" y="63019"/>
                  <a:pt x="1446379" y="63019"/>
                </a:cubicBezTo>
                <a:cubicBezTo>
                  <a:pt x="1451613" y="63019"/>
                  <a:pt x="1453573" y="66509"/>
                  <a:pt x="1453573" y="76102"/>
                </a:cubicBezTo>
                <a:lnTo>
                  <a:pt x="1453573" y="126694"/>
                </a:lnTo>
                <a:cubicBezTo>
                  <a:pt x="1453137" y="142828"/>
                  <a:pt x="1451177" y="145011"/>
                  <a:pt x="1436347" y="145663"/>
                </a:cubicBezTo>
                <a:lnTo>
                  <a:pt x="1436347" y="148933"/>
                </a:lnTo>
                <a:moveTo>
                  <a:pt x="1460770" y="0"/>
                </a:moveTo>
                <a:cubicBezTo>
                  <a:pt x="1454884" y="0"/>
                  <a:pt x="1449866" y="5018"/>
                  <a:pt x="1449866" y="11123"/>
                </a:cubicBezTo>
                <a:cubicBezTo>
                  <a:pt x="1449866" y="17445"/>
                  <a:pt x="1454664" y="22243"/>
                  <a:pt x="1460770" y="22243"/>
                </a:cubicBezTo>
                <a:cubicBezTo>
                  <a:pt x="1467311" y="22243"/>
                  <a:pt x="1472109" y="17445"/>
                  <a:pt x="1472109" y="11123"/>
                </a:cubicBezTo>
                <a:cubicBezTo>
                  <a:pt x="1472109" y="4798"/>
                  <a:pt x="1467095" y="0"/>
                  <a:pt x="1460770" y="0"/>
                </a:cubicBezTo>
                <a:close/>
                <a:moveTo>
                  <a:pt x="1549083" y="50808"/>
                </a:moveTo>
                <a:lnTo>
                  <a:pt x="1527060" y="50808"/>
                </a:lnTo>
                <a:lnTo>
                  <a:pt x="1527060" y="25514"/>
                </a:lnTo>
                <a:cubicBezTo>
                  <a:pt x="1527060" y="23334"/>
                  <a:pt x="1526624" y="22679"/>
                  <a:pt x="1525532" y="22679"/>
                </a:cubicBezTo>
                <a:cubicBezTo>
                  <a:pt x="1512885" y="40996"/>
                  <a:pt x="1506344" y="48409"/>
                  <a:pt x="1500022" y="52116"/>
                </a:cubicBezTo>
                <a:cubicBezTo>
                  <a:pt x="1497623" y="53643"/>
                  <a:pt x="1496312" y="54950"/>
                  <a:pt x="1496312" y="56261"/>
                </a:cubicBezTo>
                <a:cubicBezTo>
                  <a:pt x="1496312" y="56914"/>
                  <a:pt x="1496532" y="57349"/>
                  <a:pt x="1497187" y="57785"/>
                </a:cubicBezTo>
                <a:lnTo>
                  <a:pt x="1508743" y="57785"/>
                </a:lnTo>
                <a:lnTo>
                  <a:pt x="1508743" y="123423"/>
                </a:lnTo>
                <a:cubicBezTo>
                  <a:pt x="1508743" y="141740"/>
                  <a:pt x="1515284" y="151116"/>
                  <a:pt x="1528151" y="151116"/>
                </a:cubicBezTo>
                <a:cubicBezTo>
                  <a:pt x="1538835" y="151116"/>
                  <a:pt x="1547120" y="145882"/>
                  <a:pt x="1554317" y="134543"/>
                </a:cubicBezTo>
                <a:lnTo>
                  <a:pt x="1551482" y="132144"/>
                </a:lnTo>
                <a:cubicBezTo>
                  <a:pt x="1546684" y="137814"/>
                  <a:pt x="1543197" y="139777"/>
                  <a:pt x="1538399" y="139777"/>
                </a:cubicBezTo>
                <a:cubicBezTo>
                  <a:pt x="1530330" y="139777"/>
                  <a:pt x="1527060" y="133891"/>
                  <a:pt x="1527060" y="120152"/>
                </a:cubicBezTo>
                <a:lnTo>
                  <a:pt x="1527060" y="57785"/>
                </a:lnTo>
                <a:lnTo>
                  <a:pt x="1549083" y="57785"/>
                </a:lnTo>
                <a:lnTo>
                  <a:pt x="1549083" y="50808"/>
                </a:lnTo>
                <a:close/>
                <a:moveTo>
                  <a:pt x="1657676" y="50808"/>
                </a:moveTo>
                <a:lnTo>
                  <a:pt x="1628240" y="50808"/>
                </a:lnTo>
                <a:lnTo>
                  <a:pt x="1628240" y="54079"/>
                </a:lnTo>
                <a:cubicBezTo>
                  <a:pt x="1635217" y="54079"/>
                  <a:pt x="1638707" y="56042"/>
                  <a:pt x="1638707" y="59532"/>
                </a:cubicBezTo>
                <a:cubicBezTo>
                  <a:pt x="1638707" y="60404"/>
                  <a:pt x="1638488" y="61712"/>
                  <a:pt x="1637832" y="63239"/>
                </a:cubicBezTo>
                <a:lnTo>
                  <a:pt x="1616680" y="123423"/>
                </a:lnTo>
                <a:lnTo>
                  <a:pt x="1591606" y="68253"/>
                </a:lnTo>
                <a:cubicBezTo>
                  <a:pt x="1590295" y="65202"/>
                  <a:pt x="1589423" y="62147"/>
                  <a:pt x="1589423" y="59968"/>
                </a:cubicBezTo>
                <a:cubicBezTo>
                  <a:pt x="1589423" y="56042"/>
                  <a:pt x="1592694" y="54515"/>
                  <a:pt x="1602070" y="54079"/>
                </a:cubicBezTo>
                <a:lnTo>
                  <a:pt x="1602070" y="50808"/>
                </a:lnTo>
                <a:lnTo>
                  <a:pt x="1557152" y="50808"/>
                </a:lnTo>
                <a:lnTo>
                  <a:pt x="1557152" y="53862"/>
                </a:lnTo>
                <a:cubicBezTo>
                  <a:pt x="1562821" y="54734"/>
                  <a:pt x="1566528" y="57133"/>
                  <a:pt x="1568272" y="60840"/>
                </a:cubicBezTo>
                <a:lnTo>
                  <a:pt x="1593130" y="114483"/>
                </a:lnTo>
                <a:cubicBezTo>
                  <a:pt x="1595748" y="120369"/>
                  <a:pt x="1595965" y="120588"/>
                  <a:pt x="1597056" y="122768"/>
                </a:cubicBezTo>
                <a:cubicBezTo>
                  <a:pt x="1603162" y="133671"/>
                  <a:pt x="1606652" y="141740"/>
                  <a:pt x="1606652" y="145011"/>
                </a:cubicBezTo>
                <a:cubicBezTo>
                  <a:pt x="1606652" y="148498"/>
                  <a:pt x="1601634" y="161800"/>
                  <a:pt x="1597928" y="168561"/>
                </a:cubicBezTo>
                <a:cubicBezTo>
                  <a:pt x="1594657" y="174011"/>
                  <a:pt x="1590079" y="178154"/>
                  <a:pt x="1587024" y="178154"/>
                </a:cubicBezTo>
                <a:cubicBezTo>
                  <a:pt x="1585717" y="178154"/>
                  <a:pt x="1583753" y="177718"/>
                  <a:pt x="1581358" y="176630"/>
                </a:cubicBezTo>
                <a:cubicBezTo>
                  <a:pt x="1577432" y="175103"/>
                  <a:pt x="1573505" y="174231"/>
                  <a:pt x="1570018" y="174231"/>
                </a:cubicBezTo>
                <a:cubicBezTo>
                  <a:pt x="1564785" y="174231"/>
                  <a:pt x="1560642" y="178373"/>
                  <a:pt x="1560642" y="183824"/>
                </a:cubicBezTo>
                <a:cubicBezTo>
                  <a:pt x="1560642" y="191021"/>
                  <a:pt x="1567400" y="196471"/>
                  <a:pt x="1576776" y="196471"/>
                </a:cubicBezTo>
                <a:cubicBezTo>
                  <a:pt x="1591606" y="196471"/>
                  <a:pt x="1601634" y="184479"/>
                  <a:pt x="1613629" y="152860"/>
                </a:cubicBezTo>
                <a:lnTo>
                  <a:pt x="1647208" y="63891"/>
                </a:lnTo>
                <a:cubicBezTo>
                  <a:pt x="1650043" y="56914"/>
                  <a:pt x="1652442" y="54734"/>
                  <a:pt x="1657676" y="54079"/>
                </a:cubicBezTo>
                <a:lnTo>
                  <a:pt x="1657676" y="508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81316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2026-09-05T08:54:19.9790000Z</dcterms:created>
  <dcterms:modified xsi:type="dcterms:W3CDTF">2026-09-05T08:54:19.9790000Z</dcterms:modified>
</coreProperties>
</file>